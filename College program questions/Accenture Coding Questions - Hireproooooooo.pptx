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notesSlides/notesSlide1.xml" ContentType="application/vnd.openxmlformats-officedocument.presentationml.notesSlide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5"/>
  </p:notesMasterIdLst>
  <p:sldIdLst>
    <p:sldId id="284" r:id="rId2"/>
    <p:sldId id="285" r:id="rId3"/>
    <p:sldId id="583" r:id="rId4"/>
    <p:sldId id="584" r:id="rId5"/>
    <p:sldId id="585" r:id="rId6"/>
    <p:sldId id="586" r:id="rId7"/>
    <p:sldId id="587" r:id="rId8"/>
    <p:sldId id="503" r:id="rId9"/>
    <p:sldId id="504" r:id="rId10"/>
    <p:sldId id="505" r:id="rId11"/>
    <p:sldId id="506" r:id="rId12"/>
    <p:sldId id="507" r:id="rId13"/>
    <p:sldId id="508" r:id="rId14"/>
    <p:sldId id="509" r:id="rId15"/>
    <p:sldId id="510" r:id="rId16"/>
    <p:sldId id="511" r:id="rId17"/>
    <p:sldId id="512" r:id="rId18"/>
    <p:sldId id="513" r:id="rId19"/>
    <p:sldId id="514" r:id="rId20"/>
    <p:sldId id="515" r:id="rId21"/>
    <p:sldId id="516" r:id="rId22"/>
    <p:sldId id="517" r:id="rId23"/>
    <p:sldId id="518" r:id="rId24"/>
    <p:sldId id="519" r:id="rId25"/>
    <p:sldId id="520" r:id="rId26"/>
    <p:sldId id="521" r:id="rId27"/>
    <p:sldId id="522" r:id="rId28"/>
    <p:sldId id="523" r:id="rId29"/>
    <p:sldId id="524" r:id="rId30"/>
    <p:sldId id="525" r:id="rId31"/>
    <p:sldId id="526" r:id="rId32"/>
    <p:sldId id="527" r:id="rId33"/>
    <p:sldId id="528" r:id="rId34"/>
    <p:sldId id="529" r:id="rId35"/>
    <p:sldId id="530" r:id="rId36"/>
    <p:sldId id="531" r:id="rId37"/>
    <p:sldId id="532" r:id="rId38"/>
    <p:sldId id="533" r:id="rId39"/>
    <p:sldId id="534" r:id="rId40"/>
    <p:sldId id="535" r:id="rId41"/>
    <p:sldId id="536" r:id="rId42"/>
    <p:sldId id="537" r:id="rId43"/>
    <p:sldId id="538" r:id="rId44"/>
    <p:sldId id="539" r:id="rId45"/>
    <p:sldId id="540" r:id="rId46"/>
    <p:sldId id="541" r:id="rId47"/>
    <p:sldId id="542" r:id="rId48"/>
    <p:sldId id="543" r:id="rId49"/>
    <p:sldId id="544" r:id="rId50"/>
    <p:sldId id="545" r:id="rId51"/>
    <p:sldId id="546" r:id="rId52"/>
    <p:sldId id="547" r:id="rId53"/>
    <p:sldId id="548" r:id="rId54"/>
    <p:sldId id="549" r:id="rId55"/>
    <p:sldId id="550" r:id="rId56"/>
    <p:sldId id="551" r:id="rId57"/>
    <p:sldId id="552" r:id="rId58"/>
    <p:sldId id="307" r:id="rId59"/>
    <p:sldId id="553" r:id="rId60"/>
    <p:sldId id="554" r:id="rId61"/>
    <p:sldId id="459" r:id="rId62"/>
    <p:sldId id="414" r:id="rId63"/>
    <p:sldId id="415" r:id="rId64"/>
    <p:sldId id="416" r:id="rId65"/>
    <p:sldId id="417" r:id="rId66"/>
    <p:sldId id="418" r:id="rId67"/>
    <p:sldId id="419" r:id="rId68"/>
    <p:sldId id="420" r:id="rId69"/>
    <p:sldId id="421" r:id="rId70"/>
    <p:sldId id="422" r:id="rId71"/>
    <p:sldId id="423" r:id="rId72"/>
    <p:sldId id="424" r:id="rId73"/>
    <p:sldId id="425" r:id="rId74"/>
    <p:sldId id="426" r:id="rId75"/>
    <p:sldId id="427" r:id="rId76"/>
    <p:sldId id="428" r:id="rId77"/>
    <p:sldId id="429" r:id="rId78"/>
    <p:sldId id="430" r:id="rId79"/>
    <p:sldId id="431" r:id="rId80"/>
    <p:sldId id="432" r:id="rId81"/>
    <p:sldId id="433" r:id="rId82"/>
    <p:sldId id="434" r:id="rId83"/>
    <p:sldId id="435" r:id="rId84"/>
    <p:sldId id="436" r:id="rId85"/>
    <p:sldId id="437" r:id="rId86"/>
    <p:sldId id="438" r:id="rId87"/>
    <p:sldId id="439" r:id="rId88"/>
    <p:sldId id="440" r:id="rId89"/>
    <p:sldId id="441" r:id="rId90"/>
    <p:sldId id="442" r:id="rId91"/>
    <p:sldId id="443" r:id="rId92"/>
    <p:sldId id="444" r:id="rId93"/>
    <p:sldId id="445" r:id="rId94"/>
    <p:sldId id="446" r:id="rId95"/>
    <p:sldId id="447" r:id="rId96"/>
    <p:sldId id="448" r:id="rId97"/>
    <p:sldId id="449" r:id="rId98"/>
    <p:sldId id="450" r:id="rId99"/>
    <p:sldId id="295" r:id="rId100"/>
    <p:sldId id="451" r:id="rId101"/>
    <p:sldId id="452" r:id="rId102"/>
    <p:sldId id="453" r:id="rId103"/>
    <p:sldId id="454" r:id="rId104"/>
    <p:sldId id="455" r:id="rId105"/>
    <p:sldId id="456" r:id="rId106"/>
    <p:sldId id="457" r:id="rId107"/>
    <p:sldId id="458" r:id="rId108"/>
    <p:sldId id="555" r:id="rId109"/>
    <p:sldId id="556" r:id="rId110"/>
    <p:sldId id="557" r:id="rId111"/>
    <p:sldId id="558" r:id="rId112"/>
    <p:sldId id="559" r:id="rId113"/>
    <p:sldId id="560" r:id="rId114"/>
    <p:sldId id="561" r:id="rId115"/>
    <p:sldId id="562" r:id="rId116"/>
    <p:sldId id="563" r:id="rId117"/>
    <p:sldId id="564" r:id="rId118"/>
    <p:sldId id="565" r:id="rId119"/>
    <p:sldId id="566" r:id="rId120"/>
    <p:sldId id="567" r:id="rId121"/>
    <p:sldId id="568" r:id="rId122"/>
    <p:sldId id="569" r:id="rId123"/>
    <p:sldId id="570" r:id="rId124"/>
    <p:sldId id="571" r:id="rId125"/>
    <p:sldId id="572" r:id="rId126"/>
    <p:sldId id="573" r:id="rId127"/>
    <p:sldId id="574" r:id="rId128"/>
    <p:sldId id="575" r:id="rId129"/>
    <p:sldId id="576" r:id="rId130"/>
    <p:sldId id="577" r:id="rId131"/>
    <p:sldId id="578" r:id="rId132"/>
    <p:sldId id="579" r:id="rId133"/>
    <p:sldId id="580" r:id="rId134"/>
    <p:sldId id="581" r:id="rId135"/>
    <p:sldId id="413" r:id="rId136"/>
    <p:sldId id="376" r:id="rId137"/>
    <p:sldId id="377" r:id="rId138"/>
    <p:sldId id="378" r:id="rId139"/>
    <p:sldId id="379" r:id="rId140"/>
    <p:sldId id="380" r:id="rId141"/>
    <p:sldId id="381" r:id="rId142"/>
    <p:sldId id="382" r:id="rId143"/>
    <p:sldId id="383" r:id="rId144"/>
    <p:sldId id="384" r:id="rId145"/>
    <p:sldId id="385" r:id="rId146"/>
    <p:sldId id="386" r:id="rId147"/>
    <p:sldId id="387" r:id="rId148"/>
    <p:sldId id="388" r:id="rId149"/>
    <p:sldId id="389" r:id="rId150"/>
    <p:sldId id="390" r:id="rId151"/>
    <p:sldId id="391" r:id="rId152"/>
    <p:sldId id="392" r:id="rId153"/>
    <p:sldId id="393" r:id="rId154"/>
    <p:sldId id="394" r:id="rId155"/>
    <p:sldId id="395" r:id="rId156"/>
    <p:sldId id="396" r:id="rId157"/>
    <p:sldId id="397" r:id="rId158"/>
    <p:sldId id="398" r:id="rId159"/>
    <p:sldId id="399" r:id="rId160"/>
    <p:sldId id="400" r:id="rId161"/>
    <p:sldId id="401" r:id="rId162"/>
    <p:sldId id="402" r:id="rId163"/>
    <p:sldId id="403" r:id="rId164"/>
    <p:sldId id="404" r:id="rId165"/>
    <p:sldId id="405" r:id="rId166"/>
    <p:sldId id="406" r:id="rId167"/>
    <p:sldId id="407" r:id="rId168"/>
    <p:sldId id="408" r:id="rId169"/>
    <p:sldId id="409" r:id="rId170"/>
    <p:sldId id="410" r:id="rId171"/>
    <p:sldId id="411" r:id="rId172"/>
    <p:sldId id="412" r:id="rId173"/>
    <p:sldId id="334" r:id="rId174"/>
    <p:sldId id="257" r:id="rId175"/>
    <p:sldId id="258" r:id="rId176"/>
    <p:sldId id="259" r:id="rId177"/>
    <p:sldId id="260" r:id="rId178"/>
    <p:sldId id="286" r:id="rId179"/>
    <p:sldId id="287" r:id="rId180"/>
    <p:sldId id="263" r:id="rId181"/>
    <p:sldId id="288" r:id="rId182"/>
    <p:sldId id="289" r:id="rId183"/>
    <p:sldId id="290" r:id="rId184"/>
    <p:sldId id="291" r:id="rId185"/>
    <p:sldId id="292" r:id="rId186"/>
    <p:sldId id="293" r:id="rId187"/>
    <p:sldId id="294" r:id="rId188"/>
    <p:sldId id="296" r:id="rId189"/>
    <p:sldId id="297" r:id="rId190"/>
    <p:sldId id="298" r:id="rId191"/>
    <p:sldId id="275" r:id="rId192"/>
    <p:sldId id="299" r:id="rId193"/>
    <p:sldId id="300" r:id="rId194"/>
    <p:sldId id="301" r:id="rId195"/>
    <p:sldId id="302" r:id="rId196"/>
    <p:sldId id="280" r:id="rId197"/>
    <p:sldId id="303" r:id="rId198"/>
    <p:sldId id="282" r:id="rId199"/>
    <p:sldId id="304" r:id="rId200"/>
    <p:sldId id="305" r:id="rId201"/>
    <p:sldId id="306" r:id="rId202"/>
    <p:sldId id="308" r:id="rId203"/>
    <p:sldId id="309" r:id="rId204"/>
    <p:sldId id="310" r:id="rId205"/>
    <p:sldId id="312" r:id="rId206"/>
    <p:sldId id="313" r:id="rId207"/>
    <p:sldId id="314" r:id="rId208"/>
    <p:sldId id="315" r:id="rId209"/>
    <p:sldId id="316" r:id="rId210"/>
    <p:sldId id="317" r:id="rId211"/>
    <p:sldId id="318" r:id="rId212"/>
    <p:sldId id="319" r:id="rId213"/>
    <p:sldId id="320" r:id="rId214"/>
    <p:sldId id="321" r:id="rId215"/>
    <p:sldId id="322" r:id="rId216"/>
    <p:sldId id="323" r:id="rId217"/>
    <p:sldId id="324" r:id="rId218"/>
    <p:sldId id="325" r:id="rId219"/>
    <p:sldId id="326" r:id="rId220"/>
    <p:sldId id="327" r:id="rId221"/>
    <p:sldId id="328" r:id="rId222"/>
    <p:sldId id="329" r:id="rId223"/>
    <p:sldId id="330" r:id="rId224"/>
    <p:sldId id="331" r:id="rId225"/>
    <p:sldId id="332" r:id="rId226"/>
    <p:sldId id="333" r:id="rId227"/>
    <p:sldId id="365" r:id="rId228"/>
    <p:sldId id="335" r:id="rId229"/>
    <p:sldId id="336" r:id="rId230"/>
    <p:sldId id="337" r:id="rId231"/>
    <p:sldId id="338" r:id="rId232"/>
    <p:sldId id="339" r:id="rId233"/>
    <p:sldId id="340" r:id="rId234"/>
    <p:sldId id="341" r:id="rId235"/>
    <p:sldId id="342" r:id="rId236"/>
    <p:sldId id="343" r:id="rId237"/>
    <p:sldId id="344" r:id="rId238"/>
    <p:sldId id="345" r:id="rId239"/>
    <p:sldId id="346" r:id="rId240"/>
    <p:sldId id="347" r:id="rId241"/>
    <p:sldId id="348" r:id="rId242"/>
    <p:sldId id="349" r:id="rId243"/>
    <p:sldId id="350" r:id="rId244"/>
    <p:sldId id="351" r:id="rId245"/>
    <p:sldId id="352" r:id="rId246"/>
    <p:sldId id="353" r:id="rId247"/>
    <p:sldId id="354" r:id="rId248"/>
    <p:sldId id="355" r:id="rId249"/>
    <p:sldId id="356" r:id="rId250"/>
    <p:sldId id="357" r:id="rId251"/>
    <p:sldId id="358" r:id="rId252"/>
    <p:sldId id="359" r:id="rId253"/>
    <p:sldId id="360" r:id="rId254"/>
    <p:sldId id="361" r:id="rId255"/>
    <p:sldId id="362" r:id="rId256"/>
    <p:sldId id="363" r:id="rId257"/>
    <p:sldId id="375" r:id="rId258"/>
    <p:sldId id="460" r:id="rId259"/>
    <p:sldId id="461" r:id="rId260"/>
    <p:sldId id="462" r:id="rId261"/>
    <p:sldId id="463" r:id="rId262"/>
    <p:sldId id="464" r:id="rId263"/>
    <p:sldId id="465" r:id="rId264"/>
    <p:sldId id="466" r:id="rId265"/>
    <p:sldId id="467" r:id="rId266"/>
    <p:sldId id="468" r:id="rId267"/>
    <p:sldId id="469" r:id="rId268"/>
    <p:sldId id="470" r:id="rId269"/>
    <p:sldId id="471" r:id="rId270"/>
    <p:sldId id="472" r:id="rId271"/>
    <p:sldId id="473" r:id="rId272"/>
    <p:sldId id="474" r:id="rId273"/>
    <p:sldId id="475" r:id="rId274"/>
    <p:sldId id="476" r:id="rId275"/>
    <p:sldId id="477" r:id="rId276"/>
    <p:sldId id="478" r:id="rId277"/>
    <p:sldId id="479" r:id="rId278"/>
    <p:sldId id="480" r:id="rId279"/>
    <p:sldId id="481" r:id="rId280"/>
    <p:sldId id="482" r:id="rId281"/>
    <p:sldId id="483" r:id="rId282"/>
    <p:sldId id="484" r:id="rId283"/>
    <p:sldId id="485" r:id="rId284"/>
    <p:sldId id="486" r:id="rId285"/>
    <p:sldId id="487" r:id="rId286"/>
    <p:sldId id="488" r:id="rId287"/>
    <p:sldId id="489" r:id="rId288"/>
    <p:sldId id="490" r:id="rId289"/>
    <p:sldId id="491" r:id="rId290"/>
    <p:sldId id="492" r:id="rId291"/>
    <p:sldId id="493" r:id="rId292"/>
    <p:sldId id="494" r:id="rId293"/>
    <p:sldId id="495" r:id="rId294"/>
    <p:sldId id="496" r:id="rId295"/>
    <p:sldId id="497" r:id="rId296"/>
    <p:sldId id="498" r:id="rId297"/>
    <p:sldId id="499" r:id="rId298"/>
    <p:sldId id="500" r:id="rId299"/>
    <p:sldId id="501" r:id="rId300"/>
    <p:sldId id="502" r:id="rId301"/>
    <p:sldId id="631" r:id="rId302"/>
    <p:sldId id="589" r:id="rId303"/>
    <p:sldId id="590" r:id="rId304"/>
    <p:sldId id="591" r:id="rId305"/>
    <p:sldId id="592" r:id="rId306"/>
    <p:sldId id="262" r:id="rId307"/>
    <p:sldId id="593" r:id="rId308"/>
    <p:sldId id="594" r:id="rId309"/>
    <p:sldId id="595" r:id="rId310"/>
    <p:sldId id="596" r:id="rId311"/>
    <p:sldId id="597" r:id="rId312"/>
    <p:sldId id="269" r:id="rId313"/>
    <p:sldId id="598" r:id="rId314"/>
    <p:sldId id="599" r:id="rId315"/>
    <p:sldId id="600" r:id="rId316"/>
    <p:sldId id="601" r:id="rId317"/>
    <p:sldId id="602" r:id="rId318"/>
    <p:sldId id="603" r:id="rId319"/>
    <p:sldId id="604" r:id="rId320"/>
    <p:sldId id="605" r:id="rId321"/>
    <p:sldId id="606" r:id="rId322"/>
    <p:sldId id="607" r:id="rId323"/>
    <p:sldId id="608" r:id="rId324"/>
    <p:sldId id="609" r:id="rId325"/>
    <p:sldId id="610" r:id="rId326"/>
    <p:sldId id="611" r:id="rId327"/>
    <p:sldId id="612" r:id="rId328"/>
    <p:sldId id="613" r:id="rId329"/>
    <p:sldId id="614" r:id="rId330"/>
    <p:sldId id="615" r:id="rId331"/>
    <p:sldId id="616" r:id="rId332"/>
    <p:sldId id="617" r:id="rId333"/>
    <p:sldId id="618" r:id="rId334"/>
    <p:sldId id="619" r:id="rId335"/>
    <p:sldId id="620" r:id="rId336"/>
    <p:sldId id="621" r:id="rId337"/>
    <p:sldId id="622" r:id="rId338"/>
    <p:sldId id="623" r:id="rId339"/>
    <p:sldId id="624" r:id="rId340"/>
    <p:sldId id="625" r:id="rId341"/>
    <p:sldId id="626" r:id="rId342"/>
    <p:sldId id="627" r:id="rId343"/>
    <p:sldId id="628" r:id="rId344"/>
    <p:sldId id="629" r:id="rId345"/>
    <p:sldId id="630" r:id="rId346"/>
    <p:sldId id="256" r:id="rId347"/>
    <p:sldId id="270" r:id="rId348"/>
    <p:sldId id="277" r:id="rId349"/>
    <p:sldId id="278" r:id="rId350"/>
    <p:sldId id="261" r:id="rId351"/>
    <p:sldId id="279" r:id="rId352"/>
    <p:sldId id="271" r:id="rId353"/>
    <p:sldId id="272" r:id="rId354"/>
    <p:sldId id="273" r:id="rId355"/>
    <p:sldId id="274" r:id="rId356"/>
    <p:sldId id="281" r:id="rId357"/>
    <p:sldId id="283" r:id="rId358"/>
    <p:sldId id="264" r:id="rId359"/>
    <p:sldId id="265" r:id="rId360"/>
    <p:sldId id="266" r:id="rId361"/>
    <p:sldId id="267" r:id="rId362"/>
    <p:sldId id="276" r:id="rId363"/>
    <p:sldId id="268" r:id="rId3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303" Type="http://schemas.openxmlformats.org/officeDocument/2006/relationships/slide" Target="slides/slide302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345" Type="http://schemas.openxmlformats.org/officeDocument/2006/relationships/slide" Target="slides/slide344.xml"/><Relationship Id="rId366" Type="http://schemas.openxmlformats.org/officeDocument/2006/relationships/presProps" Target="presProps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68" Type="http://schemas.openxmlformats.org/officeDocument/2006/relationships/slide" Target="slides/slide267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35" Type="http://schemas.openxmlformats.org/officeDocument/2006/relationships/slide" Target="slides/slide334.xml"/><Relationship Id="rId356" Type="http://schemas.openxmlformats.org/officeDocument/2006/relationships/slide" Target="slides/slide355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79" Type="http://schemas.openxmlformats.org/officeDocument/2006/relationships/slide" Target="slides/slide278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25" Type="http://schemas.openxmlformats.org/officeDocument/2006/relationships/slide" Target="slides/slide324.xml"/><Relationship Id="rId346" Type="http://schemas.openxmlformats.org/officeDocument/2006/relationships/slide" Target="slides/slide345.xml"/><Relationship Id="rId367" Type="http://schemas.openxmlformats.org/officeDocument/2006/relationships/viewProps" Target="viewProps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15" Type="http://schemas.openxmlformats.org/officeDocument/2006/relationships/slide" Target="slides/slide314.xml"/><Relationship Id="rId336" Type="http://schemas.openxmlformats.org/officeDocument/2006/relationships/slide" Target="slides/slide335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26" Type="http://schemas.openxmlformats.org/officeDocument/2006/relationships/slide" Target="slides/slide325.xml"/><Relationship Id="rId347" Type="http://schemas.openxmlformats.org/officeDocument/2006/relationships/slide" Target="slides/slide346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368" Type="http://schemas.openxmlformats.org/officeDocument/2006/relationships/theme" Target="theme/theme1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16" Type="http://schemas.openxmlformats.org/officeDocument/2006/relationships/slide" Target="slides/slide315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358" Type="http://schemas.openxmlformats.org/officeDocument/2006/relationships/slide" Target="slides/slide357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48" Type="http://schemas.openxmlformats.org/officeDocument/2006/relationships/slide" Target="slides/slide347.xml"/><Relationship Id="rId369" Type="http://schemas.openxmlformats.org/officeDocument/2006/relationships/tableStyles" Target="tableStyles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338" Type="http://schemas.openxmlformats.org/officeDocument/2006/relationships/slide" Target="slides/slide337.xml"/><Relationship Id="rId359" Type="http://schemas.openxmlformats.org/officeDocument/2006/relationships/slide" Target="slides/slide358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28" Type="http://schemas.openxmlformats.org/officeDocument/2006/relationships/slide" Target="slides/slide327.xml"/><Relationship Id="rId349" Type="http://schemas.openxmlformats.org/officeDocument/2006/relationships/slide" Target="slides/slide348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8" Type="http://schemas.openxmlformats.org/officeDocument/2006/relationships/slide" Target="slides/slide317.xml"/><Relationship Id="rId339" Type="http://schemas.openxmlformats.org/officeDocument/2006/relationships/slide" Target="slides/slide33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334" Type="http://schemas.openxmlformats.org/officeDocument/2006/relationships/slide" Target="slides/slide333.xml"/><Relationship Id="rId350" Type="http://schemas.openxmlformats.org/officeDocument/2006/relationships/slide" Target="slides/slide349.xml"/><Relationship Id="rId355" Type="http://schemas.openxmlformats.org/officeDocument/2006/relationships/slide" Target="slides/slide35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361" Type="http://schemas.openxmlformats.org/officeDocument/2006/relationships/slide" Target="slides/slide360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362" Type="http://schemas.openxmlformats.org/officeDocument/2006/relationships/slide" Target="slides/slide361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352" Type="http://schemas.openxmlformats.org/officeDocument/2006/relationships/slide" Target="slides/slide351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363" Type="http://schemas.openxmlformats.org/officeDocument/2006/relationships/slide" Target="slides/slide362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353" Type="http://schemas.openxmlformats.org/officeDocument/2006/relationships/slide" Target="slides/slide352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slide" Target="slides/slide342.xml"/><Relationship Id="rId364" Type="http://schemas.openxmlformats.org/officeDocument/2006/relationships/slide" Target="slides/slide363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354" Type="http://schemas.openxmlformats.org/officeDocument/2006/relationships/slide" Target="slides/slide353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slide" Target="slides/slide34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65" Type="http://schemas.openxmlformats.org/officeDocument/2006/relationships/notesMaster" Target="notesMasters/notesMaster1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313" Type="http://schemas.openxmlformats.org/officeDocument/2006/relationships/slide" Target="slides/slide31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2DBFDB-225E-40F9-81DD-36EB57B9C39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67D924-B6A2-43D5-80B1-05A4BBCAD2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English Ability  - 52</a:t>
          </a:r>
        </a:p>
      </dgm:t>
    </dgm:pt>
    <dgm:pt modelId="{2E0E8DB6-9397-4329-9A62-C1C07DC20036}" type="parTrans" cxnId="{433544E9-EE9D-4165-B939-5AA9F3E2B287}">
      <dgm:prSet/>
      <dgm:spPr/>
      <dgm:t>
        <a:bodyPr/>
        <a:lstStyle/>
        <a:p>
          <a:endParaRPr lang="en-US"/>
        </a:p>
      </dgm:t>
    </dgm:pt>
    <dgm:pt modelId="{D0EFF824-F79E-4186-A382-562DD47D27E0}" type="sibTrans" cxnId="{433544E9-EE9D-4165-B939-5AA9F3E2B287}">
      <dgm:prSet/>
      <dgm:spPr/>
      <dgm:t>
        <a:bodyPr/>
        <a:lstStyle/>
        <a:p>
          <a:endParaRPr lang="en-US"/>
        </a:p>
      </dgm:t>
    </dgm:pt>
    <dgm:pt modelId="{9864EC73-A1B0-43A8-8147-620585EB81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Abstract Reasoning - 37</a:t>
          </a:r>
        </a:p>
      </dgm:t>
    </dgm:pt>
    <dgm:pt modelId="{BAEEC82F-36A5-474B-B79F-82161718F811}" type="parTrans" cxnId="{699577DB-E2AB-4223-A8C5-A8DEA3B69686}">
      <dgm:prSet/>
      <dgm:spPr/>
      <dgm:t>
        <a:bodyPr/>
        <a:lstStyle/>
        <a:p>
          <a:endParaRPr lang="en-US"/>
        </a:p>
      </dgm:t>
    </dgm:pt>
    <dgm:pt modelId="{6EFA236C-CE18-4E25-9D93-AC726C83C5CA}" type="sibTrans" cxnId="{699577DB-E2AB-4223-A8C5-A8DEA3B69686}">
      <dgm:prSet/>
      <dgm:spPr/>
      <dgm:t>
        <a:bodyPr/>
        <a:lstStyle/>
        <a:p>
          <a:endParaRPr lang="en-US"/>
        </a:p>
      </dgm:t>
    </dgm:pt>
    <dgm:pt modelId="{90579F04-E7B2-47B3-921B-8D559A5876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Critical Reasoning – 84</a:t>
          </a:r>
        </a:p>
      </dgm:t>
    </dgm:pt>
    <dgm:pt modelId="{C8E1AB2D-9A11-4F3A-B378-F4EE02D22610}" type="parTrans" cxnId="{80A602C8-909B-44E7-B791-1C9F68FC4D43}">
      <dgm:prSet/>
      <dgm:spPr/>
      <dgm:t>
        <a:bodyPr/>
        <a:lstStyle/>
        <a:p>
          <a:endParaRPr lang="en-US"/>
        </a:p>
      </dgm:t>
    </dgm:pt>
    <dgm:pt modelId="{22E9A257-A0C4-4938-B983-27AAC4D2234B}" type="sibTrans" cxnId="{80A602C8-909B-44E7-B791-1C9F68FC4D43}">
      <dgm:prSet/>
      <dgm:spPr/>
      <dgm:t>
        <a:bodyPr/>
        <a:lstStyle/>
        <a:p>
          <a:endParaRPr lang="en-US"/>
        </a:p>
      </dgm:t>
    </dgm:pt>
    <dgm:pt modelId="{44EC9FAD-9371-489A-8E7C-C0934F32FE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Ms Office - 29</a:t>
          </a:r>
        </a:p>
      </dgm:t>
    </dgm:pt>
    <dgm:pt modelId="{75ADC700-FEF5-49E8-A141-9B58A4146BE8}" type="parTrans" cxnId="{F3AF80D5-B2D8-47C3-B3A7-A017411563A3}">
      <dgm:prSet/>
      <dgm:spPr/>
      <dgm:t>
        <a:bodyPr/>
        <a:lstStyle/>
        <a:p>
          <a:endParaRPr lang="en-US"/>
        </a:p>
      </dgm:t>
    </dgm:pt>
    <dgm:pt modelId="{7473796A-E792-4E11-B099-EA9EC458FB16}" type="sibTrans" cxnId="{F3AF80D5-B2D8-47C3-B3A7-A017411563A3}">
      <dgm:prSet/>
      <dgm:spPr/>
      <dgm:t>
        <a:bodyPr/>
        <a:lstStyle/>
        <a:p>
          <a:endParaRPr lang="en-US"/>
        </a:p>
      </dgm:t>
    </dgm:pt>
    <dgm:pt modelId="{3D51F463-11EE-48DD-9F50-7789767237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Pseudocode - 56</a:t>
          </a:r>
        </a:p>
      </dgm:t>
    </dgm:pt>
    <dgm:pt modelId="{50DCE55B-C749-44F4-AB90-633287D8E6FA}" type="parTrans" cxnId="{E5C0C9A0-4EA9-416E-8050-6B911D164A98}">
      <dgm:prSet/>
      <dgm:spPr/>
      <dgm:t>
        <a:bodyPr/>
        <a:lstStyle/>
        <a:p>
          <a:endParaRPr lang="en-US"/>
        </a:p>
      </dgm:t>
    </dgm:pt>
    <dgm:pt modelId="{2FDDBE90-F479-493A-9FC1-FACC1914048E}" type="sibTrans" cxnId="{E5C0C9A0-4EA9-416E-8050-6B911D164A98}">
      <dgm:prSet/>
      <dgm:spPr/>
      <dgm:t>
        <a:bodyPr/>
        <a:lstStyle/>
        <a:p>
          <a:endParaRPr lang="en-US"/>
        </a:p>
      </dgm:t>
    </dgm:pt>
    <dgm:pt modelId="{4BC22FF7-26F0-44A4-9861-2AF25B4D2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Networking - 43</a:t>
          </a:r>
        </a:p>
      </dgm:t>
    </dgm:pt>
    <dgm:pt modelId="{99955A2A-038B-4AE8-9438-8BEC6AB616FA}" type="parTrans" cxnId="{0A9BCA3B-B054-45D8-8330-F96DA3A34886}">
      <dgm:prSet/>
      <dgm:spPr/>
      <dgm:t>
        <a:bodyPr/>
        <a:lstStyle/>
        <a:p>
          <a:endParaRPr lang="en-US"/>
        </a:p>
      </dgm:t>
    </dgm:pt>
    <dgm:pt modelId="{5FABFBAE-469F-470F-A366-A18EC79F9631}" type="sibTrans" cxnId="{0A9BCA3B-B054-45D8-8330-F96DA3A34886}">
      <dgm:prSet/>
      <dgm:spPr/>
      <dgm:t>
        <a:bodyPr/>
        <a:lstStyle/>
        <a:p>
          <a:endParaRPr lang="en-US"/>
        </a:p>
      </dgm:t>
    </dgm:pt>
    <dgm:pt modelId="{D70FD8AC-07E9-4B19-B02B-D65FD563B051}" type="pres">
      <dgm:prSet presAssocID="{602DBFDB-225E-40F9-81DD-36EB57B9C391}" presName="root" presStyleCnt="0">
        <dgm:presLayoutVars>
          <dgm:dir/>
          <dgm:resizeHandles val="exact"/>
        </dgm:presLayoutVars>
      </dgm:prSet>
      <dgm:spPr/>
    </dgm:pt>
    <dgm:pt modelId="{BC0BD4E6-67B8-4BD3-AFCD-519C6E650150}" type="pres">
      <dgm:prSet presAssocID="{EF67D924-B6A2-43D5-80B1-05A4BBCAD2C7}" presName="compNode" presStyleCnt="0"/>
      <dgm:spPr/>
    </dgm:pt>
    <dgm:pt modelId="{3BC6E787-E87F-4A17-9B2C-058E2424C74A}" type="pres">
      <dgm:prSet presAssocID="{EF67D924-B6A2-43D5-80B1-05A4BBCAD2C7}" presName="bgRect" presStyleLbl="bgShp" presStyleIdx="0" presStyleCnt="6"/>
      <dgm:spPr/>
    </dgm:pt>
    <dgm:pt modelId="{83929013-2FB9-4958-992A-F76C7818A5AB}" type="pres">
      <dgm:prSet presAssocID="{EF67D924-B6A2-43D5-80B1-05A4BBCAD2C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A9470CCD-0974-41F3-9D0D-C95F3D43FACD}" type="pres">
      <dgm:prSet presAssocID="{EF67D924-B6A2-43D5-80B1-05A4BBCAD2C7}" presName="spaceRect" presStyleCnt="0"/>
      <dgm:spPr/>
    </dgm:pt>
    <dgm:pt modelId="{7DEB59A5-626A-4280-9B4C-26FB7E4BE80F}" type="pres">
      <dgm:prSet presAssocID="{EF67D924-B6A2-43D5-80B1-05A4BBCAD2C7}" presName="parTx" presStyleLbl="revTx" presStyleIdx="0" presStyleCnt="6">
        <dgm:presLayoutVars>
          <dgm:chMax val="0"/>
          <dgm:chPref val="0"/>
        </dgm:presLayoutVars>
      </dgm:prSet>
      <dgm:spPr/>
    </dgm:pt>
    <dgm:pt modelId="{2A302253-EA26-4A7A-A6AA-7CC27DABB038}" type="pres">
      <dgm:prSet presAssocID="{D0EFF824-F79E-4186-A382-562DD47D27E0}" presName="sibTrans" presStyleCnt="0"/>
      <dgm:spPr/>
    </dgm:pt>
    <dgm:pt modelId="{9C24697B-B18C-477B-9791-B9A1683C9D6D}" type="pres">
      <dgm:prSet presAssocID="{9864EC73-A1B0-43A8-8147-620585EB8150}" presName="compNode" presStyleCnt="0"/>
      <dgm:spPr/>
    </dgm:pt>
    <dgm:pt modelId="{6247F939-95AA-45EF-8130-946AF601AC63}" type="pres">
      <dgm:prSet presAssocID="{9864EC73-A1B0-43A8-8147-620585EB8150}" presName="bgRect" presStyleLbl="bgShp" presStyleIdx="1" presStyleCnt="6"/>
      <dgm:spPr/>
    </dgm:pt>
    <dgm:pt modelId="{5A0EBBBA-F353-4601-B6C6-0DFF733011C5}" type="pres">
      <dgm:prSet presAssocID="{9864EC73-A1B0-43A8-8147-620585EB815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34A626D-F2A5-49E0-9724-B3F6380B6EDF}" type="pres">
      <dgm:prSet presAssocID="{9864EC73-A1B0-43A8-8147-620585EB8150}" presName="spaceRect" presStyleCnt="0"/>
      <dgm:spPr/>
    </dgm:pt>
    <dgm:pt modelId="{F29624B9-CB1E-46DB-B64B-7B4E928ECE14}" type="pres">
      <dgm:prSet presAssocID="{9864EC73-A1B0-43A8-8147-620585EB8150}" presName="parTx" presStyleLbl="revTx" presStyleIdx="1" presStyleCnt="6">
        <dgm:presLayoutVars>
          <dgm:chMax val="0"/>
          <dgm:chPref val="0"/>
        </dgm:presLayoutVars>
      </dgm:prSet>
      <dgm:spPr/>
    </dgm:pt>
    <dgm:pt modelId="{3E367E14-4E19-4995-A98C-52D0870BD82F}" type="pres">
      <dgm:prSet presAssocID="{6EFA236C-CE18-4E25-9D93-AC726C83C5CA}" presName="sibTrans" presStyleCnt="0"/>
      <dgm:spPr/>
    </dgm:pt>
    <dgm:pt modelId="{75030B26-80D8-4130-99C3-D32C906452EE}" type="pres">
      <dgm:prSet presAssocID="{90579F04-E7B2-47B3-921B-8D559A587699}" presName="compNode" presStyleCnt="0"/>
      <dgm:spPr/>
    </dgm:pt>
    <dgm:pt modelId="{22A8B5DB-37CC-41F4-8462-B697EAC3D141}" type="pres">
      <dgm:prSet presAssocID="{90579F04-E7B2-47B3-921B-8D559A587699}" presName="bgRect" presStyleLbl="bgShp" presStyleIdx="2" presStyleCnt="6"/>
      <dgm:spPr/>
    </dgm:pt>
    <dgm:pt modelId="{E163A41F-CD57-4DD0-A1F2-C68930B24DD9}" type="pres">
      <dgm:prSet presAssocID="{90579F04-E7B2-47B3-921B-8D559A58769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873B94D7-1E1C-4E03-96CF-7ED86E63E118}" type="pres">
      <dgm:prSet presAssocID="{90579F04-E7B2-47B3-921B-8D559A587699}" presName="spaceRect" presStyleCnt="0"/>
      <dgm:spPr/>
    </dgm:pt>
    <dgm:pt modelId="{F767643B-0694-4AED-867D-9437F78DF7F5}" type="pres">
      <dgm:prSet presAssocID="{90579F04-E7B2-47B3-921B-8D559A587699}" presName="parTx" presStyleLbl="revTx" presStyleIdx="2" presStyleCnt="6">
        <dgm:presLayoutVars>
          <dgm:chMax val="0"/>
          <dgm:chPref val="0"/>
        </dgm:presLayoutVars>
      </dgm:prSet>
      <dgm:spPr/>
    </dgm:pt>
    <dgm:pt modelId="{515B9F5A-7D2E-491A-B917-50EECF760E57}" type="pres">
      <dgm:prSet presAssocID="{22E9A257-A0C4-4938-B983-27AAC4D2234B}" presName="sibTrans" presStyleCnt="0"/>
      <dgm:spPr/>
    </dgm:pt>
    <dgm:pt modelId="{A3F9D60D-B7FD-46DC-859D-23F36F3045E4}" type="pres">
      <dgm:prSet presAssocID="{44EC9FAD-9371-489A-8E7C-C0934F32FEC1}" presName="compNode" presStyleCnt="0"/>
      <dgm:spPr/>
    </dgm:pt>
    <dgm:pt modelId="{3A743A54-9858-49FB-965F-259FB64567A5}" type="pres">
      <dgm:prSet presAssocID="{44EC9FAD-9371-489A-8E7C-C0934F32FEC1}" presName="bgRect" presStyleLbl="bgShp" presStyleIdx="3" presStyleCnt="6"/>
      <dgm:spPr/>
    </dgm:pt>
    <dgm:pt modelId="{AF0258DE-06F0-4D55-926A-2EB49FF6C362}" type="pres">
      <dgm:prSet presAssocID="{44EC9FAD-9371-489A-8E7C-C0934F32FEC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C40D29F-76BB-421C-A92F-44BDF299595E}" type="pres">
      <dgm:prSet presAssocID="{44EC9FAD-9371-489A-8E7C-C0934F32FEC1}" presName="spaceRect" presStyleCnt="0"/>
      <dgm:spPr/>
    </dgm:pt>
    <dgm:pt modelId="{65131E73-4490-4A0A-A400-57F957E44127}" type="pres">
      <dgm:prSet presAssocID="{44EC9FAD-9371-489A-8E7C-C0934F32FEC1}" presName="parTx" presStyleLbl="revTx" presStyleIdx="3" presStyleCnt="6">
        <dgm:presLayoutVars>
          <dgm:chMax val="0"/>
          <dgm:chPref val="0"/>
        </dgm:presLayoutVars>
      </dgm:prSet>
      <dgm:spPr/>
    </dgm:pt>
    <dgm:pt modelId="{5C13F58E-C404-478A-8D66-60C3EE01B6A0}" type="pres">
      <dgm:prSet presAssocID="{7473796A-E792-4E11-B099-EA9EC458FB16}" presName="sibTrans" presStyleCnt="0"/>
      <dgm:spPr/>
    </dgm:pt>
    <dgm:pt modelId="{D41CF74E-B479-4BC7-B676-C6E49A5E14AD}" type="pres">
      <dgm:prSet presAssocID="{3D51F463-11EE-48DD-9F50-7789767237FB}" presName="compNode" presStyleCnt="0"/>
      <dgm:spPr/>
    </dgm:pt>
    <dgm:pt modelId="{899B9A8F-C26C-4FC1-98DE-CA1BE76F2D29}" type="pres">
      <dgm:prSet presAssocID="{3D51F463-11EE-48DD-9F50-7789767237FB}" presName="bgRect" presStyleLbl="bgShp" presStyleIdx="4" presStyleCnt="6"/>
      <dgm:spPr/>
    </dgm:pt>
    <dgm:pt modelId="{65DC1B83-54B4-4834-8103-438C7223CE07}" type="pres">
      <dgm:prSet presAssocID="{3D51F463-11EE-48DD-9F50-7789767237F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41379AE-4087-43CB-ABB5-15B2A56AB8DF}" type="pres">
      <dgm:prSet presAssocID="{3D51F463-11EE-48DD-9F50-7789767237FB}" presName="spaceRect" presStyleCnt="0"/>
      <dgm:spPr/>
    </dgm:pt>
    <dgm:pt modelId="{82E97BCF-3E3A-4A6A-A0C1-FE0FC7A19C0B}" type="pres">
      <dgm:prSet presAssocID="{3D51F463-11EE-48DD-9F50-7789767237FB}" presName="parTx" presStyleLbl="revTx" presStyleIdx="4" presStyleCnt="6">
        <dgm:presLayoutVars>
          <dgm:chMax val="0"/>
          <dgm:chPref val="0"/>
        </dgm:presLayoutVars>
      </dgm:prSet>
      <dgm:spPr/>
    </dgm:pt>
    <dgm:pt modelId="{53763862-7231-43CA-9E3F-F0E2702EAE1F}" type="pres">
      <dgm:prSet presAssocID="{2FDDBE90-F479-493A-9FC1-FACC1914048E}" presName="sibTrans" presStyleCnt="0"/>
      <dgm:spPr/>
    </dgm:pt>
    <dgm:pt modelId="{DBEC4CDF-2E14-4F0B-9279-B88E61A73243}" type="pres">
      <dgm:prSet presAssocID="{4BC22FF7-26F0-44A4-9861-2AF25B4D20D1}" presName="compNode" presStyleCnt="0"/>
      <dgm:spPr/>
    </dgm:pt>
    <dgm:pt modelId="{328F47FD-5313-4765-BA69-AAEBCA8E70E2}" type="pres">
      <dgm:prSet presAssocID="{4BC22FF7-26F0-44A4-9861-2AF25B4D20D1}" presName="bgRect" presStyleLbl="bgShp" presStyleIdx="5" presStyleCnt="6"/>
      <dgm:spPr/>
    </dgm:pt>
    <dgm:pt modelId="{3A5C8845-6B8C-4A13-8A9C-09837C1BA498}" type="pres">
      <dgm:prSet presAssocID="{4BC22FF7-26F0-44A4-9861-2AF25B4D20D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26F92D39-260C-4474-B39A-DC01631E210D}" type="pres">
      <dgm:prSet presAssocID="{4BC22FF7-26F0-44A4-9861-2AF25B4D20D1}" presName="spaceRect" presStyleCnt="0"/>
      <dgm:spPr/>
    </dgm:pt>
    <dgm:pt modelId="{D8FB1064-F198-4DC0-B932-9B96E4E40C14}" type="pres">
      <dgm:prSet presAssocID="{4BC22FF7-26F0-44A4-9861-2AF25B4D20D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EC80F814-D1D9-4160-A358-5241CB77C42F}" type="presOf" srcId="{44EC9FAD-9371-489A-8E7C-C0934F32FEC1}" destId="{65131E73-4490-4A0A-A400-57F957E44127}" srcOrd="0" destOrd="0" presId="urn:microsoft.com/office/officeart/2018/2/layout/IconVerticalSolidList"/>
    <dgm:cxn modelId="{2BB4F12D-7C1C-4806-93D7-1F1628C0BD79}" type="presOf" srcId="{3D51F463-11EE-48DD-9F50-7789767237FB}" destId="{82E97BCF-3E3A-4A6A-A0C1-FE0FC7A19C0B}" srcOrd="0" destOrd="0" presId="urn:microsoft.com/office/officeart/2018/2/layout/IconVerticalSolidList"/>
    <dgm:cxn modelId="{0A9BCA3B-B054-45D8-8330-F96DA3A34886}" srcId="{602DBFDB-225E-40F9-81DD-36EB57B9C391}" destId="{4BC22FF7-26F0-44A4-9861-2AF25B4D20D1}" srcOrd="5" destOrd="0" parTransId="{99955A2A-038B-4AE8-9438-8BEC6AB616FA}" sibTransId="{5FABFBAE-469F-470F-A366-A18EC79F9631}"/>
    <dgm:cxn modelId="{C1E01C6D-6041-43BC-A713-9E8033E831EA}" type="presOf" srcId="{602DBFDB-225E-40F9-81DD-36EB57B9C391}" destId="{D70FD8AC-07E9-4B19-B02B-D65FD563B051}" srcOrd="0" destOrd="0" presId="urn:microsoft.com/office/officeart/2018/2/layout/IconVerticalSolidList"/>
    <dgm:cxn modelId="{2B8E0190-0E29-4311-9801-7869CACC2C87}" type="presOf" srcId="{9864EC73-A1B0-43A8-8147-620585EB8150}" destId="{F29624B9-CB1E-46DB-B64B-7B4E928ECE14}" srcOrd="0" destOrd="0" presId="urn:microsoft.com/office/officeart/2018/2/layout/IconVerticalSolidList"/>
    <dgm:cxn modelId="{E5C0C9A0-4EA9-416E-8050-6B911D164A98}" srcId="{602DBFDB-225E-40F9-81DD-36EB57B9C391}" destId="{3D51F463-11EE-48DD-9F50-7789767237FB}" srcOrd="4" destOrd="0" parTransId="{50DCE55B-C749-44F4-AB90-633287D8E6FA}" sibTransId="{2FDDBE90-F479-493A-9FC1-FACC1914048E}"/>
    <dgm:cxn modelId="{A09DC2AF-50DE-4A61-95A3-985EEB5338F1}" type="presOf" srcId="{EF67D924-B6A2-43D5-80B1-05A4BBCAD2C7}" destId="{7DEB59A5-626A-4280-9B4C-26FB7E4BE80F}" srcOrd="0" destOrd="0" presId="urn:microsoft.com/office/officeart/2018/2/layout/IconVerticalSolidList"/>
    <dgm:cxn modelId="{A50C14B6-7250-4299-9E66-21114859C226}" type="presOf" srcId="{90579F04-E7B2-47B3-921B-8D559A587699}" destId="{F767643B-0694-4AED-867D-9437F78DF7F5}" srcOrd="0" destOrd="0" presId="urn:microsoft.com/office/officeart/2018/2/layout/IconVerticalSolidList"/>
    <dgm:cxn modelId="{E6F337B7-347B-4027-BE54-209E959A5C88}" type="presOf" srcId="{4BC22FF7-26F0-44A4-9861-2AF25B4D20D1}" destId="{D8FB1064-F198-4DC0-B932-9B96E4E40C14}" srcOrd="0" destOrd="0" presId="urn:microsoft.com/office/officeart/2018/2/layout/IconVerticalSolidList"/>
    <dgm:cxn modelId="{80A602C8-909B-44E7-B791-1C9F68FC4D43}" srcId="{602DBFDB-225E-40F9-81DD-36EB57B9C391}" destId="{90579F04-E7B2-47B3-921B-8D559A587699}" srcOrd="2" destOrd="0" parTransId="{C8E1AB2D-9A11-4F3A-B378-F4EE02D22610}" sibTransId="{22E9A257-A0C4-4938-B983-27AAC4D2234B}"/>
    <dgm:cxn modelId="{F3AF80D5-B2D8-47C3-B3A7-A017411563A3}" srcId="{602DBFDB-225E-40F9-81DD-36EB57B9C391}" destId="{44EC9FAD-9371-489A-8E7C-C0934F32FEC1}" srcOrd="3" destOrd="0" parTransId="{75ADC700-FEF5-49E8-A141-9B58A4146BE8}" sibTransId="{7473796A-E792-4E11-B099-EA9EC458FB16}"/>
    <dgm:cxn modelId="{699577DB-E2AB-4223-A8C5-A8DEA3B69686}" srcId="{602DBFDB-225E-40F9-81DD-36EB57B9C391}" destId="{9864EC73-A1B0-43A8-8147-620585EB8150}" srcOrd="1" destOrd="0" parTransId="{BAEEC82F-36A5-474B-B79F-82161718F811}" sibTransId="{6EFA236C-CE18-4E25-9D93-AC726C83C5CA}"/>
    <dgm:cxn modelId="{433544E9-EE9D-4165-B939-5AA9F3E2B287}" srcId="{602DBFDB-225E-40F9-81DD-36EB57B9C391}" destId="{EF67D924-B6A2-43D5-80B1-05A4BBCAD2C7}" srcOrd="0" destOrd="0" parTransId="{2E0E8DB6-9397-4329-9A62-C1C07DC20036}" sibTransId="{D0EFF824-F79E-4186-A382-562DD47D27E0}"/>
    <dgm:cxn modelId="{94F5794C-3BA6-432F-BD29-83715A59B942}" type="presParOf" srcId="{D70FD8AC-07E9-4B19-B02B-D65FD563B051}" destId="{BC0BD4E6-67B8-4BD3-AFCD-519C6E650150}" srcOrd="0" destOrd="0" presId="urn:microsoft.com/office/officeart/2018/2/layout/IconVerticalSolidList"/>
    <dgm:cxn modelId="{5F56A8F6-8300-42E8-8BE6-A88DC68201D8}" type="presParOf" srcId="{BC0BD4E6-67B8-4BD3-AFCD-519C6E650150}" destId="{3BC6E787-E87F-4A17-9B2C-058E2424C74A}" srcOrd="0" destOrd="0" presId="urn:microsoft.com/office/officeart/2018/2/layout/IconVerticalSolidList"/>
    <dgm:cxn modelId="{903CA9CE-1CE5-486C-B44D-E3DC2AABFEB8}" type="presParOf" srcId="{BC0BD4E6-67B8-4BD3-AFCD-519C6E650150}" destId="{83929013-2FB9-4958-992A-F76C7818A5AB}" srcOrd="1" destOrd="0" presId="urn:microsoft.com/office/officeart/2018/2/layout/IconVerticalSolidList"/>
    <dgm:cxn modelId="{1B896396-670D-4300-B7D7-1F7EEB51BD0D}" type="presParOf" srcId="{BC0BD4E6-67B8-4BD3-AFCD-519C6E650150}" destId="{A9470CCD-0974-41F3-9D0D-C95F3D43FACD}" srcOrd="2" destOrd="0" presId="urn:microsoft.com/office/officeart/2018/2/layout/IconVerticalSolidList"/>
    <dgm:cxn modelId="{2F22BA84-6E54-4159-A3D2-04EAC7AFD635}" type="presParOf" srcId="{BC0BD4E6-67B8-4BD3-AFCD-519C6E650150}" destId="{7DEB59A5-626A-4280-9B4C-26FB7E4BE80F}" srcOrd="3" destOrd="0" presId="urn:microsoft.com/office/officeart/2018/2/layout/IconVerticalSolidList"/>
    <dgm:cxn modelId="{46B58F9C-F157-40B5-9EBC-CDDE14D12D63}" type="presParOf" srcId="{D70FD8AC-07E9-4B19-B02B-D65FD563B051}" destId="{2A302253-EA26-4A7A-A6AA-7CC27DABB038}" srcOrd="1" destOrd="0" presId="urn:microsoft.com/office/officeart/2018/2/layout/IconVerticalSolidList"/>
    <dgm:cxn modelId="{3F8999E4-0219-4220-AAE1-2D67E9EC1413}" type="presParOf" srcId="{D70FD8AC-07E9-4B19-B02B-D65FD563B051}" destId="{9C24697B-B18C-477B-9791-B9A1683C9D6D}" srcOrd="2" destOrd="0" presId="urn:microsoft.com/office/officeart/2018/2/layout/IconVerticalSolidList"/>
    <dgm:cxn modelId="{0469264C-6ED8-4A51-8527-F535DDE1D768}" type="presParOf" srcId="{9C24697B-B18C-477B-9791-B9A1683C9D6D}" destId="{6247F939-95AA-45EF-8130-946AF601AC63}" srcOrd="0" destOrd="0" presId="urn:microsoft.com/office/officeart/2018/2/layout/IconVerticalSolidList"/>
    <dgm:cxn modelId="{E2490BBE-8DE6-45E4-B25D-C18812464B4F}" type="presParOf" srcId="{9C24697B-B18C-477B-9791-B9A1683C9D6D}" destId="{5A0EBBBA-F353-4601-B6C6-0DFF733011C5}" srcOrd="1" destOrd="0" presId="urn:microsoft.com/office/officeart/2018/2/layout/IconVerticalSolidList"/>
    <dgm:cxn modelId="{A40ED9B6-1408-48DC-8518-5FB18B6C8783}" type="presParOf" srcId="{9C24697B-B18C-477B-9791-B9A1683C9D6D}" destId="{A34A626D-F2A5-49E0-9724-B3F6380B6EDF}" srcOrd="2" destOrd="0" presId="urn:microsoft.com/office/officeart/2018/2/layout/IconVerticalSolidList"/>
    <dgm:cxn modelId="{261C3F32-246D-41E6-8A66-CFBAAAF32A57}" type="presParOf" srcId="{9C24697B-B18C-477B-9791-B9A1683C9D6D}" destId="{F29624B9-CB1E-46DB-B64B-7B4E928ECE14}" srcOrd="3" destOrd="0" presId="urn:microsoft.com/office/officeart/2018/2/layout/IconVerticalSolidList"/>
    <dgm:cxn modelId="{D58822C6-6C32-48E7-9EDC-B0281E14C59A}" type="presParOf" srcId="{D70FD8AC-07E9-4B19-B02B-D65FD563B051}" destId="{3E367E14-4E19-4995-A98C-52D0870BD82F}" srcOrd="3" destOrd="0" presId="urn:microsoft.com/office/officeart/2018/2/layout/IconVerticalSolidList"/>
    <dgm:cxn modelId="{79AEDA55-6D94-420A-A521-F2BD6ADD6776}" type="presParOf" srcId="{D70FD8AC-07E9-4B19-B02B-D65FD563B051}" destId="{75030B26-80D8-4130-99C3-D32C906452EE}" srcOrd="4" destOrd="0" presId="urn:microsoft.com/office/officeart/2018/2/layout/IconVerticalSolidList"/>
    <dgm:cxn modelId="{F309B681-6F77-495E-A3BF-45BF47CA35F8}" type="presParOf" srcId="{75030B26-80D8-4130-99C3-D32C906452EE}" destId="{22A8B5DB-37CC-41F4-8462-B697EAC3D141}" srcOrd="0" destOrd="0" presId="urn:microsoft.com/office/officeart/2018/2/layout/IconVerticalSolidList"/>
    <dgm:cxn modelId="{56DCFC13-5018-429F-8924-7C5F931D2FD7}" type="presParOf" srcId="{75030B26-80D8-4130-99C3-D32C906452EE}" destId="{E163A41F-CD57-4DD0-A1F2-C68930B24DD9}" srcOrd="1" destOrd="0" presId="urn:microsoft.com/office/officeart/2018/2/layout/IconVerticalSolidList"/>
    <dgm:cxn modelId="{D33948EA-7230-4DFE-BEE6-306230312D4D}" type="presParOf" srcId="{75030B26-80D8-4130-99C3-D32C906452EE}" destId="{873B94D7-1E1C-4E03-96CF-7ED86E63E118}" srcOrd="2" destOrd="0" presId="urn:microsoft.com/office/officeart/2018/2/layout/IconVerticalSolidList"/>
    <dgm:cxn modelId="{2CE17B62-A9CE-4129-9D03-55EE97B2A4DE}" type="presParOf" srcId="{75030B26-80D8-4130-99C3-D32C906452EE}" destId="{F767643B-0694-4AED-867D-9437F78DF7F5}" srcOrd="3" destOrd="0" presId="urn:microsoft.com/office/officeart/2018/2/layout/IconVerticalSolidList"/>
    <dgm:cxn modelId="{2F61B0E9-2678-4784-9C93-0C2E875CF5AA}" type="presParOf" srcId="{D70FD8AC-07E9-4B19-B02B-D65FD563B051}" destId="{515B9F5A-7D2E-491A-B917-50EECF760E57}" srcOrd="5" destOrd="0" presId="urn:microsoft.com/office/officeart/2018/2/layout/IconVerticalSolidList"/>
    <dgm:cxn modelId="{6546E6F7-159C-4D6C-92F0-B1DB5949F706}" type="presParOf" srcId="{D70FD8AC-07E9-4B19-B02B-D65FD563B051}" destId="{A3F9D60D-B7FD-46DC-859D-23F36F3045E4}" srcOrd="6" destOrd="0" presId="urn:microsoft.com/office/officeart/2018/2/layout/IconVerticalSolidList"/>
    <dgm:cxn modelId="{34CF30D3-1044-44E8-A6F6-DDB868C57986}" type="presParOf" srcId="{A3F9D60D-B7FD-46DC-859D-23F36F3045E4}" destId="{3A743A54-9858-49FB-965F-259FB64567A5}" srcOrd="0" destOrd="0" presId="urn:microsoft.com/office/officeart/2018/2/layout/IconVerticalSolidList"/>
    <dgm:cxn modelId="{07F6159A-CF93-4AE1-A458-F57BB86B21FC}" type="presParOf" srcId="{A3F9D60D-B7FD-46DC-859D-23F36F3045E4}" destId="{AF0258DE-06F0-4D55-926A-2EB49FF6C362}" srcOrd="1" destOrd="0" presId="urn:microsoft.com/office/officeart/2018/2/layout/IconVerticalSolidList"/>
    <dgm:cxn modelId="{68A2534E-87F9-4E88-9167-58692E1B6E95}" type="presParOf" srcId="{A3F9D60D-B7FD-46DC-859D-23F36F3045E4}" destId="{0C40D29F-76BB-421C-A92F-44BDF299595E}" srcOrd="2" destOrd="0" presId="urn:microsoft.com/office/officeart/2018/2/layout/IconVerticalSolidList"/>
    <dgm:cxn modelId="{F3320CC1-8EA9-4500-9D6C-6CE2C6B074F6}" type="presParOf" srcId="{A3F9D60D-B7FD-46DC-859D-23F36F3045E4}" destId="{65131E73-4490-4A0A-A400-57F957E44127}" srcOrd="3" destOrd="0" presId="urn:microsoft.com/office/officeart/2018/2/layout/IconVerticalSolidList"/>
    <dgm:cxn modelId="{4D2E09E9-D185-455A-99BD-96B46C8F1A60}" type="presParOf" srcId="{D70FD8AC-07E9-4B19-B02B-D65FD563B051}" destId="{5C13F58E-C404-478A-8D66-60C3EE01B6A0}" srcOrd="7" destOrd="0" presId="urn:microsoft.com/office/officeart/2018/2/layout/IconVerticalSolidList"/>
    <dgm:cxn modelId="{307E1F5A-94D2-4E77-AE26-31EA9ADE9A89}" type="presParOf" srcId="{D70FD8AC-07E9-4B19-B02B-D65FD563B051}" destId="{D41CF74E-B479-4BC7-B676-C6E49A5E14AD}" srcOrd="8" destOrd="0" presId="urn:microsoft.com/office/officeart/2018/2/layout/IconVerticalSolidList"/>
    <dgm:cxn modelId="{5E33FEA7-EEDB-4148-8BC3-BFED66C3E64C}" type="presParOf" srcId="{D41CF74E-B479-4BC7-B676-C6E49A5E14AD}" destId="{899B9A8F-C26C-4FC1-98DE-CA1BE76F2D29}" srcOrd="0" destOrd="0" presId="urn:microsoft.com/office/officeart/2018/2/layout/IconVerticalSolidList"/>
    <dgm:cxn modelId="{7208CFFC-529A-41AB-A809-6C1423962E3B}" type="presParOf" srcId="{D41CF74E-B479-4BC7-B676-C6E49A5E14AD}" destId="{65DC1B83-54B4-4834-8103-438C7223CE07}" srcOrd="1" destOrd="0" presId="urn:microsoft.com/office/officeart/2018/2/layout/IconVerticalSolidList"/>
    <dgm:cxn modelId="{D651979B-2BBA-4814-A4B7-9408B93907D8}" type="presParOf" srcId="{D41CF74E-B479-4BC7-B676-C6E49A5E14AD}" destId="{B41379AE-4087-43CB-ABB5-15B2A56AB8DF}" srcOrd="2" destOrd="0" presId="urn:microsoft.com/office/officeart/2018/2/layout/IconVerticalSolidList"/>
    <dgm:cxn modelId="{C5996CC5-3AE1-4614-8F08-2C74324B739E}" type="presParOf" srcId="{D41CF74E-B479-4BC7-B676-C6E49A5E14AD}" destId="{82E97BCF-3E3A-4A6A-A0C1-FE0FC7A19C0B}" srcOrd="3" destOrd="0" presId="urn:microsoft.com/office/officeart/2018/2/layout/IconVerticalSolidList"/>
    <dgm:cxn modelId="{4D951652-DB02-42D4-843B-3A36353373F8}" type="presParOf" srcId="{D70FD8AC-07E9-4B19-B02B-D65FD563B051}" destId="{53763862-7231-43CA-9E3F-F0E2702EAE1F}" srcOrd="9" destOrd="0" presId="urn:microsoft.com/office/officeart/2018/2/layout/IconVerticalSolidList"/>
    <dgm:cxn modelId="{F8C317F0-2B5F-405D-ACFB-46A652312D4E}" type="presParOf" srcId="{D70FD8AC-07E9-4B19-B02B-D65FD563B051}" destId="{DBEC4CDF-2E14-4F0B-9279-B88E61A73243}" srcOrd="10" destOrd="0" presId="urn:microsoft.com/office/officeart/2018/2/layout/IconVerticalSolidList"/>
    <dgm:cxn modelId="{320091A1-D208-49BD-9384-22349D6BBAAF}" type="presParOf" srcId="{DBEC4CDF-2E14-4F0B-9279-B88E61A73243}" destId="{328F47FD-5313-4765-BA69-AAEBCA8E70E2}" srcOrd="0" destOrd="0" presId="urn:microsoft.com/office/officeart/2018/2/layout/IconVerticalSolidList"/>
    <dgm:cxn modelId="{0752041F-2304-4B9E-81E6-131EA913518E}" type="presParOf" srcId="{DBEC4CDF-2E14-4F0B-9279-B88E61A73243}" destId="{3A5C8845-6B8C-4A13-8A9C-09837C1BA498}" srcOrd="1" destOrd="0" presId="urn:microsoft.com/office/officeart/2018/2/layout/IconVerticalSolidList"/>
    <dgm:cxn modelId="{CBA8F46F-51FE-42B5-A7AC-7D0D1D439C41}" type="presParOf" srcId="{DBEC4CDF-2E14-4F0B-9279-B88E61A73243}" destId="{26F92D39-260C-4474-B39A-DC01631E210D}" srcOrd="2" destOrd="0" presId="urn:microsoft.com/office/officeart/2018/2/layout/IconVerticalSolidList"/>
    <dgm:cxn modelId="{F795F8BE-0114-48F0-9567-D07AF6F14A4E}" type="presParOf" srcId="{DBEC4CDF-2E14-4F0B-9279-B88E61A73243}" destId="{D8FB1064-F198-4DC0-B932-9B96E4E40C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C6E787-E87F-4A17-9B2C-058E2424C74A}">
      <dsp:nvSpPr>
        <dsp:cNvPr id="0" name=""/>
        <dsp:cNvSpPr/>
      </dsp:nvSpPr>
      <dsp:spPr>
        <a:xfrm>
          <a:off x="0" y="1191"/>
          <a:ext cx="10259472" cy="507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929013-2FB9-4958-992A-F76C7818A5AB}">
      <dsp:nvSpPr>
        <dsp:cNvPr id="0" name=""/>
        <dsp:cNvSpPr/>
      </dsp:nvSpPr>
      <dsp:spPr>
        <a:xfrm>
          <a:off x="153636" y="115467"/>
          <a:ext cx="279339" cy="2793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B59A5-626A-4280-9B4C-26FB7E4BE80F}">
      <dsp:nvSpPr>
        <dsp:cNvPr id="0" name=""/>
        <dsp:cNvSpPr/>
      </dsp:nvSpPr>
      <dsp:spPr>
        <a:xfrm>
          <a:off x="586613" y="1191"/>
          <a:ext cx="9672858" cy="50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52" tIns="53752" rIns="53752" bIns="537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English Ability  - 52</a:t>
          </a:r>
        </a:p>
      </dsp:txBody>
      <dsp:txXfrm>
        <a:off x="586613" y="1191"/>
        <a:ext cx="9672858" cy="507890"/>
      </dsp:txXfrm>
    </dsp:sp>
    <dsp:sp modelId="{6247F939-95AA-45EF-8130-946AF601AC63}">
      <dsp:nvSpPr>
        <dsp:cNvPr id="0" name=""/>
        <dsp:cNvSpPr/>
      </dsp:nvSpPr>
      <dsp:spPr>
        <a:xfrm>
          <a:off x="0" y="636054"/>
          <a:ext cx="10259472" cy="507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EBBBA-F353-4601-B6C6-0DFF733011C5}">
      <dsp:nvSpPr>
        <dsp:cNvPr id="0" name=""/>
        <dsp:cNvSpPr/>
      </dsp:nvSpPr>
      <dsp:spPr>
        <a:xfrm>
          <a:off x="153636" y="750330"/>
          <a:ext cx="279339" cy="2793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624B9-CB1E-46DB-B64B-7B4E928ECE14}">
      <dsp:nvSpPr>
        <dsp:cNvPr id="0" name=""/>
        <dsp:cNvSpPr/>
      </dsp:nvSpPr>
      <dsp:spPr>
        <a:xfrm>
          <a:off x="586613" y="636054"/>
          <a:ext cx="9672858" cy="50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52" tIns="53752" rIns="53752" bIns="537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Abstract Reasoning - 37</a:t>
          </a:r>
        </a:p>
      </dsp:txBody>
      <dsp:txXfrm>
        <a:off x="586613" y="636054"/>
        <a:ext cx="9672858" cy="507890"/>
      </dsp:txXfrm>
    </dsp:sp>
    <dsp:sp modelId="{22A8B5DB-37CC-41F4-8462-B697EAC3D141}">
      <dsp:nvSpPr>
        <dsp:cNvPr id="0" name=""/>
        <dsp:cNvSpPr/>
      </dsp:nvSpPr>
      <dsp:spPr>
        <a:xfrm>
          <a:off x="0" y="1270917"/>
          <a:ext cx="10259472" cy="507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63A41F-CD57-4DD0-A1F2-C68930B24DD9}">
      <dsp:nvSpPr>
        <dsp:cNvPr id="0" name=""/>
        <dsp:cNvSpPr/>
      </dsp:nvSpPr>
      <dsp:spPr>
        <a:xfrm>
          <a:off x="153636" y="1385192"/>
          <a:ext cx="279339" cy="2793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7643B-0694-4AED-867D-9437F78DF7F5}">
      <dsp:nvSpPr>
        <dsp:cNvPr id="0" name=""/>
        <dsp:cNvSpPr/>
      </dsp:nvSpPr>
      <dsp:spPr>
        <a:xfrm>
          <a:off x="586613" y="1270917"/>
          <a:ext cx="9672858" cy="50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52" tIns="53752" rIns="53752" bIns="537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Critical Reasoning – 84</a:t>
          </a:r>
        </a:p>
      </dsp:txBody>
      <dsp:txXfrm>
        <a:off x="586613" y="1270917"/>
        <a:ext cx="9672858" cy="507890"/>
      </dsp:txXfrm>
    </dsp:sp>
    <dsp:sp modelId="{3A743A54-9858-49FB-965F-259FB64567A5}">
      <dsp:nvSpPr>
        <dsp:cNvPr id="0" name=""/>
        <dsp:cNvSpPr/>
      </dsp:nvSpPr>
      <dsp:spPr>
        <a:xfrm>
          <a:off x="0" y="1905780"/>
          <a:ext cx="10259472" cy="507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0258DE-06F0-4D55-926A-2EB49FF6C362}">
      <dsp:nvSpPr>
        <dsp:cNvPr id="0" name=""/>
        <dsp:cNvSpPr/>
      </dsp:nvSpPr>
      <dsp:spPr>
        <a:xfrm>
          <a:off x="153636" y="2020055"/>
          <a:ext cx="279339" cy="2793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31E73-4490-4A0A-A400-57F957E44127}">
      <dsp:nvSpPr>
        <dsp:cNvPr id="0" name=""/>
        <dsp:cNvSpPr/>
      </dsp:nvSpPr>
      <dsp:spPr>
        <a:xfrm>
          <a:off x="586613" y="1905780"/>
          <a:ext cx="9672858" cy="50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52" tIns="53752" rIns="53752" bIns="537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Ms Office - 29</a:t>
          </a:r>
        </a:p>
      </dsp:txBody>
      <dsp:txXfrm>
        <a:off x="586613" y="1905780"/>
        <a:ext cx="9672858" cy="507890"/>
      </dsp:txXfrm>
    </dsp:sp>
    <dsp:sp modelId="{899B9A8F-C26C-4FC1-98DE-CA1BE76F2D29}">
      <dsp:nvSpPr>
        <dsp:cNvPr id="0" name=""/>
        <dsp:cNvSpPr/>
      </dsp:nvSpPr>
      <dsp:spPr>
        <a:xfrm>
          <a:off x="0" y="2540643"/>
          <a:ext cx="10259472" cy="507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DC1B83-54B4-4834-8103-438C7223CE07}">
      <dsp:nvSpPr>
        <dsp:cNvPr id="0" name=""/>
        <dsp:cNvSpPr/>
      </dsp:nvSpPr>
      <dsp:spPr>
        <a:xfrm>
          <a:off x="153636" y="2654918"/>
          <a:ext cx="279339" cy="2793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97BCF-3E3A-4A6A-A0C1-FE0FC7A19C0B}">
      <dsp:nvSpPr>
        <dsp:cNvPr id="0" name=""/>
        <dsp:cNvSpPr/>
      </dsp:nvSpPr>
      <dsp:spPr>
        <a:xfrm>
          <a:off x="586613" y="2540643"/>
          <a:ext cx="9672858" cy="50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52" tIns="53752" rIns="53752" bIns="537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Pseudocode - 56</a:t>
          </a:r>
        </a:p>
      </dsp:txBody>
      <dsp:txXfrm>
        <a:off x="586613" y="2540643"/>
        <a:ext cx="9672858" cy="507890"/>
      </dsp:txXfrm>
    </dsp:sp>
    <dsp:sp modelId="{328F47FD-5313-4765-BA69-AAEBCA8E70E2}">
      <dsp:nvSpPr>
        <dsp:cNvPr id="0" name=""/>
        <dsp:cNvSpPr/>
      </dsp:nvSpPr>
      <dsp:spPr>
        <a:xfrm>
          <a:off x="0" y="3175505"/>
          <a:ext cx="10259472" cy="5078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C8845-6B8C-4A13-8A9C-09837C1BA498}">
      <dsp:nvSpPr>
        <dsp:cNvPr id="0" name=""/>
        <dsp:cNvSpPr/>
      </dsp:nvSpPr>
      <dsp:spPr>
        <a:xfrm>
          <a:off x="153636" y="3289781"/>
          <a:ext cx="279339" cy="27933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B1064-F198-4DC0-B932-9B96E4E40C14}">
      <dsp:nvSpPr>
        <dsp:cNvPr id="0" name=""/>
        <dsp:cNvSpPr/>
      </dsp:nvSpPr>
      <dsp:spPr>
        <a:xfrm>
          <a:off x="586613" y="3175505"/>
          <a:ext cx="9672858" cy="50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752" tIns="53752" rIns="53752" bIns="5375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Networking - 43</a:t>
          </a:r>
        </a:p>
      </dsp:txBody>
      <dsp:txXfrm>
        <a:off x="586613" y="3175505"/>
        <a:ext cx="9672858" cy="507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1:18.9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9853 14503 160 0,'-12'0'348'0,"5"0"57"0,0 0 54 0,-5-4-41 16,4 4-62-16,2 0-18 0,-7-3-16 16,7 0 8-16,-1-1 6 0,-6 0 0 15,7 1-10-15,0-2-17 0,-2 2-8 0,2 0-33 16,0-2-35-16,6 3-34 0,-7 2-36 15,7-5-33-15,-7 5-36 0,7 5-26 0,0-3-18 16,-6 9-2-16,6 1 6 0,0 7 9 16,0 2 12-16,0 1 11 0,0 7 6 0,0 0 0 15,0 1-2-15,6 3-3 0,-6-3-2 16,7-2-1-16,0 2-1 0,-1-8 1 0,8 0 18 16,-2-4 16-16,8-7 22 0,5-7 22 15,9-12 21-15,11-6 15 0,7-15 3 0,13-16-86 16,20-13-115-16,19-9 0 0,14-16 0 15,18-9 0-15,14-14 0 0,20-8 0 0,-2-3 0 16,9 3 0-16,-9 8 0 0,-4 7 0 16,-8 8 0-16,-7 3 0 0,-12 10 0 0,-19 5 0 15,-8 11 0-15,-11 8 0 0,-16 2 0 16,-10 12 0-16,-16 3 0 0,-4 8 0 0,-14 3 0 16,-7 8 0-16,-12 3 0 0,-14 4 0 15,2 3 0-15,-16 8 0 0,-4 0 0 16,-8 8 0-16,-6 0-252 0,-7 3-746 0,-6 6-257 15,-6 2-66-15,-7-1 41 0,-1 1 112 16,-5 3 206-16,-1-7 309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1:23.8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10498 7085 272 0,'-6'-4'388'0,"6"-3"61"0,0 3 30 15,0 1-23-15,-7-1-68 0,7 0-27 0,0 1-25 16,0 3-35-16,0 0-29 0,0 0-26 16,7 0-29-16,-1 7-27 0,1-3-9 0,-1 7 3 15,1-1 0-15,6 5-9 0,-7-1-16 16,8 5-7-16,-2 4-9 0,1-5-6 16,7 4-4-16,-8-4-3 0,2 3 4 0,6-2 4 15,-7-4-1-15,6-1 3 0,-6 1 5 0,7-5 9 16,-1-2 12-16,1-3 14 0,0-5 11 15,5-5 13-15,7-6 7 0,2-7 1 16,5-5-3-16,12-6-172 0,-5-6-37 0,19-9 0 16,0-8 0-16,8-2 0 0,-2-6 0 15,14-10 0-15,-8 1 0 0,8 0 0 0,-7-5 0 16,7 1 0-16,-7 3 0 0,0 5 0 16,1 6 0-16,-14 0 0 0,-7 8 0 0,-6-1 0 15,0 12 0-15,-13 1 0 0,-5 2 0 16,-2 3 0-16,-7 9 0 0,-5-4 0 15,-7 7 0-15,0 2 0 0,-6 3 0 0,-1 2 0 16,-6 0 0-16,0 4 0 0,-6 5 0 16,-7-2-352-16,-1 8-632 0,-4 0-246 0,-9 3-71 15,7 2 40-15,-6-2 108 0,-6 4 201 16,6-3 298-16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1:35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10485 9532 187 0,'0'0'353'0,"-7"-4"50"0,7 4 32 0,0-3-28 15,-6 3-72-15,6-4-28 0,0 1-7 16,0 3-4-16,0 0-17 0,0-5-30 0,0 5-32 15,0 0-32-15,0 5-30 0,6-2-16 16,1 8 6-16,0 0 21 0,-1 3 25 0,7 9 16 16,0-2 9-16,0 9-2 0,1 2-15 15,-2-2-21-15,1 7-18 0,0-4-16 16,6 0-13-16,-5-4-8 0,6 0-4 0,-1 1-2 16,-6-5 0-16,6-6 4 0,1-1 7 15,-1-7 14-15,7-4 15 0,1-7 10 0,5-7 6 16,1-7 5-16,13-8-3 0,-1-12-13 15,7-2-48-15,7-12-114 0,0-6 0 0,12-5 0 16,0-7 0-16,2-4 0 0,4 1 0 16,-5-1 0-16,0 4 0 0,-1 4 0 0,-6-1 0 15,-6 13 0-15,0-2 0 0,-7 4 0 0,0 8 0 16,-13 7 0-16,-6 0 0 0,-7 8 0 16,0 6 0-16,-13 1 0 0,7 6 0 15,-14 1 0-15,0 4 0 0,0 7 0 0,-6 0 0 16,-6 4-370-16,0-1-208 0,-8 8-264 15,8 1-259-15,-13 2-93 0,-1 1 16 0,0 0 85 16,-6-1 180-16,-6 1 276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1:50.5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9788 10730 210 0,'0'-6'348'16,"-6"-3"63"-16,-1 6 14 0,7-5-20 0,0 5-49 15,-6 3-49-15,6-4-29 0,0 4-9 16,6 4-1-16,1 2 4 0,-1 2 8 16,7 7 12-16,1-1-7 0,-2 9-25 0,2-5-33 15,-2 4-28-15,1-1-13 0,7 2-13 16,-7-5-15-16,0 4-1 0,6-7-7 0,-5 3-5 15,-2-7-4-15,2-3 17 0,5-1 21 16,1-7 15-16,0-7 10 0,6-8 10 0,6-7-1 16,1-8-15-16,6-6-18 0,13-11-17 15,-1-9-9-15,8-3-22 0,12-7-132 16,2-7 0-16,4-7 0 0,2-1 0 0,-8 4 0 16,8 1 0-16,-8 2 0 0,-6 5 0 0,0 11 0 15,-6-2 0-15,-7 13 0 0,-6 4 0 16,-7 6 0-16,-6 3 0 0,-7 9 0 0,-7 3 0 15,1 3 0-15,-8 4 0 0,2 5 0 16,-8 2 0-16,1 4 0 0,-7 1 0 16,0 3 0-16,-7 3-267 0,1 1-699 0,-8-1-267 15,2 2-89-15,-8-2 28 0,-6 1 110 16,-7-1 207-16,1-3 328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1:54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10667 9712 272 0,'-6'-5'330'0,"6"-2"58"0,-6-3-16 0,-1 2-3 16,1-3-30-16,-1 0-7 0,0 0 17 15,1 5 12-15,6-6-8 0,-6 5-16 0,6-5-21 16,0 9-37-16,0-5-50 0,0 6-58 15,0 2-35-15,0 0-24 0,6 2-6 16,0 6 0-16,1 0 11 0,0 6 7 0,-1 1-1 16,1 2-4-16,5 2-14 0,-5-1-10 15,0 1-17-15,5-1-11 0,-5 1-6 0,6-5-4 16,-6 1-1-16,5-4 1 0,2 0 16 16,-8-4 20-16,8 0 28 0,-2-3 29 15,8-8 26-15,-7 1 17 0,7-8 4 0,6-3-7 16,-1-9-11-16,8-6-11 0,6-8-7 15,0-10-4-15,14-4-140 0,5-12-17 0,0 1 0 16,14-12 0-16,0 5 0 0,-1-4 0 0,8 3 0 16,-8-3 0-16,-6 7 0 0,1 0 0 15,-8 7 0-15,-12 8 0 0,-7 7 0 16,-7 4 0-16,1 11 0 0,-14 3 0 0,1 4 0 16,-13 7 0-16,5 4 0 0,-5 4 0 0,-7 3 0 15,0 4 0-15,-7 0 0 0,7 4 0 16,-6 3 0-16,0 0-663 0,-8 5-450 0,1-5-170 15,1 7-26-15,-8-3 64 0,-6-4 136 16,0 5 263-16,-7-5 349 0</inkml:trace>
  <inkml:trace contextRef="#ctx0" brushRef="#br0" timeOffset="2343.77">10427 6891 63 0,'0'-7'271'0,"0"7"39"15,-7-8 32-15,7 4-68 0,-7 1-50 0,7-5-13 16,-6 6-24-16,6-7-22 0,0 6-17 15,-6-5-15-15,6 1-17 0,6 3-17 0,-6-2-16 16,0 1-8-16,6 1-10 0,-6 1-2 16,7 3 3-16,6 0 24 0,-6 7 35 15,5-2 34-15,2 5 38 0,-2 0 24 0,8 7 11 16,0 0-12-16,-1 5-16 0,1 8-23 16,6-1-30-16,-1 3-22 0,-5 9-17 15,13-1-23-15,-7 7-12 0,0 2-12 0,0 2-11 16,1-1-6-16,5 2-11 0,-7 0 2 0,2-1-11 15,5-4-5-15,-6-3 1 0,0 0 2 16,-6-7 3-16,7 0-3 0,-9-8 8 16,2 0-2-16,-7-3 0 0,1-5-8 0,-2 2-3 15,1-8 1-15,-6-4-5 0,-1 0-3 16,1-4 0-16,-7-3-6 0,0-4-31 0,-7-4-73 16,7-7-124-16,-13 0-174 0,6-7-180 15,-5-9-195-15,-8 2-90 0,7-4 6 0,-7-8 88 16,8 0 154-16,-8 1 168 0</inkml:trace>
  <inkml:trace contextRef="#ctx0" brushRef="#br0" timeOffset="3530.42">10492 6817 259 0,'-7'0'352'0,"-6"-4"31"16,7 1 25-16,-1 3-109 0,0-4-91 0,7 1-41 16,-6-1-21-16,6-3-11 0,6 3-4 15,-6-3 1-15,14-1 9 0,-2 1 12 0,2 0 21 16,12-4 23-16,-7-3 16 0,14-2 9 16,-1-2 0-16,1-4-10 0,13 0-26 15,-7-3-25-15,13-4-28 0,-1-5-21 0,2 1-20 16,5-4-11-16,14-2-8 0,0-6-7 0,-1 2-4 15,14-5-10-15,-7 0-2 0,7-4-6 16,0 6 3-16,6-6 0 0,0 0-3 16,0 1 3-16,7-4-5 0,6-3-2 0,-7 3-6 15,8-7-4-15,-7 4 2 0,-1-2-2 16,8 6-4-16,-8-5 2 0,1 4-1 0,-7 0 1 16,7 4-2-16,-7-1-5 0,-6 5 0 15,-1-1-4-15,-6 1-3 0,-6 2 2 0,0 1 0 16,-7-3 0-16,0 6 3 0,0-2 1 15,-6 2 0-15,0 5-2 0,-1-5-1 0,1 5 1 16,0-4-3-16,-2 3 3 0,2 0-2 16,-7 4 3-16,7-4-3 0,-14 5 0 15,8 2 2-15,-7-3-4 0,-1 4-1 0,1 3 0 16,-7-3 5-16,0 3-3 0,-1 4-2 16,2-3 1-16,-7 2-1 0,-1 2 0 0,1 3-7 15,-7-5 1-15,7 5-1 0,-15 3-1 16,9 1 2-16,-14-1 0 0,6 4 0 0,-5 1-2 15,-2 2 2-15,1 1-1 0,-6-1 1 16,0 5-4-16,5-1 0 0,-5 1-1 16,0-1 0-16,-7 4-1 0,6 0-4 0,0 0 0 15,1 4-1-15,-7-1 1 0,7 1-1 16,-1-1-1-16,1 5 1 0,-1-1 3 0,0 5 0 16,1-6-1-16,6 5 2 0,-7 0 4 15,8 0-2-15,-1 0-1 0,-7 3 4 0,7-1 2 16,0 1 0-16,1-1 2 0,-8 3 4 15,7 2 3-15,6-3 3 0,-6 3 1 16,7 5 1-16,-7-2-1 0,7 1 1 0,-1 4 2 16,0 3-2-16,1 0 1 0,6 0 4 0,-7 8-2 15,8-3 1-15,-1 2 0 0,-6 4 1 16,6 1 2-16,-1-1-3 0,1 4 1 0,0 0 2 16,1-4-2-16,-1 4-4 0,0 0-7 15,-1 0 3-15,-5-4-3 0,6 4 0 0,1 0 4 16,-1 0-3-16,-7 0 1 0,7 0-5 15,0 4-1-15,0-4-4 0,1 0-10 16,-1 0 6-16,-1-1 1 0,-5 2-1 0,0-1 0 16,5-4 3-16,-5-4 5 0,-7 1-3 15,0-4 3-15,7 0 6 0,-14 0 3 0,7-8 0 16,-7 5 0-16,-6-8-1 0,7 3 1 16,-7-3 0-16,0-3-2 0,-7-1 0 15,1 1 0-15,0-5 5 0,-7 1-3 0,-1 3-5 16,-12 0-2-16,0-3-5 0,-7 3-1 15,-5 4-8-15,-1-4-1 0,-14 8-1 0,2-4-1 16,-1 4 3-16,-7 0 3 0,0 3 0 16,-12 0 2-16,6 4-1 0,-7 4 0 15,-12-3-4-15,5 1-2 0,-6 6-2 0,0-4 2 16,-6 0 1-16,7 2 1 0,-7 2 1 0,0 2 2 16,-7 2 1-16,0 2-4 0,-13 1-3 15,8 3 4-15,-9 0 2 0,1 4-2 0,-5 0-1 16,5 0-1-16,-7 0 1 0,1 0-5 15,7-4-3-15,-8 1 3 0,7-1 4 0,7 0 2 16,-7 1 2-16,8-5 2 0,-1 1 0 16,-1 0-1-16,7 0-1 0,1-5 1 0,-1 1 2 15,13 0 2-15,0 0 2 0,8-5 2 16,5-1 2-16,7-2 0 0,0-6 0 16,12-1-1-16,8-4 1 0,-1-6-2 0,13-1-2 15,7-3-1-15,7-8 0 0,6 1-1 16,0-1-1-16,13-7-13 0,0 0-43 0,13-7-71 15,0 3-93-15,0-7-129 0,13 0-189 16,0-4-235-16,0-4-207 0,13-2-64 0,0-8 20 16,1 0 90-16,11-5 172 0,-5-1 233 15</inkml:trace>
  <inkml:trace contextRef="#ctx0" brushRef="#br0" timeOffset="4202.14">15213 6096 33 0,'-12'11'201'0,"-2"-1"21"0,2 2-26 0,-2-1-34 16,1-4-27-16,0 5-15 0,7-2-12 16,-7-2-7-16,7-1-3 0,-2-5-1 15,2 3 15-15,6-2 30 0,-6 1 36 0,6-4 49 16,0 5 56-16,0-5 67 0,0 0 42 15,-7 0 13-15,7 0-9 0,0-5-26 0,0 5-54 16,0 0-76-16,0 0-70 0,7 5-46 16,-7-5-26-16,6 6-11 0,0 2 3 15,8 3 9-15,-1 3 15 0,6 5 13 0,8 2 4 16,-1 1 0-16,6 8 2 0,1 3-4 16,6 0-7-16,-1 3-12 0,1 1-11 0,-5 0-14 15,11 0-21-15,-13 0-11 0,7-5-11 16,-6 0-9-16,-1-2-7 0,2-1-8 0,-9 0 0 15,-5-6-1-15,0-1-4 0,-1-4-2 16,-6 0-3-16,-6-3 1 0,5-5-5 16,-5-2-28-16,-7 1-47 0,0-9-69 0,0 2-86 15,-7-4-98-15,1-3-145 0,-7 1-146 0,0-4-130 16,-6 2-133-16,-1-2-22 0,0 2 41 16,-5-6 115-16,-1 1 153 0,6 4 170 15</inkml:trace>
  <inkml:trace contextRef="#ctx0" brushRef="#br0" timeOffset="4514.57">15382 6752 175 0,'-6'3'421'16,"-7"1"56"-16,7 0 42 0,-1-1-15 15,0 4-115-15,1 1-45 0,6-1 5 0,0 0 8 16,0 8 12-16,6-3 7 0,1 2-6 16,6 4-50-16,0 0-63 0,7-4-41 0,0 6-37 15,-1-6-30-15,7 1-26 0,-6-1-18 16,6 0-17-16,-1-2-11 0,1-1-7 15,1-4 0-15,-1-3 4 0,0-1 9 0,0-6 5 16,-7-1 5-16,1-3 3 0,6-4-3 16,-7-4-2-16,1-3-2 0,0-4 0 0,-7-4-3 15,-1 1-6-15,2-2-1 0,-2-5 0 0,-4 3-6 16,-2 0 1-16,-6-1 2 0,6 0 1 16,-6 5-7-16,0 3-10 0,0 0-10 15,0 4-14-15,0 4-11 0,0-2-21 0,-6 6-42 16,6 2-65-16,-6 5-84 0,-2-1-102 15,2 4-140-15,0 0-183 0,-1 4-210 0,-6 3-192 16,0 0-49-16,-7 4 28 0,1 4 103 16,-7 0 172-16,-6-1 234 0</inkml:trace>
  <inkml:trace contextRef="#ctx0" brushRef="#br0" timeOffset="5014.79">13995 7088 16 0,'-6'-7'306'0,"6"4"49"0,-7-5 49 16,1 1-20-16,6 0-52 0,0 0-50 16,0-1-25-16,0 1-3 0,0-1 3 0,6 1 12 15,-6-1 3-15,0 6 0 0,7-3-15 16,-1 1-19-16,-6 1-20 0,7 6-22 15,6 1-14-15,1 8-13 0,-2 2-4 0,8 5-4 16,-1 6-4-16,1 8-7 0,6 3-5 16,0 9-4-16,0-2-2 0,6 1-10 0,-6 5-13 15,7-6-14-15,-1 4-12 0,-6-3-18 0,1 1-14 16,-1-1-13-16,0 0-13 0,-7-7-9 16,1-2-7-16,0-1-6 0,-8-5-6 15,2-3-1-15,-1-4-15 0,-7-4-30 0,8-3-51 16,-14-4-73-16,0-4-125 0,0-4-169 15,-14-3-169-15,8-3-145 0,-14-4-124 0,1-1-19 16,-7-3 78-16,6 4 142 0,-7-4 169 16</inkml:trace>
  <inkml:trace contextRef="#ctx0" brushRef="#br0" timeOffset="5327.35">14152 7715 171 0,'-7'3'407'0,"1"-3"47"15,-1 4 40-15,7-4-31 0,0 4-89 0,0 3-51 16,0-4 5-16,7 5 21 0,6 3 12 15,0 0 3-15,0 4-3 0,6 0-33 0,1-1-58 16,-1 4-43-16,7 1-31 0,1-5-30 16,-1 5-27-16,0-5-28 0,-7 1-18 15,7 0-17-15,0-4-9 0,-6-3-1 0,-1-2 6 16,1-2 17-16,0 0 16 0,-1-8 18 16,1-3 19-16,-8-8 15 0,8-3 10 15,-7-4 7-15,1-4 1 0,-2-7-4 0,2-3-7 16,-2-5-6-16,-5 1-6 0,6-3-2 0,-6-1-146 15,-1 2-4-15,0 3 0 0,-6 2 0 16,0 5 0-16,0-2 0 0,0 8 0 16,0 5 0-16,0 2 0 0,0 4 0 0,0 5 0 15,-6-2 0-15,6 9 0 0,-6-1-51 16,-1 4-471-16,0 7-180 0,1 1-194 0,-7 6-202 16,-1 1-44-16,-4 4 36 0,-2 2 96 15,-7 5 178-15,-5-1 237 0</inkml:trace>
  <inkml:trace contextRef="#ctx0" brushRef="#br0" timeOffset="5827.26">12830 7850 37 0,'-13'-32'250'0,"0"2"25"15,-1-3 32-15,2 4-63 0,5 3-42 0,-6 1-12 16,7-1 8-16,-1 5 17 0,1 1 10 16,6 3 23-16,-7-2 30 0,7 4 22 0,-7 5 17 15,7-2 4-15,0 1-1 0,-6 4-19 16,6-4-35-16,0 4-41 0,0 3-41 0,0-3-34 15,0 3-36-15,6 1-25 0,-6 3-17 16,14 0-9-16,-8 3 6 0,13 8 8 16,1 0 18-16,6 4 15 0,0 6 10 0,7 9 8 15,6 0 0-15,0 6 5 0,7 4 5 16,-1 8 3-16,7 0-8 0,7 0-13 16,-7 2-14-16,7 2-21 0,-8-4-21 0,8 2-18 15,-6-5-10-15,-8-5-4 0,7 0-6 16,-7 1-4-16,1-8-5 0,-7-1-5 0,-6-3-4 15,-1-3-3-15,-6 0-2 0,-6-7 1 16,-1-1-1-16,-5-7-3 0,-2 4 3 0,-4-8 1 16,-2 0-23-16,-6-3-41 0,-6-1-60 15,-2 1-71-15,2 0-102 0,-7-4-146 0,0 3-161 16,-6-3-156-16,-1 3-161 0,0 2-41 16,-5-1 36-16,-1-1 114 0,0 4 165 0,6 0 188 15</inkml:trace>
  <inkml:trace contextRef="#ctx0" brushRef="#br0" timeOffset="6154.81">13475 8543 49 0,'0'11'447'0,"-7"-3"81"0,7-2 57 0,-7 2 65 15,7-1-73-15,0 1-84 0,0 0-64 16,7-2-29-16,0 2-16 0,6 3-32 16,-1 0-53-16,8 0-52 0,0 3-34 0,5 1-33 15,1-1-20-15,1 4-15 0,5-3-16 16,-6 0-12-16,7-1-5 0,-7-2-4 0,0-1 1 15,0-4 7-15,1-3 5 0,-8-1 13 16,0 2 15-16,-6-10 11 0,1 2 7 0,-2-8 1 16,1-4-5-16,-6-7-6 0,-7 0-14 15,6-7-143-15,-6-4 0 0,-6 0 0 0,-1-8 0 16,1 1 0-16,-1 0 0 0,1-1 0 16,0 5 0-16,-8 3 0 0,8 0 0 15,-1 8 0-15,-6-1 0 0,7 8 0 0,-1-1 0 16,1 4 0-16,6 5 0 0,-6 2 0 15,6 1 0-15,-8 0 0 0,8 3 0 0,0 4 0 16,0 0-430-16,0 4-280 0,0 3-201 16,-6 0-205-16,6 1-51 0,-6 2 43 0,-1 1 95 15,-6 0 178-15,7 1 246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2:20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11397 12997 207 0,'-6'-3'258'0,"-1"-1"20"0,0 1-63 0,1 3-54 15,-1-4-32-15,-5 0-19 0,4 4-18 16,2-3-9-16,-6-1 0 0,5 0-1 0,0 4-1 16,1-3 7-16,-1-1 9 0,1 1 13 15,-1-2 7-15,0 2 10 0,7-1 12 16,-6 1 11-16,0-1 13 0,6 1 16 0,-6-1 18 16,6 4 11-16,-8-4 5 0,8 1-8 15,0 3-13-15,0-4-27 0,0 4-33 0,0 0-25 16,0 0-15-16,0 0-6 0,8 4-12 15,-2-1 4-15,0 1 5 0,7 3 5 16,-6 4-6-16,6 0-6 0,0 4-3 0,0 3-10 16,-1-3-6-16,2 3-6 0,-1 1-3 15,0-1-3-15,0 1-2 0,-1-2 4 0,2-2 12 16,-1 0 3-16,0-5 9 0,0 2 9 16,0-9 16-16,0 4 11 0,0-7 3 0,7-3 11 15,-8-4 6-15,8-8 6 0,6-3-1 16,0-8 1-16,1-3-2 0,12-5-8 0,-7-2-6 15,7-5-11-15,1-3-13 0,5-3-12 16,1 0-10-16,5-4-7 0,2-5-8 16,-1 1-5-16,-1 4-5 0,2-4-5 0,-1 8-2 15,0-1-1-15,-6 4 26 0,-7 7-15 16,-7 0-4-16,-6 9-4 0,1 2-5 0,-15 4-6 16,8 3-36-16,-14 8 10 0,8-1 0 15,-8 6 0-15,-6-1-7 0,0 3-6 0,0 1-11 16,0 6-18-16,-6-3-46 0,-1 4-75 15,0 3-90-15,-5 4-103 0,4-4-166 0,-4 4-201 16,-1 4-237-16,0 0-99 0,0 3 4 16,-7 1 59-16,1-2 150 0,-1 1 207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03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10934 12031 56 0,'0'-8'301'16,"0"1"40"-16,0-1 39 0,-6 1-45 0,6 0-45 15,0 3-47-15,0-7-24 0,0 4-5 16,0 0-10-16,0 0-5 0,0-1 1 0,0 1 4 16,0-1 8-16,0 5 4 0,0-5 1 15,0 5-9-15,0-2-21 0,0 3-31 16,0 2-34-16,0 0-32 0,0 0-27 0,0 0-16 16,6 2 0-16,-6 6 8 0,7 3 9 15,-1 0 15-15,-6 4 10 0,7 3 5 0,0-3 3 16,-7 7-1-16,6 1-2 0,-6-2-2 15,6 5-3-15,-6 0-1 0,8-5-1 0,-8 5-3 16,0-4-7-16,6-4-6 0,-6 4-4 16,0-7-2-16,6 3 2 0,-6-7 11 15,6 0 22-15,1-4 23 0,6 1 21 0,-6-5 15 16,5-3 4-16,2-7-3 0,5 0-12 16,7-4-19-16,7-4-16 0,6-3-14 0,6-4-11 15,8-8-10-15,6 1-11 0,12-4-11 16,0-3-13-16,1-9-10 0,12 1-8 15,1 0-8-15,0-6-3 0,6 2-3 0,1 1-2 16,-1 3-1-16,0-1-2 0,-13 4-2 16,0 2-1-16,-13 6 2 0,-6-1 1 0,0 5 3 15,-14 4-2-15,-5 3 0 0,-8 4 0 16,1-1-3-16,-7 7-2 0,-13 2-4 0,-1 3 0 16,2-1-3-16,-8 8-8 0,-6 0-17 15,-6 4-29-15,-1 0-51 0,-6 7-68 16,0-5-87-16,-7 9-116 0,0 1-181 0,-5-1-230 15,-7-1-219-15,5 4-73 0,-5-3 14 16,6 3 81-16,-7-4 178 0,1 1 247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06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10850 13808 133 0,'0'-5'275'0,"0"5"45"0,7-3-20 0,-7-1-36 16,0-3 3-16,6 3-17 0,-6-3-15 0,0 0-4 16,6 0 6-16,-6-1 13 0,7 4 12 15,-7-3 8-15,6 1 4 0,-6 1-7 16,0 1-14-16,0 4-27 0,7-3-36 0,-7-2-35 15,0 5-30-15,0 5 0 0,0-5-15 0,7 7-4 16,-7 0-1-16,0 0 1 0,6 4-6 16,-6 4-23-16,6 0-5 0,-6-1-8 15,0 9 4-15,7-5 1 0,-7 4 1 0,7 3 3 16,-7-2 6-16,0 2 5 0,6-3-3 16,-6 4-3-16,0-4-1 0,0-4 1 0,6 4-4 15,-6-7-1-15,7-1 6 0,-7 1 11 16,6-4 17-16,1-4 13 0,6 1 9 0,1-8 5 15,-2 0-2-15,14-8-7 0,-7-3-12 16,14-3-9-16,7-8-13 0,-2-1-12 0,9-6-10 16,4 0-14-16,8-4-12 0,6-3-12 15,-7-1-7-15,14-3-1 0,-6 3 1 0,-1 1 2 16,0-6 1-16,-7 10-14 0,7-5-13 16,-6 5 0-16,0-2 0 0,0 5 0 15,-8 4 0-15,-5 0 0 0,-1-2 0 0,-6 10 0 16,1-3 0-16,-14 3 0 0,-1 5 0 15,1 1 0-15,-12 0 0 0,5 4 0 0,-12 4 0 16,6-2 0-16,-13 2 0 0,6 6-48 16,-12-3-135-16,0 5-75 0,-1 2-90 0,-6 0-118 15,-7 4-150-15,1-4-187 0,-1 5-188 16,-6-2-57-16,-7 1 26 0,7 0 91 16,-6-4 168-16,-1 1 224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09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9111 12375 84 0,'-6'-4'245'16,"6"1"35"-16,0-1-8 0,-8 0-54 0,8-3-24 15,-6 0-5-15,6 0-10 0,-6-1-1 16,6-3 7-16,-6 0 14 0,-1 4 16 16,7-4 28-16,-7 0 37 0,1 3 33 0,-1-2 16 15,1-2 5-15,0 5-1 0,-2 0-25 16,2-1-42-16,6 1-41 0,-6 0-29 0,6 3-23 15,-6 1-32-15,6-1-29 0,0 0-21 16,0 4-23-16,0 0-14 0,0 4-6 16,0 0 9-16,0 5 11 0,0 3 14 0,6-1 16 15,-6 8 8-15,6-1 0 0,-6 0 1 16,0 4-4-16,6-4-5 0,-6 5-7 0,8-2-3 16,-8-2-4-16,6 3-7 0,0-8-3 0,-6 5 0 15,7-5 4-15,-1-2 9 0,1-1 18 16,6-9 18-16,-1 3 17 0,8-10 9 15,7-5 8-15,-1-1-70 0,13-7-87 0,-1-7 0 16,15-5 0-16,-1-3 0 0,7-3 0 16,12-5 0-16,-6 1 0 0,14-8 0 0,-8 4 0 15,7-3 0-15,-6-1 0 0,-1 0 0 16,1 1 0-16,-6-2 0 0,-9 9 0 16,-4 1 0-16,-1 2 0 0,-7 4 0 0,-5 0 0 15,-1 7 0-15,-13 5 0 0,-1-2 0 0,2 9 0 16,-7-1 0-16,-8 4 0 0,2 1 0 15,-8 2 0-15,0 0 0 0,-6 4 0 16,7 4 0-16,-14-3 0 0,1 3 0 0,0 3 0 16,-1 4-159-16,-6 1-444 0,-6 0-158 15,5 3-209-15,-6 0-145 0,2 0-22 0,-9 0 52 16,7 0 114-16,2-5 200 0,-2-1 276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13.0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6714 12001 22 0,'0'-4'251'15,"-6"1"38"-15,6-4 33 0,-6-1-67 16,6 1-30-16,-8 0-1 0,8 0-21 0,-6-5-8 16,6 5 2-16,-6-4 7 0,-1-1-2 15,7 5 11-15,-6 1 30 0,6-6 27 0,-7 5 6 16,7-1 2-16,0 1 0 0,-7 0-20 16,7 0-38-16,0 3-43 0,0 0-37 15,-6 1-33-15,6 3-33 0,0-4-25 0,0 8-19 16,6-4-1-16,-6 3 9 0,0 5 15 15,7-1 12-15,0 3 8 0,-1 2 8 0,1 2 6 16,-1 2 0-16,0-2-8 0,2 4-1 16,-2-3 5-16,0 3-3 0,0-3-8 15,8-1-3-15,-8 1-2 0,1 1-1 0,-1-6-5 16,0 5 1-16,8-8 0 0,-8 4-1 16,1-4 4-16,0-3 4 0,5 3 7 0,-5-7 12 15,6 0 13-15,6-3 8 0,-5-1 3 16,12-7 1-16,-1 0-1 0,8-7-7 0,-1-1-8 15,8-3-8-15,5-7-8 0,1-1-9 16,6-7-8-16,0 2-4 0,1-6-5 16,5 1-7-16,-6-1 1 0,6-3-2 0,1 7-23 15,-7-2-24-15,1 1 0 0,-2 2 0 16,2 4 0-16,-8 2 0 0,-5 0 0 0,-2 4 0 16,-5 5 0-16,-1-1 0 0,-5 7 0 15,-7-3 0-15,-2 7 0 0,2 0 0 0,-13 4 0 16,5-1 0-16,-4 5 0 0,-2-2 0 15,-6 2 0-15,0 3-123 0,0 3-147 0,-6 2-80 16,-2-2-77-16,2 5-112 0,0-1-159 16,-7 1-196-16,-1 3-110 0,2-4-12 15,-2 4 46-15,-5-8 124 0,6 5 197 0,-6-5 254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17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9502 14228 10 0,'0'-3'256'0,"0"3"45"15,-7-4 25-15,7 1-80 0,0-1-27 16,-6-3-9-16,6 3-21 0,0-3-8 15,-7 2 13-15,7 3 29 0,0-6 31 0,0 4 21 16,-6 0 16-16,6 1 13 0,0-3-4 16,0 1-14-16,0 1-25 0,-7 1-30 0,7-2-35 15,0 2-28-15,0 0-21 0,0 3-26 16,0-4-26-16,0 4-23 0,0 0-20 16,0 0-19-16,0 4-6 0,0-1 7 0,7 0 4 15,-1 9 15-15,1-1 14 0,-1 0 16 16,1 4 8-16,6 3 0 0,-7 1 3 0,0-1-2 15,2 0-9-15,4 0-4 0,-5 0-3 16,6 1-1-16,-7-2 3 0,1-1 0 16,5-5 13-16,-4 4 6 0,4-8 15 0,-5 0 14 15,6 0 9-15,0-7 12 0,7-3 3 16,6-5 0-16,-1-2-7 0,1-5-13 0,14-4-12 16,-1-6-12-16,6-5-12 0,1-6-82 15,7-1-12-15,-2-3 0 0,1 0 0 0,7-8 0 16,0 4 0-16,6 0 0 0,-6 0 0 15,6 4 0-15,-7-1 0 0,1 5 0 0,0 3 0 16,-14 0 0-16,1 3 0 0,-7 1 0 16,0 7 0-16,-7 0 0 0,-6 5 0 15,-6 2 0-15,5 4 0 0,-11 0 0 0,-1-1 0 16,0 5 0-16,-7 0 0 0,1 3 0 16,-1 4 0-16,-6-4 0 0,-6 8 0 0,6-4-106 15,-13 4-275-15,7-1-77 0,-8 5-121 16,2 0-164-16,-2-1-187 0,-5 0-111 0,-1 0-9 15,-6 1 52-15,0-2 145 0,0 3 208 16,-7-6 250-16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20.7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9469 13756 276 0,'0'-4'337'0,"-7"-3"36"0,7 1-31 16,0-3-37-16,-6-2-58 0,6 4-37 15,0-3-18-15,0-2-5 0,0 1 3 0,0 0 14 16,0 1 40-16,0 1 30 0,0 3 23 16,0-2 6-16,0 1-7 0,0 0-26 15,0 2-57-15,0 3-52 0,0-6-45 0,0 8-36 16,0 0-25-16,6 0-21 0,1 3-3 15,-7 4 3-15,7 1 11 0,-1 3 14 0,1 3 9 16,-1 2 12-16,1-2 4 0,-1 9-6 16,1-6-2-16,-1 5-3 0,8-4-4 0,-8 5-6 15,0-2-2-15,1-2 1 0,-1-1-3 16,1 0-1-16,-1 1-1 0,1-5 6 16,5-3 14-16,-4 1 17 0,4-5 20 0,2 0 17 15,5-7 18-15,7-4 7 0,0-4-4 16,7-6-8-16,-1-4-14 0,13-8-13 15,-5-3-12-15,12 0-9 0,0-7-8 0,0-6-4 16,7 3-4-16,6-5-1 0,0 0-10 16,0-4-69-16,0 4 0 0,6 0 0 0,-12 0 0 15,7 4 0-15,-14-1 0 0,0 9 0 0,-7-1 0 16,-5 4 0-16,-8 3 0 0,1 3 0 16,-7 5 0-16,-7 4 0 0,1-1 0 15,-7 4 0-15,0 4 0 0,-7 0 0 0,1-1 0 16,-1 5 0-16,-6 3 0 0,0 0 0 15,0 0 0-15,-6 3-280 0,-7 5-205 0,7-1-154 16,-8 0-200-16,2 0-211 0,-2 0-66 16,-5 1 22-16,-1-1 80 0,0-3 173 15,1 0 246-15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23.9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10896 8107 172 0,'0'0'342'0,"0"-4"45"15,0 1 10-15,0-1-21 0,0 4-81 0,0-3-45 16,0-2-23-16,0 5-10 0,6-3-11 16,-6-1 1-16,0 4 3 0,0-3 2 0,0-1 0 15,0 4-14-15,6-4-11 0,-6 4-14 16,0 0-18-16,7 0-17 0,0 4-16 16,-1 0-3-16,0 3-7 0,1 1-7 0,-1 2-4 15,8 1-7-15,-8 4 0 0,0-1-2 16,8 4 3-16,-8 1 2 0,0 0-5 0,1-1 4 15,0 0-8-15,-1 0-3 0,1 1-6 16,-1-4-6-16,0 3-3 0,2-7-2 16,-2 4 4-16,0-4 9 0,0-4 12 0,1 0 15 15,6-3 21-15,0-1 16 0,1-6 11 16,5-1 1-16,7-7-1 0,6-3-6 0,8-1-12 16,11-7-20-16,2 0-13 0,6-7-8 15,6-4-9-15,6-1-12 0,1-6-4 0,6 0-65 16,0 0-7-16,6-5 0 0,1 6 0 15,-6-5 0-15,5 2 0 0,-6 6 0 0,-6-1 0 16,-7 2 0-16,1 1 0 0,-15 5 0 16,-5 3 0-16,-1 0 0 0,-6 5 0 0,-5 3 0 15,-9-1 0-15,1 8 0 0,-6-4 0 16,-7 8 0-16,0 0 0 0,0-1 0 0,-13 5 0 16,6-1 0-16,-12 4 0 0,6 0 0 15,-6 4-41-15,-7 3-302 0,-7 0-69 0,6 1-82 16,-4 2-130-16,-9-2-177 0,7 3-187 15,-6 0-56-15,-6 1 26 0,6-2 86 16,-6-3 160-16,-2 1 229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27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10726 11433 129 0,'6'0'242'0,"-6"-3"46"15,0-1-17-15,7 0-46 0,-7 1-36 0,0-4 21 16,7 2-20-16,-7-2-18 0,0 0-13 16,0 0 5-16,0-1 12 0,0-2 13 15,0 2 14-15,0-3 14 0,-7 4 26 0,7-4 19 16,0 3 6-16,-7 1-5 0,7 0-13 15,-6-1-22-15,6 1-32 0,0 3-41 0,-6 1-37 16,6-1-32-16,0 0-25 0,0 4-19 16,-7 0-17-16,7 4 2 0,0 0 10 15,0 3 12-15,0 4 14 0,7 0 11 0,-7 4 14 16,0 3 5-16,6 1 2 0,-6-1-3 16,6 3-2-16,-6 2-5 0,7 3-7 0,0-4-6 15,-7-1-3-15,6-2 0 0,0-1-1 16,2 0 5-16,-2-3 12 0,0-4 24 0,1 0 29 15,-1-4 28-15,7 1 25 0,0-8 13 16,1-5 0-16,12-2-9 0,-1-7-20 16,8-4-18-16,-1-8-33 0,14 0-124 0,7-6 0 15,-2-5 0-15,8 0 0 0,6-3 0 16,0-4 0-16,1 0 0 0,-1-4 0 0,0 4 0 16,0-3 0-16,-7 3 0 0,8 4 0 15,-14-1 0-15,7 4 0 0,-14 1 0 16,1 3 0-16,-1 3 0 0,-6 5 0 0,1-1 0 15,-8 4 0-15,1 4 0 0,-1 3 0 16,-6 1 0-16,-7-1 0 0,1 7 0 0,-7 1 0 16,-7 0 0-16,8 3 0 0,-14 4 0 15,6 0 0-15,-12 4 0 0,-1 3 0 0,-6 0-304 16,0 1-181-16,-7 2-162 0,1-2-214 16,-1 3-203-16,-12 0-58 0,6 1 23 0,-7-2 88 15,1-2 183-15,-1-1 262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30.4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11436 8909 209 0,'0'-3'300'16,"-7"-4"32"-16,7-1-31 0,0 0-25 0,0 1-42 15,-6 0-28-15,6 0-10 0,0-4-1 16,0 3-5-16,0 1-5 0,6 0 5 0,-6-1 14 16,0 1 8-16,0 0 8 0,7 3-3 15,-7-3-8-15,7 4-18 0,-7 3-19 0,6 0-14 16,-6 0-12-16,7 3-6 0,-1 4-6 16,0 0 4-16,1 8-10 0,0-4-11 15,-1 4-11-15,0 0-2 0,8 2-7 0,-8 1-9 16,1 1-2-16,-1-1-4 0,0 1-7 15,1-1 1-15,-7-3-1 0,7-1-2 0,-1 1-2 16,0 0 4-16,2-4 9 0,-2-5 6 16,0 6 11-16,7-8 16 0,-6 0 11 15,6-1 11-15,-1-6 0 0,8-5-1 0,7 1-9 16,-1-8-13-16,6-2-13 0,7-6-14 16,0-3-12-16,13-3 21 0,1-8-27 0,5-3-15 15,7 0-15-15,7-8-11 0,-1 4-10 16,1 0-37-16,0 0 10 0,-1 0 5 15,-5 4 6-15,-1 0 7 0,-6 7 6 0,-2-1 2 16,-4 2 1-16,-7 6 1 0,-7 0-4 16,0 5-3-16,-7 2-6 0,-6 1-2 0,0 3-2 15,-6 4-4-15,-1 0-4 0,-5 4-7 16,-8-1-11-16,0 5-15 0,1 3-27 0,-14 0-45 16,1 3-55-16,0 1-65 0,-8 3-72 15,2 0-99-15,-8 5-146 0,0-1-178 0,1 3-194 16,-1 1-86-16,-6-4-2 0,1 4 73 15,-2-1 150-15,1-3 208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2:34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10791 6836 83 0,'7'0'367'0,"-7"0"60"15,6-4 33-15,-6 4-53 0,7 0-56 0,-7 0-96 16,0 4-58-16,6-1-26 0,0 0 2 15,2 2 2-15,-2 2 8 0,7 0 32 16,-6 4 22-16,5 1 12 0,1 2-1 0,1 1-3 16,5 3-9-16,-6 0-32 0,0 0-29 0,7 1-27 15,-8-1-16-15,2-3-9 0,-2 0-5 16,2 0-7-16,-1-5 0 0,7-2 4 0,-8-1 9 16,1-3 6-16,7-4 8 0,0-8 5 15,6 1-1-15,-1-7-8 0,9-9-10 16,4-6-14-16,1-5-19 0,7-6-18 0,-1-4-18 15,14-3-15-15,-7-7-10 0,6-6-10 16,1 2-8-16,0-5-4 0,-1 1-1 0,1 0 0 16,0 3-1-16,-1 5 6 0,-5 3 8 15,-2 3 9-15,-5 4 7 0,-1 4 13 16,-5 3 10-16,-7 7 2 0,-1 1 1 0,-13 7-1 16,7-1-7-16,-12 9-11 0,-1 1-11 15,-1 1-7-15,2 1-11 0,-8 3-11 0,-6 5-22 16,6 0-38-16,-12-2-70 0,6 5-97 15,-6 5-149-15,-8-2-243 0,-5 4-342 16,-1-3-152-16,-6 3-34 0,0 0 43 0,-6 2 118 16,-1-7 235-16,0 2 351 0</inkml:trace>
  <inkml:trace contextRef="#ctx0" brushRef="#br0" timeOffset="3218.01">15272 5304 139 0,'-6'-7'243'0,"-8"0"30"0,8-1-15 0,-7 5-60 16,0-4-21-16,6 2-18 0,-5 2 8 0,-2-4-2 15,8 3-3-15,-8 0 12 0,8 1 9 16,-7-1 19-16,7 0 11 0,-1 1 17 16,7 3 13-16,-6-4-6 0,6 1-10 0,0 3-26 15,0-8-23-15,6 5-28 0,1-5-23 16,6 1-16-16,-1-4-9 0,8-7 3 15,13-1-3-15,-7-7-4 0,13-3-8 0,7-4-4 16,-1-4-11-16,7-6-12 0,7-1-14 16,0-4-14-16,6 1-6 0,0-5-2 0,-6 5-7 15,-1-1-2-15,1 5 2 0,-8 2 2 16,-5 1 0-16,-7 6-5 0,-6 9 2 0,-7-1-3 16,-6 8-2-16,-1 4 0 0,-12 2-2 15,-1 5-12-15,-12-1-34 0,-1 8-75 0,1 4-124 16,-14 3-151-16,1 4-159 0,-7 1-175 15,-1 6-91-15,-5 1 6 0,-1-2 90 0,-6 5 128 16,-7 3 150-16</inkml:trace>
  <inkml:trace contextRef="#ctx0" brushRef="#br0" timeOffset="3796.01">13833 5781 123 0,'-7'7'276'0,"1"0"26"16,-8 1 8-16,8-5-66 0,0 5-51 15,-8-5-30-15,8 1-4 0,-7 0-2 0,7-1-3 16,-1 1-10-16,0-4-6 0,-5 4 0 16,5-4-7-16,0 0-6 0,7 3 4 0,-6-3 9 15,6 0-1-15,0-3 2 0,0-1 5 16,13-3 6-16,6-8-4 0,8-3-5 16,5-8-5-16,7-6-9 0,13-5-12 0,1-7-19 15,5 0-11-15,1-8-6 0,-1 1-2 16,8-1-7-16,-1-2-8 0,6 2-5 0,-6-3-9 15,6 4-9-15,2-5-16 0,-8 6-6 16,0 2-8-16,-13 4-4 0,-7 7-3 0,-6 8-2 16,-5 4-14-16,-15 6-38 0,-6 8-90 15,-7 4-120-15,-12 7-145 0,-7 7-152 16,-6 4-146-16,-15 8-43 0,-5-1 46 0,1 8 96 16,-15 0 134-16</inkml:trace>
  <inkml:trace contextRef="#ctx0" brushRef="#br0" timeOffset="4498.92">12374 6473 38 0,'0'-4'176'0,"0"4"-12"16,0-3-34-16,0-2-38 0,-6 3-32 15,6-3-24-15,0 5-17 0,0-3-9 0,0 3-4 16,0-4-3-16,0 1-3 0,-8 3-4 15,8-4-2-15,0 0-1 0,-6 4 0 16,6 0 3-16,-6 0 9 0,0 0 18 0,6 0 22 16,-7 0 17-16,7-2 15 0,-7 2 11 15,7 0 4-15,-6 0-2 0,6 2-4 0,-7-2 2 16,1 0 8-16,-1 4 11 0,7-4 11 16,-7 4 13-16,7-4 10 0,-6 3 10 0,0-3 1 15,6 0 1-15,0 4-2 0,-6-4-6 16,6 0-2-16,6-4-3 0,0 1 6 0,7-1 18 15,0-7 15-15,14-7 4 0,5-1 1 16,7-10-6-16,13-4-11 0,7-7-19 16,0-4-21-16,18-8-15 0,2 1-14 0,12-7-11 15,7-1-13-15,-1-7-19 0,7-3-7 16,1 3-8-16,-1-4-6 0,-7 4-5 16,1 4-9-16,-7 7-1 0,-12 0-10 0,-2 11-1 15,-18 3-4-15,-7 9 2 0,-6 2 2 16,-13 5 0-16,-8 7-15 0,-11 2-42 15,-2 6-84-15,-12 2-123 0,-6 5-150 0,0 3-165 16,-14 3-156-16,-6 5-47 0,0 0 35 0,-13 6 97 16,6 1 134-16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37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11058 9356 105 0,'0'-3'305'0,"0"-5"46"0,0-3 43 16,0 1-61-1,0 2-18-15,0-3-21 0,0 0-6 0,6 4 12 16,-6-1 18-16,0 1 10 0,7-4-4 16,-7 7-8-16,7-3-26 0,-7 0-36 15,6 2-44-15,1 2-37 0,-1 3-22 0,1 0-15 16,0 3-4-16,-1 5-5 0,0 0-2 15,8 3-3-15,-8 3-4 0,7 1-9 0,-7 4-4 16,1-1-3-16,6 0-2 0,-7 4 0 0,2 0 2 0,4 3 2 16,-6-6 1-16,1 3 5 0,0-5 6 15,-1 3 0-15,7-6-3 0,-7 1 6 0,-6-4 7 16,14 0 9-16,-8-4 10 0,0-4 9 16,14-3 7-16,0-3 2 0,-1-8-66 0,14-4-97 15,5-7 0-15,9-3 0 0,5-7 0 16,7-5 0-1,6-7 0-15,6-5 0 0,8 2 0 0,5-4 0 16,7-4 0-16,6 0 0 0,-5 4 0 16,-1-5 0-16,0 5 0 0,0-1 0 0,-12 2 0 15,-8 6 0-15,0 4 0 0,-12-1 0 16,0 8 0-16,-13 3 0 0,-7 5 0 16,-7 3 0-16,1 5 0 0,-13 1 0 0,-1 1 0 15,-6 9 0-15,0-6 0 0,-7 9 0 0,1-1 0 0,-7 4 0 16,-7 0 0-16,1 4-468 0,-7-1-150 15,0 4-189-15,0-2-242 0,0 1-87 0,-7 2 10 16,1-5 69-16,0 1 146 0,-1 0 236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40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10505 5169 179 0,'0'0'324'0,"0"0"42"0,-7-4-10 15,7 4-27-15,0-4-32 0,0 4-40 0,0 0-13 16,0 0 2-16,0 0 11 0,7 0 16 16,-7 0 8-16,0 0-5 0,0 0-14 15,0 0-23-15,0 0-21 0,0 4-23 0,0 0-12 16,0 0-12-16,0 3-7 0,0 4-3 15,0 0-12 1,6 0-13-16,-6 4-21 0,7 3-7 0,-1 0-8 16,1 0-6-16,-1 4 0 0,0-3-4 15,2-1 2-15,-2 0 4 0,0 1 4 0,1-5 4 16,6 1 0-16,-7 0 2 0,1-5 6 16,-1 1 10-16,8-3 6 0,-8 0 10 0,7-6 14 15,0-2 8-15,6-2 4 0,7-6-7 16,1-3-6-16,11-7-10 0,2-4-141 0,5 0 0 0,8-11 0 15,5-1 0-15,7-5 0 0,0-2 0 0,7-4 0 16,6-2 0-16,-6-4 0 0,6 4 0 16,-6-2 0-16,-1 2 0 0,-6 4 0 15,-6 2 0-15,-1 4 0 0,-12 5 0 0,0 1 0 16,0 4 0-16,-14 4 0 0,1 1 0 16,-7 4 0-16,-7 0 0 0,1 6 0 0,-8 1 0 0,2 0 0 15,-2 3 0-15,-5 1 0 0,-7 4 0 0,7 0 0 16,-7 3 0-16,-7-5 0 0,7 10-31 15,-7-2-363-15,-5 0-119 0,-2 4-175 0,-5 1-227 16,-1 0-164-16,1-5-37 0,0 5 39 0,-8-5 107 16,1-3 197-16,0 0 271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45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10823 9206 60 0,'8'4'236'0,"-8"-4"42"15,0 3-20-15,0-3-36 0,0 0-11 16,0 5-14-16,0-5-27 0,0 0-17 15,0 0-9-15,-8 0 3 0,8 0 3 0,0 0-3 16,0-5-1-16,0 5 0 0,0 0 4 16,0 0 9-16,0 0 12 0,-6 0 13 0,6 0 1 15,0-3-7-15,0 3-13 0,0 0-18 16,-6 0-19-16,6 0-17 0,0 0-12 0,0 0-3 16,-7 0-2-16,7 0 2 0,0 0 1 15,0 0 0-15,0 0-4 0,0 0-4 16,0 0-4-16,0 3-4 0,0-3-5 0,0 5-1 15,0-2 5-15,7 4 7 0,-7 0 8 16,6 4 7-16,0 0 5 0,-6 0 3 16,8 3 1-16,-2 1-3 0,0 1-7 0,1 2-7 15,0-4-5-15,-1 1-5 0,0 0-4 16,1-1 1-16,-7 1-1 0,6-1 1 0,1-3 2 16,0 0 4-16,-7-2 4 0,6-3 8 15,0 2 10-15,1-5 12 0,0-3 6 16,5 0 3-16,1-3 3 0,7-5-1 0,0-3-1 15,12-7-6-15,1-4-113 0,6-4-12 0,13-3 0 16,1-4 0-16,4-7 0 0,9-1 0 16,-1-2 0-16,7-2 0 0,5 1 0 15,2 1 0-15,-1-1 0 0,0-1 0 0,1 2 0 16,5 3 0-16,-12-1 0 0,-1 4 0 0,-6 5 0 16,-6 3 0-16,-7 2 0 0,-7 2 0 15,-5 3 0-15,-7 7 0 0,-8-3 0 0,1 2 0 16,-6 6 0-16,0 3 0 0,-14-1 0 15,7 1 0-15,-7 4 0 0,-6-1 0 16,-6 4 0-16,0 0 0 0,-7 0 0 0,-1 7-36 16,-6-2-438-16,2 1-108 0,-9 5-152 15,1-3-190-15,-6 3-142 0,-1 0-22 0,1 0 48 16,-1 0 114-16,1-4 193 0,-1-4 253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3:29.1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12674 11624 20 0,'0'0'307'0,"0"-4"41"0,-7 4 39 0,7-3-19 16,-7 0-56-16,7-2-41 0,-6 2-22 15,6-2-5-15,0-2-5 0,-6 4 7 16,6-1 5-16,-8 0-2 0,8 1-4 0,-6-5-3 15,6 5-4-15,0-1-19 0,0 1-36 16,-6 3-33-16,6 0-26 0,6 0-24 16,-6 0-21-16,6 3-12 0,2 4 8 0,4 1 4 15,2 3 9-15,-1-1 2 0,-1 6 5 0,8 2 0 16,0 0-10-16,-7 1-6 0,6 2-9 16,0 1-7-16,8-3-7 0,-8 3-3 15,0-4 3-15,1 1 3 0,6-4 4 0,-6-5 13 16,-1 1 16-16,7-3 16 0,1-5 14 15,-1-6 14-15,0-5 9 0,7-7 2 0,5-10-5 16,1-5-11-16,0-7-8 0,7-2-13 16,-1-9-5-16,8-4-4 0,-1 2-6 0,7-5-6 15,-1-1-8-15,0 2-5 0,1-5-9 0,0 3-66 16,-7 2-1-16,0 2 0 0,0 8 0 16,-6 0 0-16,-7 9 0 0,-7 1 0 15,1 5 0-15,-13 7 0 0,0 7 0 0,-1 0 0 16,-6 5 0-16,-7 2 0 0,1 4 0 15,-1 4-50-15,0 4-205 0,-6 0-134 16,0 0-209-16,0 3-271 0,-6 1-223 0,0 2-69 16,-1-2 25-16,-6-1 95 0,-6 0 199 15,-1 0 282-15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50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10857 8488 244 0,'-7'-4'306'0,"7"-4"44"0,-7 6-45 15,7-6-34-15,0 5-9 0,-6-5-29 16,6 0-23-16,0 2-1 0,0 2 8 0,-6-4 23 16,6 5 24-16,0-5 16 0,0 5 7 15,0-5-35-15,0 5-3 0,0-1-23 0,-8 1-37 16,8-1-33-16,0 0-25 0,0 4 3 0,0 0-33 16,8 0-23-16,-8 4-8 0,6 3-3 15,0 0 4-15,1 4 3 0,0 0 5 16,-1 4 3-16,0 4 4 0,7-1 3 0,-6 0 0 15,6 1 2-15,-7-1-1 0,8 0-2 16,-8 0 4-16,7-3-2 0,0-1 4 0,-6 1 6 16,5-5 18-16,2-1 23 0,-2-2 16 15,2-3 11-15,5-8 6 0,7-3 0 0,0-4-15 16,13-8-21-16,7-7-24 0,6-3-25 16,6-3-13-16,1-5-15 0,6-3-8 0,7-1-30 15,-7-6-23-15,7 2 0 0,-1-2 0 16,1-1 0-16,-7-4 0 0,0 5 0 15,0 0 0-15,0 2 0 0,-6 5 0 0,-6 1 0 16,-2 5 0-16,-5 1 0 0,-7 7 0 0,0 1 0 16,-13 3 0-16,0 4 0 0,-6 3 0 15,-1 4 0-15,-5 1 0 0,-8 2 0 16,6 3 0-16,-12 5 0 0,0 0 0 0,0 0 0 16,-6 5 0-16,-6 3-52 0,-2 2-264 15,1 1-108-15,1 0-166 0,-8 0-206 0,-6 4-232 16,6 0-73-16,-5-5 17 0,-2 5 72 15,-5-5 155-15,6 2 224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53.3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10361 7682 83 0,'0'-4'212'0,"7"4"45"0,-7-3-11 15,0 0-27-15,0-1-4 0,0-1 15 16,0 2-6-16,7-4-19 0,-7 3-18 16,0-3-11-16,0 0-8 0,0 3-8 0,0-3-5 15,0-1 6-15,0 0 15 0,-7 2 25 16,7-2 25-16,0 5 19 0,0-2 6 0,0-2-6 15,0 4-20-15,0-1-34 0,0 0-40 16,0 4-32-16,0 0-32 0,0 0-18 16,7 0-5-16,-7 4 6 0,6 3 8 0,-6 0 7 15,6 4 9-15,0 5 6 0,8-1-3 16,-8 2-7-16,8 1-7 0,-8 1-3 0,7 3-1 16,-7 0-3-16,8-4 3 0,-2 4-6 15,2-3 0-15,-1-1-1 0,0-3 1 0,0-1 1 16,-1 1 1-16,2-8 13 0,-1 4 15 15,6-7 14-15,-6-1 7 0,7-3 5 0,6-7 1 16,0-4 0-16,7-4-10 0,-1-2-13 16,7-6-13-16,6-2-10 0,-5 0-8 0,12-9-11 15,-6 1-10-15,12 0-5 0,-6-3-2 16,7-5-7-16,7 4-11 0,-1-3-29 16,0 3-1-16,-7-3 0 0,1 4 0 0,-1-1 0 15,-6 3 0-15,-6 2 0 0,-1 3 0 0,-6-1 0 16,1 9 0-16,-8-1 0 0,-5 4 0 15,-8 2 0-15,0 2 0 0,0 2 0 0,-5 5 0 16,-8 0 0-16,1 0 0 0,-7 3 0 16,-7 4-120-16,1 0-118 0,0 4-100 15,-14 0-134-15,7-1-193 0,-13 4-255 0,6 0-150 16,-6-2-25-16,-7 2 41 0,1-4 111 16,6-3 198-16,-7 4 291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55.7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11344 10299 57 0,'0'0'147'0,"0"0"-20"16,-6 0-31-16,0-5-34 0,0 5-28 0,6 0-20 16,-7 0-19-16,0 0-22 0,1 0-36 15,-1-4-48-15,7 4-24 0,-6-3-12 16</inkml:trace>
  <inkml:trace contextRef="#ctx0" brushRef="#br0" timeOffset="577.98">11091 10250 1 0,'-7'-4'286'0,"7"4"49"0,-6-3 38 16,6-1-36-16,0 0-49 0,-7 1-32 16,7-1-39-16,0 1-18 0,0-4-8 0,0 2 0 15,0-2 17-15,0 0 24 0,0 0 21 16,0 3 7-16,0-3 4 0,0 2-6 0,0-2-22 16,7 4-26-16,-7-1-33 0,0 0-29 15,0 1-24-15,6-1-23 0,-6 4-13 16,0 0-17-16,7 0-8 0,-7 4 2 0,6-1 2 15,1 5 4-15,0 2 2 0,-1 6 2 16,0-2 2-16,1 5-3 0,0 2 0 0,-1-2 3 16,0 3 6-16,1-1-2 0,-1-3-3 15,1 2 1-15,0-3 1 0,-1-2 0 0,0 4-6 16,2-4 8-16,-8-5 7 0,6 1 10 16,0-4 18-16,0 2 14 0,1-7 11 15,6-2 6-15,0-2 8 0,13-7 2 0,0-5-11 16,13-5-12-16,7-6-13 0,6-8-32 15,0 0-90-15,13-7 0 0,0-4 0 16,7 0 0-16,0-7 0 0,13 2 0 0,-1-2 0 16,0 1 0-16,-5 1 0 0,5 5 0 0,-12 1 0 15,0-1 0-15,-7 4 0 0,0 3 0 16,-13 7 0-16,-7-2 0 0,-5 7 0 0,-1-1 0 16,-7 8 0-16,-5-1 0 0,-8 4 0 15,-6 0 0-15,0 4 0 0,0 4 0 16,-6 0 0-16,-1 3 0 0,-6 1 0 0,0 3 0 15,0 3 0-15,-6 1 0 0,-7 3 0 16,6 0 0-16,-6 1-308 0,0 2-198 0,0 2-142 16,0-5-188-16,0 4-209 0,0-4-64 15,-7 0 26-15,8 1 82 0,-8-5 170 0,1 2 240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6:59.1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11632 8891 92 0,'0'-3'349'0,"0"-2"51"0,0 2 49 0,0-1-33 16,0-3-17-16,0 0-46 0,0 2-9 15,0-1 7-15,-8 2 0 0,8 0-15 0,0-3-23 16,0 3-38-16,0 1-47 0,8 3-39 16,-8 0-32-16,0 0-22 0,0 0-13 15,6 3-8-15,0 8-1 0,1 0-3 0,0 1-1 16,-1 5-4-16,1 6-13 0,5-1-2 16,-5 3-4-16,0 1-5 0,-1 3-10 0,0 1-1 15,1-5 0-15,0 5 0 0,6-9 6 16,-7 5 12-16,0-8 16 0,1 0 15 15,6-2 23-15,-7-7 21 0,8 0 15 0,5-9 9 16,1-4 4-16,6-7-3 0,13-8-10 0,0-6-41 16,19-8-137-16,1-3 0 0,20-12 0 15,-2-4 0-15,14-10 0 0,14-1 0 16,5-9 0-16,8 2 0 0,-1 1 0 0,1 6 0 16,-2 1 0-16,2 4 0 0,-14 2 0 0,0 5 0 15,-13 3 0-15,-6 8 0 0,-13 4 0 16,-7 3 0-16,-13 3 0 0,-7 4 0 15,-5 8 0-15,-15 0 0 0,1 7 0 0,-12 0 0 16,-1 4 0-16,-7-1 0 0,-6 8 0 16,-6 0 0-16,-1 0 0 0,-13 8 0 0,8-5-608 15,-8 4-284-15,1 5-259 0,-1-5-80 16,-6 0 23-16,0 4 93 0,-7-4 166 16,7-3 258-16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3:36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10466 7451 147 0,'0'-4'331'15,"0"-2"57"-15,-7 1 57 0,7-2-72 16,0 0-20-16,0 3-10 0,-7-3 0 0,7 3 2 16,0-3-11-16,0 4-19 0,0-2-29 15,0 1-44-15,0 4-55 0,0 0-47 16,0 0-29-16,0 4-22 0,7 1-2 0,-7 2 14 15,7 3 10-15,-1 5 5 0,-6 3 6 16,6 1 8-16,1-1-2 0,-7 4-16 16,7 0-10-16,-7-3-5 0,6 2-11 0,1-3-2 15,6-2 0-15,-7-2 12 0,7-2 18 16,1-5 28-16,5-4 24 0,7-3 16 0,0-7 10 16,7-8 2-16,5-7-7 0,1-7-19 15,14-4-16-15,5-11-14 0,1-8-10 0,6-6-15 16,14-9-26-16,-2-6-87 0,2 4 0 15,5-4 0-15,-12 3 0 0,6 1 0 0,-13 6 0 16,1 5 0-16,-15 3 0 0,2 8 0 16,-15 5 0-16,-5 6 0 0,-1 8 0 0,-12 2 0 15,0 8 0-15,-7-1 0 0,-1 8 0 16,2 4 0-16,-8-1 0 0,1 4 0 0,0 4 0 16,-7 0 0-16,0 4 0 0,0 4 0 15,-7-1-322-15,0 4-246 0,1 3-243 0,-8-2-265 16,2 2-90-16,-1-3-5 0,-13 1 65 15,6-6 150-15,-6-6 276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03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10732 9174 60 0,'0'-5'311'0,"0"2"46"0,0-1 35 15,-6 0-53-15,6-3-34 0,0 3-32 16,0-3-22-16,-6 4 6 0,6-5 18 15,0 1 14-15,0 3 24 0,0-3 2 0,0-1-14 16,0 1-27-16,-7-1-26 0,7 5-31 16,0-4-45-16,0 3-26 0,0-3-25 0,0 3-23 15,0 4-23-15,7-3-19 0,-7 3-13 16,0 3-8-16,6-3 5 0,-6 8 15 16,6 3 16-16,1 0 15 0,0 3 17 0,-1 1 9 15,0 7 5-15,8-4 1 0,-8 4-1 16,1 0-9-16,-1-4-6 0,1 4-10 0,-1-3-8 15,1-2-6-15,-1 2-9 0,0-4 5 16,2 0 5-16,-2-8 12 0,0 4 10 0,1-7 9 16,6-1 11-16,0-6-1 0,7-1 0 15,6-11-4-15,-1 0-2 0,9-7-4 0,4-3-2 16,14-4-56-16,0-4-52 0,13-3 0 16,0-6 0-16,8 3 0 0,4-5 0 15,8-1 0-15,-6-2 0 0,5 3 0 0,1-3 0 16,-7 2 0-16,0 5 0 0,-7 0 0 0,1 3 0 15,-13 4 0-15,-7 4 0 0,0 3 0 16,-13 4 0-16,-7 4 0 0,1 4 0 0,-13-1 0 16,0 7 0-16,-8-3 0 0,-6 8 0 15,2-1 0-15,-2 1 0 0,-6 3 0 0,0 3 0 16,-6 1 0-16,-8 3-285 0,2 4-168 16,-2 0-130-16,-5 0-184 0,-1 3-251 15,-6 1-88-15,7 0 8 0,-7 0 69 0,0-1 144 16,-1 1 227-16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06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10655 8624 299 0,'-7'0'342'0,"1"-4"44"16,-1 0-28-16,0 1-29 0,1-1-69 0,0-4-29 15,-2 6-5-15,8-3 0 0,-6-2 10 16,0 3 13-16,6-3 8 0,0 3 4 0,-7-3-6 16,7 4-12-16,0-5-20 0,0 4-35 15,0 1-39-15,0 3-32 0,0-4-32 0,0 4-28 16,7 4-17-16,-1-1-3 0,0 9 12 16,2-2 11-16,-2 5 12 0,7-1 13 0,-6 5 11 15,-1 3 3-15,7-1-6 0,-7 2 0 16,1-2-4-16,0 5-6 0,-1-3-9 0,0-5-10 15,1 4-6-15,0-8-1 0,-1 5-2 16,1-8-2-16,-1 0 6 0,0 0 15 16,1-4 13-16,6-7 7 0,1 0 12 0,5-3 5 15,7-6-2-15,0-5-9 0,6-8-8 16,7-3-11-16,7-4-11 0,6-5-10 16,0-2-5-16,13-1-3 0,0-7-9 0,14 0-1 15,-2 0-5-15,2 0-2 0,-1-3-1 16,0 7 0-16,1-4-2 0,-1 3-1 0,-7 4 1 15,-5 0 0-15,-1 5-3 0,-6 2 0 16,-14 5-3-16,0-1-3 0,-5 4-3 0,-8 4-4 16,-6 3-5-16,-7 4-4 0,1 1-4 15,-7 2-10-15,0 5-21 0,-6-2-36 16,-7 2-51-16,6 3-63 0,-12 3-72 0,6 2-81 16,-13 1-112-16,6 1-146 0,-6 1-179 15,-7 3-174-15,8 0-53 0,-15-4 21 0,8 5 95 16,-7-1 163-16,0-4 220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09.4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10557 11518 154 0,'-6'-8'324'0,"-2"5"38"0,8-5 48 0,-6-2-69 16,0-1-38-16,6 3-27 0,-7-3 8 15,1-1 42-15,6 2 24 0,-7-1 4 0,7 0-4 16,-6 0-12-16,-1 4-24 0,7-1-51 16,0 5-44-16,-6-5-36 0,6 5-35 0,0 3-31 15,0-4-31-15,0 8-27 0,0-4-20 16,0 7-11-16,6 0 6 0,-6 4 3 0,7 4 13 15,-1 0 16-15,1 2 12 0,-1 6 9 16,1 3 3-16,-1-1 8 0,0 1 2 0,2 3-2 16,-2 1 0-16,0-1-3 0,1 0 3 15,-1 0 0-15,-6-3-4 0,7 0-2 0,-7 0-6 16,6-4-2-16,1-4 1 0,-7-4 3 16,6 1 7-16,0-4 20 0,2-4 27 15,-2-3 21-15,7-8 15 0,7-3 6 0,-1-4-154 16,7-11-30-16,6-3 0 0,2-9 0 15,11-3 0-15,1-2 0 0,5-5 0 0,8-4 0 16,0 0 0-16,6-2 0 0,6-2 0 16,8-3 0-16,-1 3 0 0,-6-3 0 0,5 4 0 15,-5-1 0-15,0 2 0 0,-1 6 0 16,-6-1 0-16,-6 9 0 0,-7-1 0 0,1 8 0 16,-15 0 0-16,9 3 0 0,-15 4 0 15,-7 4 0-15,1 3 0 0,-6 1 0 0,-7 6 0 16,1-2 0-16,-8 2 0 0,0 4 0 15,1 1 0-15,-7 3 0 0,-7 3-48 16,1 1-481-16,0 4-120 0,-1-1-165 0,-6 0-213 16,0 0-83-16,-1 4 10 0,2-4 72 15,-2-2 149-15,2 1 222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18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8883 14368 172 0,'0'-11'393'0,"7"3"64"16,-7-2 61-16,0 2-33 0,0-3-59 15,0 0-44-15,0 0-22 0,0 4-21 0,0-4-30 16,0 3-29-16,0 1-33 0,0 0-45 16,-7 3-40-16,7-3-30 0,0 3-17 0,0 1-19 15,0 3-21-15,0-4-18 0,7 4-15 16,-7 0-10-16,0 0-8 0,6 4 1 0,0-1 9 16,1 5 9-16,-1-1 10 0,1 4 6 15,0 3 3-15,5 1-2 0,-4 3-5 16,-2 1-4-16,0-1-3 0,0 7-4 0,1-2-1 15,0-5 2-15,-1 4-1 0,1 1 1 16,-7-10 0-16,6 6-2 0,0-4-1 16,2-4 7-16,-8 0 19 0,6-8 24 0,0 1 21 15,8-4 19-15,-2-7 16 0,1-4 7 16,7-8-11-16,0-2-18 0,5-5-15 0,1-3-14 16,7-8-9-16,7 0-11 0,-2-7-6 15,7-7-4-15,8 3-8 0,-1-7-4 0,0 4-9 16,-6 4-8-16,6-1-6 0,0 0-8 15,-13 8-4-15,7 3-4 0,-14 5-2 0,1 2-2 16,-7 4-3-16,-6 4-1 0,-1 4-1 16,-6 3-2-16,0 4-3 0,0 0 0 15,-6 4-2-15,-1 0-1 0,-6 4-3 0,6-2-11 16,-6 5-15-16,7 0-23 0,-7 5-39 16,-7-2-58-16,7 4-68 0,-6 0-80 0,6 4-120 15,-6 0-167-15,-8 4-206 0,8 0-189 16,-7-1-60-16,0 1 20 0,0 0 98 0,-7 3 170 15,7-4 235-15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21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10245 9360 94 0,'0'-4'333'0,"0"1"46"0,0-1 44 0,-8-3-29 15,8-1-51-15,0 0-40 0,-6 1-12 16,6 1 9-16,0 1 12 0,0-2 2 16,0 0-20-16,-6 3-11 0,6-4-28 0,0 8-45 15,0-3-49-15,0 3-40 0,6 3-26 16,-6 2-22-16,6-2-11 0,2 4 1 16,-2 4 3-16,6 5-3 0,-5-2-3 0,6 1-3 15,0 3 0-15,-6 4-4 0,6-3-3 16,-7-2 5-16,8 5 3 0,-2-7 7 0,-5 4 5 15,6-5 9-15,-6 0 8 0,5-6 15 16,-6 3 14-16,8-7 12 0,-8-1 10 0,8-3 5 16,-1-3 2-16,6-8 0 0,0-4-6 15,8-7-10-15,5-3-10 0,1-6-5 0,5-5-6 16,9-4-12-16,-2-3-9 0,13-9-6 16,-5 4-7-16,12-3-8 0,0-4-13 15,0-1-6-15,7-2-7 0,-1 3-8 0,-6 0-7 16,0 4-8-16,-6 4-3 0,-6 3 0 15,-1 3-4-15,-13 4-3 0,-7 9-3 0,-6 2 0 16,1 4-1-16,-8 3-7 0,-6 8-4 16,0 1-7-16,-7 2-9 0,-6 5-15 0,6-1-40 15,-12 4-56-15,0 4-72 0,-1 3-81 16,1 0-106-16,-1 5-176 0,-6-6-223 16,1 5-199-16,-2 1-64 0,-6-2 15 0,1 2 76 15,-1-5 172-15,1-3 250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24.4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10212 6638 183 0,'0'-4'260'0,"0"1"21"0,0 3-56 15,0-3-33-15,0-2-4 0,0 1-23 0,0 1-11 16,0-2 4-16,0 3 10 0,0-2 12 16,0 1 11-16,0 3 12 0,0-5 12 15,0 2 14-15,0 3 6 0,0-3-4 0,0 3-16 16,0 0-20-16,0 0-23 0,0 3-27 15,6-3-22-15,-6 3-13 0,0 2-7 16,7 2-3-16,-7 3-3 0,6-1-3 0,0 1-4 16,-6 0-6-16,8 6 2 0,-2-5 1 15,0-1-1-15,-6 5 1 0,6-4 4 0,1 0-2 16,-7 1-5-16,7-2-5 0,-1-2 3 16,1-1 5-16,-7-3 9 0,6 2 19 15,1-6 18-15,6 0 12 0,-1-3 7 0,2 0 6 16,5-8-4-16,1 0-11 0,6-8-10 0,13 1-13 15,0-8-12-15,0-4-17 0,13 1-13 16,0-6-16-16,1-7-16 0,5 3-8 0,7-10-8 16,0 6-6-16,0-1-3 0,7 0-1 15,-7 0 2-15,1 4-3 0,-1-1 0 16,-6 9 3-16,-8-2 1 0,-5 5 1 0,-7 4-1 16,-7-1 2-16,1 8-4 0,-13 3-3 15,-1 0-2-15,1 4-3 0,-14 0-3 16,7 4-3-16,-6 4-2 0,-7-2-6 0,0 5-23 15,-7 5-39-15,0-2-60 0,-5 0-84 0,5 5-108 16,-13 3-161-16,1-4-220 0,6 4-257 16,-13 0-121-16,7-1-13 0,-1 6 55 0,-6-9 141 15,7 1 225-15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27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8271 11214 306 0,'-7'0'406'16,"7"0"58"-16,-6-4 25 0,6 4-45 0,0-4-52 16,-7 4-35-16,7-3-16 0,0 3-12 15,0-4-21-15,0 0-37 0,0 4-41 16,0-3-45-16,7 3-41 0,-7 0-33 0,6 0-16 16,1 3 1-16,-7 1 3 0,7 3 7 15,5 5 7-15,-6-2 5 0,2 5 1 16,-2 7-9-16,0-4-10 0,1 8-11 0,6-1-10 15,-13 1-4-15,7 3-3 0,-1-3-1 0,0 0 2 16,1-5 6-16,0 1 1 0,-1 1 2 16,0-9 1-16,1 1 3 0,0 0 9 15,-1-8 13-15,7-3 20 0,0-4 11 0,6-8 8 16,8-3-2-16,-1-7-7 0,0-4-13 16,13-8-15-16,0-2-13 0,13-5-12 0,0-7-6 15,7-4-4-15,6-7-4 0,0 1-24 16,-6-2-47-16,6-2 0 0,0 3 0 0,-6 3 0 15,-7 5 0-15,-1 3 0 0,-4 4 0 16,-9 3 0-16,-5 8 0 0,-1 0 0 0,-5 6 0 16,-8 2 0-16,-6 6 0 0,0 0 0 15,0 4 0-15,0 4 0 0,-13 0 0 0,7 0 0 16,-1 3 0-16,-6 4 0 0,0-3-289 16,0 6-73-16,-6-3-60 0,6 4-71 15,-7 3-110-15,1-4-139 0,-1 5-167 0,1 2-69 16,-1-1 13-16,0-3 75 0,1 5 143 15,-7-3 196-15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30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8734 12053 115 0,'0'-4'322'0,"-8"0"49"0,8-2 46 0,-6 1-69 15,0-3-26-15,6 5-44 0,-7-4-12 16,1-1 4-16,6 1 5 0,-7 3 14 16,7-3 7-16,0 4-8 0,-7-1-17 0,7 0-31 15,0 1-37-15,0 3-45 0,0-4-44 16,0 4-29-16,0 4-12 0,0-4-8 0,7 7 8 16,-7 0 10-16,7 0 14 0,-1 8 10 15,-6-4 4-15,0 7 1 0,7-3-8 16,-7 4-3-16,0-5-5 0,6 5-3 0,-6-5-2 15,0 4-2-15,6-6 2 0,-6 2 0 16,8-7 7-16,-8 4 18 0,6-6 15 0,0-3 11 16,1-2 11-16,12-2 5 0,-6-6 1 15,13-7-8-15,0-4-13 0,7-2-9 0,6-5-13 16,1-8-11-16,5-6-17 0,1 1-16 16,-1-9-42-16,7-7-30 0,0 4 0 0,6-4 0 15,7-4 0-15,8 4 0 0,-2-3 0 16,8 3 0-16,-8 3 0 0,0 4 0 0,-12 9 0 15,0-2 0-15,-7 9 0 0,-13 2 0 16,0 0 0-16,-7 8 0 0,-6 4 0 16,1 4 0-16,-15 3 0 0,2 0 0 0,-2 3 0 15,2 2 0-15,-14-2 0 0,6 8 0 0,-6 0 0 16,0 0-245-16,-6 3-112 0,0 5-63 16,-8 3-94-16,2 0-139 0,-2 0-174 0,-5 3-157 15,-1 0-40-15,0 1 33 0,-6 4 105 16,1-5 178-16,-1 5 231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32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7900 11074 4 0,'-7'-6'313'16,"0"2"46"-16,1-4 43 0,6 0-13 15,-6 2-63-15,-1-2-62 0,0 0-38 0,1 1-3 16,0-4 15-16,-1 4 33 0,7-4 23 16,-7 3 20-16,7 1 11 0,-6 0-10 0,6 0-31 15,0-1-48-15,0 1-45 0,0 4-44 16,0-1-39-16,0 0-31 0,0 4-24 16,0-3-14-16,6 3 1 0,1 3 6 0,0 1 10 15,-1 0 14-15,7 6 11 0,-6-2 10 16,5 6-3-16,-5 1-6 0,6 3-3 0,-6 0 0 15,5 1-6-15,-4 0-4 0,4-1 4 16,-6 0 0-16,1-3 0 0,0-1-4 0,-1 1 4 16,1-4 9-16,5-4 8 0,-4 0 13 15,-2 0 14-15,0-2 12 0,8-10 9 0,-2-2-4 16,8 0-1-16,-1-11-4 0,7-4-9 16,7-7-12-16,-1-5-7 0,1-1-5 15,7-2-12-15,5-7-70 0,0 0-14 0,7-4 0 16,1 0 0-16,5-4 0 0,1 5 0 15,0 0 0-15,6-4 0 0,-6 2 0 0,-8 5 0 16,1 1 0-16,-6 6 0 0,-7 1 0 16,-6 2 0-16,-1 9 0 0,-5-1 0 0,-9 8 0 15,-4 0 0-15,-1 7 0 0,-7 0 0 16,8 3 0-16,-8 1 0 0,-6 3 0 16,6 1 0-16,-6-1 0 0,0 4 0 0,0 4 0 15,0-1 0-15,-6 5-199 0,6-1-302 16,-6 5-148-16,-1-2-199 0,0 5-217 0,1-3-62 15,-7-3 27-15,-1 7 85 0,2-9 170 16,-2 0 246-16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35.7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10328 10393 158 0,'0'0'294'0,"0"0"36"0,-6 0-25 0,6 0-41 16,-6-4-33-16,6 1-40 0,-6-1-26 16,6 0-13-16,-7 1-2 0,7-1-2 0,0 1 6 15,-7-5 11-15,7 4 13 0,0 1 21 16,0-1 17-16,-6 1 17 0,6-5 6 16,0 8-4-16,0-4-21 0,0 1-29 0,0 3-34 15,0 0-35-15,0 0-25 0,0 3-11 0,6 1-3 16,1 7 2-16,0-4 7 0,-1 8 6 15,0 0 1-15,0-1-6 0,2 5-4 0,-2-1-4 16,0 1-4-16,1-1-4 0,-1 4-4 16,1-5 0-16,0 2 6 0,-1-4 7 15,0 3 4-15,-6-3 8 0,6-1 3 0,2-2 3 16,-8 2-2-16,6-6 1 0,0-2 9 16,-6 3 14-16,7-6 18 0,6-3 13 15,0-3 7-15,7-9 5 0,-1 1-5 0,14-8-14 16,0-6-16-16,5-1-16 0,1-6-11 15,7-10-14-15,6-1-11 0,0-4-42 0,7-1-34 16,0-8 0-16,12 2 0 0,-6 2 0 16,7 1 0-16,0 0 0 0,5 3 0 15,-11 4 0-15,-1 0 0 0,0 5 0 0,-13 5 0 16,-6 1 0-16,-1 8 0 0,-13-1 0 16,2 4 0-16,-9 0 0 0,1 7 0 0,-12 0 0 15,5 5 0-15,-13-1 0 0,8 4 0 16,-8 3 0-16,0 0 0 0,-6 1 0 0,0 3 0 15,0 3 0-15,-6 1-197 0,0 3-247 16,-1 1-122-16,0-1-167 0,-5 3-208 0,5-2-130 16,-6 3-18-16,0-4 53 0,0 1 129 15,-6 0 202-15,-1-1 265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38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7444 12177 35 0,'-7'-4'312'0,"7"1"52"0,-7-5 48 0,7 1-23 15,-6-1-29-15,0 1-19 0,-1 0-6 0,7 0 18 16,-7-1 15-16,7 5 1 0,-6-4-15 16,0 2-29-16,6 2-43 0,0 0-58 15,-7-1-57-15,7 0-49 0,0 4-39 0,0 4-24 16,7 0-15-16,-1-1 6 0,0 5 11 15,1 2 14-15,0 5 15 0,5-1 7 0,2 1 9 16,-8 0-3-16,7 4 3 0,-6-1 1 16,6 1-7-16,-1-5 0 0,2 4 3 0,-8-3 1 15,7-1-4-15,0-2-4 0,0 2 7 16,1-6 5-16,-8 3 1 0,7-4 9 0,0-7 11 16,6 3 12-16,-5-6 12 0,5-4 6 15,7-9 0-15,0-1-6 0,6-9-7 0,1-4-6 16,13-4-135-16,-1-5-1 0,14-5 0 15,0-3 0-15,-1-8 0 0,7-4 0 0,0 1 0 16,8-5 0-16,-8 5 0 0,6-1 0 16,0 0 0-16,-6 1 0 0,0 6 0 0,-6 5 0 15,0-1 0-15,-13 8 0 0,-1 3 0 16,-5 8 0-16,-8-1 0 0,-6 5 0 16,-7 6 0-16,1 1 0 0,-1 3 0 0,-11 5 0 15,4 2 0-15,-6 1 0 0,-6 3 0 16,0 1 0-16,0 3 0 0,-6 3 0 0,0 1-158 15,0 0-361-15,-8 3-127 0,8 0-181 16,-14 0-224-16,7 1-68 0,0-1 22 16,-6-3 80-16,-1 3 156 0,1-7 236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41.3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10433 7327 262 0,'0'-3'335'0,"0"-2"43"0,0 2-29 0,0-5-21 15,0 4-41-15,0-3-35 0,0 3-5 16,0-3-1-16,0 4 3 0,0-1 3 0,0 0-9 16,0 1-5-16,0-2-20 0,0 2-31 15,0 3-33-15,7 0-31 0,-1 0-23 0,-6 0-19 16,6 3-16-16,8 5-2 0,-8 0 19 16,0 2 9-16,8 5 6 0,-1 1 3 15,-7-2 9-15,7 4 5 0,0 4-14 0,-7-3-11 16,8 2-3-16,-8 2-8 0,7-6-4 15,-6 6-3-15,-1-9 7 0,7 4 5 16,-13-3 11-16,14-4 26 0,-8-3 35 0,0-1 29 16,8-7 17-16,-1 0 7 0,-1-12-3 15,14-2-21-15,1-4-30 0,5-8-35 0,7-7-27 16,7-7-20-16,6-4-17 0,0-4-11 16,6-4-12-16,7-2-6 0,8 0-5 0,-8-5-4 15,6 3 1-15,0 5 0 0,-6 4 0 16,1-1 4-16,-14 9 4 0,0-3-1 0,-7 10 0 15,2 2-2-15,-15 4-3 0,1 4-5 16,-7 0-4-16,-6 8-4 0,-1 3-5 0,-6-1-2 16,0 2-2-16,-1 6-3 0,-4 1-8 15,-8 0-17-15,6 3-25 0,-6 3-33 0,0 0-46 16,0 5-61-16,-6-2-66 0,-2 2-69 16,2 7-99-16,-7-4-153 0,0-1-184 15,0 5-182-15,1-4-58 0,-8 5 17 0,0-6 90 16,-6 5 165-16,7-5 222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44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10270 11598 49 0,'0'-4'322'0,"-7"1"42"15,7-5 34-15,-6 5-16 0,6-5-70 16,0 5-63-16,-6-4-20 0,6 3 0 0,0-3 14 16,0-1 11-16,0 5 9 0,0-4 4 15,0 2-6-15,0-2-16 0,0 4-28 16,6-5-41-16,-6 5-37 0,6-1-33 0,1 4-17 16,0 0-11-16,-1 4-4 0,1-1 3 15,-1 1-2-15,8 7 2 0,-2 0-2 16,2 0-7-16,-8 4-4 0,7-1-7 0,-7 1-1 15,8 0 0-15,-8 3-1 0,0-3 4 16,0-1 3-16,2 5 7 0,-2-8 3 0,0 3 8 16,1-7 13-16,0 1 19 0,-1-1 23 15,1-4 23-15,5-6 22 0,-5-1 12 16,12-7-3-16,1-3-15 0,6-8-23 0,1-3-21 16,5-4-25-16,7-9-15 0,0 2-12 15,0-8-7-15,7-1-4 0,-1-2-6 0,7-4-4 16,1-1-5-16,-2 1-3 0,1-4-4 0,7 4-6 15,-13 3-24-15,6 5-15 0,-6 2 0 16,-7 8 0-16,-7 0 0 0,1 8 0 16,-7 3 0-16,-6-1 0 0,-1 9 0 0,-6 3 0 15,0 0 0-15,-1 3 0 0,-12 1 0 16,8 7 0-16,-8-3 0 0,-8 6 0 0,8-3-4 16,-12 7-143-16,6-2-80 0,-1 5-91 15,-6-3-125-15,6 4-176 0,-5-2-214 0,4 1-193 16,-4 1-53-16,-1 0 27 0,-7 1 93 15,7-6 177-15,0 2 248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47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10981 10730 42 0,'-8'0'186'0,"2"0"4"0,0 3-45 15,-1-3-55-15,0 4-36 0,-6-4-19 16,7 4-10-16,0-4-6 0,-8 0 0 0,8 3-3 16,-7 2-3-16,0-5 2 0,6 2 5 15,-5-2 4-15,-2 5 3 0,8-5 3 0,-8 3 1 16,2 1 0-16,-1 0 7 0,0-4 13 15,6 3 24-15,-5-3 22 0,4 4 28 16,-4-4 31-16,5-4 25 0,0 4 17 0,-5 0 11 16,5-3 14-16,1 3 4 0,-1-4 10 15,7 0 16-15,-7 1 10 0,1 3-1 16,6-5-5-16,-6 3-17 0,6 2-24 0,-7-5-39 16,7 2-40-16,0 3-30 0,0 0-27 15,0 0-15-15,0 0-15 0,0 0-2 0,7 3 2 16,-7 4 9-16,6 1 5 0,0 0 1 15,1 3 7-15,0 0 2 0,-1 0 2 0,7 0-9 16,-7 3-5-16,1 1-1 0,0-1-4 16,-1 1 0-16,0-4-6 0,2 4 0 15,-8-4 2-15,6 1 2 0,0-6 5 0,1 2 3 16,-1-1 12-16,1-3 17 0,-1-4 12 16,7 0 14-16,1-4 9 0,5-3 5 0,0-4 0 15,8-4-4-15,5-4-5 0,1-6-18 16,5 0-12-16,1-1-11 0,7-7-8 0,7-1-5 15,-2-3-2-15,2 1 3 0,5-1 4 16,7 2 0-16,-6-7-1 0,0 6-6 16,-8 3-5-16,-5 1-7 0,-1-2-9 0,-5 5-6 15,-1-1-12-15,-13 9-28 0,0-2 0 16,1 5 0-16,-15 4 0 0,8-1 0 0,-7 5 0 16,-7-2 0-16,8 8 0 0,-14-3 0 15,6 3 0-15,0 1 0 0,-6 3-33 0,0 0-46 16,0 3-62-16,-6 1-81 0,0 0-95 15,6 3-142-15,-8 0-205 0,2 4-234 16,0-3-153-16,-7 3-32 0,0 1 40 0,0-6 118 16,-1 5 200-16,-5-8 262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49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10355 11243 38 0,'6'4'312'0,"-6"-4"45"0,0 0 41 16,0-4-31-16,0 4-45 0,0-4-56 16,0 1-33-16,0-1-18 0,0 0-6 0,0-3 7 15,0 4 7-15,0-1 6 0,-6-4 6 16,6 5-3-16,0-1-13 0,0 0-28 0,0 1-38 15,0 0-32-15,6-2-27 0,-6 5-17 16,0-3-14-16,0 3-12 0,0 0 0 16,7 3-1-16,0 2 2 0,-1-2 0 0,0 4 1 15,0 0 2-15,2 1 4 0,-2-1-2 16,0 4-3-16,8 0-2 0,-8 3 2 0,-6-3-1 16,7 0-7-16,-1 0-2 0,0 0 4 15,1 0-56-15,-7-3 29 0,7-2 18 0,-1-1 25 16,-6 3 22-16,6-8 21 0,1 0 78 15,0 0-10-15,-1-5 2 0,7-6-2 16,7 0-7-16,-8-4-14 0,15-3-14 0,-1-4-13 16,0-3-13-16,7-4-12 0,-1-5-11 15,7-3-5-15,1-2-6 0,5-1-7 16,1-1-7-16,5-3-10 0,-5 0-12 0,6 4-10 16,-6-1-6-16,6 1-8 0,-13 7-4 15,6 0-3-15,-12 3-1 0,-1 5-1 0,-6 3-4 16,-6 5-1-16,0 2-3 0,-1 4 2 15,-5 0-5-15,-8 4-4 0,0-1-4 16,1 4-5-16,-1 0-7 0,-6 1-8 0,-6 3-7 16,6 0-19-16,-7 3-40 0,7 1-65 15,-6 0-90-15,-8 4-121 0,8-1-206 0,0 4-272 16,0 0-198-16,-8-5-56 0,8 6 27 16,-7-5 93-16,-1 0 197 0,2 1 285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52.6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10413 11034 5 0,'0'0'312'15,"0"0"86"-15,0 0 59 0,-6-3-26 16,6-2-8-16,0 3 34 0,-6-3-18 15,6-2-27-15,0 3-8 0,-8 1-15 0,8-1-36 16,0 0-63-16,-6 4-66 0,6-3-43 16,0 3-39-16,0 0-37 0,0 0-27 0,0 0-26 15,0 3-18-15,6 1-11 0,-6 3-3 16,8 1 8-16,-2 7 9 0,7-4 11 0,-6 6 10 16,6-2 7-16,-1 4 5 0,-5-1-1 15,6 0-2-15,0 0-2 0,-6-3-2 16,6-1 1-16,-7 2 1 0,7-5 5 0,-6 0 11 15,-1-4 20-15,8-3 24 0,-8-1 20 0,7-3 17 16,0-3 10-16,6-8 0 0,-5-4-10 16,12-3-18-16,-7-12-20 0,7 1-19 15,0-8-19-15,7-3-15 0,-1 0-16 0,1-4-9 16,-1 1-5-16,1-1-40 0,6-2-1 16,-7 3 0-16,2 7 0 0,-2-6 0 0,1 10 0 15,-8 0 0-15,1 6 0 0,-6 0 0 16,0 4 0-16,-8 3 0 0,8 1 0 15,-7 7 0-15,-7 0 0 0,2 0 0 0,-2 5 0 16,0 1 0-16,0 1 0 0,-6 1 0 16,0-2 0-16,0 5 0 0,0 5 0 0,0-5 0 15,-6 3-236-15,6 6-96 0,-6-3-90 0,6 2-128 16,-6-2-167-16,-2 2-201 0,8 3-118 16,-6 0-10-16,0-4 52 0,-1 5 134 15,0-5 203-15,-6 0 254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55.6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9436 12641 14 0,'0'-2'303'0,"-6"-5"52"16,6-1 42-16,-6 0-35 0,-1 1-11 16,7 0-53-16,-6 0-27 0,6-1-13 0,-7 1 11 15,7 4 20-15,-7-5 8 0,7 1-2 16,0 3-4-16,-6 0-9 0,6 1-28 0,0-1-48 0,0 0-47 0,-6 4-35 0,6 0-35 15,0 4-24-15,0 0-14 0,0 3-1 32,6 4 5-32,-6 0 12 0,0 4 14 0,6 4 14 0,-6-1 4 0,7 0 0 0,-7 0-3 31,0 4-6-31,0-4-6 0,7 1-9 0,-7-1-2 0,6-4 1 0,-6 1 6 0,7 0 5 31,-7-8 11-31,6 5 13 0,0-9 14 16,1 1 15-16,0-4 12 0,5-4 8 0,2-7-1 0,5-4-7 0,7-6-9 0,7-9-15 15,-1-3-18-15,8-4-16 0,-1-3-13 0,6-4-6 16,7-3-65-16,1-5-8 0,-2 1 0 31,1-1 0-31,7-3 0 0,0 4 0 16,0 0 0-16,-8 0 0 0,8 3 0 0,-7 4 0 0,1 5 0 0,-8-3 0 0,1 6 0 31,-14 3 0-31,1 8 0 0,-7-2 0 0,-7 6 0 0,1 6 0 0,-8 0 0 0,2 4 0 31,-8 5 0-31,1-2 0 0,-1 4 0 0,-6 1 0 16,0-1 0-16,-6 8 0 0,-1-1-141 16,1 1-235-16,0 4-98 0,-8-2-140 0,8 2-196 0,-7-1-207 0,0 4-61 0,0-4 16 31,-7 4 79-31,7-3 158 0,0-2 240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7:58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10583 10254 55 0,'-7'-4'327'0,"7"0"45"0,-6-3 37 0,6 0-32 16,-7 0-43-16,7 0-65 0,0-5-25 16,0 5 7-16,0 0 13 0,0-4 12 0,0 4 14 15,0-1 1-15,7 0-4 0,-7 1-19 16,0 0-25-16,0 0-37 0,0 2-36 0,6 2-37 15,-6-1-34-15,0 4-28 0,0 0-20 16,7 4-4-16,-7 4 7 0,6-1 18 16,-6 4 12-16,7 0 14 0,-7 4 7 0,0-1 2 15,6 4-4-15,-6 1-5 0,0-1 3 16,0 0-6-16,0 1-3 0,0-5-4 0,-6 4-4 16,6-6-7-16,0 3-14 0,0-8 1 15,0 0 2-15,0 1 10 0,6-5 15 16,-6 1 18-16,14-8 12 0,-2-4 13 0,2-6 7 15,11-4-5-15,1-8-11 0,13-3-13 16,-5-8-11-16,11 1-12 0,1-9-13 0,12 2-5 16,0-4-47-16,7-2-24 0,8-2 0 15,-2 4 0-15,8-5 0 0,-8 4 0 0,0 1 0 16,-6 3 0-16,-6 0 0 0,-7 7 0 16,-7 0 0-16,-5 1 0 0,-1 7 0 0,-6 3 0 15,-14 4 0-15,8 4 0 0,-15 3 0 0,1 0 0 16,0 8 0-16,-6-5 0 0,-1 9 0 15,-6 0 0-15,0 3 0 0,0 0 0 16,-6 3 0-16,-1 5 0 0,-6-1-231 0,7 4-249 16,-7 0-151-16,-1 4-201 0,2 0-220 15,-2-1-68-15,2 1 19 0,-8-1 78 0,7-3 167 16,-7-4 245-16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01.3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9052 12734 40 0,'0'-3'282'0,"0"-1"48"15,0 4 43-15,0-5-63 0,0 2-14 16,0-1-33-16,0 1-28 0,0-1-10 0,0 1-7 15,0-1 0-15,0 4 11 0,0-4 7 16,0 4 3-16,0 0-5 0,0 0-17 0,0-3-28 16,7 3-40-16,-7 3-35 0,0-3-23 15,0 4-12-15,6 0 2 0,-6-1 7 16,7 4 3-16,0 0 7 0,-1 2 0 0,0 1 1 16,0 1-7-16,2-4 2 0,-2 5 7 15,7-1 1-15,-7 0 3 0,1-4-5 16,0 4-1-16,-1-4-2 0,0 1 2 0,1-5 6 15,6 4 8-15,-7-7 16 0,1 4 18 16,6-8 12-16,-6 1 6 0,13-4 4 0,-8-4-6 16,8-4-9-16,6-7-10 0,-1-4-11 0,8-4-7 15,7-2-2-15,-1-8-1 0,6-4-2 16,7 0-16-16,0 0-105 0,7-4 0 0,0 0 0 16,6 1 0-16,-6 0 0 0,-1 2 0 15,-6 1 0-15,6 4 0 0,-11 3 0 16,-2 1 0-16,-7 7 0 0,-5 3 0 0,1 0 0 15,-9 7 0-15,-5 5 0 0,-8-1 0 16,2 5 0-16,-2 2 0 0,-5 1 0 16,0 3 0-16,-7 1 0 0,6 3 0 0,-12 0 0 15,6 0 0-15,0 3-123 0,-7 1-246 0,0 3-54 16,1 1-83-16,0-5-127 0,0 8-165 16,-2-4-178-16,-4 1-48 0,5-1 24 0,-6 1 91 15,6 0 165-15,-5-6 218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06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9306 12737 19 0,'0'0'229'0,"-6"0"70"0,6 0 42 15,0 0-27-15,0 0-25 0,-6 0 18 16,6-3 0-16,-7 3-20 0,7-3-21 16,-7-1 16-16,7-1 30 0,-6 2 13 0,6-1-8 15,0 1-11-15,-7-1-11 0,7 1-35 16,-6-1-43-16,6 0-30 0,0 1-20 0,-7-1-22 16,7 0-22-16,0 4-19 0,0 0-27 15,0 0-20-15,0 4-17 0,7-4-11 0,-7 7 0 16,6-3 11-16,1 7 11 0,-1-4 8 15,1 5 14-15,6-2 12 0,-7 1 8 16,0 1 2-16,8-5 6 0,-8 4 10 0,1-4 1 16,6 0 6-16,-6-3 8 0,-1-1 11 15,6-3 10-15,2 0 9 0,-1-7 4 16,13-4-3-16,-6-3-5 0,12-5-5 0,1-6-11 16,12-8-131-16,1-3-5 0,-1-8 0 15,14-1 0-15,-7 1 0 0,7-3 0 0,0-4 0 16,6-1 0-16,0-3 0 0,0 4 0 15,0 3 0-15,0-3 0 0,-7 7 0 16,1 0 0-16,-6 3 0 0,-8 5 0 0,1 3 0 16,-14 4 0-16,-6 7 0 0,1-1 0 0,-8 9 0 15,-6-1 0-15,0 4 0 0,-7 4 0 16,0 3 0-16,-6 1 0 0,0 3 0 0,-6 0 0 16,0 3 0-16,-1 1-405 0,-6 3-348 15,0 1-249-15,1 2-166 0,-2-2-30 0,-5-1 53 16,-1 5 118-16,0-9 206 0,1 5 302 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09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5333 14577 264 0,'-6'-5'339'0,"6"-1"78"16,0 2 45-16,-6-3-36 0,6 3-20 0,0 0-14 16,-7-3 41-16,7 3-30 0,0 1-32 15,0-1-39-15,0 0-55 0,0 4-53 16,0-3-50-16,0 3-36 0,0-4-30 0,0 4-24 15,0 0-21-15,0 0-11 0,7 4 0 16,-7-4 7-16,6 7 12 0,0-3 16 0,8 3 10 16,-8 4 8-16,7 0 8 0,0 4 0 15,-6-1 3-15,5 4-2 0,-4 2-2 16,4-3 1-16,-5 2-1 0,-1-1 0 0,1 1 0 16,-1-5 0-16,1 0 5 0,-1 1 6 15,0-4 8-15,2-3 16 0,-2-1 17 0,0-4 21 16,7-3 16-16,0-8-43 0,0-2-158 15,7-5 0-15,0-7 0 0,12-4 0 0,-5-6 0 16,11-5 0-16,-5 0 0 0,6-7 0 16,7 0 0-16,-1 1 0 0,1-5 0 0,-1-3 0 15,8-1 0-15,-8 1 0 0,7 0 0 16,-7 3 0-16,1 1 0 0,-7 7 0 0,-6 3 0 16,-1 3 0-16,1 6 0 0,-13 2 0 15,-1 4 0-15,-6 3 0 0,0 8 0 16,0-3 0-16,-6 6 0 0,-1 1 0 0,-6 3 0 15,6 1 0-15,-6 0 0 0,0 3 0 0,-6 3 0 16,6-3-92-16,-13 7-440 0,7-3-151 16,-1 3-191-16,-6 0-205 0,0 2-56 0,-6-2 28 15,5-1 92-15,-5-2 174 0,-1 0 246 16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12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9229 12511 189 0,'0'0'350'16,"0"3"42"-16,0-6 8 0,0 3 20 15,0-4-6-15,0 4-12 0,0-4-1 0,-8 1-1 16,8-1-8-16,0 4-15 0,0-5-40 15,0 5-62-15,0 0-70 0,0-2-53 16,0 2-33-16,0 0-37 0,0 2-22 0,8-2-17 16,-8 5-6-16,6 2 2 0,0 1-4 15,0 3 9-15,1 3 8 0,0 1 2 0,6-1 4 16,-7 5 4-16,1-1 1 0,0 1 3 16,5 1 2-16,-6 0 4 0,2-3 2 15,-2 2 2-15,7-1 4 0,-7 1 6 0,1-8 7 16,6 3 16-16,-7-2 21 0,8-5 22 15,-2-3 22-15,2-4 12 0,5-4 4 0,7-8-6 16,0-6-18-16,7-3-23 0,6-9-25 16,-1-6-21-16,8-4-24 0,7-4-73 15,-2-5 0-15,8-1 0 0,0-1 0 0,-1 2 0 16,1-1 0-16,0-2 0 0,-7 9 0 16,0-1 0-16,0 2 0 0,-7 7 0 0,-5-2 0 15,-1 7 0-15,-13 4 0 0,0 4 0 0,-7 4 0 16,1 4 0-16,-7-1 0 0,0 4 0 15,-6 4 0-15,-1-1 0 0,0 5 0 0,-6-2 0 16,0 3 0-16,0 2 0 0,-6 0 0 16,0 0-232-16,-1 2-195 0,1 3-107 15,-8-2-160-15,8 1-201 0,-8 3-153 0,2-3-30 16,-8 3 38-16,7-3 113 0,1-1 192 16,-8-3 258-16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15.4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11533 7586 70 0,'0'-4'338'0,"0"1"56"0,0 0 46 15,0-5-39-15,0 1-7 0,0 0-44 16,0 0-11-16,-6-1 8 0,6 1 4 0,0 3-17 16,0 0-32-16,0 1-59 0,0 3-62 15,0 0-63-15,6 0-42 0,-6 3-20 0,7 5-16 16,0 2 9-16,-1 5 11 0,0 0 13 0,2 7 5 0,4 0 1 15,-5 0 4-15,-1 3-1 0,7 1-3 16,-6 0 3-16,-1-5 4 0,0 6 5 0,2-5 2 16,-2-4 16-16,0 1 17 0,1-5 20 15,6 0 29-15,-6-7 21 0,5-3 15 16,2-4 2-16,5-7-8 0,7-4-18 0,6-7-31 16,8-4-31-1,-1-7-20-15,13-4-17 0,6-4-12 0,1-4-12 16,13 2-9-16,-1-6-5 0,8-2-9 15,-1-1-8-15,0 0-6 0,6 0-3 0,-5 5 0 16,-8-5-1-16,1 8-1 0,-7 0-21 16,0 7-1-16,-13 3 0 0,-12 5 0 15,-2 3 0-15,-5 3 0 0,-7 5 0 0,-6 3 0 16,-7 4 0-16,-1 0 0 0,-4-1 0 0,-2 8 0 0,-6 0 0 16,-6 3-109-16,-2 6-116 0,-4-3-117 15,-1 2-191-15,-1 3-253 0,-4-1-264 0,-9 5-95 16,7-4 9-16,-6 0 75 0,0 0 172 15,0-4 255-15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17.9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8160 8201 64 0,'0'-2'315'0,"0"-2"44"0,6 0 37 0,-6 1-48 16,0-5-49-16,0 4-49 0,0 2-32 16,7-3-24-16,-7 2-26 0,0 3-24 0,7 0-26 15,-1 0-27-15,-6 3-8 0,13-3 20 16,-7 7 18-1,1-3 36-15,0 7 31 0,5-3 25 0,2 6 12 16,-8-3-15-16,1 8-13 0,6-5-22 16,-6 8-9-16,-1-4-5 0,6 4-7 15,-4 1 0-15,-2-2-3 0,7 1-9 0,0-3-13 16,-6-5-5-16,5 0 2 0,2-5 13 16,5-3 11-16,1-6 9 0,6-10 3 0,0-5-2 15,13-7-7-15,6-7-19 0,7-8-9 0,7-7-13 0,12-8-16 16,2-6-17-16,11-11-20 0,0-1-10 15,8-3-9-15,-1-4 1 0,6-1 0 0,1 6-1 16,-7-1 0-16,8 2-4 0,-15 6-5 16,-6 7-11-16,-13 2-37 0,0 5 11 0,-12 8 7 15,-15 5 2-15,1 9 0 0,-6 3-3 16,-13 5 27 0,0 2-17-16,-8 8-14 0,2 0-19 0,-8 8-43 15,0 3-61-15,-6 3-91 0,0 5-129 16,0 3-209-16,-6 4-283 0,-8 2-202 0,2 1-66 15,-2 1 26-15,-5-1 94 0,-1-3 193 16,-6-1 289-16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20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10583 7861 191 0,'0'-4'369'0,"0"1"52"0,-7-1 53 0,7 1-60 16,0-5-71-16,0 1-32 0,0 0 0 16,0 4 7-16,0-6 0 0,0 6-7 0,7 0-15 15,-7-1-31-15,0 0-46 0,6 1-51 16,-6 3-46-16,7 0-28 0,-1 3-26 0,0 1-16 0,2 0-12 15,-2 2-1-15,0 6 0 0,1-1 3 16,6 3 10-16,-6 5 4 0,-1-5 8 0,0 6 7 16,8-3 7-16,-8 1 4 0,0 1-5 15,1-1-1-15,0-3 3 0,-1-1 3 0,1 1 3 16,-1-4 6-16,0 0 17 0,1-3 20 16,0-6 12-16,5 3 8 0,2-10 3 0,5-2 0 0,1-7-9 15,12-5-13-15,1-2-15 0,6-9-14 16,13-2-9-16,0-5-10 0,7-7-10 0,12 0-8 15,1 0-8-15,6-4-3 0,-6 5-3 16,6-6-2-16,0 6-1 0,-6-1 6 0,-7 4 8 16,0-1 4-16,-12 4-33 0,-2 5-31 0,-5-1 0 15,-7 8 0 1,-7 2 0-16,-5 1 0 0,-1 4 0 16,-7 7 0-16,-6-1 0 0,0 2 0 0,-7 2 0 15,2 5 0-15,-8-1 0 0,6 1 0 16,-6 3-55-16,-6 3-235 0,6 1-105 0,-8 3-137 15,-4 0-190-15,5 0-264 0,-6 5-108 16,0-9-3-16,1 5 58 0,-8-5 129 0,0 0 216 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23.2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10303 8463 252 0,'0'-5'331'0,"0"-2"21"0,-7 3-37 0,7 1-67 15,-6 0-65-15,6-1-58 0,-7-1-12 0,7 2 6 0,-6 0 9 16,6-1 14-16,-7 0 11 0,7 4 13 16,0-3 11-16,-7 3 19 0,7-4 27 0,0 4 17 15,0-4 7-15,0 4-1 0,0 0-9 16,0 0-21-16,0 0-32 0,0 0-33 16,0 0-34-16,-6 0-26 0,6 0-22 0,0 4-20 15,6 0-11-15,-6-1 5 0,0 5 13 0,7-2 20 16,-7 6 17-16,7 2 18 0,-7-3 9 0,6 4-3 15,1 0 1-15,-7-1-3 0,6 1 1 16,1-4 5-16,0 0 7 0,5 1 14 16,-6-2 9-16,2-3 4 0,-2 1 6 0,0-4 1 15,7-1-1-15,1-6-4 0,4-1-6 16,2-4-6-16,7-6-10 16,5-1-10-16,7-7-10 0,1 0-10 15,5-8-101-15,1 1-4 0,5-7 0 0,8-1 0 16,6 1 0-16,0-8 0 0,7 0 0 0,6 0 0 15,-6-4 0-15,12 4 0 0,-11 0 0 16,-2 4 0-16,-6 3 0 0,-6 4 0 16,-7 1 0-16,-13 3 0 0,0 6 0 0,-13 1 0 15,0 7 0-15,-6 1 0 0,-1 2 0 16,-13 2 0-16,8 3 0 0,-8 3 0 0,-6 0 0 16,0 1 0-16,0 3 0 0,-6 3 0 15,-1-3 0-15,0 8-124 0,-5-5-490 16,5 5-195-16,-6-2-245 0,0 6-109 0,-1-5 1 15,2 0 64-15,-8 1 136 0,1-5 227 16,-1 1 310-16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8:25.9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9983 7949 61 0,'0'-3'289'16,"0"0"49"-16,0-5 44 0,-6 4-70 0,6-3-9 15,0 0-13-15,0-1-24 0,-6 2-5 16,6-3 6-16,0 1 15 0,0 5 7 0,0-4 0 15,0 0-6-15,0-1-19 0,0 4-34 16,0-3-39-16,0 7-43 0,6-3-39 16,-6 3-28-16,6 0-10 0,-6 3 2 0,7 4 7 15,0 1 18-15,-1 3 13 0,1 7 12 16,-1-3 7-16,0 7-4 0,-6-4-5 16,8 5-10-16,-2-2-7 0,0-3-7 0,-6 1-7 15,6 0-6-15,2-5-2 0,-2-3 6 16,-6 0 17-16,6-3 22 0,1-1 25 0,6-7 25 15,-6-4 17-15,11-4 5 0,-4-6-12 16,5-4-20-16,7-8-25 0,7-3-23 16,-1-4-21-16,1-4-98 0,7 0 0 0,5-3 0 15,7-4 0-15,-7 0 0 0,8 4 0 0,-1-4 0 16,-1 4 0-16,2-5 0 0,-1 9 0 16,-7-4 0-16,-5 7 0 0,-1 3 0 0,0 1 0 15,-13 4 0-15,0-1 0 0,0 8 0 16,-13 3 0-16,7 0 0 0,-14 4 0 15,7 3 0-15,-6 1 0 0,-7 4 0 0,0-1 0 16,0 4 0-16,0 4 0 0,-7-1 0 0,-6 1 0 16,7 7-342-16,-8-3-136 0,2 3-138 15,5 0-183-15,-6 0-229 0,0 3-75 0,0-3 18 16,0 1 80-16,0-5 155 0,-7 0 231 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39:41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 14609 125 0,'-6'-7'348'0,"0"3"61"0,-1 1 46 15,-6-1-54-15,7-3-8 0,-1 3-15 16,0 1 13-16,7-2 5 0,-6 2 0 0,6 0-19 16,0-1-37-16,-7 0-59 0,7 4-55 15,0 0-37-15,7 4-18 0,-7 0-1 0,6 2 3 16,1 6 5-16,0-1 2 0,-1 3 6 15,0 6 0-15,1-3-4 0,0 2 0 16,-1-1-3-16,0 1-4 0,1-2-7 0,6-2 0 16,-6 0 7-16,5-4 11 0,8 0 12 15,0-8 14-15,-1 2-195 0,7-10-17 0,13-5 0 16,1-9 0-16,11-7 0 0,8-6 0 0,6-9 0 16,14-7 0-16,12-7 0 0,0-3 0 15,7-5 0-15,-1-2 0 0,1-1 0 0,-7 0 0 16,6 0 0-16,-5 4 0 0,-1 6 0 15,-13 5 0-15,-6 4 0 0,-7 6 0 16,-13 5 0-16,-7 7 0 0,-5 3 0 0,-7 4 0 16,-8 4 0-16,-5 3 0 0,0 4 0 0,-9 0 0 15,-3 4 0-15,5-1 0 0,-8 5 0 16,-5-1 0-16,8 0 0 0,-8 1 0 16,0 0 0-16,0-2 0 0,-13 5-617 0,7-3-512 15,-9 3-171-15,-3 0-29 0,-8-4 75 16,0 0 142-16,-13-3 255 0,7-4 374 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23:03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21138 8641 213 0,'9'0'389'0,"-4"0"42"0,2-1 34 16,-6 1-58-16,3 1-118 0,-3-1-64 0,1 0-31 15,-2 2-9-15,0-2 6 0,0 1 21 16,-2-1 37-16,2 2 38 0,-1-1 35 0,1 2 22 16,-2 0 9-16,0 0-23 0,2 0-48 15,-1 0-56-15,-1 1-58 0,0-3-51 16,2 1-40-16,0 0-25 0,0-2-8 0,0 0-3 15,0 0 4-15,2-2 0 0,0 1 1 0,-1 0-4 16,3-3-5-16,-3 0-7 0,2 0-7 16,3-4-2-16,-1 1-5 0,-2-1-2 15,4 0-3-15,-4-3-1 0,0-1-1 16,0 2-1-16,2-3 5 0,-5 1 2 0,0 2 7 16,-6-1 4-16,1 1 2 0,-2-1 1 0,-4 3-4 0,-1-1 1 15,-3 3-3-15,-3 1-1 16,-2 3-2-16,-3 1-1 0,-2 2-4 15,-4 4-5-15,1 2-2 0,-1 0-4 0,3 4 1 16,-1 2-2-16,3 0 0 0,2 2-1 16,3 0-1-16,8-1-1 0,1 4-2 15,7-1 0-15,4 1-1 0,7 2-1 0,4-2-1 16,6 1 0-16,4 1 0 0,2-1-1 16,5 1-1-16,1-1 3 0,2 0 1 15,-2-1 3-15,0 2 2 0,-2-1-1 0,-3 1 2 16,0 1-1-16,-5-4-2 0,-5 2-4 0,-3-1 2 15,-3 0 1-15,-8-1 0 0,-2-2-1 16,-7 1 2-16,-2-4 3 0,-5 1 0 0,-1-3 0 16,-3-1 1-16,0-3 0 0,-5-1-1 15,1-1 0-15,-1-4-3 0,0 0-1 0,0-3 2 16,1-2 1-16,1-1 0 0,1-3-1 16,2-2 3-16,5-2-3 0,0-2-6 15,2 0-3-15,6-1-9 0,0-2-18 0,4 0-32 16,2 0-51-16,6 0-141 0,-3 1-172 15,6 1-170-15,-3 2-211 0,0 2-133 0,4 3-35 16,-4 2 97-16,-1 1 151 0,0 4 166 16</inkml:trace>
  <inkml:trace contextRef="#ctx0" brushRef="#br0" timeOffset="928.93">20929 9654 183 0,'3'-5'468'0,"1"-2"57"0,-4-1 59 0,1-1 83 15,1 0-119-15,-2 0-63 0,1 1-5 0,1-2 0 16,-2 3-16-16,2 1-54 0,-2 4-94 16,0-3-70-16,0 4-62 0,0 1-50 15,0 3-29-15,0 2-19 0,0 6-17 16,0 1-13-16,0 2-10 0,0 3-10 0,0 2-8 16,-2 1-11-16,0 1-5 0,1 1-5 15,-1 1-3-15,2 0-1 0,-1 0-1 0,1-3-1 16,-3 3 2-16,2-6-1 0,1-1 3 15,0-2-2-15,0-3-2 0,0 0 3 0,0-5 2 16,0-2 3-16,1-3 2 0,2-2 0 16,-3-3-1-16,0-4 1 0,0-4-2 0,0-2-4 15,1-2 0-15,1-2 1 0,-1-3 2 0,3-2-3 16,-3 1-2-16,3 0 3 0,0-2-3 16,1 2-2-16,-1 1-1 0,1 2 3 0,2 0 0 15,-2 6-1-15,-1 0 2 0,2 4 4 16,1 1 5-16,-1 6 1 0,2 0 0 15,0 5 3-15,1 4-1 0,-1 2-3 0,2 3-4 16,1 4-2-16,-2 1 0 0,4 3-1 16,-4 1-3-16,3 0 0 0,0-1-2 15,-1 1 1-15,-1 1-3 0,2-1-7 0,-4 0-12 0,2-2-25 16,1-1-37-16,-5-1-49 0,2-2-102 16,-1-3-142-16,2 0-117 0,-5-5-74 15,3-1-51-15,-1-3-28 0,-1-3 34 0,3-3 90 16,-4-3 79-16,1-3 59 0,2-1 58 0,-2-6 70 15,-1 0 95-15,2-5 123 16,-1-3 103-16,0-3 91 0,-2-3 73 16,2-2 53-16,-2-2 19 0,0 0-16 0,2-1 20 15,-4 4 44-15,1 2 71 0,-2 1 60 16,0 6 25-16,-2-1-2 0,2 8-39 0,-1 0-72 16,-2 6-96-16,1 1-91 0,2 4-60 0,-1 4-40 15,1 4-22-15,-2 5-17 0,2 4-14 16,0 5-9-16,-1 6-8 0,-1-1-7 15,-1 4-11-15,1 0-5 0,-3 3-6 0,4 0-3 16,-2 0-8-16,-1 2-23 0,3 0-51 16,-5-3-135-16,3 1-195 0,0 0-201 0,2-3-266 15,0 1-134-15,-2-3-28 0,-1-1 87 16,3 0 173-16,-3-5 190 0</inkml:trace>
  <inkml:trace contextRef="#ctx0" brushRef="#br0" timeOffset="1765.95">21137 10382 308 0,'7'-2'462'0,"-4"-2"38"0,1-1 47 0,-3-1-12 0,1 0-160 16,-1-2-56-16,-1 2 16 0,4-2 43 31,-4 2 37-31,0-1 3 0,0-2-17 0,-4 3-33 0,1-2-57 0,0 3-68 0,-2 0-68 16,-2 2-43-16,0 0-32 0,-1 3-22 0,-1 3-18 16,-5 3-14-1,1 5-12-15,-3 2-13 0,2 3-8 0,-3 4-3 0,0 2-2 0,4 1-5 16,0 4 0-16,0 0-1 0,4 1-2 15,2 0-2-15,2-1 0 16,2-1 3-16,5 0 1 0,3-1 0 0,-1 1 2 0,5-5-3 16,1 0-3-16,3-3-1 0,3-5-1 0,-3 0 0 15,4-4-3-15,-3-2 0 0,3-4-1 16,-1-3 0-16,2-1-1 0,-6-4 2 16,1-1 3-16,0-2 1 0,-4-4-3 0,-1 1 3 31,0-3 1-31,-3 1 0 0,-4-2 0 0,-1-1 0 15,0-1 7-15,-1 3-2 0,-4-1 0 16,2 2 1-16,-5-1-3 0,2 1 0 16,-1 2-1-16,-1 1 0 0,2 0-2 0,3 3 2 15,0 1-2-15,1 2 1 0,2 1 0 0,3 0-1 16,7 1-1-16,-2 2-3 0,3 2 0 16,1 1-2-16,4 0-3 0,1 0-1 0,0 0-2 15,1 1-1-15,-2-1 2 0,3 0 2 16,-2 0 2-16,-2-1 2 0,0-1 2 0,-3-1 2 15,-3-1 2-15,-2-1 1 0,0-2 1 16,-4-1 4-16,1-1 1 0,-3-1 1 0,-1 0 7 16,-1-1 15-16,-1-1 17 0,0 1 11 15,-1 1 20-15,2 1 10 0,-4 0 5 16,4 2-8-16,-2 2-11 0,-1 2-10 0,3 1-15 16,-3 4-11-16,3 2-12 0,-2 5-7 15,-1 1-5-15,3 3 1 0,-2 2-8 0,1 3-4 16,0 1 0-16,0 1-9 0,-2 1-30 15,3 2-57-15,-1-3-83 0,-1 1-202 0,1 0-216 16,-1 0-270-16,2-1-158 0,-3-2-49 16,3-2 33-16,-2 1 176 0,-1-4 201 0,3-1 269 15</inkml:trace>
  <inkml:trace contextRef="#ctx0" brushRef="#br0" timeOffset="2391.83">21211 11243 189 0,'5'-9'525'0,"-4"1"90"0,1 1 70 0,-2-1 105 0,0 0-102 0,0 1-118 16,0 1-64-16,0 1-61 0,0 1-47 0,0 1-84 15,0 1-95-15,0 4-68 0,0 1-32 16,1 3-19-16,3 3-12 0,0 2-9 16,1 6-8-16,-1 2-9 0,0 0-13 0,-3 3-9 15,3 3-11-15,-1 3-11 0,-2-1-5 16,3 2-6-16,-3 0-1 0,2 0-4 0,2-1 0 16,-4-2-3-16,1 0-4 0,0-1-7 15,-2-3-22-15,0-1-34 0,0 0-54 16,0-4-119-16,0-3-154 0,0 0-131 0,1-5-115 15,1-1-99-15,-1-3-118 0,3-5 16 16,-3-3 101-16,4-3 109 0,0-2 120 0,2-6 128 16</inkml:trace>
  <inkml:trace contextRef="#ctx0" brushRef="#br0" timeOffset="2736.6">21451 11371 231 0,'11'-20'511'0,"0"3"55"15,-3 2 57-15,-3-1 98 0,0 5-147 16,-4 0-83-16,1 3-29 0,-1 1-8 0,-1 5-23 15,-1-2-79-15,-1 4-90 0,-1 0-70 16,-2 5-57-16,-1 1-46 0,-3 3-27 16,-3 3-11-16,0 2-11 0,-1-1-8 0,-1 3-5 15,-3 0-1-15,-1 0-9 0,2 0-4 0,-2-1-5 16,5-1-5-16,-5-1 1 0,7-2 1 16,-2-1 1-16,3-3-2 0,0-1 2 0,2 1 7 15,-1-3 12-15,2-2 14 0,3-1 13 16,0-1 9-16,1-1 7 0,1-1-4 0,1 0-11 15,1-2-13-15,1-1-11 0,3 2-10 16,-3-4-7-16,6 3-6 0,-2-1-3 16,-1 2-2-16,6 0 1 0,-2 2 1 0,0 2-2 15,4 2 1-15,-1 3-1 0,4 2 1 16,0 3-2-16,1-1 1 0,1 2 1 0,1 1-1 16,-2 1-6-16,2 1-21 0,0 2-34 15,1-2-57-15,0 0-153 0,-3-1-201 0,3 0-212 16,-2 1-229-16,0-3-99 0,0 0-15 15,-4-2 116-15,0-2 181 0,1-1 206 16</inkml:trace>
  <inkml:trace contextRef="#ctx0" brushRef="#br0" timeOffset="3784.15">21419 12102 174 0,'0'-9'471'0,"2"1"54"0,-4 1 53 16,2-5 84-16,0 5-115 0,-1-1-63 15,1 2-7-15,1-2 2 0,-1 1-15 0,0 2-63 16,3 1-89-16,-3 1-77 0,4 1-64 16,-3 4-40-16,3 1-24 0,-1 4-7 0,2 2-10 15,-2 6-11-15,3 2-9 0,-5 3-12 16,2 2-12-16,1 4-13 0,-3 1-10 0,1 0-7 16,0 1-6-16,-1 0-3 0,-1-1-2 15,0 2-3-15,0-4 0 0,0 0-2 16,0 0-3-16,-1-3 0 0,1 0-4 0,-2-3-15 15,0 0-27-15,1-2-39 0,-3-4-66 16,4-2-140-16,-3-3-147 0,3-1-118 16,0-7-105-16,-1 0-101 0,1-2-94 0,0-6 53 15,1-5 107-15,1-2 108 0,-1-3 119 0</inkml:trace>
  <inkml:trace contextRef="#ctx0" brushRef="#br0" timeOffset="4003.9">21486 12070 335 0,'-3'-17'503'0,"-7"1"38"0,2 2 44 0,-1 0 26 16,-2 2-172-16,2 2-71 0,4-1-33 16,0 6-19-16,1-1-33 0,1 0-51 15,6 2-48-15,2 0-41 0,3 1-25 0,6 2-14 16,2 0-6-16,6-1-15 0,4 2-34 0,-2 0-22 16,4 2-14-16,1-1-5 0,-2 0-8 15,1 2-7-15,-1 2-73 0,-5-2-119 0,-1 3-113 16,-4-1-109-16,-4-1-110 0,-3 3-143 15,-7-1-62-15,-3 2 46 0,-3 0 75 16,-7-1 89-16,-2 1 103 0</inkml:trace>
  <inkml:trace contextRef="#ctx0" brushRef="#br0" timeOffset="4175.75">21555 12112 195 0,'-18'12'455'0,"-1"-3"40"16,3-1 42-16,0 1 35 0,0-1-201 0,3-2-114 15,4-2-58-15,0 1-4 0,4 0-4 16,3-2 3-16,4 2 1 0,3-1-2 0,1-3 0 15,6 3-28-15,4-4-35 0,5 0-40 16,2 0-34-16,4-2-23 0,5 0-21 0,-1 1-74 16,-1 0-118-16,2-1-141 0,-2 2-227 15,-1 0-149-15,-5 3-72 0,-2-2 23 16,-2 3 91-16,-4-2 129 0</inkml:trace>
  <inkml:trace contextRef="#ctx0" brushRef="#br0" timeOffset="4754.85">21546 12833 54 0,'0'-5'485'0,"-2"0"67"0,-1-2 58 0,-3 2 98 0,1 0-16 0,-1 0-140 15,3 0-72-15,-1 2-38 0,1 1-29 16,2 2-72-16,1 0-92 0,0 4-72 0,1 0-31 16,1 4-23-16,0 1-21 0,2 4-11 15,-1 2-10-15,1 3-11 0,-1 1-14 16,0 3 0-16,0-2-7 0,0 4-7 0,-1 1-8 16,-2-1-3-16,-5-2-5 0,5 1-6 15,-1 0-3-15,-2-3-3 0,-1-1-4 0,3 0-1 16,-3-4 2-16,3 0 2 0,-1-5 2 15,1 0 7-15,1-2 9 0,0-2 8 16,0-1 7-16,1-2 7 0,4-2 4 0,2-1-6 16,2 0-7-16,0-1-8 0,6-2-10 15,2 1-8-15,3-4-7 0,1 0-3 0,4 0-4 16,1 0-3-16,0-1-1 0,1 1-1 16,2 1-1-16,-4 1-4 0,1 1-21 0,-1 0-33 15,-2 3-49-15,-3-2-75 0,-2 2-169 16,0 2-191-16,-6-2-193 0,-3 2-204 0,-2 0-80 15,-4 3 7-15,-3-3 134 0,-3 3 175 16,-1-2 203-16</inkml:trace>
  <inkml:trace contextRef="#ctx0" brushRef="#br0" timeOffset="5224.14">21749 13671 320 0,'4'-7'573'0,"-2"-1"61"0,1-1 88 0,-3 1 125 0,0 1-179 16,1-1-123-16,-1 4-70 0,0-1-34 16,2 1-66-16,-2 2-107 0,1 1-88 0,3 2-51 15,-3 2-16-15,2 3-14 0,1 2-8 16,1 2-6-16,-4 4-9 0,2 1-8 0,2 1-12 15,-4 2-10-15,1 3-13 0,-1-1-12 16,-1 1-8-16,2 0-5 0,-2-1-4 16,-2 2 0-16,2-3-3 0,-1 2-1 0,-1-4 0 15,2 1-6-15,-1-2-3 0,-4 1-23 16,4-4-29-16,-1 0-34 0,-1-2-60 0,0-3-114 16,1-1-147-16,-1-2-111 0,0-3-107 15,-1-2-101-15,0-2-124 0,-1-3 21 0,1-2 100 16,0-2 106-16,1-3 120 0</inkml:trace>
  <inkml:trace contextRef="#ctx0" brushRef="#br0" timeOffset="5458.51">21684 13716 260 0,'-7'-13'520'0,"-1"1"51"0,-3 1 50 16,2-1 96-16,-1 2-146 0,-1 0-54 0,4 3-31 15,2 0-15-15,0 1-25 0,1 2-78 16,3 0-109-16,2-1-97 0,4 1-56 0,3-1-29 15,6 1-18-15,1 0-14 0,4 0-9 16,0 0-7-16,3-1-7 0,1 1-3 16,3 0-8-16,-1 0-4 0,1 1-5 0,0 2-4 15,0-2-15-15,0 3-42 0,0-2-115 16,-4 2-168-16,-2 0-170 0,1 0-195 0,-7 0-186 16,0 0-65-16,-6 2 59 0,-1 1 138 15,-6-2 155-15,-1-1 189 0</inkml:trace>
  <inkml:trace contextRef="#ctx0" brushRef="#br0" timeOffset="5928.45">21690 14518 182 0,'-2'0'505'0,"2"0"76"0,-4-2 67 0,2 1 117 16,-1 0-107-16,1-1-90 0,1-1-51 15,-3 3-37-15,3 0-39 0,-1 0-95 16,2 3-88-16,-1 1-73 0,1 4-34 0,1 2-20 16,-1 4-13-16,2 3-10 15,-2 2-10-15,1 5-10 0,-1 1-14 0,-1 1-11 0,1 4-15 16,-2 0-11-16,1 2-10 0,1 0-13 16,-4-1-5-16,3 1-4 0,-4-3-3 0,2 1-2 15,2-2 0-15,-3-2-2 0,1-2-2 16,-2-1-3-16,2-2-21 0,-2-2-32 15,-1-1-41-15,2-3-45 0,0-1-91 0,0-3-162 16,2-4-130-16,0-3-108 0,1-3-99 16,-1-1-112-16,2-4-29 0,2-6 99 0,-1-4 116 15,3-1 123-15,0-6 129 0</inkml:trace>
  <inkml:trace contextRef="#ctx0" brushRef="#br0" timeOffset="6337.56">21664 14812 126 0,'4'-28'461'16,"-3"1"62"-16,-2 1 48 0,-1 3 61 0,0-1-116 0,1 4-62 15,-4 0-10-15,4 3 15 0,1-1 2 16,0 2-29-16,1 3-61 0,4-1-86 16,0 0-74-16,3 3-67 0,1 0-39 0,5-1-24 15,2 2-15-15,5 1-15 0,-4 0-11 16,5 3-6-16,-1 1-5 0,1 3-6 16,-5 2 2-16,4 2 1 0,-4 3 1 0,1 1-2 15,-6 3 0-15,-1 1-3 0,-3 3-4 0,-1 4-3 0,-6 0-4 0,-2 1 1 16,-3 1-6-16,-4 2-1 0,-2-1 0 15,-2 1-4-15,-2 0 1 0,-3-1 0 0,1-2 0 16,-1-1-1-16,-4 1 0 0,7-3 1 16,-5 0 1-16,3-3-3 0,-1 1 2 15,2-5-1-15,1 1 4 0,5-3 7 0,-3 0 4 16,3-1 3-16,4-2 3 0,1-1 3 16,0 2-3-16,1-3-6 0,2 3 5 15,1-2 7-15,3 2 7 0,0 0 7 0,3 2 7 16,2 0 5-16,2 1-7 0,2 2-6 15,1 2-8-15,3 1-8 0,0-1-8 0,3 2-6 16,-2 2-3-16,1-2-2 0,0 2-1 16,0-2-2-16,1 4-4 0,0-2-25 0,-2 1-41 15,2 0-55-15,-1-2-88 0,-3-1-193 16,1-1-199-16,0-2-212 0,-3-1-173 16,1-3-57-16,-5-3 26 0,4-3 164 0,-5-3 186 15,1-3 227-15</inkml:trace>
  <inkml:trace contextRef="#ctx0" brushRef="#br0" timeOffset="14295.84">2397 16287 69 0,'2'-3'427'0,"-4"-2"57"0,-2 2 36 15,2 0 23-15,-3-2-147 0,1 3-133 0,-1-2-59 16,3 2-21-16,-1-2-2 0,0 3 11 16,1 0 21-16,-1-1 1 0,3 1-10 15,-2-1-23-15,2 1-17 0,0 1-8 0,0 0-6 16,0 0 1-16,2 0 18 0,1 3 16 15,0-2 5-15,1 3-15 0,-1 1-27 0,4 2-28 16,0 1-34-16,1 1-21 0,-2 2-13 16,5-1-5-16,-3 2-6 0,0 0-4 15,0 1-3-15,1 0-4 0,1 4-4 0,-2-4-2 0,3-1-1 16,-2 1 0-16,-1 0 4 0,0-2-1 16,1 0 0-16,0-2 1 0,0-1 4 15,0 0 0-15,-1-2-5 0,0-2-1 0,-1 1 1 16,5-4 2-16,-4-1-1 0,4-1 6 0,1-2 4 15,0-3 6-15,4-3 2 0,1-4 0 16,4-2-4-16,3-7-6 0,4 0-4 0,2-1-6 0,1-7-7 16,4 4-5-16,3-4-4 15,1 1-4-15,-1 1-2 0,2 0-2 0,-2 0-3 0,-1 3-1 16,0-1 2-16,-2 4 1 0,-2 0 0 16,-1 2 1-16,-3 2 6 0,-2 1 0 15,-2 4-1-15,-4 1-2 0,-3 1-1 0,0 2-3 16,-5 3-1-16,-2 0-3 0,-4 1 1 15,1 3-2-15,-5 0-9 0,2 2-22 0,-4 0-31 16,-1 2-40-16,-2 0-58 0,-1 4-123 16,-4 3-149-16,2-2-141 0,-3 3-151 15,-1 1-171-15,0 1-57 0,-3 2 64 0,-1 1 130 16,3-1 145-16,-3 0 173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39:45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919 9268 241 0,'0'-11'502'0,"0"4"108"16,0 0 116-16,0-1 19 0,0 5-65 15,-6-5-104-15,6 5-78 0,0 0-84 16,0-2-99-16,0 5-77 0,0 5-57 0,0-2-34 16,0 4-14-16,0 3-2 0,6 2 2 15,0 6 2-15,-6 1 6 0,5 2 3 0,10 2-2 16,-9-1 0-16,1 0 4 0,6-1 9 16,0-2 11-16,-1-5 11 0,8 1 17 15,7-10 23-15,-1-3-55 0,13-9-162 0,7-8 0 16,5-10 0-16,14-8 0 0,14-12 0 0,6-5 0 15,12-8 0-15,21-16 0 0,12-7 0 16,6-3 0-16,8-7 0 0,-8-1 0 0,-5 8 0 16,-7 7 0-16,-8 7 0 0,-11 8 0 15,-14 6 0-15,-13 9 0 0,-6 7 0 16,-21 6 0-16,2 5 0 0,-14 4 0 0,-7 6 0 16,-6 4 0-16,-6 5 0 0,-7-1 0 15,1 7 0-15,-8 1 0 0,0-1 0 0,-6 4 0 16,-6 4 0-16,0-1-8 0,-14 1-882 15,0 3-332-15,-13-3-128 0,1 0 4 0,-13-4 99 16,-8-4 196-16,1-3 341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39:48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4494 14189 140 0,'7'0'304'0,"-7"2"40"0,0-2 23 0,0 0-106 16,0 5-29-16,0-5-46 0,0 0-32 15,0 0-18-15,0 0-11 0,0 0 1 16,0 0 7-16,0 0 6 0,6 0 13 0,-6 0 20 16,0-5 36-16,0 5 33 0,7 0 21 15,-7-2 14-15,0 2 0 0,0-5-16 0,7 5-30 16,-7-3-31-16,0-1-24 0,0 4-18 16,6-4-12-16,-6 1-7 0,0-1-6 15,0 2-6-15,0 2-10 0,0 0-15 0,0-5-17 16,0 10-18-16,0-5-12 0,6 2-6 15,-6 5 4-15,7 1 15 0,-7 2 18 0,7 6 26 16,-7-2 18-16,6 8 11 0,0-3 6 16,1 2 5-16,0 1 4 0,-1 0-1 15,1 0 3-15,5-3 10 0,8-1 10 0,-6 0 9 16,11-7-137-16,-5 1-49 0,12-9 0 16,1-3 0-16,5-3 0 0,9-12 0 0,5-7 0 15,6-7 0-15,20-12 0 0,7-10 0 16,19-11 0-16,14-15 0 0,5-7 0 0,1-4 0 15,12-1 0-15,-5 2 0 0,-7 2 0 16,0 9 0-16,-14 2 0 0,-13 8 0 0,-12 12 0 16,-12 2 0-16,-16 11 0 0,-10 9 0 15,-9 7 0-15,-5 2 0 0,-14 9 0 0,-6 2 0 16,0 5 0-16,-6 4 0 0,-7 3 0 16,0 3 0-16,-7 4 0 0,1-2 0 15,-7 2-20-15,0 0-742 0,0 0-368 0,0 0-157 16,-7 1-17-16,-6-5 78 0,7 2 140 15,-7-5 251-15,-6-5 377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39:50.5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 13508 41 0,'-6'-5'452'0,"6"5"108"0,-8 0 105 15,2-3 102-15,0 3-77 0,6 0-95 0,-7 0-96 16,7 0-78-16,-6 0-78 0,6 3-75 16,-7 2-64-16,7-2-35 0,0 8-17 15,0-5-5-15,0 6-2 0,7-1-3 0,-1 3 3 16,1-2-1-16,-1 2 0 0,8-3 3 15,-8 3 10-15,13-6 15 0,1 0 16 16,6-1 18-16,0-7 19 0,13-4 10 0,0-7-67 16,7-4-168-16,13-7 0 0,-1-3 0 15,14-9 0-15,-1-9 0 0,14-1 0 0,0-11 0 16,12 0 0-16,1-4 0 0,-1 1 0 16,1-1 0-16,0 1 0 0,-6 2 0 0,-9 9 0 15,-4-1 0-15,-14 8 0 0,-6 3 0 16,-7 4 0-16,-7 8 0 0,-12 3 0 0,-7 7 0 15,0 0 0-15,-13 4 0 0,7 0 0 16,-14 5 0-16,0 2 0 0,0-1 0 16,-6 2 0-16,-6 3 0 0,0 0-90 0,-7 0-744 15,-6 3-343-15,-1-3-134 0,-13 0-3 16,7-3 89-16,-7-4 171 0,-5 0 293 0,-1-8 357 16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39:52.8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904 11543 317 0,'-5'0'418'16,"5"0"59"-16,-6 0 68 0,6-3-62 15,-7-1-7-15,7 1-16 0,-7-2-6 0,1 2-10 16,6-1-35-16,-7 4-62 0,7-3-87 16,0 3-72-16,-6 0-52 0,6 3-31 0,0 1-11 15,0 4-2-15,0 2 7 0,0 5 15 16,0-1 13-16,6 5-2 0,-6-1-5 16,0 1-8-16,7-1-5 0,-1 0-5 0,1 1-5 15,0-5 8-15,4 1 16 0,4-5 29 16,5-2 30-16,5-8 18 0,1-4 16 0,14-7 4 15,5-7-11-15,8-7-117 0,12-8-90 16,6-5 0-16,0-9 0 0,14 0 0 0,0-13 0 16,13 2 0-16,6-11 0 0,13-4 0 15,0-5 0-15,1 5 0 0,-7 8 0 0,-7-2 0 16,-1 12 0-16,-11 0 0 0,-14 12 0 0,-6 6 0 16,-20 7 0-16,-7 5 0 0,-5 7 0 15,-8 7 0-15,-13-1 0 0,1 9 0 0,-7 3 0 16,-6 3 0-16,-7 6 0 0,-7-3 0 15,0 5-429-15,-5 0-298 0,-8 4-320 0,0-4-153 16,-5 4-25-16,-8-8 63 0,7 0 121 16,-6-3 229-16,-1-4 350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40:01.4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1537 11334 70 0,'-6'5'278'0,"6"-5"58"0,-6-5 43 16,-1 5-54-16,7-3-22 0,-7-2 20 0,7 2-16 15,-6 0 1-15,0-1 20 0,6-3 23 16,-7 3 4-16,7 0-10 0,0 0-27 16,0 1-43-16,0-1-67 0,0 4-62 0,0 0-43 15,0 4-26-15,7-1-11 0,-1 9-2 16,7-1 10-16,-6 0 10 0,5 4 9 0,-5 3 5 16,6-4 0-16,0 5 2 0,1-4-1 15,-2-1 6-15,1 1 3 0,0-5 12 0,6 1 19 16,1-3 14-16,0-5 22 0,13-3 7 15,-7-6 0-15,13-10-12 0,6-2-21 0,7-8-20 16,7-6-25-16,-1-4-19 0,14-13-18 16,7 2-13-16,-8-12-7 0,14 1-9 0,0-9-9 15,-1 5-8-15,7-3-2 0,-6 2-1 16,6 5 1-16,-6-2 6 0,-14 13 4 16,0 0 3-16,-12 10 1 0,-6 0-7 0,-8 8-4 15,-5 7-22-15,-8 0 0 16,-13 8 0-16,1 2 0 0,0 2 0 0,-8 6-43 15,-5 0-49-15,0 0-71 0,-7 8-102 0,0 0-167 0,-14 0-260 16,2 6-317-16,-2-1-134 0,-12-3-27 16,1 2 51-16,-1-2 145 0,-7-6 258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29:11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5407 4200 417 0,'5'0'437'0,"0"-4"-236"16,3 4-189-16,5-4-145 0,-1 1-33 0,2 2-64 16,-1-3-30-16,2 0-2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40:04.5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2723 13236 170 0,'0'4'273'0,"0"-4"28"0,-7 0-20 15,7 0-27-15,0 0 2 0,0 0-12 16,0-4-26-16,-6 1-6 0,6-2 10 16,0 2 12-16,0-1 12 0,0 1 14 0,0-1 9 15,0 4 1-15,0-4-20 0,0 4-28 16,-7 0-37-16,7 0-40 0,0 4-42 15,0 0-34-15,0 3-5 0,0 1 3 0,7 6 9 16,-7 0 10-16,6 8 23 0,1-3 17 16,0 6-2-16,-1-2 5 0,0 2 0 0,8-3 2 15,-2 0-10-15,1 0-7 0,1-4-6 16,-2-3-5-16,8-4 11 0,-7 0 16 0,13-7 7 16,-6-4 5-16,12-9 4 0,1-8 1 15,12-9-12-15,7-7-17 0,7-14-13 0,6-7-5 16,14-10-5-16,5-5-8 0,14-9-14 15,6-2-8-15,13-7-11 0,1-2-7 0,-2 1-8 16,-5 4-3-16,-7 11 3 0,1-1 3 16,-7 12 0-16,-14 4-4 0,-6 7 0 15,-6 6-4-15,-20 9-17 0,-6 7-17 0,-7 7 0 16,-7 0 0-16,-6 8 0 0,-6 2 0 0,-7 5 0 16,-7 3 0-16,0 0-33 0,-6 8-81 15,-6 0-103-15,0-1-143 0,-7 5-249 0,-7 2-320 16,1 2-206-16,-14-1-58 0,1-4 40 15,-1 5 111-15,-6-9 235 0,0 4 321 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27:45.8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14959 9595 100 0,'3'-2'450'0,"-1"-2"64"0,-2-2 59 16,0-1 70-16,1 2-95 0,-1-4-55 0,2-2 0 16,-2 1 4-16,3 1-12 0,-3-1-35 0,2 0-63 15,0 3-86-15,-2 1-80 0,0 0-48 16,0 1-33-16,0 3-18 0,0 0-9 15,0 2-6-15,0 3-5 0,0 3-5 0,1 2-5 16,-1 3-4-16,2 2-11 0,-1 3-13 16,2 2-11-16,-1-1-14 0,-2 6-9 15,0-3-10-15,0-1-9 0,0 3-5 16,0-1-4-16,1-1 0 0,-1 0-1 0,0 0 0 16,2-4 0-16,-1 1-1 0,-1-4-3 0,0 1-6 15,2-3-19-15,-2-1-25 0,0-1-28 16,0-2-31-16,0-1-37 0,0-1-38 0,0-3-69 15,-2 2-140-15,-1-4-131 0,2-2-116 16,-4 0-112-16,1-2-149 0,0 0-18 0,-2-2 110 16,1 0 133-16,0-5 130 0,0 3 142 15</inkml:trace>
  <inkml:trace contextRef="#ctx0" brushRef="#br0" timeOffset="366.33">14826 9551 139 0,'-6'-7'464'0,"0"1"55"16,-1-1 46-16,-1 0 68 0,2-1-106 0,0-1-77 15,1 1 0-15,0 2 21 0,2-1 1 0,0 1-32 16,0 0-73-16,1 1-75 0,2 1-80 15,0-1-66-15,0 2-42 0,2-1-28 16,1 1-19-16,3 0-9 0,1 0-12 0,2 2-2 16,4-1-4-16,0 0-1 0,2 1-4 15,1 1-8-15,5 0-3 0,1 0-3 0,-3 1-4 16,4-1-4-16,1 2-2 0,0-2 0 16,-2 2 1-16,0-2-1 0,2 1-1 15,-5 0-9-15,1 1-18 0,-1 0-28 0,-4 0-36 16,-1 0-63-16,-3 2-103 0,-1-1-109 15,-6 0-91-15,1 2-73 0,-4-1-68 0,-2 4-57 16,-5-1-70-16,-1 0 25 0,-1 0 62 0,-1 4 72 16,-4-3 89-16</inkml:trace>
  <inkml:trace contextRef="#ctx0" brushRef="#br0" timeOffset="732.99">14724 9957 35 0,'-7'11'454'0,"-1"-4"67"16,-1-1 55-16,4-2 58 0,-1-1-59 0,3 0-124 15,-2 0-43-15,3-3-2 0,0 2 10 16,2-2-13-16,0 0-39 0,4 0-54 0,1 0-47 15,3 0-45-15,4-2-48 0,1 1-27 16,6-1-21-16,0-1-15 0,4 0-12 16,4-1-16-16,0 1-9 0,1 0-16 0,3 0-14 0,0 0-10 15,-1 2-12 1,0-3-8-16,2 2-4 0,-2 2-3 0,-2-3 0 16,-2 2-1-16,1 0-2 0,-4-1 0 0,-1 2-3 15,-4 0-15-15,-1-1-25 0,-4 1-29 16,-2 0-34-16,-1 1-58 0,-6-1-122 0,1 0-170 15,0-1-172-15,-2-2-232 0,-3 1-108 0,0 2-19 16,-5-3 88-16,5 0 161 16,-1 0 183-16</inkml:trace>
  <inkml:trace contextRef="#ctx0" brushRef="#br0" timeOffset="1623.26">15870 9820 406 0,'9'4'466'0,"-6"-2"41"0,1 0 44 0,-3 1-86 16,-1-2-137-16,0 0-58 0,0 1 5 15,0-2 24-15,-1 0 23 0,-3 0 15 0,1 0 15 16,-2 0-9-16,-1 0-33 0,2-2-51 0,-3 0-48 15,-1-1-42-15,2-1-45 0,-6-1-27 16,3-2-19-16,1 2-8 0,-2-3-8 0,0-3-8 16,0 3-9-16,-2-3-8 0,1 0-3 15,-3-2-5-15,1 0-3 0,2-2 0 16,-3-1 1-16,-1-2-1 0,1 1-3 0,3-3-1 16,0 0-5-16,2 0-1 0,1-1-6 15,-1 1-1-15,6 2 0 0,-1 2-2 0,2 1-2 16,2 0-2-16,2 1-2 0,2 2-1 15,1 2 0-15,2 1-3 0,-2 2 1 16,2 1 1-16,2 1 0 0,0 2-1 0,-1 1 2 16,-2 2 0-16,2 2 1 0,0 2-1 15,-2 2-1-15,0 0 1 0,0 3-2 0,-1 3 0 16,0 3 1-16,-2-1 2 0,-1 7 2 16,-1-2-1-16,-2 3 1 0,-1 2 1 15,-1-1-1-15,-2 1 0 0,2-1-1 0,-3 2-2 16,1-2 0-16,-1-2-1 0,0 3 0 0,2-5-2 15,-1 0 1-15,1 0 1 0,2-4 1 16,1 0 1-16,-1-3-1 0,2-2 0 16,0-2 0-16,0-1 0 0,2-5 0 0,1 2 0 15,1-4 1-15,3-4 5 0,1 2 0 16,3-9 1-16,3 1 0 0,1-3 0 0,2-1-1 16,0-2-3-16,2 0 1 0,1-2-2 15,-2 2-1-15,3-1-1 0,-3 0 0 0,0 0 0 16,-1 1-1-16,-1 1-1 0,1 1-2 15,-4 1-11-15,0 0-27 0,-4 5-43 16,-1 0-80-16,0 2-160 0,-2 0-171 0,-1 2-165 16,2-1-183-16,-4 3-106 0,2-2 2 15,-1 3 120-15,2-2 151 0,-1-1 165 0</inkml:trace>
  <inkml:trace contextRef="#ctx0" brushRef="#br0" timeOffset="2167.62">16453 9628 190 0,'2'-10'496'0,"-2"-1"52"0,0-1 62 0,0 0 105 0,0 3-111 0,0-6-72 16,3 5-27-16,-3-1-8 0,1 2-32 15,-1 2-92-15,0 1-104 0,2 0-91 16,0 1-58-16,-2 1-29 0,0 4-13 16,3 3 1-16,-1 0 5 0,2 2 0 15,-1 3-2-15,2 0-8 0,-2 4-8 0,1-1-11 16,2 5-14-16,-5-1-8 0,2 2-7 0,1-1-8 15,-3 0-6-15,1 2-4 0,-1 1-4 0,1-2-3 16,0 1 0-16,-2 0-8 16,0-2-26-16,-2 3-28 0,0-4-41 15,-1 0-57-15,3-2-118 0,-1 0-144 0,1-1-114 16,1-4-98-16,1 0-81 0,1-4-99 16,0-1-4-16,1-1 89 0,0-4 104 15,2-2 109-15,-1-2 113 0</inkml:trace>
  <inkml:trace contextRef="#ctx0" brushRef="#br0" timeOffset="2441.39">16630 9638 329 0,'5'-13'535'0,"-3"-2"60"15,-2 2 91-15,0-1 110 0,0 2-142 16,-2 0-84-16,2 2-48 0,0 1-32 0,-1 2-74 16,1 0-133-16,0 5-107 0,0-2-60 0,0 3-33 15,0 2-24-15,1 3-3 0,-1 0 2 0,2 5 4 16,-1 0-2-16,4 4 0 0,-4 2-1 0,1 2-10 15,0-1-14-15,-1 3-8 0,2-1-6 16,1 4-7-16,-3-3-7 0,2 2-1 0,1-1 0 16,-3-1-4-16,2-1-6 0,-3 0-15 15,2 0-26-15,-2-1-27 0,0-2-36 0,0-2-56 16,0-2-101-16,0-3-123 0,-2 3-99 16,2-9-86-16,0 1-73 0,-3-3-75 0,0-3-48 15,-2 1 56-15,2-5 83 0,-2-3 90 16,0-1 97-16</inkml:trace>
  <inkml:trace contextRef="#ctx0" brushRef="#br0" timeOffset="2716.09">16455 9496 22 0,'-13'-14'500'16,"0"3"73"-16,-4-2 47 0,3 2 81 15,0-1 23-15,2 1-156 0,0 2-73 16,6 1-36-16,-1 1-25 0,2 1-73 0,4 0-111 15,1 1-96-15,5 1-58 0,-1 0-31 16,6 1-13-16,2-1-7 0,1 2-5 16,6-1-7-16,0-2-10 0,7 2-6 15,-3-1-5-15,6 4-3 0,1-2-3 0,-2 2-1 16,2-3-1-16,-2 3-2 0,-1 3-2 16,-1-3-11-16,-2 5-18 0,-2-1-38 0,-5 2-84 15,0 0-128-15,-1 3-125 0,-6 0-102 16,-4 4-95-16,-1-1-92 0,-5 5-84 0,-5 2 41 15,-1 0 78-15,-4 0 84 0,-4 2 99 0</inkml:trace>
  <inkml:trace contextRef="#ctx0" brushRef="#br0" timeOffset="2932.61">16521 9793 431 0,'-22'23'525'0,"2"-6"52"16,-1 1 73-16,2-2 17 0,2-3-127 0,2 0-52 15,1-5-19-15,5 0-13 0,1-1-42 16,3-2-86-16,2 0-74 0,-1-1-57 15,8 0-37-15,-1-2-22 0,3-1-12 0,4 0-11 16,2-1-16-16,4-1-16 0,3 0-21 16,2-3-10-16,3 2-16 0,1-2-13 15,3-1-11-15,1 2-7 0,-1 0-24 0,0 0-43 16,3 0-58-16,-5 0-144 0,0 0-193 16,3-1-200-16,-4 0-242 0,0 0-103 15,-2 0-17-15,-3-1 100 0,0-1 173 0,-1 4 193 16</inkml:trace>
  <inkml:trace contextRef="#ctx0" brushRef="#br0" timeOffset="4149.74">17612 9788 353 0,'-8'-1'599'0,"-1"-2"58"0,-1 1 69 0,4 0 110 0,-1-2-209 15,3 3-144-15,-4 0-79 0,7 1-34 0,1 0-51 16,0 2-96-16,0 0-77 0,1 2-41 15,4 1-17-15,1 1-15 0,0 0-8 0,1-1-9 16,1-1-5-16,1 2-8 0,1-2-5 16,-1-2-4-16,4 0-2 0,-2 0 0 0,2-4 0 15,1 0 2-15,0-2-2 16,3-5 1-16,-1 1 0 0,2-4-4 0,-4 0 1 16,2-3 0-16,-4 0 0 0,2-4-4 0,-2-2-1 15,0-2-1-15,-2-4-4 0,-4-3-7 16,0-2-2-16,0-5-4 0,-2 1-2 15,-3 0-2-15,1 2 9 0,-2 2 8 0,-2 4 8 16,1 4 9-16,-5 1 6 0,2 5 4 0,0 3-10 16,-3 4-4-16,2 3-9 0,1 6-7 15,-6 6-8-15,4 3-5 0,0 9-2 0,-2 6-4 16,-2 8 1-16,2 5 0 0,0 7 0 16,0 6 0-16,-1 3-3 0,4 4 1 15,1 1 3-15,-1 4 0 0,1 3 0 0,4-1 0 16,2-1 3-16,0 0 1 0,3-2-4 15,-1-2-2-15,1-3-1 0,4-6 2 0,-2-2 2 16,-1-6-2-16,2-5 0 0,0-4-6 16,-2-6-11-16,1-4-8 0,-3-5-6 15,1-4-1-15,0-6-2 0,3-6 4 16,-4-4 6-16,4-5 3 0,0-9 0 0,2-3 0 16,-2-7-5-16,-2-7-4 0,1-4-1 15,2-4 0-15,-5-3 2 0,1-3 4 0,0 3 7 16,-3-2 7-16,-2 3 4 0,-4 1 7 0,0 4 1 15,-4 2 0-15,-1 5 3 0,-4 3 1 16,-1 5-1-16,-1 3 2 0,2 3 1 0,-1 2-2 16,2 5 0-16,-1 2-1 0,5 2-1 15,0 3-3-15,2 1-2 0,1 2-1 0,2 2-2 16,2 2 1-16,2 2 2 0,1 1-2 16,5 2 1-16,0-1 1 0,2 1-2 15,4-1 0-15,0 0-2 0,4 0 0 0,-3-3-1 16,5-1 0-16,-1 1 2 0,2-6 0 15,-1 3 2-15,0-2 0 0,1-3 2 0,-3-1 1 16,-2 0-1-16,0 0 0 0,-1-2 2 16,-5 0 2-16,1 1 0 0,-3-1 0 0,-2 0 4 15,2 1 6-15,-4 1 1 16,0 1 0-16,0 3 0 0,-1-2-1 0,-2 4-5 16,2 2-1-16,-2 2-5 0,0 3-1 15,0 2 0-15,0 3 0 0,0 1 0 0,1 2-1 16,1 0 0-16,2 2 0 0,1 1 1 0,1 0 0 15,2 0-1-15,5-3 2 0,-4 4 1 16,4-4-1-16,3-1-1 0,-2-2 1 0,2-2 0 0,0-2-1 0,-1-3 0 16,1-2 2-16,-2-3 1 0,1 0-2 0,-3-5 5 15,-1-1-1-15,-1-2-1 16,-1-4 0-16,-2 0-3 0,-3-1 3 0,0-2-1 16,-3-2 3-16,-2-1 1 0,-1 0 1 0,-3 0 2 15,-3 2-1-15,-1-1-1 0,-2 1-1 16,-2 1-6-16,-3 2 1 0,2 0-1 0,-5 7-3 15,2-5-13-15,-1 7-27 0,0 2-35 16,-2 4-77-16,1 1-165 0,1 2-158 16,3 2-135-1,1-1-128-15,6 5-153 0,2-2-28 0,4-1 110 0,2 3 134 0,7-4 133 16,-1 1 143-16</inkml:trace>
  <inkml:trace contextRef="#ctx0" brushRef="#br0" timeOffset="4417.28">18354 9631 70 0,'8'-15'582'0,"-2"0"95"0,-3-3 82 0,-1 0 134 0,-2 0 1 0,0 2-235 0,0-1-141 16,0 2-68-16,0 3-66 0,0 1-125 16,0 4-99-16,0 1-59 0,0 3-33 0,1 3-21 15,4 3-12-15,-2 3 0 0,4 5-1 16,-3 2 3-16,6 4 0 0,-6 4-4 15,4-1-3-15,-1 5-7 0,0 0-4 0,1 0-7 16,-3 3-5-16,2-1-4 0,-2-2-1 16,-1 1-9-16,2 0-20 0,-3-2-28 0,1 1-32 15,-3-4-52-15,2 0-104 0,-1-3-147 16,0-3-124-16,1-2-97 0,-1-2-84 0,1-5-97 16,3-2-27-16,-3-4 85 0,2-1 105 15,0-5 107-15,1-3 105 0</inkml:trace>
  <inkml:trace contextRef="#ctx0" brushRef="#br0" timeOffset="4664.92">18597 9634 325 0,'5'-30'521'16,"-2"0"70"-16,-1 0 111 0,-2 4 112 0,-2 1-134 15,1 3-72-15,-1 4-40 0,-1 3-36 16,1 1-92-16,-2 5-144 0,3 1-107 16,0 6-67-16,-1 2-47 0,2 4-29 0,-1 5-14 15,1 5-7-15,0 4-4 0,0 3 0 0,0 4-4 16,0 1-4-16,1 2-6 0,1 1-2 15,-1-1-1-15,4 1-3 0,0-1 0 0,0-1-2 16,0-1-13-16,2 0-26 0,0-3-34 16,-3-2-46-16,3-1-92 0,-1-1-131 0,2-4-106 15,-2-3-71-15,2-2-44 0,-1-4-31 16,2-1 4-16,-1-3 18 0,0-4-5 16,1-1 31-16,1-5 41 0,-2 0 60 0,1-4 77 15</inkml:trace>
  <inkml:trace contextRef="#ctx0" brushRef="#br0" timeOffset="4986.99">18781 9766 289 0,'4'-15'424'0,"1"-1"60"15,-2 0 56-15,-1 3-14 0,0 0-80 0,-2 1-8 16,-2 1 32-16,0 3 23 0,2 1-10 16,-3 1-47-16,2 3-75 0,-1 3-88 15,-1 3-91-15,1 2-66 0,-1 3-39 0,1 4-18 16,-1-1-5-16,3 4-11 0,0 0-4 16,0 2-9-16,2 0-6 0,1 0-4 15,0 1-5-15,4-1-2 0,-3 0-12 0,6-3-1 16,-2 0 1-16,0-1 1 0,-2-3 1 0,3-3-2 15,2 0 8-15,-2-3 3 0,1-2 3 16,-2-4 4-16,2-1 5 0,1-2 8 16,-3-3 3-16,-2-1 4 0,2-2 6 0,0-2 2 0,-4 0 1 15,1 0-1-15,-1-5 0 0,-1 2-2 16,-2 0-6-16,-1-2-4 16,-3 0-7-16,-2-1-7 0,0 3-5 0,1 0-6 0,-5-1-3 15,-1 3-5-15,0 2-9 0,-2 4-21 16,1 0-31-16,-2 4-42 0,0 0-60 15,2 4-128-15,1 2-155 0,0 3-115 0,3 1-92 0,3 1-103 16,2 1-119-16,2 0 38 0,2 2 111 16,2-2 107-16,1 2 109 0</inkml:trace>
  <inkml:trace contextRef="#ctx0" brushRef="#br0" timeOffset="5522.7">19014 9682 204 0,'5'-6'586'0,"-5"2"79"15,0-2 108-15,-1-2 141 0,-3 1-108 16,2 5-191-16,-2-4-116 0,4 3-64 0,-3 1-101 16,2 1-138-16,1 2-87 0,0 4-50 0,0 1-25 15,1 2-11-15,2 3-5 0,-1 0-4 0,2 3-1 16,1-1 0-16,0 2-4 16,1 1-7-16,1-2 0 0,1 1 2 0,1 0-2 15,1 0-1-15,-2-3 1 0,2 0 3 16,0 0-2-16,-2-3-2 0,4-3 0 0,-3-2 1 15,0 0 0-15,0-4 1 0,1-4 0 16,0 0 0-16,-1-3-2 0,-3-2 0 0,2-3-1 16,0-3 3-16,-1-1-1 0,0 0-1 15,-2 0 2-15,0-1 8 0,0 2 9 16,-4-3 11-16,3 3 14 0,-4 2 12 0,1 3 7 16,-1-1 3-16,0 3-6 0,-1 2-11 15,1 1-12-15,0 5-12 0,-2 2-11 0,0 2-8 16,1 3-5-16,1 4 0 0,0 1 1 0,0-1-2 0,1 3 0 15,1 0-1-15,1 2-1 0,0-1 1 0,3-1-2 16,1 2 1-16,-1-3 1 0,1 1 0 16,2-3 0-16,-1-1 1 0,1-3 2 0,-1-1-2 15,3-3 1-15,-3-1 2 0,2-4 0 16,0-1-2-16,0-3-1 0,0-3 1 0,1 1 1 16,-2-5-1-16,-1-2-1 0,1 0 3 15,-2-3-2-15,-1-1 4 0,-1-1 2 16,0-1 4-16,-2 0 1 0,-1 0 0 0,-1 2 0 15,-2-1-4-15,-1 3-2 0,-1 0-10 16,-2 3-19-16,-1 2-38 0,-2 3-54 0,-2 1-110 16,-1 6-187-16,2-1-169 0,-1 6-162 15,2-1-185-15,4 5-62 0,-1 0 47 0,1 3 155 16,4 1 156-16,0 1 171 0</inkml:trace>
  <inkml:trace contextRef="#ctx0" brushRef="#br0" timeOffset="5913.85">19495 9841 308 0,'-1'9'567'0,"1"-3"67"0,0-3 94 0,0-1 112 0,1-4-188 15,3-1-119-15,-1-2-59 0,4-2-35 16,1-2-70-16,4-1-91 0,-2-3-74 0,3 0-44 16,0 0-23-16,0-4-10 0,1 1-6 15,-2-2-4-15,-1-2-2 0,-1 1-7 16,-1-1-4-16,-4-1-11 0,-2 0-4 0,0 3-3 15,-3 1-7-15,-1 0-9 0,-2 3-11 16,-1 1-7-16,0 2-13 0,-4 4-11 0,3 2-12 16,0 1-6-16,1 5-7 0,-1 3-3 15,2 3-2-15,-2 3-1 0,5 2 0 16,5 2 0-16,-4 3 0 0,6-2 1 0,2 2 1 16,1 0 0-16,2 1 0 0,1-2 1 15,3 2 1-15,-2-1-1 0,2-2 0 0,-3 2 0 16,1-4 1-16,-5 0 0 0,2-2-1 15,-3-1 1-15,-2-1 2 0,-1-1 0 16,0-3-1-16,-3 1-1 0,-2-2 1 0,-4 0-3 16,-4-2-16-16,-2 2-37 0,-5-3-60 15,-2 3-82-15,-2-3-191 0,-6 1-270 0,-1-1-308 16,1-2-132-16,-3-2-33 0,2-2 36 16,-2-3 165-16,2-4 258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40:11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11065 11704 81 0,'0'-7'363'0,"0"0"51"15,0 0 53-15,0-4 7 0,0 3-54 16,0-3-34-16,0 4 7 0,0-4 11 0,0 7-7 16,0-3-30-16,-6 3-46 0,6 4-67 15,0 0-60-15,6 4-33 0,-6 7-21 0,0 4-5 16,0 7 1-16,0 7 6 0,8 4 0 15,-8 4-17-15,0 0-9 0,0 2-16 16,5 1-13-16,-5 5-15 0,0-5-16 0,0 0-12 16,0 1-11-16,0-5-7 0,0-3-7 15,0-3-6-15,0-1-6 0,0-7-5 16,7 0-9-16,-7-4-16 0,0-7-38 0,7 0-65 16,-7-7-113-16,0-8-151 0,0 1-149 15,0-9-152-15,0-2-155 0,0-6-51 0,0 0 51 16,-7-6 121-16,0-4 139 0,7 2 155 15</inkml:trace>
  <inkml:trace contextRef="#ctx0" brushRef="#br0" timeOffset="233.9">10916 11657 27 0,'-13'-18'371'0,"7"-1"56"16,-1 0 54-16,1 5 67 0,-1-1-111 15,0 1-84-15,7 3-36 0,7 0-15 0,0 0-12 16,6 0-40-16,6 4-41 0,7-4-28 15,0 4-29-15,6-1-37 0,1 0-36 16,7 5-26-16,5-5-14 0,1 8-16 0,5-3-8 16,-5 0-8-16,6 3-1 0,-6 0-2 15,6 0-2-15,-13 0-1 0,0 3-7 0,-7 5-56 16,-5-2-98-16,-7 2-115 0,-8 4-132 16,-12 2-166-16,-6 0-128 0,-8 5-12 15,-5-1 59-15,-13 4 97 0,-1-1 122 0</inkml:trace>
  <inkml:trace contextRef="#ctx0" brushRef="#br0" timeOffset="499.89">10727 12294 99 0,'-13'34'435'0,"-7"-5"48"0,8 0 55 0,5-7 73 16,1 0-95-16,6 0-74 0,0-4-22 15,6-4 7-15,7 2-9 0,0-5-39 0,6-4-65 16,8 0-61-16,5-4-51 0,0 2-42 15,15-5-34-15,-2 0-27 0,7-5-22 16,1 2-21-16,4-4-14 0,8 0-12 0,1-1-11 16,-1 1-7-16,0 0-6 0,0-1-3 15,-12 1-4-15,6-1-5 0,-14 1-8 16,-7 4-26-16,-5-6-57 0,-13 6-106 0,0 0-144 16,-8-1-158-16,-5 4-166 0,0-4-169 15,-7 4-48-15,0 0 53 0,0-3 117 0,0 3 146 16,6 0 165-16</inkml:trace>
  <inkml:trace contextRef="#ctx0" brushRef="#br0" timeOffset="1780.32">12510 12243 469 0,'15'-27'551'0,"-9"2"53"0,0-4 78 0,-6 0-19 0,0-4-153 16,-6 4-96-16,6-3-46 0,-6 1-24 15,-9 2-49-15,10 0-68 0,-8 3-52 16,0 5-38-16,0 2-24 0,-7 1-23 0,7 7-26 16,-6 3-16-16,-7 5-13 0,7 3-10 15,-8 3-9-15,8 8-6 0,-8 3-1 16,8 5-2-16,0 4 0 0,0-2 5 0,5 9 4 16,-6-5 1-16,14 8 0 0,-7 0 5 15,13 0 0-15,0 0-3 0,0-3-4 0,6-1-2 16,1 0-2-16,12-6-4 0,-6-2-4 15,7-3 0-15,6-3-1 0,1-5-1 0,5-1-1 16,-6-6-1-16,0-3 3 0,6-3-4 16,-6-9 1-16,0 1 3 0,-6-3 2 0,-2-5 4 15,3 2 9-15,-8-6 15 0,0-3 10 16,-6 1 6-16,-1-1 15 0,0-4 11 0,2 9 5 16,-8-5 6-16,0 9 3 0,0-3 0 15,0 6-4-15,-8-1-10 0,8 8-14 0,0 0-17 16,-6 3-13-16,6 4-8 0,-6 4-6 15,6 3-3-15,-7 0-2 0,7 8 4 16,-6-1 2-16,12 6-2 0,-6-3-2 0,0 5-1 16,13-3 0-16,-7 2-1 0,8-2-1 15,-2-1-3-15,2 0 0 0,5-2 0 0,1-2 0 16,6-3 0-16,-8 0-3 0,8-8 2 16,0-3-3-16,-5 0-2 0,-2-3-3 0,1-6 1 15,0 3-1-15,-7-5 1 0,-7-4 2 16,1 1-1-16,0-4 0 0,-7-5-2 15,-7-3 0-15,0 5 0 0,1-5-3 0,-1 1 2 16,1-1 4-16,0 0-1 0,-2 5 0 16,2 6 1-16,0 0-1 0,0 1 0 0,6 6-7 15,-8 5 2-15,8-2 3 0,0 10-2 16,0 1 1-16,0 9 1 0,0 0 4 0,0 4-1 16,0 2-1-16,0 5 0 0,0 0 0 15,8 3 1-15,-8 0 3 0,0 0-1 16,6 0 1-16,-6 1 0 0,0-4-2 0,6-1 0 15,-6-3-1-15,6 0 1 0,-6-3 1 16,0-4 10-16,8-9 20 0,-8 5 14 0,0-6 11 16,0-5 3-16,0-5 4 0,0-2-9 15,0-3-17-15,0-9-14 0,0 1-8 16,0-8-4-16,-8-1-5 0,16-5-2 0,-8 3-3 16,0-4 0-16,6 0-3 0,0 4-5 15,7 3-1-15,-6 0-2 0,6 8-3 0,-1 0 0 16,8-1 0-16,-7 9 2 0,7 2-2 15,0 5 4-15,-8 3 0 0,8 3 1 0,-7 5 0 16,0-1 1-16,0 8 2 0,1-1-1 16,-2 8 3-16,1-4 0 0,-6 8 3 0,6-5 2 15,-1 6 2-15,2-2-1 0,-1 1-1 16,0 0-2-16,6-5-1 0,-5-2 0 0,5-1-1 16,7-3 0-16,-6 0-1 0,0-8 1 15,5-3-1-15,-5-1-2 0,6-6 0 16,-7-4-2-16,7-1 1 0,-6-7 0 0,0 1 3 15,-1-4 0-15,-6-5 1 0,0 1 0 16,-7-3 1-16,1 0-1 0,-14-1 1 16,7 0-2-16,-12 5 0 0,5-2 2 0,-6 4-1 15,-6 5 0-15,5 3-1 0,-6 4 1 16,1 7 0-16,0 0-3 0,0 3 0 0,-1 5 2 16,0 6-1-16,1 4 0 0,5 0 0 15,2 9 3-15,5-2 3 0,0 5 1 16,1-1-1-16,12 4 2 0,-6-4-3 0,7 0 0 15,6-3-3-15,1-4-2 0,5-1 1 16,0-6-1-16,0 1 1 0,1-10-1 0,0-1 1 16,5-5-1-16,2-8 0 0,-1-3-1 15,-6-3 2-15,6-5 0 0,-14-3 3 0,8-4 1 16,-7-3 1-16,-7-4-1 0,2-7-1 0,-8 0 1 16,0-8-3-16,-8 0 0 0,2-7-1 15,0 0 1-15,-7 1 0 0,6 2 1 16,0 1 3-16,1 7 1 0,0 4 2 0,6 4 4 15,-7 5 3-15,7 10-1 0,0 2-2 16,0 4 0-16,-7 8-1 0,7 7-3 16,7 4-1-16,-7 7 1 0,0 11 4 0,7 7 6 15,-1 4 8-15,0 11 8 0,1 4 8 0,6 4 5 16,-6 2 1-16,5 0 1 0,-4 2-5 16,-2-5-3-16,0 4-6 0,0-3-5 0,1-5-8 15,-7-3-4-15,0 0-5 0,0-7-12 16,0-4-31-16,0-4-69 0,0-3-81 0,0-8-124 15,0-4-235-15,0-6-299 0,7-8-243 16,-1-3-77-16,7-5 5 0,7-10 83 0,6 0 213 16,7-9 294-16</inkml:trace>
  <inkml:trace contextRef="#ctx0" brushRef="#br0" timeOffset="2077.12">14524 11837 391 0,'-6'-15'723'0,"6"1"90"0,-7-1 74 0,7 4 62 16,-7 0-216-16,7-1-259 0,0 9-132 15,0-2-55-15,0 5-35 0,0 5-20 0,7 3-8 16,0 10 0-16,-1 0-1 0,7 7 2 0,1 5-14 16,-2-1-22-16,1 8-30 0,7 0-28 15,-8 2-24-15,-4-2-31 0,4 4-23 16,-6-4-18-16,2-2-12 0,-2-1-8 0,-6-5-8 15,0-3-15-15,0 0-32 0,0-8-55 16,0-1-75-16,0-5-97 0,0-5-134 0,0-3-176 16,0-8-173-16,6-3-161 0,1-8-112 15,6-3-2-15,0-4 83 0,7-4 157 0,-8-6 190 16,15-5 205-16</inkml:trace>
  <inkml:trace contextRef="#ctx0" brushRef="#br0" timeOffset="2280.73">14914 11862 140 0,'14'-25'499'16,"-1"2"119"-16,0 2 126 0,0 2 109 15,-7 4-119-15,1 1-129 0,-7 6-93 0,7 5-81 16,-7-1-84-16,6 8-59 0,-6 7-37 16,0 8-11-16,6 2 4 0,-6 8-2 0,0 4-17 15,7 1-31-15,-7 6-32 0,0-3-30 16,0 2-36-16,0 3-27 0,0-3-23 0,0-2-18 16,-7-5-10-16,1 2-7 0,0-5-11 15,6-3-39-15,-7-4-69 0,0-4-89 16,7-7-126-16,0-4-204 0,-6-4-223 0,6-6-241 15,0-8-89-15,-6-3 6 0,-1-5 84 16,0-6 180-16,-12-4 219 0</inkml:trace>
  <inkml:trace contextRef="#ctx0" brushRef="#br0" timeOffset="2499.42">14446 11547 7 0,'-19'-19'564'0,"-1"1"133"0,6 4 90 0,2-1 89 16,4 1-11-16,8-2-238 0,0 6-165 0,8 2-104 15,4 1-65-15,8 0-69 0,13 3-54 16,-1 1-35-16,14 6-29 0,6-3-27 0,6 4-24 16,1 3-19-16,14-3-17 0,-8 7-9 15,6-5-6-15,0 3-4 0,-6 2-3 0,1 0-4 16,-8 0-15-16,-6-1-45 0,-6 1-62 16,-7 4-92-16,-6-4-131 0,-13 4-139 0,-8-1-139 15,-12 1-161-15,-6-1-67 0,-14 6 24 16,-6 1 96-16,-13 1 121 0,0-1 148 15</inkml:trace>
  <inkml:trace contextRef="#ctx0" brushRef="#br0" timeOffset="2764.75">14309 12283 260 0,'-39'37'701'0,"0"-8"113"16,6-3 78-16,7-4 63 0,0-4-132 15,12 0-232-15,3-4-134 0,11 3-55 16,0-7-31-16,11 0-23 0,17-3-39 0,10 2-49 15,8-2-49-15,6-3-50 0,13-1-42 16,13 1-34-16,1-4-27 0,5 0-21 16,7 0-16-16,-6 0-8 0,-6 0-7 0,-2 0-3 15,-5 0 1-15,0 0-1 0,-13 0 1 0,-8 0-3 16,-5 0 0-16,-13 4-1 0,-1-4-7 16,-12 0-14-16,-1 0-39 0,-13 0-71 0,-12 0-98 15,0-4-134-15,-7 0-191 0,-7-3-232 16,-6 0-234-16,-1-4-76 0,-5 0 22 15,0-3 94-15,6-6 173 0,-1 3 235 0</inkml:trace>
  <inkml:trace contextRef="#ctx0" brushRef="#br0" timeOffset="3154.96">17019 11470 67 0,'-14'-23'434'0,"2"-2"66"16,-2-4 53-16,1 4 63 0,1-4-82 0,-8 2-87 16,6 5-38-16,2 0-21 0,-2 4-16 15,1 4-30-15,0 3-62 0,8 4-58 16,-9-1-41-16,1 8-24 0,0 4-16 0,0 3-9 15,-7 4-6-15,8 7 7 0,-2 8 4 16,1-1 1-16,1 8 2 0,-2 8 3 0,8-1 6 16,-7 4-5-16,6 4 2 0,1 3 1 15,-1 0-1-15,1 4-8 0,0-4-14 0,-1 5-20 16,7-5-19-16,-7-4-25 0,7 0-18 16,-6-2-15-16,6-5-10 0,-6-2-7 0,6-6-9 15,-8-3-25-15,2-3-59 0,0-5-92 16,-1-6-126-16,-6-4-197 0,0-3-218 0,1-8-197 15,-2-4-157-15,-6-7-23 0,1-3 66 16,-1-1 164-16,1-7 205 0,-1-4 214 16</inkml:trace>
  <inkml:trace contextRef="#ctx0" brushRef="#br0" timeOffset="3857.93">16368 11932 175 0,'-14'-11'572'0,"1"-1"109"0,7 1 99 0,-7 0 86 16,6 5-127-16,7-3-176 0,0 3-131 15,0-2-84-15,7 1-79 0,6 3-69 16,6 1-55-16,14-4-33 0,-1 3-28 0,14 0-19 15,6 0-21-15,71 1 2 0,-57 3-35 16,6-4-3-16,-8 4-3 0,2 0 1 16,-8 0-4-16,1 0 1 0,-14 4-1 0,-6-4 0 15,-14 3 4-15,1 1 4 0,-17 0 9 16,-3 3 10-16,-12 0 11 0,-8 4 17 0,2 0 18 16,-15 1 15-16,1 2 12 0,0 5 7 15,0-1 2-15,-1 0-6 0,2 4-7 16,5 0-12-16,8 0-8 0,-2 1-6 0,8 2-8 15,6-3-7-15,6 0-8 0,0-1-7 16,14 2-9-16,0-5-10 0,5-4-5 16,2 1-4-16,5-7-5 0,7-1-5 0,1-5-1 15,-1-2 0-15,-1-2-2 0,-4-5-1 0,-2-4 2 16,1-4 1-16,-14-4-1 0,1 1 0 16,-14-8 0-16,-6-3-2 0,-6 0-1 0,-1-8-2 15,-12 4 1-15,-1-7 0 0,-6 4 0 16,0 3 0-16,6-1-1 0,0 9 1 15,2-1 1-15,4 8 0 0,1-1-1 0,7 8 2 16,0 0-3-16,6 8 1 0,6-1-3 16,7 4 1-16,7 0 0 0,6 4-3 0,6 3-4 15,7 0-9-15,0 1-15 0,7 0-13 16,5-5-7-16,-5 1-5 0,0-1 6 0,0-6 7 16,-7 3 15-16,-7-7 15 0,-6-6 7 15,0 3 5-15,-13-9 1 0,1 1 4 16,-8-8 0-16,-12-2 0 0,-1-2 1 0,0-7 2 15,-6 1-1-15,1-4-2 0,-2 3 0 16,2 0 1-16,-2 4 5 0,8 1 3 0,-7 6 3 16,6 7 2-16,1 1 0 0,6 7-4 15,-7 4-2-15,7 3-4 0,0 8-2 0,7 6 2 16,-7 9 6-16,6 7 10 0,1 3 17 16,-1 7 18-16,7 8 18 0,-7 4 11 15,8 7 7-15,-8 5 4 0,8-2-8 0,-2 4-10 16,1 0-13-16,1-3-12 0,-8 0-9 0,7-5-10 15,0-3-7-15,0-4-5 0,-7-5-7 16,8-3-2-16,-8-5-5 0,0-5-5 0,-6-6-2 16,8-9-9-16,-2 1-38 0,-6-12-70 15,6 1-91-15,-6-11-110 0,6-5-160 0,1-5-207 16,0-9-204-16,-1-8-161 0,1-2-31 16,-1-8 46-16,8-8 127 0,-2-2 195 15,1-12 232-15</inkml:trace>
  <inkml:trace contextRef="#ctx0" brushRef="#br0" timeOffset="4061.04">18021 11503 51 0,'8'-41'568'0,"-2"5"138"0,0 3 100 16,-6 4 92-16,0 4-22 0,0 2-189 16,0 8-160-16,0 1-111 0,0 6-72 0,0 5-56 15,0 3-48-15,0 3-19 0,0 12 3 16,6 7 15-16,1 8 15 0,0 2 10 0,-1 12 2 16,1 1-8-16,5 9-200 0,-4 1-58 15,-2 4 0-15,0 3 0 0,0-3 0 0,1-1 0 16,-7-3 0-16,7 0 0 0,-7-3 0 15,0-9 0-15,0 2 0 0,0-9 0 16,0-3 0-16,6-7-308 0,1-8-464 0,-1-4-270 16,8-6-162-16,4-8-26 0,2-3 65 15,6-9 130-15,0-2 234 0,7-4 299 0</inkml:trace>
  <inkml:trace contextRef="#ctx0" brushRef="#br0" timeOffset="4389.05">18523 11855 144 0,'0'-18'653'0,"-8"-1"128"0,-4 1 89 0,6 3 81 15,-14 1-78-15,0 7-226 0,1 2-170 16,0 2-77-16,0 11-49 0,-1-1-44 0,0 7-34 16,1 4-22-16,5 4-26 0,2 4-29 15,5 4-26-15,7-2-25 0,0 2-32 0,7 3-29 16,-1-4-24-16,7 4-21 0,7-7-15 0,-1 0-8 16,0-4-6-16,8-1-3 0,-1-6-2 15,-6-4-1-15,12-4-1 0,-6-7 1 16,-8 0 0-16,10-7 3 0,-9-1 7 0,0-6 14 15,1-1 11-15,-7-3-23 0,0-7-16 16,-6-5 0-16,-7 1 0 0,-7-8 0 0,1 1 0 16,-7-1 0-16,0 3 0 0,-7 6 0 15,-6 2 0-15,0 4 0 0,0 4 0 0,0 7 0 16,-6 3 0-16,5 5 0 0,1 6-95 16,0 5-205-16,6 3-131 0,1 0-195 15,13 3-216-15,-1 1-216 0,14 4-64 0,6-5 26 16,-1 1 92-16,14-5 184 0,-6 1 241 15</inkml:trace>
  <inkml:trace contextRef="#ctx0" brushRef="#br0" timeOffset="4826.42">18803 11876 295 0,'13'-7'724'0,"1"-4"113"16,-8 4 86-16,0-4 75 0,0 0-150 16,-6 4-264-16,0 3-165 0,0 0-83 0,-6 1-55 15,6 6-46-15,-6 1-37 0,0 3-23 16,-2 8-11-16,2 0-13 0,0 2-18 0,-1 6-21 15,7-2-17-15,0 6-22 0,0-2-20 16,7 1-19-16,5-1-9 0,-4 1-7 0,10-5-6 16,-4-1-3-16,5-6-2 0,1-2 0 15,6-2-4-15,-7-6 1 0,7-4-2 0,0 0-1 16,1-8-1-16,-1 2 0 0,-7-9 0 16,1 0 2-16,0-3-1 0,-8-1-1 15,1 0 1-15,-6 1 1 0,6 4-1 0,-13-1 0 16,6 4 1-16,-6 4-1 0,0 4-1 15,0 3 0-15,0 3-2 0,-6 4 0 16,6 4 0-16,-7 0 0 0,7 7-1 0,0 0 2 16,7 1 1-16,-1 2 0 0,8-1 0 15,-2-3 1-15,8 2-1 0,-1-4 1 0,7-5 1 16,0 2-3-16,7-5 4 0,-1-3 8 0,-5-4 20 16,5-4 33-16,1 0 37 0,-1-6 44 15,1-2-67-15,-7 1-78 0,0-6 0 16,0-2 0-16,-7-8 0 0,-5 2 0 0,-2 0 0 15,-5-4 0-15,-7 0 0 0,-7-1 0 16,1 0 0-16,-7 1 0 0,-6 4 0 0,-1 3 0 16,1 3 0-16,5 1 0 0,2 11 0 0,5 0-250 15,1 7-496-15,6 0-201 0,6 3-208 16,7 1-40-16,7 3 51 0,6 1 106 16,6-1 186-16,14-4 242 0</inkml:trace>
  <inkml:trace contextRef="#ctx0" brushRef="#br0" timeOffset="5139.22">20002 11782 295 0,'19'-15'721'15,"-6"-1"121"-15,-6-1 99 0,-7-2 75 16,-14 1-148-16,1-4-261 0,-13 4-159 0,0-4-89 16,-7 7-69-16,0-4-62 0,7 9-52 15,8-1-42-15,-2 3-34 0,7 8-22 16,6 4-21-16,14 7-5 0,6 8-3 0,13 6-4 16,12 5-8-16,2 6-9 0,6 8-7 15,-1 0-7-15,7 0-5 0,-5 3 3 16,-10-2 6-16,-3-1 8 0,-8-8 12 0,0 2 14 15,-13-6 27-15,-7-3 41 0,-6-3 49 16,-12-8 54-16,-2-3-184 0,-11-4-39 0,-1-4 0 16,-7-3 0-16,-7-4 0 0,1 0 0 15,7-4 0-15,-7-3 0 0,0 3 0 0,6-3 0 16,8 0 0-16,-8-1 0 0,7 1 0 16,6-4 0-16,0 7 0 0,1-3 0 0,6 0-687 15,-6-1-542-15,5 1-130 0,1 0 3 16,7-4 99-16,-7 0 182 0,0-8 295 0,-1 0 365 15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25:03.4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10129 12556 275 0,'3'-1'508'0,"-1"-2"45"15,-2-3 24-15,-2 1-4 0,2-1-257 0,0 2-143 16,-2 1-61-16,2-2-19 0,0 4-6 16,0-1 7-16,0 2 17 0,2 0 41 0,-2 3 48 15,3 1 32-15,2 0 43 0,3 4 37 16,-2 0 1-16,0 1-33 0,3 5-57 0,0-1-50 15,-3-1-48-15,2 3-44 0,0-2-19 16,1 1-12-16,-2-2-5 0,-1 0 1 16,2-3 0-16,-3 0 2 0,2-3 7 0,0-1 8 15,-2-2 7-15,1 0 5 0,3-5 2 0,-1-1-1 16,4-4-4-16,3-5-5 0,1-4-9 16,6-6-11-16,3-3-12 0,4-3-9 0,2-6-7 15,3-2-6-15,4-2-3 0,2-2-4 16,3 0 1-16,-1 0-2 0,-1 2 1 0,1 0-3 15,-2 2-2-15,-2 2 1 0,1 2-5 16,-5 2 4-16,-3 6-3 0,-2 1 0 0,-8 6-6 16,-3 2-18-16,-3 2-35 0,-3 6-52 15,-4 0-105-15,-4 2-188 0,0 4-203 16,-4 1-238-16,-1 3-132 0,-4 1-37 0,-5 1 60 16,-1-1 167-16,0-1 194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40:19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1010 13002 49 0,'-6'-12'323'15,"-2"1"40"-15,2-3 49 0,-6 2 8 16,5-2-50-16,7 0-23 0,-7-2 28 0,1 2 39 16,6 0 15-16,0-1-7 0,-7 4-28 15,7 0-38-15,0 0-49 0,0 4-57 0,0-1-46 16,0 5-44-16,0-1-29 0,7 4-12 16,-7 4-3-16,6 3 15 0,1 4 17 0,0 8 18 15,-1-2 9-15,0 5-1 0,0 1-11 16,2 2-16-16,-2-3-16 0,0 0-8 0,8 0-3 15,-8 0-3-15,7-8 1 0,-7 1 8 16,8 0 18-16,-2-8 21 0,8-2-83 0,0-10-82 16,13-2 0-16,6-11 0 0,6-8 0 15,7-7 0-15,7-8 0 0,-1-6 0 0,14-12 0 16,6-6 0-16,6-9 0 0,8-10 0 16,12 0 0-16,0 0 0 0,0-1 0 0,-5 11 0 15,-2 5 0-15,-6 7 0 0,-13 8 0 0,-6 6 0 16,-13 7 0-16,-8 8 0 0,-11 8 0 15,-7 6 0-15,-8 5 0 0,-5 3 0 16,0 6 0-16,-8 5 0 0,-5 5 0 0,-7-2 0 16,0 5 0-16,-7 3-74 0,-5-1-792 15,-2 2-327-15,-5-1-116 0,-7 0 6 0,0-8 90 16,-7 4 163-16,1-7 290 0,-1-3 357 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18:02.9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20281 9857 12 0,'0'0'215'0,"6"5"38"16,-6-5 36-16,0-5-59 0,0 5-32 16,0-3-2-16,0 0 3 0,0-1-12 0,0 0-11 15,-6-2-6-15,6 1-3 0,0 2-3 16,0-5-6-16,0 5 2 0,-7-1 4 0,7 1 9 15,0-1 13-15,-7 0 17 0,7 4 8 16,0-3-9-16,-6-1-7 0,6 4-22 16,-6-3-25-16,6 3-26 0,-8-5-20 0,8 5-7 15,-6-3-16-15,6 3-13 0,-6 0-13 16,6 0-11-16,-7-4-12 0,7 4-8 0,0 0-6 16,-6-3-5-16,6 3-3 0,-7-4-1 15,7 4-1-15,-6-4-2 0,6 1-4 0,0-1 2 16,-7 0-2-16,7 4-1 0,-6-3-1 15,6-2-2-15,-6 3 4 0,-2-3-2 16,8 2 1-16,-6-1 0 0,0-3-1 0,-1 3 5 16,7-3 5-16,0 0 8 0,-7 2 5 15,7-2 3-15,0-3 8 0,7 2-2 0,-7 1-2 16,7-5-4-16,-1 6-2 0,8-5-3 16,-8 0 0-16,7 2-4 0,6 0 1 0,0 1 1 15,-5 0 0-15,6 6 4 0,-1-3-2 16,7 5 4-16,-6 5 1 0,-1 2-2 15,-6-1-1-15,6 8-1 0,-5 6-2 0,-8 2-2 16,1 3-3-16,-7 4-2 0,-7 5 0 16,-5 3-4-16,-2-1 2 0,1 4-1 0,-6 0 0 15,-8 4 2-15,8 0-1 0,-7 0-1 16,0 0-4-16,6-4 0 0,-6 1-1 0,7-4-3 16,5-5 3-16,-5-2 4 0,12-5 7 15,-5-7 7-15,5 0 15 0,7-6 19 0,0-1 10 16,0-4 10-16,13-3 3 0,0-1 1 15,0-3-12-15,7-3-14 0,-1-1-13 16,7 1-9-16,0-4-5 0,0-1-4 0,7-4 0 16,0 5-3-16,-1 0-5 0,1-4-1 15,-7 4-6-15,6 3-7 0,-6-4-23 0,-6 5-46 16,6 3-66-16,-7-3-121 0,1-1-153 16,7 4-184-16,-9-4-192 0,-4 1-114 15,5-5-14-15,1 1 73 0,-1-4 133 0,-6 0 173 16</inkml:trace>
  <inkml:trace contextRef="#ctx0" brushRef="#br0" timeOffset="265.6">20853 9924 14 0,'-6'-15'427'0,"0"5"78"16,0-5 81-16,-2 0 104 0,8 3-56 16,-6-2-129-16,6 3-76 0,0 0-52 0,6-3-59 15,8 3-87-15,-2 0-66 0,8 0-40 16,-1 4-28-16,7-1-17 0,1 5-12 0,-1 3-10 15,0 0-7-15,0 7-3 0,-1 0-4 16,2 4-1-16,-7 4-4 0,-1 3-1 16,-6 8-2-16,-7-4 4 0,1 7 2 0,-7 1 0 15,0-1-6-15,-13 3-3 0,7 5-5 0,-14-5-8 16,7 5-3-16,-7 0-7 0,-6-4 1 16,0 4-4-16,7-7-20 0,-7-1-39 15,6-7-67-15,1 1-107 0,5-10-154 0,2-6-195 16,6-7-208-16,6-7-82 0,6-6 0 15,0-7 71-15,7-9 136 0,0 0 189 16</inkml:trace>
  <inkml:trace contextRef="#ctx0" brushRef="#br0" timeOffset="515.51">21263 9697 100 0,'-6'-11'436'0,"6"7"70"0,-13-3 73 15,0 7 89-15,0 0-112 0,1 7-90 0,-8-3-52 16,6 7-42-16,2-1-49 0,-1 5-61 15,-1 4-59-15,8-1-39 0,0 4-24 16,6 0-10-16,0 4-9 0,6-1-9 0,0-3-10 16,8 3-9-16,-1 2-6 0,-1-5-7 15,14 0-11-15,-6 0-14 0,6-8-10 0,1 4-11 16,5-3-12-16,1-5-17 0,6-2-38 16,-7 1-62-16,7-6-107 0,7-3-159 15,-7-3-206-15,0-6-242 0,0 1-102 0,0-6-9 16,0 1 65-16,-7-10 136 0,8-3 200 15</inkml:trace>
  <inkml:trace contextRef="#ctx0" brushRef="#br0" timeOffset="749.82">22169 9440 48 0,'7'-18'547'0,"-7"0"148"0,0 0 119 16,-7 3 97-16,1 0-48 0,6 4-187 15,-7 4-151-15,7 0-125 0,-7 2-101 0,7 5-73 16,0 5-42-16,0 2-21 0,0 4-9 15,0 8 4-15,0-1 7 0,7 8-4 16,0 2-17-16,-1 1-25 0,1 5-21 0,-1-1-21 16,0 0-24-16,1-1-20 0,6 2-13 15,-7-6-12-15,2 2-31 0,-2-1-54 0,0-2-78 16,1-2-99-16,-1 1-148 0,1-8-180 16,-7 1-196-16,0-9-194 0,0 0-57 15,-7-5 30-15,1-2 109 0,-1-3 165 0,1-8 213 16</inkml:trace>
  <inkml:trace contextRef="#ctx0" brushRef="#br0" timeOffset="906.03">22046 9722 406 0,'-20'-3'532'0,"7"-4"129"0,-1 2 129 15,2-2-23-15,6 7-98 0,-2-3-68 16,2-1-66-16,0 1-106 0,6-1-112 0,0 0-89 16,6 1-71-16,14-1-54 0,0-3-36 15,5-1-25-15,1-3-22 0,14 5-37 16,-8-6-74-16,14 1-123 0,0-3-189 0,-1-2-249 15,7 2-221-15,-7-5-92 0,8 1 3 16,-8 0 87-16,1 0 167 0,-7 0 239 0</inkml:trace>
  <inkml:trace contextRef="#ctx0" brushRef="#br0" timeOffset="1390.29">22847 9261 241 0,'-14'-4'598'16,"1"-3"132"-16,1-5 109 0,-2 2 78 0,8 0-178 15,0-2-168-15,-2-2-124 0,8-2-115 16,0 2-93-16,14-1-68 0,-8 0-51 16,14 1-32-16,-7-1-22 0,13 0-9 0,-6 9-8 15,6-5-5-15,-1 3-5 0,1 1-5 16,1 2-6-16,-1 5-7 0,-6 0-8 0,5 5-5 16,-5 2-4-16,-8 4-3 0,2 0 1 15,-8 4 2-15,1 3-1 0,0 1 3 0,-14 2-2 16,0 2 3-16,-5 2-5 0,-2 1-1 15,-5-1 0-15,6 5-1 0,-6-4 4 0,-1 3-4 16,6-3-2-16,-5-1 1 0,6-3-2 16,6-5-2-16,-5 0-2 0,6-7 3 15,6 0 2-15,0-5 2 0,6-3-1 0,6-2 2 16,2-2-1-16,-1-6 0 0,7 5 1 0,-2-1-3 16,9-4 2-16,-7 6-1 0,6-3-1 15,0 5 5-15,-1 0 4 0,1 5 14 16,1-3 9-16,-1 6 14 0,-6 2 14 0,-1 2 7 15,1 3 6-15,-8-1 2 0,-6 1-1 16,2 3 2-16,-2 1-1 0,-12 2 2 16,-2-3-1-16,-4 5 0 0,-8-1-2 0,1 0-1 15,-7 0-5-15,0 0-6 0,-7-1-4 16,1 2-8-16,-1-5-8 0,-6 1-8 0,7-1-8 16,-2-4-7-16,2 1-15 0,7-4-41 15,5-5-71-15,7-6-111 0,-1 0-206 16,8-6-249-16,12-8-312 0,1-9-134 0,13-6-21 15,0 0 61-15,12-8 177 0,1-7 236 16</inkml:trace>
  <inkml:trace contextRef="#ctx0" brushRef="#br0" timeOffset="1593.37">23771 9181 144 0,'0'3'609'16,"0"5"130"-16,0-5 98 0,-6 1 79 0,6-4-97 15,0 2-193-15,6-2-165 0,1-2-115 16,-1 2-84-16,8-4-75 0,12-3-67 0,-7 3-48 16,13-4-34-16,-6 1-14 0,7 0-22 15,-1 0-41-15,1-1-73 0,-1-2-114 0,1 2-159 16,-7 4-197-16,0-3-232 0,-6 3-99 16,-7 1-3-16,-7-1 75 0,1 4 140 0,-14 4 185 15</inkml:trace>
  <inkml:trace contextRef="#ctx0" brushRef="#br0" timeOffset="1796.8">23798 9476 70 0,'-20'30'519'15,"0"-4"131"-15,1-4 110 0,5-7 91 16,2-1-70-16,5-3-132 0,7 1-95 0,0-6-79 16,0-1-74-16,13-2-65 0,1-6-61 15,5 3-70-15,7-8-61 0,6 0-49 0,-6 1-39 16,7-4-57-16,-1 0-85 0,7-4-126 15,-6-3-203-15,7 0-267 0,-2 0-250 16,1-9-104-16,0 6-4 0,1-5 84 0,-8 1 176 16,7-4 256-16</inkml:trace>
  <inkml:trace contextRef="#ctx0" brushRef="#br0" timeOffset="2171.41">24534 8872 362 0,'-20'-3'688'15,"0"3"113"-15,1-3 92 0,5-1 77 16,2-1-215-16,5 2-211 0,0 0-135 0,14-5-95 16,0 1-79-16,5 0-74 0,15-4-50 15,-1 3-37-15,13-6-26 0,-1 3-15 16,8-4-13-16,0 1-1 0,6 2-9 0,0-6-5 16,1 4-3-16,-8-1 1 0,-6 0-1 15,1 4-2-15,-8 0 3 0,-7-3 2 0,-5 3 8 16,0 2 8-16,-7 3 12 0,-7-1 6 15,1 3 7-15,-7 0 3 0,0 4-4 16,-7 0 2-16,7 4 4 0,-6 7 13 0,-7 0 20 16,7 7 21-16,-2 4 24 0,2 4 13 15,-6 7 7-15,4 0 3 0,2 0-8 0,6 7-6 16,0 0-10-16,0 1-10 0,0-1-91 16,0 4-27-16,6-4 0 0,2 1 0 0,-8-1 0 15,6-4 0-15,0-2 0 0,0-2 0 16,2-2 0-16,-8-5 0 0,6-7 0 0,0 1-91 15,-6-4-282-15,0-8-192 0,7 0-234 16,-7-7-265-16,0-7-92 0,-7 0 4 0,1-8 74 16,-8-4 166-16,2-2 242 0</inkml:trace>
  <inkml:trace contextRef="#ctx0" brushRef="#br0" timeOffset="2374.88">24826 9026 211 0,'-20'-2'637'0,"8"-3"141"0,5 2 109 16,1-1 83-16,12 0-135 0,1-3-179 15,-1-1-154-15,14 2-109 0,12-2-86 16,7-3-64-16,7 0-56 0,6-3-44 0,0-1-33 16,7 0-26-16,6 1-17 0,0-2-15 15,7 2-13-15,-7-1-13 0,7 1-6 0,-7 3-6 16,0 0-13-16,-7 3-35 0,-12 1-56 16,-7 0-67-16,-13 4-87 0,-13 3-131 0,-7 0-176 15,-18 3-192-15,-8 0-175 0,-13 5-54 16,-12-1 21-16,-7 4 96 0,-20 0 164 0,-6 4 214 15</inkml:trace>
  <inkml:trace contextRef="#ctx0" brushRef="#br0" timeOffset="3217.99">19811 11331 13 0,'-19'11'252'0,"6"0"39"0,6-4 45 15,7-3-34-15,0 3-41 0,13-7-15 0,7 4 10 16,12-4 11-16,7-4 18 0,7 1 24 16,13-5 19-16,6 1 7 0,6-4-8 0,8 0-21 15,18-8-38-15,7 1-50 0,14 0-46 16,5-8-31-16,15 1-26 0,11-5-19 0,14-3-20 16,12-3-8-16,8-1-7 0,13-4-14 15,5 5-12-15,8-8 2 0,6 4 1 0,6-4-8 16,-6 0 5-16,6 0 16 0,-6-1 10 15,7-2-5-15,0 0-1 0,-1-9 9 0,0 2-11 16,0-9-18-16,2-2-11 0,-16-5-3 0,-4 0-1 16,-15-3-13-16,-5 4-1 0,-14 0-1 15,-13-2 1-15,-19 5-1 0,-7-3 1 0,-12 3 3 16,-7-8 3-16,-14 1 8 0,-5 0 13 16,-9-4 7-16,-4 0 8 0,-14 0 4 0,-6-3 4 15,-7-1-5-15,-13 0-9 0,-6-3-9 16,-14 3-10-16,-12-3-8 0,-7 0-7 0,-14 3-3 15,-11 5-4-15,-9-1-3 0,-17 7-2 0,-8 1 3 16,-19 6 1-16,-6 1-6 0,-15 3 0 16,-17 4 0-16,-15 4-3 0,1 3 1 15,-20 5-1-15,0 6-2 0,-13 7-1 0,-13 5 9 16,1 4 3-16,-14 4-7 0,-13 11-8 0,-7 2 13 16,-12 4 1-16,0 10-12 0,-14 10 5 15,-12 5 4-15,-7 8 4 0,-6 7-11 0,5 7 4 16,-5 5 6-16,6 6-11 0,13 9 2 15,6 2 7-15,20 8 7 0,7 4-6 16,19 3-2-16,14 1 5 0,11 3 3 0,22-4-9 16,11 3 4-16,14 5 2 0,6 4 5 15,7 2-1-15,13 1-3 0,6 1-1 0,6 1 0 16,14 6-1-16,7-1 0 0,6-3 0 16,12 6 2-16,8-6 2 0,6 0-2 15,13-4-3-15,13-4 4 0,13-3 6 0,7-8-1 16,18-4 4-16,15-2 0 0,12-9 3 15,7-7-2-15,12-3 2 0,7-12 2 0,14-3 2 16,5-10-4-16,14-5 1 0,0-4-3 16,6-6-2-16,13-4-12 0,-5-9-38 0,11-1-73 15,1-5-147-15,0-5-187 0,-1 2-270 16,-5-7-201-16,6-2-76 0,-7-3 16 0,-6 0 115 16,-1-6 171-16,-6 3 258 0</inkml:trace>
  <inkml:trace contextRef="#ctx0" brushRef="#br0" timeOffset="3827.22">23680 11778 275 0,'-6'-4'397'0,"-8"1"63"16,8-4 61-16,-7 2-61 0,0-3-67 15,6 2-18-15,1-5-1 0,0-1-17 16,-1 2-26-16,7-5-39 0,0 1-43 0,7-1-37 16,-1-3-46-16,7 3-32 0,0-3-24 15,6-1-13-15,1 4-15 0,0-3-15 0,5 4-8 16,2 3-13-16,-1-1-5 0,-6 5-11 16,6 4-5-16,-7 3-7 0,1 3-7 0,-8 4-4 15,-5 8 0-15,0 4 1 0,-7 2-2 16,-7 5 1-16,-6 8-1 0,0-2 1 0,-7 5 0 15,-6 2-2-15,0 3 1 0,0-2-1 16,-7 3-1-16,1-3 3 0,-1-3 5 0,1 4 8 16,-1-4 10-16,1-2 11 0,6-1 9 15,-1-8 5-15,8 0 3 0,0-5 2 16,6-5 5-16,7-2 7 0,-2-3 13 0,8-4 9 16,8-3 12-16,-2-1 6 0,13-6-5 15,1-1-10-15,12-3-14 0,1-4-13 0,-1-1-17 16,7-6-9-16,7 4-8 0,-1-5-2 15,1 1-7-15,7-4-6 0,-8 4-6 0,1 0-7 16,-1-1-13-16,-6 5-37 0,1-1-48 16,-15 4-65-16,1 0-85 0,-6 4-133 0,-7-1-167 15,7-3-171-15,-14 4-183 0,0-4-65 16,-6 0 18-16,7 0 96 0,-14-8 158 16,7 5 191-16</inkml:trace>
  <inkml:trace contextRef="#ctx0" brushRef="#br0" timeOffset="4108.89">24104 11672 318 0,'-8'-11'494'16,"-4"-4"85"-16,6 0 120 0,-1 1 17 0,0-5-130 16,7 4-72-16,0-3-50 0,7 0-52 15,0-4-91-15,5 4-67 0,8 0-44 16,6-4-40-16,0 2-30 0,0 6-24 0,6 0-19 16,2 2-21-16,-9 2-24 0,7 6-8 15,-5 4-6-15,-1 0-7 0,0 7-1 0,0 5 4 16,-13 2 4-16,7 1 7 0,-14 6 4 15,0 1 4-15,2 4-1 0,-16 0-6 0,2 7-7 16,0-4-8-16,-8 8-7 0,-5-4-9 16,-1 3-5-16,1 1-3 0,0-4-6 15,-8 1-27-15,7-5-49 0,-5-4-69 0,12-6-95 16,-6-2-154-16,11-6-202 0,2-4-217 16,0-7-125-16,6-7-25 0,6-7 48 0,0-9 129 15,8-5 190-15</inkml:trace>
  <inkml:trace contextRef="#ctx0" brushRef="#br0" timeOffset="4343.29">24585 11339 65 0,'6'-16'476'0,"-6"2"107"15,-6 2 113-15,0 2 98 0,-1 2-82 0,1 5-137 16,-7 3-90-16,0 0-74 0,7 3-88 16,-8 5-74-16,1-1-53 0,0 8-38 0,7-1-15 15,-1 5-10-15,1 3-7 0,0 0 0 16,6 4-3-16,0-1-5 0,0 0-14 15,6 6-17-15,0-6-14 0,7 0-15 0,0 1-14 16,6-4-9-16,1 1-6 0,6-6-8 16,1-2-6-16,-1-4-8 0,6 0-40 0,1-7-60 15,6-1-100-15,0-3-174 0,-1-7-235 16,2 0-292-16,5-8-124 0,1-3-26 16,-7-4 52-16,0-4 149 0,7-3 223 0</inkml:trace>
  <inkml:trace contextRef="#ctx0" brushRef="#br0" timeOffset="4530.18">25393 11181 383 0,'-13'0'768'0,"7"3"125"15,-1-3 98-15,-6 5 83 0,6-5-182 0,1 0-263 16,6 0-169-16,0-5-110 0,6 2-87 0,1-5-78 16,13 1-66-16,-1-4-52 0,14-4-47 15,-8 1-58-15,15-1-74 0,-8 0-96 0,1 1-146 16,-1 0-189-16,7 2-210 0,-12-2-191 15,-1 3-59-15,-7 4 25 0,-6-1 108 16,-6 8 171-16,-1 0 217 0</inkml:trace>
  <inkml:trace contextRef="#ctx0" brushRef="#br0" timeOffset="4733.29">25445 11404 287 0,'-26'33'669'0,"0"-3"119"0,7-4 87 0,5-9 69 16,-5 1-175-16,13-3-163 0,-2-4-127 15,2-7-74-15,12 0-55 0,2-4-50 0,11-8-56 16,7-3-62-16,0 1-58 0,7-9-46 16,5 1-28-16,2 0-18 0,-1-4-32 0,0 3-52 15,0-3-77-15,0 4-101 0,-6-1-170 16,-1-2-225-16,1 3-265 0,-1-1-128 0,-5-4-21 16,-8 5 52-16,7 1 141 0,-6-6 213 15</inkml:trace>
  <inkml:trace contextRef="#ctx0" brushRef="#br0" timeOffset="5358.42">26663 10407 232 0,'7'-21'734'0,"-1"3"118"0,-6-1 91 0,0 4 84 0,0 0-84 0,0 4-336 0,-6 2-189 31,6 4-107-31,0 1-83 0,-7 4-76 16,7 11-47-16,-6 0-28 0,-1 11-11 0,-6 0-3 15,7 8 0-15,-8 3-2 0,1 4-6 16,0 3-4-16,0 3-2 0,-7 1-2 0,8 1 0 0,-1-2-4 0,0 1 0 0,6 0-3 31,-6 0-1-31,6-7 3 0,1-3 9 0,0-7 14 0,6 0 18 0,0-9 25 0,6 0 31 16,0-7 16-16,8-4 6 0,5-2-70 31,7-10-91-31,7 2 0 0,5-8 0 0,9 0 0 16,-2-3 0-16,1-1 0 0,-1 1 0 0,7-5 0 0,-6 0 0 0,-7 5 0 0,0-1 0 15,-7 0 0-15,1 5 0 0,-7-1 0 16,-6 0 0-16,-1 4 0 0,-5-1 0 0,-8 1 0 16,0 3 0-16,1-3-87 0,-14 3-170 31,7 0-25-31,-6 1-9 0,-7-2 2 0,0 3 5 16,0-3 16-16,-1 2 23 0,2-1 35 0,-8 0 33 0,7-3 36 0,0 0 37 0,0 0 37 31,1-8 34-31,-2 5 31 0,1-6 36 15,0 2 34-15,6 0 26 0,1 2 33 0,0 1 25 0,-1 0 13 0,0 3-4 0,1 1-17 16,0 4-17-16,6-1-30 0,0 4-25 16,0 4-15-16,0 4 2 0,0 2 12 0,6 9 23 15,0 6 26-15,8 0 22 0,-8 9 20 16,7 3 12-16,0 3 9 0,0-1 11 0,1 9 8 16,-2 0-164-16,1 3-38 0,7-2 0 15,-8-2 0-15,8-3 0 0,-6-4 0 0,5 4 0 31,-6-7 0-31,0-5 0 0,-7 1 0 16,1-8 0-16,0 2 0 0,-1-9 0 0,0-3 0 16,-6-4 0-16,0-4 0 0,0 1 0 0,7-5 0 0,-14 1 0 0,7-8 0 0,-6 4 0 31,0-3-49-31,-1-5-616 0,-6 4-259 0,-7-7-236 0,1 4-72 0,-1-4 29 0,-12 4 101 31,5-4 177-31,-11 0 283 0</inkml:trace>
  <inkml:trace contextRef="#ctx0" brushRef="#br0" timeOffset="5967.35">25132 13060 261 0,'-6'0'338'0,"0"4"43"15,6-4 7-15,-8 0-39 0,2 0-40 16,6 0 0-16,-6-4 36 0,6 0 27 0,-6 1 9 16,-1-4 4-16,7 0-10 0,-7-5-29 31,7 1-50-31,-6 0-42 0,6-4-37 0,0 4-34 15,0-3-20-15,6-5-19 0,-6 5-12 16,7-2-18-16,6 3-12 0,-1-1-16 0,2-3-17 0,5 3-16 0,-5 3-14 0,12 0-11 31,-7 8-11-31,7-1-4 0,0 4 0 0,-6 4 1 0,6 7 0 0,-1 0 3 0,-5 6 8 32,0 6 3-32,-7 3 3 0,-7 3 3 15,1 4 5-15,0 3 2 0,-14 5-5 0,0 2-2 16,1 1-4-16,-7 0-3 0,0 1-6 15,-6-1-6-15,-1-4-2 0,0 1-1 0,1-9-5 0,-1 2-1 0,0-6 0 0,1-6 0 16,-1-3-19-16,8-4-50 0,-2-4-81 16,8-11-128-16,-7 0-185 0,13-11-200 0,0-9-215 15,0 0-109-15,7-7-4 0,-1-5 82 16,8-9 160-16,-2 4 188 0</inkml:trace>
  <inkml:trace contextRef="#ctx0" brushRef="#br0" timeOffset="6217.36">25419 12855 149 0,'7'-15'499'0,"-1"1"117"0,-6 3 130 0,0-1 101 0,0 5-145 16,-6 0-120-16,-1 3-90 0,7 4-90 15,-7 0-102-15,1 8-77 0,0-1-45 0,-1 4-20 16,0 4-11-16,1 6-8 0,6 1-6 16,0 0-3-16,0 8-5 0,6 2-8 0,-6-2-17 15,14 6-10-15,-2-2-5 0,2-1-7 31,-1 0-12-31,6 0-9 0,7-1-1 0,0-2-11 0,0-1-13 0,0-7-12 0,0 0-12 16,7-7-36-16,0-3-70 0,5-6-98 16,2-6-155-16,5-4-214 0,0-7-251 0,1-3-191 15,-7-8-53-15,7 0 33 0,-7-7 120 16,0 0 195-16,-7-5 247 0</inkml:trace>
  <inkml:trace contextRef="#ctx0" brushRef="#br0" timeOffset="6404.75">26272 12731 430 0,'-12'3'749'0,"-8"0"115"16,7 1 89-16,-7 0 81 0,8-4-223 0,4 0-227 31,2 0-140-31,6 0-94 0,0-4-78 16,14-3-75-16,-2 0-65 0,8-5-52 0,13 2-34 0,-7-5-27 0,13 0-53 0,-7 1-77 31,7-6-115-31,0 7-174 0,0-6-215 0,-6 1-252 0,-1 4-130 0,-13-1-19 0,1 4 61 15,-7 0 146-15,-6 4 201 0</inkml:trace>
  <inkml:trace contextRef="#ctx0" brushRef="#br0" timeOffset="6623.44">26370 12847 301 0,'-19'34'657'0,"-1"-6"121"0,7-5 84 15,0-2 68-15,0-2-195 0,7-4-185 16,-2 0-125-16,8-5-81 0,0-3-51 0,14 1-43 15,-1-5-39-15,7-3-30 0,-2 0-37 32,15-3-34-32,-7-5-25 0,7 5-21 0,-1-8-20 0,1 3-15 0,-7-2-10 0,6 2-16 15,-12-3-35-15,0 4-53 0,-7-1-70 16,-1 1-103-16,2 0-171 0,-8 0-195 0,-6-4-209 16,7 4-126-16,-14-1-24 0,7-3 53 15,-6 0 142-15,0-1 192 0</inkml:trace>
  <inkml:trace contextRef="#ctx0" brushRef="#br0" timeOffset="7935.64">27217 12207 174 0,'0'0'337'0,"-6"0"50"0,-2-4 40 0,8 0-38 16,-6 1-51-16,0-2-18 0,-1 3 17 15,7-6 24-15,-7 0-2 0,7-3-15 0,-6 1-22 16,6-2-30-16,6 1-49 0,-6-3-54 16,7-1-36-16,0 1-22 0,5-1-25 0,-4-3-14 15,10 4-12-15,-4-6-9 0,5 6-6 16,7-4-6-16,0 7-7 0,1 0-7 0,-1-1-5 15,6 9-6-15,1 3-7 0,-1 3-4 16,1 5 0-16,6 3 2 0,-13 7-3 16,6 4 1-16,-5 5-1 0,-1-2 1 0,-7 8-1 15,-6-1-1-15,0 5 3 0,-7 0 1 16,-6 7 1-16,-6-4-2 0,-7 1-1 16,0 2-2-16,-6 1-1 0,-7 0 0 0,6-3 0 15,-7-5 5-15,8 0 10 0,0-6 9 16,-1-4 16-16,7-4 27 0,0-8 27 0,6 0 28 15,1-6 20-15,6 0 9 0,6-8-1 16,8 0-11-16,5-8-16 0,1 0-20 0,6-2-22 16,13-5-14-16,-7 1-13 0,14-4-8 15,-1-5-11-15,8 2-9 0,-1-2-3 0,0-3-3 16,6 1-2-16,7 3-13 0,-6-3-25 16,6 2 0-16,-6 5 0 0,-7-4 0 0,1 7 0 15,-15 1 0-15,1 3 0 0,-13-1-68 16,-6 5-100-16,-7 4-94 0,-7 3-112 15,-6 3-158-15,-12 2-166 0,-2 2-166 0,-5 4-157 16,-13 0-29-16,-1 4 46 0,-7 3 135 16,-5 3 179-16,-7 1 208 0</inkml:trace>
  <inkml:trace contextRef="#ctx0" brushRef="#br0" timeOffset="8622.95">25451 14115 165 0,'-39'37'464'0,"13"-8"46"0,7-3 27 16,6-8 22-16,6-3-197 0,20-4-116 0,1-8-37 15,18-3 19-15,13-11 30 0,8 1 20 16,18-13 11-16,20-6-6 0,8-5-29 0,11-5-42 15,13-9-42-15,8 0-34 0,18-6-23 16,8-5-20-16,6 0-2 0,12-3-6 0,8 0-4 16,-7-1 4-16,0-3 1 0,6 1-7 15,-13-2-16-15,-6 5-13 0,-7-4-10 0,-6 4-11 16,-13-4-6-16,-13 4-3 0,0-4 0 16,-20 0 7-16,0-3 2 0,-6-5 9 15,-13-3 6-15,-8 0 7 0,-18-7 6 0,-6 0 4 16,-8 0-2-16,-19-1-6 0,-13 1-11 15,-13 0-12-15,-7 3-8 0,-19-2-10 0,-13 5-8 16,-6 4-4-16,-21 5-2 0,-5 7 0 16,-14 3 1-16,-19 8-2 0,-7 6-2 0,-19 6 9 15,0 5-1-15,-20 9-1 0,-13 6-6 16,-6 8 7-16,-20 5 5 0,-6 12-10 0,-14 10-7 16,-12 9 8-16,-14 15 2 0,1 7-7 0,-7 20-5 15,6 6 5-15,8 8 5 0,-2 13-5 16,8 13 2-16,12 10 7 0,14 5 4 15,19 6-7-15,20 0 7 0,13 4 5 0,12-4 8 16,15 0 3-16,25-4 6 0,6 1 14 0,20-8 9 16,12 1 4-16,21-5 4 0,5-2 1 15,15-6 0-15,18 2-1 0,7-12-7 0,19-4-4 16,8-6-2-16,19-9 10 0,6-9 12 16,12-9 19-16,15-10 22 0,12-11 17 0,13-12 15 15,20-6 10-15,19-16 17 0,21-11-140 16,18-10-29-16,13-11 0 0,14-11 0 15,5-12 0-15,2-6 0 0,-14-8 0 0,-14 0 0 16,-12 4 0-16,-13 0 0 0,-14 3 0 0,-18 4 0 16,-14 3 0-16,-19 5 0 0,-20 7 0 15,-13-1 0-15,-12 9 0 0,-21 3 0 0,-6 2 0 16,-19 9-424-16,-14 0-336 0,-12 7-281 16,-8-1-158-16,-18 9-28 0,-13 3 67 0,-8 0 138 15,-12 3 231-15,-6 5 320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25:07.6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8889 12698 393 0,'5'-2'521'16,"-2"-3"49"-16,-3 1 38 0,0 0-26 0,0-1-199 15,0 2-80-15,-3 0-14 0,3 0 0 16,0 0 1-16,-2 3-14 0,2 0-27 0,-1 0-46 0,-1 0-42 16,2 0-20-16,2 0-14 15,-1 4-10-15,1-1-9 0,1 2 3 0,0 1-6 0,2-1-24 16,0 2-22-16,3 0-12 0,-4-1-5 15,4 1-3 1,0 1-1-16,0-1-3 0,-2-2 2 0,1 0 3 16,-1-1 2-16,1 1 1 0,0-2 4 0,0-2 3 15,-1 1 10-15,1-4 3 0,3 0-4 16,0-5-1-16,1 1-5 0,6-7-7 0,-1-2-9 16,5-3-11-16,4-5-8 0,2-4-6 15,3-2-2-15,1-4-1 0,4 0-2 0,0-1 0 16,0 0 0-16,1-1-2 0,4 2-4 15,-4 2-1-15,1 1-1 0,-1 2 0 0,-3 3-1 16,-1 3 1-16,-4 2-1 0,-3 4-1 16,-4 3-1-16,-5 0-5 0,-1 5-18 0,-5-1-23 15,0 5-34-15,-3 0-40 0,-2 1-115 16,0 0-168-16,-2 1-164 0,0 2-197 16,-1 0-154-16,-2 2-60 0,-2-1 63 0,-1-1 145 15,-3-3 166-15,-2 0 213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30:08.6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6089 11715 353 0,'2'-9'578'0,"-4"1"69"15,0 3 56-15,1-1 38 0,-1 1-282 0,1 1-130 16,-1 2-46-16,-1 0-19 0,2 0-7 16,-1 2 6-16,1 2 1 0,-1 0-21 0,2 3-33 15,-2-2-36-15,2 4-38 16,-1-1-36-16,1 1-25 0,0 1-16 0,1-2-12 16,-1-1-10-16,2 3-8 0,0-2-2 15,1 0-3-15,1 0-2 0,-1-2 0 0,4 1 5 16,-3-1 8-16,5-2 8 0,-3 0 9 15,5-1 17-15,0-2 11 0,1-6 6 16,4-1 0-16,3-4-4 0,2-4-9 0,4-4-12 0,5-5-15 16,0-2-12-16,5-1-8 0,0-3-9 15,1-2-4-15,0 0-3 0,1-2-3 16,-1 2-1-16,-1-2-1 0,-2 5-1 0,-1-2-2 16,0 5-2-16,-4 1 1 0,-3 4-2 0,-3 4 1 15,-3 1-2-15,-3 7-2 0,-3 0-1 16,-2 1-9-16,-3 5-11 0,0 1-24 15,-2 3-37-15,-1 3-49 0,-1 3-95 0,-2 3-190 16,1 1-196-16,-1 3-209 0,-1 0-150 16,-1 2-49-16,-1 0 46 0,1-2 168 15,0-3 193-15,1-1 227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30:32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5119 12345 281 0,'4'0'799'0,"-1"0"121"16,-3-2 71-16,0 0 53 0,-3 2-105 15,0-1-399-15,0 1-198 0,1 0-86 0,-1 1-37 16,0 3-22-16,-2-2-12 0,0 2-6 16,2 1-8-16,-3 3-14 0,3-3-10 0,1 4-8 15,2 0-4-15,0 2 1 0,0 2-3 16,2 2-6-16,1 0-9 0,3 2-82 16,-1-3-36-16,1 1 0 0,-1-1 0 15,3-1 0-15,3 0 0 0,-3-3 0 0,3-3 0 16,3-1 0-16,-1-1 0 0,2-5 0 0,-1-5 0 15,7-4 0-15,1-4 0 0,1-6 0 16,7-6 0-16,2-6 0 0,5-4 0 0,3-5 0 16,3-4 0-16,2-1 0 0,0-4 0 0,0 0 0 15,0-1 0-15,0 5 0 0,-2-2 0 16,-1 2 0-16,-2 3 0 0,-3 5 0 16,-5 2 0-16,-1 4 0 0,-3 5 0 0,-4 4 0 15,-5 4 0-15,0 3 0 0,-6 4 0 0,-1 3 0 16,-2 5 0-16,-4 0 0 0,-1 7 0 15,-2 3-288-15,-3 4-171 0,-3 4-208 16,0 3-272-16,-3 0-172 0,-4 3-46 0,-4-2 24 16,1-4 99-16,-1-1 233 0,0-6 314 15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30:46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4160 10876 202 0,'-5'-1'526'0,"1"0"57"0,-3-3 32 16,2 3 17-16,-2 0-208 0,2-1-182 16,3 2-79-16,-1 0-15 0,-1 2 23 0,4-1 67 15,-1 4 71-15,2-1 29 0,-1 3 4 0,4 2-15 16,-1 3-35-16,2 1-66 15,0 2-70-15,3 2-38 0,-2 0-21 0,-1 1-16 0,3-3-11 16,-2 4 0-16,3-4-2 0,-1 0 9 16,2-3 5-16,2-1 2 0,-2-3-3 15,1-2-4-15,3-6 0 0,2 0-4 0,2-9-2 16,2-2-5-16,1-9 1 16,7-5-3-16,2-5-9 0,5-8-9 0,6-4-10 0,3-2-2 15,5-5-6-15,1-1-5 0,0-1-3 16,4-4-3-16,-3 1-3 0,2 1-4 15,-1-2 0-15,1 1-1 0,-3 1-1 16,2 4 1-16,-6 3-1 0,1 4-2 16,-4 4-2-16,-5 6-3 0,-2 2-7 0,-4 8-16 15,-4 3-26-15,-5 4-34 0,-4 7-51 0,-3 3-58 16,-4 5-121-16,-1 5-207 0,-6 1-242 16,-2 4-214-16,-3 5-81 0,-3-1-12 0,-2-1 90 15,-3 1 203-15,0-3 256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32:13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6682 15085 219 0,'2'2'440'0,"-1"-1"54"0,-1-1 37 0,0 0-34 0,2 0-137 16,-2 0-100-16,0 0-16 0,0-1 32 15,0-1 51-15,-2 1 57 0,2 1 37 0,-1-3 15 16,-1 3-29-16,2-2-59 16,-2 0-64-16,2 2-65 0,0 0-47 0,-1 0-27 15,1-3-15-15,-2 3-12 0,2 0-12 0,0 3-13 16,-1-3-11-16,-1 0-8 0,2 2-3 15,2 0 0-15,-1 4 3 0,2 0 5 16,1 3 2-16,-1 1-1 0,0 2-4 0,1 1-6 16,4 2-7-16,-3 1-4 0,2-1-7 0,-1 1-4 15,2-1-7-15,-2 0-7 16,2-1-6-16,-4-3-7 0,5-2-3 0,-2-1-1 0,-2 0 4 16,2-2 10-16,-1-4 15 15,2 0-3-15,-2-4-43 0,5-2 0 0,1-5 0 0,2-3 0 16,2-2 0-16,2-7 0 0,4-4 0 15,2-3 0-15,3-3 0 0,3-3 0 16,2-1 0-16,4-1 0 0,0 0 0 16,3-1 0-16,-4 3 0 0,2 0 0 0,-1 5 0 15,-4 2 0-15,-5 2 0 0,0 6 0 16,-2 3 0-16,-3 1 0 0,-1 6 0 0,-4-1 0 16,-1 6 0-16,-2 1 0 0,-1 3 0 0,-2 1 0 0,-3 3 0 0,-1 3 0 15,-3 2 0-15,2 3 0 0,-4 2 0 16,-2 1 0-1,0 1 0-15,-2 2 0 0,1 2-81 0,-2-2-392 0,1-2-209 0,2 1-239 16,-1-3-194-16,1-4-55 0,-2-3 20 0,2-1 92 16,-1-1 231-16,-1-4 288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40:25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1955 12023 150 0,'-8'-4'421'0,"8"1"71"15,-6-1 84-15,6 0 61 0,-6 1-68 0,6 3-58 16,-6-4-41-16,6 4-44 0,0 0-65 16,-7 0-87-16,7 0-65 0,0 7-36 15,7-3-19-15,-7 7-1 0,0 0 11 0,6 0 6 16,0 4-2-16,0-4-9 0,2 4-2 15,-2-1 0-15,7-2-5 0,-7 2-2 16,7-3 7-16,0-4 12 0,7 1 10 0,-1-8 13 16,7 0 5-16,7-8-1 0,-1-7-12 15,14-2-120-15,-1-9-64 0,13-7 0 0,2-8 0 16,12-6 0-16,-1-4 0 0,14-12 0 16,13-3 0-16,12-7 0 0,1-4 0 0,0 4 0 15,6 4 0-15,-6-2 0 0,-7 6 0 16,-6 5 0-16,-7 6 0 0,-19 10 0 0,-7 3 0 15,-13 9 0-15,-13 6 0 0,-7 8 0 16,-5 0 0-16,-7 7 0 0,-2 0 0 0,-11 3 0 16,6 0 0-16,-13 6 0 0,0-3 0 15,0 5 0-15,0 0 0 0,-13 5 0 0,6-5-729 16,-5 2-347-16,-8 3-182 0,7-2-30 16,-7-3 69-16,-6-3 133 0,7-2 242 15,-7-2 315-15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19.2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23 115 134,'0'0'142,"0"0"-16,-1-1-19,1 1-19,-1 0-15,1 0-16,0 0-10,0 0-8,0 0-2,0 0-2,0 0 4,0 0 5,0 0 9,0 0 11,0 0 13,-1 0 9,0 0 10,1 1 5,-1-1 5,1 1 2,-2 0 4,1 0 5,1 0 4,0-1 5,-1 1 2,0-1 7,1 1 4,-1 0 7,0-1 13,1 1 16,-1-1 20,0 1 16,1-1 11,-1 1 2,1-1-5,-1 0-12,0 1-14,1 0-15,-1-1-14,0 0-11,1 0-9,-1 0-7,0 0-10,1 0-4,-1 0-5,0 0-3,1 1-10,-1-1-12,1 0-15,0 0-16,0 0-20,1 0-16,0-1-10,2 1-6,2-2-2,4-1-2,-1 0 0,5-2 1,1 1-1,1-2-1,2-1-1,2 1-2,1 0 3,-1-2-3,2 1-2,0 1 4,-1-3-2,1 2-1,-1-2 0,-1 3 1,0-1-9,-2 1-37,-3 1-69,-2 0-111,-1 2-144,-2-1-136,-1 2-147,-2 1-168,-2 3-47,-1 2 49,-1-2 108,2 1 119,2-4 148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20.11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13 5 6,'-2'1'232,"2"0"30,-1-1 0,0 0-36,0 0-40,1 1-33,-1 0-19,1-1-12,0 1-4,-1 0 5,0-1 4,1 1 7,-2 0 5,1 0 5,1 0 1,0 1-6,-1 0-9,1-1-3,-1 0-4,1 0 2,1 0 27,0 0 43,2 1 40,0 0 29,4-1 22,0 0 8,2 0-17,1 0-47,2 1-46,2-2-45,1 0-36,2-1-33,1-1-28,3 0-15,-1-1-8,3-1-7,-2 1-5,-1-2-8,0 1-38,-2 1-72,-3 1-102,0 0-109,-3 1-112,-1-1-122,-2 3-114,0 1-74,-3 2 21,-1 0 68,0 0 88,-2-2 119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21.01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40 0 35,'-1'4'189,"0"-1"2,-1-1-18,1 1-23,-1 0-19,1-1-11,-1 0-3,0 0-1,1 0 1,-2-1 6,2 1 4,-1-1 5,0 1 4,1 0 9,-2 0 11,2-1 7,0 1 7,-1-1 4,0-1 7,1 1 7,-1 1 5,0-1-1,1 1-7,0-1-16,0 0-25,0 0-21,2 1-8,1-1 0,3-1 8,0 1 13,5 0 11,1-1 4,3 1-11,0-1-20,4 0-26,0-1-23,0-1-17,4 0-14,-1-1-17,2-1-8,-1 0-4,3 0-6,-3-1-54,0 0-105,-2 1-134,-1 0-155,-4 0-166,-2 1-168,-2 3-42,-5-1 56,1 0 106,-2-2 142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21.9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88 53 5,'-6'0'201,"-1"0"15,1 0-15,0 0-49,1 0-45,-1 0-22,-1 0-11,1 0-5,1 0 4,0 0 10,-1 0 11,3 0 11,0 0 5,0 0 9,0-1 7,1 1 5,0 0 4,0 0 5,1 0 3,0 1-5,0-1-13,0 1-20,1 0-20,-1 1-18,0-1-10,1 1 7,1-1 31,1 0 55,1 0 60,2 1 54,4 0 38,0-1 12,3 0-7,5 0-34,1-1-52,4-1-48,3-1-43,3-2-31,2-1-32,3-1-22,1 0-19,2-3-11,0 2-6,-2-1-37,-1 2-72,0-1-120,-3 4-116,-3 0-111,1 0-118,-1 3-91,-3 1-87,0 2 31,0-2 72,-2 1 90,3-3 104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22.5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15 7 153,'-2'0'246,"0"1"14,1 0-20,0 0-28,0 0-22,0 0-12,1 0-1,-2 0 1,1-1-2,1 1-3,-2 0-9,2 0-9,-1 0-14,0 0-15,1 0-9,0 1 17,2-2 33,0 2 44,2 0 36,2-1 30,3 1 14,0 1-1,3-1-21,2 0-45,0-1-40,3-1-40,3 0-25,1 0-36,4-2-30,2-1-20,4-2-31,0 0-82,1-1-132,1-1-147,-2 3-166,-3 0-182,-2 3-127,-5 2-2,-4 2 85,-1 0 122,-4 0 154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23.1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 0 129,'0'3'256,"0"-1"29,-1 0-13,1-1-39,-1 0-23,1 1-16,0-1-4,0 0 4,0 0 4,-1 0 5,0 0 9,1 0 38,0 0 54,0 1 47,2-1 27,0 0 36,2 1 19,1 0-22,3 1-53,0 0-63,2 0-53,2 0-66,1 1-60,2-1-39,0 0-29,2-1-16,0-1-11,2-1-7,1 0-4,1-1-18,-1-1-44,1 0-119,-2 0-190,-2 0-215,-1 0-241,-4 1-147,-3 2-43,-3 0 73,-3 0 164,-3-1 202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23.76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 22 155,'-3'2'313,"1"-1"45,-1 0 22,2 1-50,0-1-45,0 0-27,-1 0-24,2 0-14,-1 1-9,0-1-7,1 0 14,-1 0 39,1 0 44,1 1 55,0 0 37,2 0 19,0 0-12,3 0-50,2 0-62,1 0-72,3 0-65,2-1-52,5-1-37,2-1-21,4-1-11,2-1-10,6-2-9,0-1-19,3 0-52,1-1-123,0 0-185,0-1-214,-3 3-214,-3 2-159,-4 1-43,-3 4 71,-3 0 159,-3 0 197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24.3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27 28 160,'0'2'269,"0"-1"30,0 0-20,0 0-47,0 0-34,0-1-12,-1 1 0,1 1 10,-3-2 14,3 1 16,-1-1 21,-1 0 31,1 1 49,0-1 46,0 1 28,-2 0 19,2-1 0,0 1-32,-1-1-55,2 2-61,-1-1-56,1 0-53,-1 0-41,1-1-27,0 1-25,-1 0-18,-1-1-10,2 1-9,-1-1-6,0 0-6,1 0 0,0 0-6,0 0-2,-1 1-5,0-1-2,1 0-1,0 0-4,0 0-3,0 0 0,0 1 2,0-1 0,0 0-2,0 0 2,0 0 0,0 0 0,0 0 0,0 0 1,0 0-1,0 0-1,0 0-1,0 0 0,0 0 1,0 0-1,0 0 2,0 0 0,0 0 1,0 0 0,0 0 0,0 0-2,0 0 3,0 0 0,-1 0-2,1 0 0,0 0 0,0 0 1,0 0-2,0 0 1,0 0 2,0 0-1,0 0 0,0 0 0,0 0 1,0 0 0,0 0-3,0 0 0,0 0 0,0 0-2,0 0 3,0 0-2,0 0 2,0 0 0,0 0 0,0 0 1,0 0-1,0 0 0,0 0 2,0 0 2,0 0-1,0 0-1,0 0 0,0 0-1,0 0 0,0 0-1,0 0 0,0 0 0,0 0 2,0 0-1,0 0-1,0 0 0,0 0 1,0 0 0,0 0-1,0 1 0,0-1 1,0 0-1,0 0 0,0 0-1,0 0 0,0 0 0,0 0-1,0 0 5,0 0-6,0 0 2,-1 0 1,1 0 0,0 0-2,0 0 2,0 0 3,0 0-1,0 0 0,0 0-2,0 0 2,0 0-5,0 0 0,0 0 1,0 0 1,0 0-1,0 0 2,0 0 1,0 0 0,0 0-1,0 0 0,0 0 2,0 0 0,0 0-2,0 0 0,0 0 1,0 0 0,0 0 0,0 0-1,0 0 0,0 0 0,0 0-1,0 0-1,0 0 1,0 0 1,1 0 0,1 0 0,1 0 1,1 0 0,1-1-1,2 0 2,1 0 3,2 0-2,3 1 1,3-2 1,1 1-1,7-1-3,4-1 0,5 0 1,5-3-2,3 0-14,2 0-24,-1-1-61,-3 2-131,-1 0-191,-5 2-197,-4 3-196,-3 2-157,-7 4-35,-4 0 80,-3 3 164,-4-3 182</inkml:trace>
  <inkml:trace contextRef="#ctx0" brushRef="#br0" timeOffset="1216">990 143 209,'-3'-1'334,"2"-1"43,-1 0 33,1 1-59,1 0-43,-1 0-10,0 0 9,-2 1 32,2 0 32,0-1 26,0 1 16,1 0 8,-2 0-4,2 0-35,-1 0-54,0 0-59,1 0-55,-1 1-55,-1-1-45,2 1-32,0-1-21,-1 1-12,1-1-9,-1 0-6,1 0-4,0 0-3,-1 0 0,1 1-4,0 0-3,0-1-1,0 1-3,0-1-2,0 0-2,0 0-1,0-1 1,0 1 2,0 0 5,-1 0 1,1 0 6,-1 0 0,0 0 1,1 0-1,0 0-1,-1 0-1,1 0-3,0 0-1,0 0-1,0 0-2,0 0-5,0 0-3,0 0-3,0 0-1,0 0 0,0 0-2,0 0 2,0 0 2,0 0 4,0 0 2,0 0 0,0 0 6,-1 0 2,1 0 3,-2 0 1,1 0 0,1 0 0,0 0-4,0 1-1,0-1-2,0 0-4,0 0-6,0 0-3,0 0 0,0 0-1,0 0-3,0 0 0,0 0 1,0-1-2,0 1-2,0 0-3,1-1-1,1 0-2,2 0-1,0-1 2,4-2 1,3 1 1,5-3 2,4-1-2,3-1-9,4 0-18,3-2-27,2 0-33,1 0-49,2 0-95,-1 0-190,-2 1-209,0 1-221,-5 2-155,-2 2-50,-8 1 46,-4 0 172,-7 1 213,-1 0 238</inkml:trace>
  <inkml:trace contextRef="#ctx0" brushRef="#br0" timeOffset="4860">1748 71 153,'0'1'173,"-1"-1"-12,1 0-16,0 0-20,0 0-16,-1-1-19,1 1-7,-1-1-6,0-1 0,1 2 3,0-1 4,-1 0 10,-1-1 12,0 1 11,0 0 9,1 0 8,-2 1 5,0-1 1,0 0 1,0 1-2,-1 0 1,1 0-2,0 0 3,-1 0 7,1 0 5,1 0 2,-1 0 5,1 0 8,1 0 8,0 0 6,-1 0 6,1 0 6,0 1 1,0 0-1,-1-1-8,1 1-10,1 0-15,-1-1-16,1 1-14,1-1-9,0 0-9,2 1-5,1 0-2,2-1 1,3 0-2,2 0-6,2 0-10,4 0-12,1-2-14,3 1-15,3 0-13,0-1-11,3 1-10,1 0-6,0-1-2,-2 2-4,0-1-1,-1 1-1,-2 1-1,-2-1-21,-3 2-33,-3-1-52,-2 1-90,-3 0-149,-1 0-163,0 1-157,-3-1-155,-2 3-98,-1-1 9,-2 0 105,2-4 144,-1-1 165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29.84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80 54 92,'-4'-1'249,"-2"1"27,3-2-1,-3 0-52,1 0-49,0 0-28,0-1-5,-1 2 3,2-1 8,-2 1 13,2-1 20,0 1 29,1 0 31,-1-1 39,1 2 45,1-2 38,0 2 26,2 0 19,-2 0 0,0 0-29,1 2-49,-1-2-56,2 1-54,-1 0-51,2 0-43,1 1-27,3-1-13,0 1-8,5 0 2,5 1 1,0-1-4,5 1-5,5-1-13,0-1-9,3 1-12,1-1-13,1 1-9,0-1-7,0 0-3,-2 0-2,-3-1-5,0 1 0,-4 0 2,-1-1-2,-5 1-3,0-1-2,-4 0-5,-2 0-13,-3 0-32,1-1-45,-3 1-67,0-1-134,-1 0-191,-1-1-226,-2 1-226,-3-1-91,-1 2-3,0-1 96,0 0 178,1-1 227</inkml:trace>
  <inkml:trace contextRef="#ctx0" brushRef="#br0" timeOffset="650">890 50 38,'-1'-1'263,"1"1"38,-2-1 21,1 0-29,0 1-38,0 0-25,0 0-10,0 1-3,1 0 1,-1-1 10,0 0 27,0 0 46,1 0 57,-1 0 54,0 0 45,0 0 16,0 0-20,0 1-52,0 0-66,1 0-69,1-1-66,0 1-49,2-1-31,2 0-19,5 1-13,1-1-10,6 0-12,1 0-9,5-1-7,2 1-9,4-1-7,2 0-7,2-2-5,-1 1-3,0-1-5,-1 0-3,-1 0-4,-1-1-2,-1-1 0,-4 1-2,-3 0-2,-3 1 3,-4-1 2,-1 1-4,-3 1-11,-3 1-20,0-1-29,-2 1-50,-2 0-102,-3-1-212,-3 1-239,-4 1-260,-2 0-137,-3 1-43,-4 1 53,1-2 190,-3-2 237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32.95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10 106 165,'1'-7'357,"-1"1"64,-1-1 69,0 0-31,1 0-34,-1 2 5,1-3 29,0 1 26,0 2 16,0-1-3,0 2-26,0 1-52,-1 0-69,0 1-75,1 1-72,-1-1-59,1 2-45,-1 0-27,-1 0-21,1 0-17,0 2-9,1 0-7,1 2-5,0 1-4,2 4-3,-1 0 7,0 5-6,0 1-1,2 4-2,-2 3 1,2 1 1,-2 3-8,1 1 3,-1 0 1,1 1-1,1-4-2,-3 1-1,1-3 1,1-2 1,0-2-2,-1-4 3,0-1 1,-1-4 1,1-1 2,-1-3 8,0-1 10,-1-3 4,1-4 1,-1-3 0,-1-3-1,1-5-7,-1-4-8,0-2-5,0-3-2,0-2 0,1-2 1,-1-1 0,1 0 0,0 1 1,0 1 1,0 1 3,0 1-3,1 3 2,-1 2-1,1 1-1,0 4-2,-1 1-3,2 2-4,-1 3-2,0 2-3,1 1-1,1 2 0,2 2 0,-1 1 2,3 1 4,1 4-1,2 1-1,0 2 0,-1 2 0,3 1-1,-2 2 2,0 1 1,2 2 1,-2-1 2,0 0 2,1 2-2,0-2-2,-1 1 1,0-3 0,1 0-2,-2-1 0,0-3-1,0 0 1,-1-1 0,0-3 0,-1-1 2,1-2-2,0-1 3,1-4-2,-1-1 0,4-3 0,0-1 0,-1-4-3,0-1 1,0 0 2,0-2 0,-1 0 0,-1 0 0,1 0 3,-2 2-2,1-1-2,-3 1 0,1 3 0,-1-1-3,-1 4 0,0-1 1,-3 4-4,0 1 1,0 0-1,2 1 0,-1 2 2,0 3-1,1 1 3,1 1 1,1 5 0,-2 0 0,2 3 1,-3 2 1,0 2 1,0 2-2,-1-1-8,0 2-12,-1 1-23,1-1-36,-1 2-65,1-1-138,-1 0-178,0-1-162,0-1-136,1 0-118,2 0-86,-1-3 58,1-1 144,3-3 153,2-3 146</inkml:trace>
  <inkml:trace contextRef="#ctx0" brushRef="#br0" timeOffset="1129">1231 121 188,'-1'-3'288,"0"1"39,1 0-8,-1 0-43,1 0-32,0 0-10,0 0 3,0 0 6,0 1 5,-2-1 6,1 2 0,1-1-17,-1 1-30,0 0-38,1 1-38,0 2-36,-1 1-14,1 1-7,-2 4 3,2 1 9,-1 2 14,0 2 2,-1 1-16,0 1-7,0 2-14,1 0-9,0 0-18,-1 0-8,2-1-6,-1-1-11,1-1-2,-1-2-3,1-1-6,0-2 1,0-2 1,0-2 39,0-1 55,0-1 67,0-2 58,-1-2 25,1-1 12,-1-2-27,1-5-42,-1-2-62,1-3-50,1-4-20,0-1-9,0-2 3,0 0 0,1-2-1,0 2 1,0-1-3,0 1-6,1 2-4,-1 2-8,0 1-7,-1 2-4,2 3-7,0 1-4,-1 1-8,1 3-2,1 0-3,2 2 0,2 1-3,0 2 3,1 1 0,2 2 0,0 2 1,2 2-1,-1 2 3,2 3 0,-1 2-2,2 1 2,-1 2 1,0 1 0,0 1 0,-2 1 3,0 0 0,0-2-2,-1-2-1,-1 0-1,-2-3 0,1-1-1,-3-2 0,0-3 2,-1 0 0,-2-2 5,0-3 4,1 0 13,-1-4 8,-1 0 8,1-5 2,-1-3 0,0-2-4,-1-3-9,0-1-9,-1-4-8,0-2-4,-1-1-1,0-2-17,-1-2-23,1 1-34,0 1-46,-1 1-67,1 3-134,-1 3-190,-1 2-205,-3 4-195,1 6-112,-4 3-15,-1 5 90,0 3 182,-2 2 211</inkml:trace>
  <inkml:trace contextRef="#ctx0" brushRef="#br0" timeOffset="2199">728 458 91,'0'0'84,"0"-1"-7,0 1-7,0 0 0,0 0-2,0 0-3,0 0-2,-1-2-7,-1 2-9,2-1-9,0 1-10,0 0-7,0 0-6,0 0-5,0 0-3,0 0-3,0 0-1,0 0-1,0 0 5,0 0 5,-1 0 7,0 0 6,1 0 5,0 0 11,0 0 7,0 0 3,0 0 3,0-1 2,0 1 4,0 0-4,0 0-2,0 0-1,-1 0-2,1 0-3,0 0-6,0 0-3,0 0-8,0 0-9,0 0-7,0 0-5,0 0-4,0 0-3,0 0-3,0 0 1,0 0 1,0 0-2,0 0 0,0 0 0,0 0 0,0 0-2,0 0 1,0 0 0,0 0 1,-1 0 1,1 0-1,0 0 2,0 0-2,0 0 2,0 0-1,0-1 0,0 1-1,0 0-1,0 0-1,0 0-1,0 0 3,0 0-3,0 0 3,0 0 1,0 0 1,0 0-1,1 0 0,-1 0 1,0 0-2,0 0 0,0 0-2,0 0 2,0 0 0,0 1 1,0-1 0,0 0 0,0 0 0,0 0 1,0 1 1,0-1-2,0 1 1,0-1 0,0 0 1,0 0-2,0 0 0,0 0 0,0 0 0,0 0 0,0 0 0,0 0 0,0 0-1,0 0-1,0 0 3,0 0-1,0 0-1,0 0 1,0 0 1,0 0 2,0 0 0,0 0 2,0 0 3,-1 0 4,1 0-1,0 0-2,0 0-4,0 0-1,0 0-1,0 0-7,0 0 2,0 0 0,0 0 0,0 0 0,0 0 0,0 0 1,0 0-2,0 0 2,0 0 1,-1 0 1,1 0-1,0 0 1,0 0-2,0 0 2,0 0 0,0 0 0,0 0 1,0 0 1,0 0 3,0 0 0,0 2 1,0-2 3,0 0 0,0 0 3,-1 1 4,1-1 4,0 0 5,0 0 3,0 0 4,0 0 2,0 0 3,0 0 0,0 0 5,0 0 2,1 0 4,-1 1 6,0-1 4,0 1 10,0 0 6,0-1 9,0 0 6,0 0 14,-1 1 14,0-1 9,1 1 12,-1 0 12,0-1 21,1 1 21,-2 0 16,1-1 25,1 0 15,0 1 17,1-1 2,1 2-10,-1-1-9,1 1-21,1-1-24,2 2-25,-1 0-28,4 0-25,0 1-24,3-2-21,0 3-17,1 0-15,1-1-10,2 1-9,1 0-7,1 0-3,0 0-3,2 0-2,-3 0-1,3-3-1,-1 1 0,1 0 1,-3-1-3,1 0 1,-1-1-1,-2 0 0,-1-1 0,-1 0-2,-2 0 2,-2 0-5,-1 0 0,0 0-3,-3 0-2,1 0-1,-1 0-1,-2 0 2,1-1-3,-3 0-11,2 1-22,-2-1-40,0 1-74,-1 0-164,-2 0-198,-1 0-211,-1 0-207,-1 0-84,0-1 11,2 0 127,2-4 183,1-1 211</inkml:trace>
  <inkml:trace contextRef="#ctx0" brushRef="#br0" timeOffset="3681">1824 472 225,'-1'0'257,"0"-1"-5,0 0-35,-1 0-45,1-1-38,0 1-26,0 1-14,0-1-11,-1 0-8,1 1-5,0 0-2,0 0-1,-1 0 3,1 0 5,0 0 6,0 0 6,0 0 12,1 0 14,-1 0 15,1 0 21,-1 0 25,0 0 41,1 0 47,-1 0 42,-1 0 34,2 0 26,0 0 3,0 0-14,-1 0-38,0 0-50,-1 0-48,2 0-49,-1 1-38,1 0-37,0-1-24,0 1-16,0-1-13,0 0-9,0 0-5,0 0-1,1 1 3,2-1 7,3 0 8,-1 0 10,4 0 6,0 0 8,3 0-8,2 0-7,-1-1-9,3 1-8,-1 0-9,2 0-10,2-1 1,0 1-3,-1 0-2,2-1-4,2 1-1,-1-1 2,0 0-2,1-1 1,0 0-1,-1 0-2,-2 0-1,-3 0-1,-1 0 0,-3 1-2,-3 0 2,0-1 1,-2 2 0,-2-1-9,-1 0-21,-1 1-31,-3 0-57,-1 0-127,-2 2-216,-4 1-241,-1 1-235,-3-1-106,0-1-18,0-1 92,1-3 193,3-2 239</inkml:trace>
  <inkml:trace contextRef="#ctx0" brushRef="#br0" timeOffset="19552">2582 126 57,'4'-2'183,"-2"-1"-9,-1 0-28,1 1-29,1-1-20,-1 2-7,0-1-2,-1 0 6,1 0 7,-2 1 10,1 0 10,0 0 10,-1-1 11,0 2 12,0-1 14,0 0 12,0 0 6,0 1 6,-1-1 5,0 1 9,1 0 14,-1 0 7,0 0 12,0 0 3,0 0-8,-1 0-24,1 0-30,-3 0-28,2 0-35,-1 0-28,-1 0-20,0 0-5,0 0-6,0 0-5,0 1-5,-2 0-4,1 1-4,-3 1-4,0 0-2,-1 1 9,1-1 12,-1 3 11,0-1 13,-1 1 3,-1 2 4,0-2-3,1 3-8,2-2-6,-2 1-9,2 0-8,-1 0-6,2 0-13,1 0-7,1-1-7,0 2-8,0-2-4,1 1-4,0-1-1,0 1 1,1 2 0,-1-2 0,3 2 1,-1-2 1,1 1 5,0 1 9,1 0 3,1 0 4,0-1 4,1 0 1,0 1-5,1-2-6,1 1-7,-1 1-2,2-2-3,0 1-1,1-2 0,-2 1-3,3-1 5,-1 1-1,1-2 1,0 1-2,-1-1 5,1 1-1,0 0-1,1-2 1,-2 2-1,2-3 1,-1 2-2,1 0-1,-1-2-1,2 2-1,-1-2 4,0-1-1,0 1-2,0-1 1,0 0 5,1-1 0,1-1-3,-1 0 3,1 0 4,-1-1 3,0-1-1,2 0 1,-1-1 1,1-1 0,-1 0 3,1 0 1,0-1 3,-1 0 0,1-2 5,0 2-2,-1-3-1,1 0-1,1 1 0,-2-1-1,0-1-2,2-1 0,-2 0-2,0 1 0,0-2-1,-2 2 4,-1-1 1,0 1 0,-1 0 2,-1-1 2,0 1-3,-1-1-2,-1 1 3,0-1 0,0 1-2,-1-1-3,-1-1-2,0 0-2,0 0-2,-1 1 1,-1 0 1,0-2 0,0 2-2,-1 0 0,0 0-1,-1 0 0,1-1-1,-1 1-2,-1 1 0,-1-2-3,2 3-3,-2-3-2,1 3-2,0-1-2,1 0 1,-2 0-1,0 1 2,1 1 2,-2 0 2,2 0 3,-1 1 1,0 2 1,-2-1-3,2 0-3,-3 1-1,0 1-2,-2-1-2,-1 1 0,0 0-2,0 1 1,-1 0-2,0 1-1,2-1 1,0 1 0,-1 0-1,2 0 0,0 1 0,1-1-1,-1 2-8,0-1-10,0 1-17,-1 0-28,-1 1-36,1 3-47,-2 0-66,0 0-154,-1 3-206,1-1-224,0 2-208,2 0-82,0 1 4,3-1 127,2-1 204,1-3 242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3:56.51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39 428 115,'-2'-4'241,"-1"-2"32,-1 1-5,1 0-47,0 1-16,0 0-6,1 2-1,-1-2-4,1 2-7,-1 0-6,2 0-8,0 1-1,0-1 8,0 1 11,0 1 8,0-1 11,1 1 7,-1 0-2,0 0-12,1 1-18,-2-1-21,1 1-26,1-1-29,0 1-21,0 0-12,1 1-10,1 1-6,0 0 2,0 1 7,2 1 7,1 2 0,0-1-8,1 1-7,2 0-8,-2 2-15,3-2-14,0 2-8,-1-1-3,2 0 0,-1-1-7,2 1 0,-2-1 1,0 0 2,1-2-1,-2 2-4,0-2 2,-1 0 2,0 0 15,-2-2 28,1 0 29,-1-2 25,-1 1 22,0-2 22,1 0 1,-1-2-16,3 0-18,2-6-18,2-2-19,4-5-20,2-5-14,5-4-14,4-5-9,1-4-7,5-1-4,0-3-4,1 0-1,0 0 1,1 2-1,-3 1 2,-1 2-1,-1 5-1,-4 2-1,-4 4-3,-2 2-3,-3 6-8,-4 1-8,-1 2-5,-3 2-12,-2 3-13,-1 0-18,-1 2-32,1 3-54,-4 1-107,0 3-144,-2 0-155,0 4-143,-4 0-158,0 2-57,-1-1 46,1 0 121,-1-1 149,-1-1 156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4:25.1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246 33 164,'0'-2'283,"0"-1"32,0 0-6,0 1-57,0 0-48,0 0-30,0-1-22,0 1-20,0 0-18,0 0-15,0 0-12,0 1-4,0 0-1,0-1 4,0 1 6,0 0 5,-1 0 8,1 1 10,-1-1 11,1 1 11,-1 0 7,1 0 4,-1 0-4,0 0-7,-2 0-21,1 0-25,0 1-23,0 0-24,-3 0-19,0 1-13,-1 0-9,-2 2-5,-1 0 1,-1 2-1,2 0 2,-4 0-1,1 1-6,-1 2 5,0-2 4,0 3 1,1-2 1,-2 2 1,1 0 9,1-1-1,0 1-5,1 1 0,1-1-4,0 0 1,0 0-1,3 1 1,-1-2-5,1 2 0,3-1 0,0 0 6,1 1-4,2-1-1,0 0 2,2 1 1,2-1 3,1-2-7,1 1 1,1-2 4,2 0 1,-1-1 4,2-1 4,1-2 5,0-1 7,1-2 3,1-3 12,2-1 9,0-2 8,1-3 7,1-1 11,-2 0 13,1-4 12,-2 2 12,-1 0 18,1 0 16,-4 1 7,-1-2 9,-1 2 2,-2-1-3,0 0-15,-2 1-18,-2 0-12,-1 1-23,-1 0-22,-1-1-20,-1 1-15,-1 0-8,-2 0-9,0 1-6,-2 1-2,-1 0-3,1 0-2,-2 3 0,-2 0-6,1 0 0,-1 3-1,0 0 0,0 1-2,0 2-3,0 0 3,-1 1-2,2 1 1,0 2 0,0 1 0,3-1 1,-1 2-2,4 0 0,-2 1-1,3 0-1,2 1 3,1 0-1,1 0-4,2 2 8,2-1-1,-1 1 1,3 1-2,2-2 0,1 2 5,1-1-5,2 2 0,1 0 1,0-1-1,2 0 1,-2 1 1,2-1 1,-1 1 0,1-1 0,-2-2 1,1 1-11,-2 0-49,-2-1-91,-1 1-148,-1-1-165,-2-1-199,-2 0-223,-4 2-78,0-3 24,-1 0 113,3-4 146,0-3 189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4:26.39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19 97 163,'3'-2'296,"-2"-1"47,0 1 6,1-1-27,1 1-16,-1 1 0,-1 0 8,0-1 27,-1 0 37,0 1 36,0-1 23,0 2 9,0-1-5,-1 0-39,0 1-64,1 0-70,-1 0-69,0 1-60,1 0-54,-1 0-36,-1 0-23,2 2-13,0 0-8,3 1-3,-2 4-1,1 0 0,0 2 0,0 3 3,-1 1 1,0 3 1,0-1 2,-1 3 0,-1 1-1,1 0 0,-1-1 0,0 0-1,0 0-1,0-1 1,0-2-1,1 1 1,-1-2-7,0-2-26,-1 0-49,1-3-90,-1-2-139,0-2-135,1-2-134,0-2-102,-1-4-67,-3-2-49,2-4 49,-1-3 85,1-3 114,1-1 112</inkml:trace>
  <inkml:trace contextRef="#ctx0" brushRef="#br0" timeOffset="283">0 211 138,'1'-17'285,"0"2"48,1-1 14,0 3-47,1 0-29,0 0-7,1 2-5,2-1 0,-2 1 4,3 1 17,-1 0 25,0 1 18,2 1 14,0 0-1,0 1-10,0-1-30,1 2-45,2 0-48,-2 1-49,1 1-38,1 1-36,-1 0-29,0 1-17,2 2-12,1 0-9,-2 0-6,1 2-1,-2 1 1,1-1-5,-2 2-1,-1 0 3,1 2-3,-2-1 5,-2 2 1,1 0 2,-3 1 2,-1 0-3,0 1 3,-2-1 1,-1 2 2,-2 0 1,1 0 2,-5 0-1,-1 2-1,-2 0-1,-1-2-2,-1 2-1,-1 0-2,-2-3-1,2 1-1,-2-1-2,1-1-2,2-1-3,0-2 3,2 1-1,0-1-1,3-2-1,0 0 0,2 0 0,1-1-5,0 0 0,2-1 1,0 1 0,0-1 0,2-1-2,0 0 1,0 1 1,2 0 1,2 1-1,0 1 1,3 1 3,-1 0 2,2 0 1,1 1 0,0 1-1,1 0 0,1 2 1,0 0-1,1 0-2,-1 0 2,0 1 1,-1 0 1,1 0-2,-2 0-2,-1 0-27,0 0-78,-1 1-143,0-2-159,-3 2-181,-1-1-214,-2 2-103,-3 0 5,0 0 106,0-2 136,1-2 172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20:43.1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5893 6909 14 0,'-12'11'279'0,"-8"-3"51"0,7-1 41 16,-7-4-39-16,1 5-51 0,-1-8-20 0,0 3-38 16,2 1-13-16,-2-4 7 0,0 0 24 15,7 4 29-15,-7-4 23 0,8 0 15 0,5 0-2 16,-6 0-23-16,6 0-49 0,1 0-56 16,6 3-47-16,-6-3-42 0,12 0-22 0,-6 0 2 15,13 0 18-15,0-3 25 0,6-5 19 16,7 1 21-16,7-7 6 0,7-1-7 15,5-7-12-15,1 0-12 0,12-8-11 0,0 1-14 16,7 0-11-16,8-8-10 0,4 0-10 16,-4-3-8-16,4-4-8 0,2 0 1 0,-8 0 0 15,8-3-1-15,-8 3-5 0,0 0-3 16,-5 4-7-16,-8-1-9 0,1 8-6 16,-7 0-2-16,-7 3-1 0,-12 5 4 0,-1 7 11 15,-5 4 14-15,-14-2 5 0,0 9 1 0,-7 0-4 16,-6 3-6-16,-12 4-14 0,-2 8-14 15,-11-1-10-15,-1 7-5 0,-13 9-4 16,-1-1 0-16,-11 3 1 0,-2 5 0 0,1 6 1 16,-13 1 0-16,6 7-1 0,-12 0-4 15,-1 3-2-15,0 1-1 0,1 0-1 0,-8-2-1 16,1 3 4-16,6 2 5 0,7-7 2 16,6 4-2-16,2-9-1 0,11 3 3 0,7-10-6 15,0-2-3-15,13-4 0 0,6-9 0 16,0 3 3-16,7-10-1 0,7 1 1 0,6-7-5 15,6-4 2-15,14-8 4 0,6-2 1 16,7-13 3-16,12-3 2 0,8-6 7 0,5-9-3 16,14 1 0-16,-1-4-4 0,7-3-3 15,0-5-4-15,7 1 3 0,-6 0 2 16,5-4-1-16,0 4 2 0,1-1 0 0,-7 1 1 16,1 7-4-16,-8 4-2 0,1 3 1 15,-14 4-1-15,-6 4 1 0,-6 6 1 0,-13 1 0 16,0 9-1-16,-7 1 1 0,-14 1-2 15,1 4 1-15,1 3 1 0,-8 4 0 0,-6 0 0 16,-6 4-7-16,-1-1-20 0,-6 1-33 16,0 7-45-16,-1-4-63 0,2 0-76 0,-8 1-90 15,1 3-128-15,5-7-158 0,2 3-194 16,-2 0-119-16,2-7-20 0,-1 0 47 0,6 0 120 16,-6-7 179-16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4:54.59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72 211 263,'-2'-2'385,"-1"-2"61,-1 0 58,1-1-89,-1 0-43,1 1-20,1-1-7,-1 0-10,1 0-21,0 0-33,2 0-39,0 0-54,2 1-58,2-1-45,-1-1-35,2 2-16,3-3-11,0 3-7,1 0 4,2-1-2,0 0-3,1 2 0,-1 0-2,3 0 1,-3 2-3,0 0-4,-1 2 4,1 1 2,0 1 4,-2 1 0,1 0 1,-1 3 1,0-1 0,-3 3-5,1-1-5,-2 3 1,-1 0 1,-1 1-1,0 1-1,-3 0 3,0 1 1,-3 0-2,-1 1-3,-2 0 1,0-1 1,-3 1-2,0 0-2,0-1-1,-1-2 2,1-2 0,1-1-1,2-1 9,0-2 18,3-3 25,-2 0 25,3 1 24,0-3 13,1 1 4,0-2-11,1 0-19,1-1-23,0-1-25,2-1-13,3 0-15,0-1-8,3 2-6,4-3-3,-2 1-2,1 0-2,1 3 0,1-1-2,-1 1 3,0 2-3,1 1 0,-3 0 3,0 1 1,0 3-1,-1-1 0,-1 1 2,0 3-1,-3-2 0,1 1 1,-4 1 0,2-1 5,-4 2 0,-1 0 2,-1-1 2,-3 1 1,1 0 3,-4 0 5,0 1 5,-6-1 6,0 1 3,-5 1 1,-1 0-1,-3-2-6,0 0-4,-1-2-6,-2-1-6,1-2-6,-2-2-22,3-2-41,0-4-93,1-3-158,3-2-169,2-3-158,2-2-137,4-2-120,2-1 7,4 0 113,2-2 144,3 1 148</inkml:trace>
  <inkml:trace contextRef="#ctx0" brushRef="#br0" timeOffset="664">317 51 329,'-2'-3'432,"0"-1"67,-2 0 70,2 1-75,1 0-58,-1 0-45,1 0-49,0 1-53,1-1-54,1 2-63,1-2-57,0 0-40,3 1-22,1-1-14,1 1-5,2 0-5,0 0 3,1 0-3,-2 0-3,-1 1-5,3 1-8,-2 0-5,1 1-7,-1 1-1,-1 0 1,-1 0 2,2 1-1,-3 2 1,1 0 2,-1-1-1,-1 2-4,-1 1 5,0 0 11,-1 1 16,-2 1 22,0-1 23,-2 3 24,-1-2 22,-1 1 10,0 2 7,-2-2-8,1 0-5,0 0-10,0-1-13,1-2-13,0 0-13,2-1-9,-1-2-14,1-1-6,1 0-6,0-1-6,1-1-4,0 0-5,1-1-6,1 0-7,1-2-7,3 1-1,3-2-4,1-1-7,2 1-22,3-3-53,0 1-118,0 2-164,1-2-166,-1 0-156,-1 2-152,0 1-74,-1 2 47,-1 0 127,0 0 145,1-1 152</inkml:trace>
  <inkml:trace contextRef="#ctx0" brushRef="#br0" timeOffset="1271">725 368 64,'-1'-3'433,"0"-2"102,-2 0 118,0 1 129,1-1-63,0 0-42,-2 1-42,2 1-58,0 1-96,0 1-115,-1 0-112,1 1-95,2 0-72,-1 1-43,0 0-26,1 1-13,0 0-8,1 1-3,0 3-1,2 1 2,1 3 2,-1 1 2,2 2 1,-2 2 3,1 1 1,0 2 0,-1 0-1,-1 1-2,0-2-13,1 2-31,-3 0-53,1-1-91,-1-1-128,0-2-129,0 0-117,-1-2-100,0-2-78,-2-2-60,1-1 49,-3-3 91,-1-2 107,0-4 116</inkml:trace>
  <inkml:trace contextRef="#ctx0" brushRef="#br0" timeOffset="1532">591 532 245,'-8'-2'461,"0"0"72,0-1 69,2 2 0,1 0-97,1 0-89,1 0-67,2 0-58,-1 1-61,2-1-73,0 0-61,2 0-39,3 0-24,2-1-16,3-2-4,3-1 0,1 1-3,4-1-5,2-2 0,0 2-15,3-2-80,0 2-115,4-3-126,-1 1-130,-1 0-154,1 0-94,0 0 20,-2-2 80,-1 1 111,-1 0 121</inkml:trace>
  <inkml:trace contextRef="#ctx0" brushRef="#br0" timeOffset="1749">1058 326 138,'-6'-4'465,"0"0"101,0-2 110,1 1 107,0-2-133,2 1-82,0 1-67,0-1-79,2 0-94,0 0-98,1 1-80,2 0-61,2 0-38,-1-1-22,5 1-15,0-1-8,3 1-3,-1 2-2,1-1 1,1 0-2,-2 2 0,1 0-2,-2 1-4,2 1 5,-2 0-2,1 2-2,-3 1-1,0 2 2,-1-1 2,1 3-2,-3 1 0,0-1 4,0 3 0,-2 2 0,-2-1-6,-1 1-4,-1 1-8,-2-1-2,0 1-3,-1 0-3,0-1 2,1-1-2,-1-1 7,1-1 1,-1-2 1,3-2 6,-1 0 5,0-2 6,2-1 1,-1 0-1,2-1 4,0 0-4,0-1-4,2 0-2,0-1-2,3-1 0,1-1-2,0 1 1,2-1 2,0 0 0,1 1 1,0 0 2,0 1-2,3 0 1,-2 2-1,1 0 0,-1 1 2,-1 2-3,1 0 0,-3 1 2,2 1 3,-3 0 2,0 2 0,-1-1 0,-2 1 1,1-1 3,-3 1 1,-1 0 5,-3 0 4,-1 0 11,-3 1 7,-2-2 8,-2 3 7,-1-3 1,-3 2-2,-3-2-10,-1 1-2,0-3-12,-1 0-72,0-2-152,2-3-195,-2-3-227,1-2-187,2-2-97,0-4 8,3-2 117,0-4 180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4:57.87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33 331 175,'1'-2'297,"-1"-1"45,0-1 0,-1 0-23,1 0-11,-1 0 11,1 1 27,-1 1 31,0-1 32,-1 2 4,1 0-13,0 0-36,-2 0-56,3 1-66,-1 1-72,0 0-53,0 0-45,0 1-28,1 1-18,-1-1-12,1 2-5,0 0-2,0 1-4,1 0-1,-1 0 0,0-1 0,1-1 1,0 0 1,-1 0-1,1-2 3,0 0 14,-1-1 24,0-1 33,0 0 26,1-1 22,-1-2 14,0 2-2,-1-3-15,1-1-25,0 1-18,-2-1-14,1 1-11,0 1-2,0-1-5,0 2-7,0 1-4,-1 0-7,0 1-7,2 1-12,-1 0-5,1 3-4,-1 1-1,0 3-1,0 0 0,0 3 2,-1 1-1,0 3 0,1 0-2,0 1 1,0 2 0,1 0 0,1-1 0,0 1 1,1-2 1,2-1-1,-2-2-2,2-2 0,1-2-3,-1 0-2,3-2-1,1-3-1,1-1 1,2-2 1,2-2 1,2-1 3,0-2 2,3-2-1,0 1 1,0 0 2,0-1-1,0 1 1,0 0-1,-2 2-1,0 1-2,-2 1 0,-1 1 0,-2 2-1,1 1 1,-1 1 0,-2 1 3,0 1-2,-2 1 0,0 0 2,-2 2 0,-1 0-1,-1 2 0,0 0 3,-3 2-1,-1 0-1,-3 0 1,0 1 1,-1 1 0,-2-1-1,-1 0 2,-2 0-1,0-1 3,-1-1-1,-2 0 0,0-2-3,0 1 0,0-4-1,-1 0-22,-1-3-52,0-1-95,0-2-160,0-3-170,1-4-149,0-2-117,3-4-95,0-2-25,0-1 98,3-3 137,0-3 133,3 0 126</inkml:trace>
  <inkml:trace contextRef="#ctx0" brushRef="#br0" timeOffset="639">65 338 233,'-1'-3'435,"-2"-1"69,0 0 63,1 1-20,-1 1-96,3 0-69,-1 0-49,0 1-47,2-1-51,0 1-51,4 0-50,1 0-39,2-1-32,3 0-23,4 0-9,1-2-9,5-1-9,3 0-3,1-1-3,0-2-43,0 3-73,2-3-90,-3 2-100,0 0-102,-1 0-98,-2-1-78,-1 2-31,-2 0 33,-1 0 70,-3-1 85,-1 2 91</inkml:trace>
  <inkml:trace contextRef="#ctx0" brushRef="#br0" timeOffset="843">509 126 30,'-3'-7'377,"0"-1"65,0 0 52,-1-1 50,1-1-125,1 0-70,1 2-45,1-2-29,0 2-19,2-2-28,1 3-31,1 0-34,0 1-28,1 1-24,0 1-21,2 1-15,0 0-14,0 1-5,2 1-7,-2 1-7,2 1 0,-2 1-7,2 1-2,-2 0-2,0 2-3,-2 1-1,1 0-6,-1 2 5,-2 1-2,-1 1-4,-1 2 2,-2 0 5,-1 1-3,-2 2 1,-1 0 1,-2 1 2,0-1-5,0 0-7,2 0-1,0-2-4,0-2-4,1 0-5,0-3-1,1 0 3,1-3-1,1-1-1,0 0-1,1-2-1,2-1 1,0-1-1,3-1 0,3-1-2,3-2 0,3-1-2,1 0-55,2-3-88,0 2-106,0 0-116,1 0-130,-1 3-137,-3 0-88,-2 2 11,0 1 67,0 1 96,-3 0 121</inkml:trace>
  <inkml:trace contextRef="#ctx0" brushRef="#br0" timeOffset="1981">841 441 188,'-1'-1'272,"1"0"31,-2-1-25,1 0-40,1 0-24,-1-1-7,0 1 0,1 1 7,-1-2 4,1 1 14,-1-1 19,1 1 34,0 0 39,-1 0 27,0 1 22,1-1 14,-1 1-2,-1 0-25,2 0-47,-1 1-40,0 0-45,-1 1-49,1 0-47,1-1-41,-2 2-27,2-1-24,-1 0-15,1 4-12,0 0-4,1 0-5,0 5-2,1 1 2,0 3-1,3 2 0,-3 0-1,2 2 1,1 0 0,0-1-1,-1 1 0,0 1-1,-1-2 0,2 1 0,-2-1-5,1-2-21,0 0-34,-2 0-53,1-5-94,-1 0-137,0-2-127,0-3-118,-1-1-115,-2-2-96,-3-1-36,-1-2 68,-1-2 97,-1-3 118,-2 0 137</inkml:trace>
  <inkml:trace contextRef="#ctx0" brushRef="#br0" timeOffset="2313">730 588 301,'-8'-5'442,"-1"0"60,2 3 59,0-1-36,1 0-71,0 1-38,2 0-29,2 0-27,0 1-41,-1 0-62,2 1-71,1 0-66,1 0-43,3-1-31,0 1-17,5-2-10,1 1-6,4-1 1,3-2-2,3 1 0,2-1-3,4-1-2,0 0-4,1 1-63,1-2-103,0 2-110,-1 0-115,2 0-118,-4 0-119,-1 0-77,-1 1 29,-1-1 70,-2-1 94,-2-1 108</inkml:trace>
  <inkml:trace contextRef="#ctx0" brushRef="#br0" timeOffset="2537">1285 368 61,'2'-5'479,"-4"0"122,0 0 134,1 1 118,-3-1-63,2 2-119,-1 0-97,1 2-102,-1 0-123,3 1-112,-1 0-92,0 0-67,0 1-40,1 2-20,-1 3-8,0 1-7,0 5-3,0 0 3,-2 2 1,1 2-2,1 1-2,-1 0 1,2-1 0,-1 0-4,1-1 0,1 0 2,-1-1 1,2-2 0,1-2-1,1 0 0,0-2 0,-1-2-1,4 0 0,0-2-1,1-1 3,0-1 2,2-1 0,1 0 1,1-2 0,-1 0-1,1 1 0,0-1-4,0 1 0,-1-1 2,2 1-2,-1 0-2,-2 0 1,0 1 2,0-1-3,-2 2 0,2 1 4,-4 1-3,2 1 3,-1-1 0,-1 1 2,-2 2 5,0-3 3,0 2 6,-2 0 3,-1 1 7,-2 0 3,-1 2-3,-3-1 2,-1 3-2,-2-3-5,-2 3-5,0-1-5,-5 0-1,2-1-3,-2 1-2,0-3-2,-1 1-3,1-3-7,-1-1-46,1-3-118,0-2-165,0-4-169,1-1-169,2-4-178,1-3-82,2 0 47,1-3 130,3-1 150,1-1 160</inkml:trace>
  <inkml:trace contextRef="#ctx0" brushRef="#br0" timeOffset="2993">1242 428 404,'-4'-2'500,"2"-2"78,-1 1 78,1 0-60,-2 1-96,2 1-79,1 0-64,0 1-61,1 0-69,1 0-63,1 1-55,1-1-35,3 1-20,1 0-11,4-1-6,1 0-7,2 0-7,4-1-2,0 0-3,3 0-7,0-1-45,-1-1-77,0 1-99,0 0-102,-3 0-108,-1 0-104,-1 1-77,-2 0-59,-1 2 24,-5 0 63,1 1 86,-5 1 95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5:01.18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34 91,'-1'2'331,"1"-1"54,-1 0 50,0-1-21,1 1-64,0-1-42,0 1-17,0-1-2,0 0 11,0 0 14,1 0 23,0 0 18,2 0 8,-1 0-3,2-1-23,2 1-41,-1-1-49,4 0-48,0 0-48,2-2-44,1 1-33,2-2-26,1 0-18,1 1-15,-1 0-23,1 0-48,-3-1-86,1 1-139,-2 1-146,-1 0-142,0 0-118,-4 1-98,-1 1-59,-2 2 63,-2 0 106,-1 1 120,-2-1 124</inkml:trace>
  <inkml:trace contextRef="#ctx0" brushRef="#br0" timeOffset="246">103 141 370,'-6'6'502,"-2"0"78,3-2 86,0-1-23,2 1-88,-2-2-72,3 0-50,2-1-44,1 0-60,2-2-77,4 0-68,1-1-54,3 0-39,2-2-33,3 1-40,2-1-97,-1 0-160,2-1-198,0 1-240,-3-1-165,-2 0-72,-3 0 36,-2-3 125,-1 0 182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5:02.08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67 77 85,'-1'0'289,"-1"0"45,0 0 29,-1-2-32,1 1-41,1-1-24,-1-1-5,0 0-2,2 0 5,-2 0 5,2-1 13,2 0 10,-2 0 4,3-1-7,1 0-17,1 1-25,1-2-34,2 0-30,2 1-32,0 0-33,2 0-30,1 3-21,0-1-16,1 1-21,0 1-13,0 2-3,0 1-4,0 1-2,-1 0-1,1 3 2,-1 1-1,-2 1 1,-1 1 4,-1 3 4,-4 0 2,-1 2-2,-2 1 2,-2 1 1,-2 2-1,-4-1-2,1 0-1,-5 1-1,1-2-2,-2 0-3,-2-2 2,0 0-4,1-3-1,-1 0 0,1-2 3,1-1-1,0-3-1,2-1 2,1-1 9,1 0 10,2-2 7,2-1 8,0-1 1,1 0-2,2-1-9,0-1-11,3-2-10,1 1-7,3-2-4,1 0-4,3 1-4,0-2 0,1 2 1,2 1 1,0 1-1,2 0 3,-2 2 2,1 0 0,0 2 0,0 1-3,-2 1 1,0 1 0,-1 1 2,-1 2-1,-3 1 1,0 0 2,-2 1 0,-2 1 0,-1 0 0,-2 1 0,-3-1 2,-1 2-2,-2-2 2,-2 1-1,-3 0 0,-3-1 0,-2 0 0,-3 0 0,-3-1 0,-1-1 2,-3-1-1,1 0 0,-2-2 0,-1 0-3,2-3-4,2-1-28,-1-3-73,6-2-136,0-2-154,4-3-149,3-1-143,6-3-147,1-2-45,6 0 74,2 0 120,3-2 133,2 0 137</inkml:trace>
  <inkml:trace contextRef="#ctx0" brushRef="#br0" timeOffset="604">598 87 34,'7'-1'439,"-5"0"80,-2-1 68,0 1 78,-1 0-63,0 0-106,-2 1-71,2 0-50,0 0-53,0 2-63,-1-1-82,0 4-54,-1 1-28,1 2-6,-2 3 8,0 2 7,0 2 29,1 1 10,-1 1-6,0 2-12,-1 0-19,4 1-19,-1-1-30,1 1-23,3 0-12,0 0-9,2 0-4,2 0-3,2-3 1,3-1 2,2-1 2,1-1 4,3-2 5,0-4 3,3-1 3,3-4 5,-2-2 8,1-3 10,0-3 13,-1-2 13,0-3 13,-3-2 12,0-3 6,-1-3 3,-3-2-3,-2-1-3,-1-3-5,-3-1-6,-4-1-7,-2-1-4,-5-1-3,-1 1-7,-4 2-9,-3 1-12,-2 3-7,-4 3-15,-1 2-16,-5 3-15,0 5-34,-5 4-37,0 4-64,0 5-107,1 5-240,0 3-290,1 4-260,5 2-118,0 1-19,3 1 62,3-1 224,1-2 285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5:04.1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1 412 187,'2'0'300,"-1"0"47,0 0-5,-1 0-24,0 0-21,0 0-7,0 0 12,0 0 37,0 0 53,0-1 47,0 1 39,0-1 24,0 0-2,-1 0-43,0 1-74,1 0-77,0 0-76,0 0-66,0 1-50,-1 0-32,0 0-22,1-1-17,0 1-13,0 0-6,0 1-9,0 0-5,1 1-3,0 1-3,2 2 1,0 1 1,1 2 4,2 2 1,-2 0 2,2 0 1,2 2 0,-1 0-3,1-1-1,1 2-5,-1-2-3,-1-1 3,1 0-1,1-1-2,0 0-1,0-3 1,-3 1 2,3-1-2,-1-3 3,0-1 8,3-1 13,2-6 15,6-1 11,3-8 9,6-5 3,9-6-2,5-6-7,6-5-13,4-2-7,2-2-7,1-3-4,-1 3-1,-3 1-3,0 1-3,-3 2-3,-3 3-2,-4 1-2,-2 5-3,-5 1 0,-3 3 0,-4 4-1,-4 3-2,-5 1-1,-2 3-3,-3 3-12,-1 0-17,-4 3-21,-2 1-29,0 3-39,-3 3-73,1 3-182,-3 2-265,-2 3-302,-3 3-145,1 1-53,-3 0 26,0 0 165,-1-3 269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5:26.5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239 174 123,'-1'0'248,"0"-1"19,0 1-28,1 0-58,0-1-49,0 1-29,-1 0-11,1 0-5,0 0 3,0-1 7,0 1 10,0 0 11,0 0 9,0 0 11,0 0 9,-2 0 11,2 0 11,0 0 15,-1 0 26,1 0 35,-1-1 42,0 1 39,1 0 29,-1-1 15,1 0 0,0 0-33,0-1-41,0-1-51,0-1-49,1 0-38,-1-1-40,0-1-24,1 2-15,0-2-6,-1 1-3,1-1-2,-1 1 1,0 0 5,0-1 6,0 1 1,0 1 5,0 0 4,0-1 6,0 3-1,0 0-7,0 1-6,-1 1-13,1 0-15,-1 0-15,0 0-14,1 0-11,-1 0-9,1 3-4,0 1-2,0 1 1,0 0-2,0 4 2,0 0 6,0 2 3,0 3 5,-1 1 5,0 1 2,0 2 2,0 1-1,-2 1-3,3-1-1,-2 1-5,2 0-4,-1-2-1,0 2-1,1-2-1,0-1-3,-1-1 1,0 0-2,1-3-10,0-2-23,0-2-27,0-1-28,1-2-42,-1-2-51,-1-2-92,-2-2-182,0-2-198,-2-3-180,-2-3-185,-1-1-68,1-2 39,-2-2 168,1 1 208,0-1 199</inkml:trace>
  <inkml:trace contextRef="#ctx0" brushRef="#br0" timeOffset="555">56 103 201,'-6'-5'334,"0"0"55,0-1 51,-1 2-79,2-1-50,0 0-16,1 0-6,1 2-3,-1-1 12,2 1 10,1 1 9,0-1 5,2 1 1,0 0-4,5-1-13,1 0-16,3 0-23,3 0-22,4-1-30,2 0-38,2-1-46,4 2-41,-2-2-30,3 1-22,0 0-16,0 2-8,-1 0-5,0 0-3,-4 1-11,0 1-19,-4 2-38,-2 0-58,-2 1-107,-3 1-132,-1 1-120,-4 1-102,-3 1-83,-2 1-64,-4 2-52,-1 1 51,-5 1 83,1 0 94,-3 2 109</inkml:trace>
  <inkml:trace contextRef="#ctx0" brushRef="#br0" timeOffset="844">85 389 301,'-13'11'383,"2"0"49,0-3 48,-1 1-117,3 0-74,2-3-42,0 2-26,1-2-13,3-1 3,1 1 22,-1-1 19,2 0 20,1 0 21,1-1 14,2-1-5,-1 0-13,0-1-6,4 1-14,0-1-26,3 0-33,2-2-33,3 0-37,3-3-39,3-1-31,2 1-24,2-1-18,-1-1-12,4 0-6,-3 1-6,2 0-9,-2 0-27,-3 0-55,0 1-106,-2 2-164,-2-2-170,0 0-166,-4 0-149,1 0-92,-4 0 28,0-1 121,0-1 151,-2 0 160</inkml:trace>
  <inkml:trace contextRef="#ctx0" brushRef="#br0" timeOffset="1120">557 176 136,'2'-18'466,"0"1"108,0 0 136,-1 1 137,2 2-102,0 1-56,-1 1-52,1 3-70,0 2-114,-1-1-124,1 3-103,2 2-74,0 1-47,0 0-23,1 3-12,1 1-3,2 0-2,0 2-5,0 2 2,3 1-2,-1 2-6,-1 1-6,2 1-4,2 2-3,-1 2-9,0 0-1,-1 1-6,1 2-5,-2 2-3,0 0-4,-4 1 1,-1 1-9,-1 0 2,-5 2 0,0 0 0,-5 0-2,-1 2-2,-3 0-17,-1 0-34,-5 0-50,1 1-93,-2-2-197,-3 0-234,-2-1-241,-1-3-174,-2-1-59,1-2 32,0-3 167,2-5 219,0-2 248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5:33.25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1123 351 250,'1'-3'287,"1"1"35,-1-1-38,2 1-48,-1-1-29,-1 1-10,1 0-1,0-1-4,1 1 2,-2-1 5,0 1 12,1 0 31,-1-1 45,-1 0 51,1 1 46,-1-1 38,0 1 16,-1 0-21,1-1-47,-2-1-62,0 1-69,-2-1-64,1 0-53,0 0-36,-2-1-25,1 1-18,-1 1-7,1-1-11,-2 1-7,2 0-4,-3 0-3,2 1-3,-2 0-2,-1 0-1,0 1 0,-1 1-1,0 1 3,-3 1 1,0 0 3,-2 3-2,-1 0 2,0 2-1,-2 1-5,-1 2-2,1 1-2,0-1-1,1 2-1,1 0 1,2 2 0,0 0 0,3 0 0,0 1 2,5 1 2,0-1-1,4 1 3,1 0 2,5-1 2,0 1 1,4-2 2,2 1 3,3 0-1,3-2 1,4-3-1,1 0-2,2-2-4,4-2-2,0-1 0,0-1-2,1-1-2,-1-3 1,-1 0 1,-2 0 0,-1-2-1,-3 0-11,-4 1-21,-1-1-39,-3 0-73,-3-1-182,-2 1-241,-3-1-238,-5 1-189,-6-1-71,-3 2 13,-2 0 150,-3 0 225,-2 1 240</inkml:trace>
  <inkml:trace contextRef="#ctx0" brushRef="#br0" timeOffset="5648">3363 341 266,'1'-1'320,"-1"0"34,0 0-20,0-1-72,0 0-48,0 1-32,1-1-17,-1 0-9,1 1-1,-1-2-1,1 1 17,0 0 33,-1 0 52,1 0 66,0 0 66,-1 0 59,0 0 29,0 1-3,0 0-44,0 0-65,-1 1-76,0 0-77,1 0-59,-1 0-45,0 0-31,1 0-20,0 0-17,0 0-11,0 1-12,-1-1-5,1 2-4,0-1-6,1 3 4,-1-1 2,1 2 9,0 0 5,1 3 8,-1 0 10,0 0 3,0 4 2,0-2-3,-1 3-3,-1 2-5,0 0-6,-1 3-5,0 0-2,0 1-4,0-1-2,-1 1-1,1 0-5,-1-1 0,1-2-3,1-1-3,1-1-1,-1-2-10,1-2-23,0-1-28,1-1-32,-1-3-33,0-1-49,1-3-86,1-2-129,1-3-136,1-4-108,-1-1-91,1-3-61,-2-2-3,0 0 24,-3 1 96,-1-1 106,-1-1 103,-1 1 100</inkml:trace>
  <inkml:trace contextRef="#ctx0" brushRef="#br0" timeOffset="6062">3271 356 301,'-6'-5'401,"3"-1"53,0 1 47,-1-1-109,2 0-82,2 1-52,0-1-27,1 1-14,3 0 3,-1-1 30,0 0 37,4 2 38,-1-2 27,1 0 19,2 2-2,-1-2-29,2 0-41,2 1-50,1 0-45,4 0-49,0 1-39,4-1-27,0 1-21,1 2-16,2-1-11,0 2-10,-1 1-7,1 1-8,-3 1-5,1 1-4,-1 2-2,-2 2-4,1 0 1,-4 2 0,1 2-1,-1 1 1,-2 0 2,-3 2 1,0 0-2,-2 1 7,-2 1 2,-3 1 2,0 0 2,-4 2 3,0-1 7,-4 1-3,0 1 2,-1 0 1,-1-2 2,-3 1 2,-1-1-1,-2 0-1,-3-1-1,-1-1-2,-4-1-5,-2 0-3,-3-1-4,-4-1-3,-2-2-5,-2-2-1,-4 1 0,1-3-1,0 0-1,1-3-1,4-1-4,2-3-26,4-1-34,2-1-57,3-2-125,4-3-217,4 0-238,3-3-225,6 0-131,3 0-29,2 0 77,3-1 194,3 1 230</inkml:trace>
  <inkml:trace contextRef="#ctx0" brushRef="#br0" timeOffset="7580">2670 448 94,'1'-1'301,"-1"0"40,0 0 33,0 1-66,0 0-74,0 0-48,0 0-40,0 0-33,0 0-30,0 0-24,-1 0-21,1 0-12,0 0-11,0 0-8,0 0-5,0 0-5,1 0-32,-1 0-49,0 0-70,0 0-143,-4 0-77,0-1-35,-3 1 5,-2-1 40</inkml:trace>
  <inkml:trace contextRef="#ctx0" brushRef="#br0" timeOffset="8668">1733 595 70,'1'-1'274,"-1"0"26,0 0 23,-1 1-69,1-1-83,-1 0-56,-1-1-32,1 2-24,0-1-22,0 1-18,0 0-9,1 0-9,0 0-16,0 0-25,0 0-33,0 0-54,-2 1-102,0-1-58,-2 0-19,1 0 7,-2-1 23</inkml:trace>
  <inkml:trace contextRef="#ctx0" brushRef="#br0" timeOffset="13162">227 287 19,'0'0'197,"0"1"7,0-1-15,0 0-28,0 0-24,-1 0-22,1 0-15,0 0-6,0 0-1,0 0 4,0 0 8,0 0 11,0 0 20,0 0 16,0-1 19,0 1 12,-2-1 14,2 0 18,0 0 19,0-1 30,0 1 32,0 0 32,-1-1 27,1 2 11,-1-2-4,1 1-24,-1-1-36,1 2-45,-1-1-46,1 0-40,0 0-38,0 0-30,0 0-21,0 1-14,0-1-9,-1 1-6,1 0-1,0 0 2,-1 0 2,1 0 5,0 0 1,0 0 3,0 0-4,0-1-7,0 1-6,0-1-5,0 1-4,0-2-8,0 2 1,0 0 2,0 0 3,0 0 4,0 0 2,0 0 3,0 0 1,0 0-1,0 0-4,-1 2-5,0-2-4,1 1-6,-2-1-6,1 2-5,0 0-3,-2 1-5,0 2-3,-3 2-3,-2 2 0,0 3-1,-2 1-1,0 1 0,-2 2-1,0 1 2,0 0 0,1 1 1,1 0-2,0 1 1,-1 0-1,1-2 0,0 2-1,1-2 0,1 0 2,0-2-1,1 0 1,2-2-1,1-2 0,0 0 1,1-3-1,0 0 1,0-1-1,2 0 0,0-3 0,-1 0 0,2-1-1,0 0 0,0-1 1,0-2-4,0 1 0,0-1-4,0-1-1,0 1-1,1-2 0,0 0 3,-1 0 0,1 0 2,0 1 1,-1 0 2,0-1 1,0 2 0,0-1 0,0 0 1,0 1 0,0 0-2,0 0 0,0 0 1,0 0 0,0 0 0,0 0-2,0 0 2,0 0-1,0 0 0,0 0 0,0 1-4,-1 1 2,0 1 1,0 1 1,0 0-2,0 1 0,0 0 3,-1-1 0,1-1-2,-1 0 2,2 0-1,-1-1 2,1-1-2,1-1 2,1-2-1,1-2-1,0-1 0,1-2 1,2-3-1,0-2-1,0-2 2,1-2 1,2 0-1,-1-4 3,1-1-1,0 1-1,1-2-1,-1 0-2,0 2 0,0-1-4,0 2 2,-1 0 2,-1 0 2,1 3-1,-1 0 1,1 2 1,-3 1 0,1 2 0,-1 0 2,0 3-1,0 0-1,0 0-2,1 1 1,0 0 0,-2 0-4,2 2 2,0 1 1,-2 0-1,2 1 0,-2 2 0,-1 0 0,2 0-2,-1 1 2,1 0 1,-2 2 0,4 0-1,-2 1 1,2 2 0,-1 0 1,1 0 0,1 1-1,-1 1 1,0 1 0,0-1-1,1 3 1,-1 0 2,0 2-1,0 1 3,0 2 0,-2 0-2,0 2 1,0 1-3,1 1 1,-2 0-1,1 2 1,0 1 1,-2-2 0,2 1 1,-1-1-1,0-1 0,-1 0-1,0-1 1,0-1 3,0 0-3,0-2 0,-2 0 2,0-1 0,2-1-3,-1-3-17,0 0-15,-1 0-28,0-3-31,0-1-28,-1-1-36,0-3-55,0-1-122,-1-1-152,0-2-133,-2-3-113,0-2-84,-2 0-85,-3-1 36,2 0 124,-4-1 133,2 2 126,-2-2 113</inkml:trace>
  <inkml:trace contextRef="#ctx0" brushRef="#br0" timeOffset="14406">156 505 44,'-3'-2'228,"1"1"25,0-1-4,0 0-47,-1 1-42,2 0-22,-1 0-10,0-1-5,0 2-1,-1-1 9,1 0 8,1 1 10,0 0 8,-1 0 4,2 0-2,-1 0-9,0 0-7,1 2-3,-2-1 3,1 0 9,1 0 27,0-1 46,0 1 35,3 0 23,-2 0 12,2 0 2,1 1-11,3-1-26,1-1-19,1 2-28,3-1-26,-1 1-28,2-2-29,2 0-36,2 0-32,-1 0-19,2-1-14,0 0-9,0 0-7,-1-1-4,2 2-2,-2-2-1,-1 1-1,0-2 2,-2 1-1,-1 0-2,-2 0-7,-2 1-21,-2-1-38,0 2-65,-4-2-116,2 1-164,-3 0-164,-2-1-152,-3 1-162,-3 0-42,0 1 62,-3 1 134,-1-1 153,1 1 164</inkml:trace>
  <inkml:trace contextRef="#ctx0" brushRef="#br0" timeOffset="18052">2693 354 111,'0'-1'241,"0"1"25,0-2-31,0 1-45,0 0-35,0 0-16,0 1-8,0-1 2,-1 0 5,1 1 7,0-1 8,0 1 2,0-1 4,0 0-2,0 1 3,0-1 1,0 1 2,-1 0 3,0 0 3,1 0 0,-1 0-4,0-1-10,1 1-11,0 0-14,-1 0-8,1 0-7,0 0-2,0 0 4,0 0 2,-1 0 2,1-1-13,0 1-5,-2-1-13,2 0-16,0 1-18,-1-2-15,0 1 1,1 0-7,-1-1 5,0 1 20,1-1 22,-1 0 20,0 0 14,0 0 8,0-1 3,-1 0-7,1 0-11,-1 0-11,1 0-10,-1 0-8,1 0-7,0 0-10,-2 0-8,3 1-3,-1 0-3,-1 0-1,1 1-2,0 0-5,1 0-2,-1 1-6,0 0-6,1 0-3,-2 0-3,2 1-3,-1-1-1,0 1 1,1 0-1,-1-1-3,0 1 2,1 0-1,-1-1 0,0 0-1,1 1 2,0-1-1,0 0-1,0 0 0,0 0-1,0 0 1,0 0 0,0 0 0,0 0 1,0 0-1,0 0 0,-1 0-1,1 0-3,0 0-2,0 0 0,0 1 0,-1 0 1,-1 2 2,1 0 0,-1 1 2,0 0 1,0 1-1,0 1-2,-1 0 0,-1 2 0,0-1-2,0 2 1,1 0 1,-2 0-1,0 3 2,1-1 0,-1 0 0,-1 2-1,1 0 1,-2 1-3,0 1-2,2 0 0,-1 1 0,1-1-1,0 0-2,1 0 1,-1 0 0,3-2-3,-1 1-1,1 0 0,1-1-1,-1-1-2,2 0 1,2 0 1,-1-1 0,0-1 0,1-1 0,0 0 1,0-2-1,1 0 0,0-1 2,1-1-1,1 0 2,0-1-2,2 0 2,0-1 1,0 0-1,0 1 0,2-1-2,-1-2 2,1 2 0,0-1-2,1-1 0,2 0 0,0 0-4,0-2-4,2 0-10,-1-2-13,2-1-18,0 2-21,0-3-26,1 0-27,-2 0-32,1-1-43,-2 0-61,-2 0-105,1-1-114,-3 1-87,0-3-72,-2 2-47,1-2-11,-4 1 26,1-1 24,-1 2 53,-2-1 79,-2 1 86,3-1 81</inkml:trace>
  <inkml:trace contextRef="#ctx0" brushRef="#br0" timeOffset="18918">2729 517 162,'-9'-2'244,"-1"0"24,3 1-32,0 0-36,1 0-23,0-1-10,0 1-4,2 0 0,-1 0 2,2 1 5,-1 0 9,2 0 10,0 0 4,0 0 5,0 0 1,2 0-3,-1 0-7,0 1 4,2 0 25,2 1 25,0 0 20,1-1 19,2 0 18,3-1 2,0 0-28,2-1-44,1-1-43,4 0-43,-1-1-42,2 1-36,1-1-27,-1-1-15,1 0-11,-1 0-2,-1 1-7,1 0-1,-2 0-5,-2 1-21,-1 0-50,-3 0-81,-1 2-115,-2-2-134,1 0-138,-5-1-118,1 0-89,-3 0-65,-3 1 37,1-2 94,-2 0 119,-2-1 125</inkml:trace>
  <inkml:trace contextRef="#ctx0" brushRef="#br0" timeOffset="19236">2757 369 183,'-6'-2'377,"-1"-1"63,2 0 67,2 0-24,-1 0-66,1 1-24,0 2-3,0-2-7,2 1-10,0 1-13,0-1-11,1 0-16,-2 1-19,1 0-26,0 0-33,-1 0-32,2 0-37,3-1-31,-1 0-27,2 0-19,2 0-16,3-1-13,0 0-10,1 0-12,2 0-12,2 0-9,2-1-5,3 0-6,0-1-8,2 1-4,0-2-5,1 1-3,-2 0-4,1 1 0,-1-2 0,-2 2-1,0 0 0,-4 1 0,-2 0 5,0 0-6,-4 0-19,0 1-28,-3-1-57,-2 1-114,-2 1-206,-3 0-223,-4 2-219,-4 0-149,-1 0-37,-3 2 63,-2-3 175,-1 1 213</inkml:trace>
  <inkml:trace contextRef="#ctx0" brushRef="#br0" timeOffset="32857">1745 198 16,'-2'-5'80,"-1"2"-18,1-1-21,0 1-19,0-1-11,1 0-5,0 2-3,1-2-1,-2 1 0,1 0 1,0 0-2,-1 1 1,1 0 0,0 0 2,0-2-2,0 3 0,-2-1 0,3 0 1,-1 0 3,0 1 1,1-1 2,-2 1 2,1 0 2,0 0-2,0-1-2,-1 1-1,1-1 1,1 1 1,-2 0 3,2 0 7,-2 0 3,2 0 4,-2 0 2,2 1 1,-1 0-2,-1-1-2,0 1-2,1 0-4,0 0-3,-1 0-4,0 0-1,-1 0-1,2 0 1,-1 1 3,0-1 3,0 1 3,0 0 2,1-1 0,-1 0-1,1 0-2,0 0-4,-1 0-3,1 0-1,-2 0-1,1 0 1,0 1 2,0-1 5,0 0 4,-1 1 3,2-1 2,-1 0 1,0 1-2,-1-1-3,0 1-4,1-1-2,0 1-3,-1 0-1,1 0 0,0-1 0,0 0 0,0 0 1,1 0 1,-1 0 2,1 0 2,1 0 2,-1 0 4,1 0 4,0 0 5,-1 1 7,0-1 10,1 0 8,-1 0 6,1 0 8,0 0 5,0 0 4,0 0 4,0 0 3,0 0 5,0 0 3,0 0 7,0 0 3,-1 0 0,1 0 2,0 0 1,0 0 5,0-1 8,0 1 13,0-1 22,0 1 20,0-1 21,0 0 2,-3 0 1,2 0 7,0-1 2,0 1-11,-1-1-13,1 0-7,0 0-16,0 1-26,-1-1-30,1 1-20,-1 0-16,2 0-17,-1 1-3,1-2 3,0 2 4,0 0 5,-1 0 9,1-1 11,0 1-1,0 0-5,0-1-4,0 1-11,0 0-8,-1-1-9,1 0-7,0 1-4,-1 0-5,0 0-5,1 0-6,0 0-1,0 0-5,0 0-2,0 1-3,0 0 2,-1-1 2,-1 0-1,2 0 1,0 0 2,0 1 0,0 0-2,0-1 0,0 0-2,0 0 0,-1 2-2,1-2 0,0 1-2,0-1 0,-1 0 0,1 1-2,-1 0-2,0-1-3,1 1 2,0 0-1,0 0-3,0 2 0,0 0 2,1 0 3,0 3-1,0 0 5,-1 0 2,1 2 4,-1-1 0,2 2-3,-1-2 2,-1 2-3,1 1 0,0 1 1,-1 0 0,0 2 3,0-2 1,0 2-1,-1 0 1,0 0-2,1 1-2,-1 0-2,-1-1-1,1 1-1,0 1-1,0-2-1,0 0-1,-1 0-3,-1 0 3,2 1 0,0-1 0,-1 0 1,1 1 3,0 0 0,0-1-1,0 1-1,-1-1-1,1-1-1,1 2-1,-1-1 0,0 0 2,1 0 0,-1-1-1,1 0 0,-1-2 0,0 1-1,1 0-2,-1-2-1,0 0 1,1-2 0,-1 0-1,1-3 2,0 1 0,0 0 1,0-2 0,0-2 1,0 1 2,0-2 1,1 0-1,-1 0 0,0 0-2,1-2-10,-1 1-22,0-2-27,-1 0-40,1-2-67,-1 1-100,-1-1-124,1 0-104,-1 0-86,1-1-66,-1 0-40,-2-1-10,1 1-14,0-1 51,-1-2 71,2 0 82,0-2 96</inkml:trace>
  <inkml:trace contextRef="#ctx0" brushRef="#br0" timeOffset="34305">1699 19 112,'-1'-3'223,"-1"1"10,2-1-37,-1 1-52,1 1-40,0-1-26,0 1-14,0 0-7,-1 1-1,1-1 4,0 0 4,0 0 8,0 0 5,0 1-1,0 0 2,-1 0-1,0 0-4,1 0-1,0 0-3,-2 0-1,1 1-2,1 0-1,-1-1-1,1 0-6,0 0-4,0 0-2,0 0-4,0 0-3,0 1-2,0 0 5,0-1 6,0 0 5,0 0 4,-1 0 4,1 0 2,0 0-5,0 0-7,0 0-6,0 0-5,0 0-9,0 0-9,-1 0-6,0 0-2,1 0-9,0 0-4,0 0-3,0 1-1,0-1 1,0 0-12,0 1 2,0-1 3,-1 0 2,1 0 1,0 0-3,0 0 11,0 0 0,0 0-3,0 0 0,0 0-1,0 0 1,-1 0-2,1 0-2,0 0 2,0 0 1,0 0-2,0 0-2,0 1 2,0-1 0,0 0-2,0 0 2,0 0 0,0 0-2,0 0 0,0 0 1,0 0-1,0 0-1,0 0 3,0 0 2,0 0-4,0 0 0,0 0 0,0 0-1,0 0-1,-1 0 0,1 0 2,0 0 0,0 0 0,0 0 2,0 0 1,0 1 0,0-1 2,0 0-1,0 0 3,0 0 5,0 0 9,-2 0 7,2 0 5,0 0 6,0 0-1,0 0-5,0 0-8,0 0-7,0 0-10,0 0-3,0 0-1,0 0-2,0 0 0,0 0-3,0 0 3,0 0 0,0 0 0,0 0 0,0 0-1,0 0 5,0 0-3,0 0 0,0 0-3,0 0 0,0 0 1,0 0-4,0 0 0,0 0 3,0 0 1,0 0 2,0 0-3,0 0 2,0 0-2,0 0-1,0 0 1,0 0-1,0 0 0,0 0-2,0 0 3,0 0 0,0 0-1,0 0 0,0 0 2,0 0-1,0 0 1,0 0 1,-1 0 2,1 0-3,-1 0-1,1 0 2,1 0 0,-1 0-1,0 0-1,0 0 0,0 0 2,0 0 1,0 0-1,0 0 0,0 0 0,0 0 0,0 0-3,0 0 1,0 0-1,0 0-21,0 0-49,0 0-77,-2 0-101,-2 0-117,-2 2-147,-2 0-55,1 1 8,-2-1 54,3-1 91</inkml:trace>
  <inkml:trace contextRef="#ctx0" brushRef="#br0" timeOffset="35742">1808 341 130,'0'-1'231,"0"0"2,0 0-26,0 1-35,0-1-33,0 0-30,0 0-20,1 0-10,0 0-2,-1-1 5,2 1 15,-1 0 22,-1 0 20,0 0 22,0 0 18,0 1 17,0-1 14,0 0 21,0 1 26,0-1 29,0 0 29,0 0 21,0 0 12,0 0-5,-1 1-19,-1-1-31,2 0-43,-1 1-42,0 0-43,1 0-38,0 0-36,-1 0-28,1 1-21,-1 0-15,1 0-11,0 1-7,0-1 0,0 2 3,0 1 5,0 2 5,0 0 6,1 2 5,-1 0 0,0 2-1,0 1-3,0 1-2,0 0-6,-1 1-3,0 1-4,1 0-3,-1 1-4,0 0-1,1 1 1,-1-2-3,1 1-1,-2-1-1,1 0 2,1-2-3,-1 0-1,0 0 1,1-2 0,0 1-1,0-4-5,0 1-16,0-3-28,0 0-42,0-1-59,0-2-94,0-1-134,0-1-118,-1-3-102,0-1-70,-1-1-41,-1 0-17,0-1 34,-1 0 78,-1-1 101,4 0 97,-2-1 90</inkml:trace>
  <inkml:trace contextRef="#ctx0" brushRef="#br0" timeOffset="36192">1775 423 89,'2'-7'297,"-1"0"39,-1-1 41,0 1-52,2 0-64,0 2-36,-1-3-15,1 2-13,1 0-16,0-1-13,1 2-8,0 0-5,3-2 0,0 2 6,0 0 11,2 0 16,0-1 6,3 0-1,1 2-2,-1-2-9,0 1-21,-1 2-19,2-1-29,-1 2-25,-1 0-25,-1 0-23,2 2-12,-3 1-23,1 0-2,1 2 0,-2 0 0,-1 0 2,0 1-2,-1 2 2,0-2-1,-2 2 1,0 2-1,-1-1 1,0 2 2,-2-1 2,-1-1 8,-1 3 3,0-1 4,-2 1 1,-3-1-2,2 1-1,-3 1-4,0-1-4,-1-1-6,-2 2 0,1-3-2,-2 1-1,1 0-1,1-1-3,-2-1 2,1-1-2,1-1 3,0-1 0,1-2 0,2 0 1,-1-1 2,1-1-3,0 0-4,1 0 1,1-1 0,-2 0 0,4 0-3,-1-1-2,1 1 1,1 0-1,1 0 0,1-1-2,0 0 2,4-1 0,2 1 3,-2-1-1,3-1-1,1 1 1,0 0-1,1 2 1,3-2-2,-2 1 1,1 1 1,0 0-1,0 1 3,-1 1 0,0 0-2,-1 2 4,-2 0-3,1 2 1,-1 0-2,-2 1-11,0 1 7,-1 0 0,-3 2 4,2-1 2,-3 2 3,-2-2 11,0 2-4,-2 0 0,-3-2 1,2 2-4,-4-1 1,-1-1-2,-1 1 0,-3-2-4,0 0 1,-3 0 0,-3-1-8,-2-1-23,0 0-83,-2-2-112,-1-1-114,0-2-113,1-3-117,0 0-118,2-4-35,2-2 50,2-5 81,4-1 96,4-4 111</inkml:trace>
  <inkml:trace contextRef="#ctx0" brushRef="#br0" timeOffset="37122">1739 84 58,'-3'1'144,"0"0"-13,0-1-10,0 1-11,0-1-3,1 1-1,-1-1-1,2 0 0,-1 0-4,0 0-5,0 0-3,-1 1-4,1-1 1,0 0-3,0 0-2,1 0-2,-2 1-1,0 0 1,-1-1 3,0 1 4,-1-1 5,1 1 4,0 0 2,2-1 3,-1 1 4,1 0 1,1-1 2,0 1 4,-1-1 2,2 0 3,-1 0-4,0 0-8,1 0-10,0 0-12,0 0-12,1 1 3,1-1 21,2 1 30,1 0 33,3 0 25,-1 1 20,4 1-1,1-1-13,0 1-18,2-1-24,2 1-12,2 0-12,-1-1-6,2 1-13,0-1-16,0 0-16,0-1-18,0 1-15,0-1-11,-1 1-11,1-1-5,-1 1-2,1-1-1,1 0-1,-1 0 0,-1 1-1,1-2 0,-1 0-1,2 0 2,-1 0 1,2-1 2,0 0-2,-2 0-1,2 0 0,-1 1-4,-2-1-2,0 1-1,0-1 1,-2 0-4,0 1 1,-2 0 2,0 0 0,-2 0-2,-1 0 0,1 0 2,-3 1-2,0 0-1,0-1 0,-2 1 0,-1-1 1,0 1 0,-3 0-2,2-1-2,-2 0 1,0 0 1,-1 0 4,-1 0-4,0 0 4,0 1-1,0-1 9,-1 0 9,1 0 7,-1 0 16,0 0 11,0 0 9,0 0-1,-1 0-6,1 1-5,0-1-10,0 0-11,0 0-8,0 0-5,-1 0-5,1 0-4,0 0-3,0 1-3,0-1 0,0 0-3,0 0 0,-1 0-2,1 0 0,0 1 1,0-1 1,0 1-3,0-1 2,0 1 1,0 0-2,0 2 2,0 1 1,0 0 3,0 1 1,1 2 0,0 0 7,-1 1-3,1 1-1,0 0 1,-1 3-1,1-2 3,-1 2-6,0 1 1,0 0-1,-1 0-1,1 0 0,-1 1-3,0-1 3,1 2 1,-1-1 0,0 1 1,0-1-1,0 1-1,-1 0-2,0 1 1,1-1 1,-1 0 0,1 2 1,-1-1 0,0 1 1,0 0 0,1-1-1,-1-1-1,-1 2-3,2-2 2,-1 1 0,1 0 1,1-1-1,-1 0 1,0-1 0,1 0-1,-1-1-3,0 1 0,1-3 1,0-1 0,0 0 0,0 0 0,1-1 0,0 1 0,-1-2-2,1 0 1,0 0 0,0-1 0,0 0 1,0-1 0,2-1 1,-2 1-2,0-1-1,-1-2-2,1 2-21,-1-1-31,0-1-53,1-2-82,-1-1-162,0 0-173,-1-1-152,-1-3-122,-4-1-119,1 0-12,-2-1 110,-2-1 150,0 1 155</inkml:trace>
  <inkml:trace contextRef="#ctx0" brushRef="#br0" timeOffset="38446">1565 801 76,'-1'0'200,"0"1"-5,0-1-17,0 0-22,1 1-18,-2-1-12,2 0-6,-1 0-2,1 0-3,-1 0 1,0 0 1,1 0-1,0 0-1,0 0-2,0 0-5,-1 0-6,1 0-8,0 0-7,0 0-3,0 0 0,0 0 4,0 0-1,0 0 10,0 0 7,0 1 5,0 0 6,0-1 24,0 1 44,2 0 42,2 0 41,-1-1 26,1 2 11,2-1-11,-1 0-38,1 0-40,2 1-33,-2 0-24,3-1-16,0 0-13,1 0-11,-1 0-7,2 0-19,0-1-9,3 0-10,-1 0-5,0-1-7,2 0-7,-2 0-8,1 0-6,1 0-9,-1-1-8,0 1-4,0 0-6,-1 0-2,0 0-5,1 0-2,0 1-1,0-1-1,0 0 3,1 1-3,-2-2 4,0 1 1,1-1 1,-1 2 2,0-1-2,0 0 3,0 0 1,-1 1-3,-1-1-1,0 1-1,1 0-5,1 0 1,-1 0 0,-1 0 0,0 1 2,1-1-2,-1 1 3,1-1-2,-1 1-1,1 0 0,-2-1-2,1 0 1,0 1 0,1 0 1,-1-1-2,1 0-1,-2 0 2,2 0-1,-1 0 1,0-1 1,1 0 1,1 1 1,-1 0-2,-1 0-1,0 0-1,0-1 0,1 0-1,-1 1 0,0-1 1,1 1 2,-1-1 0,0 0-4,-1 1 1,1-1 1,-2 0-1,0 1-1,1-1 0,-4 1 5,3 0 0,-3 0-2,0 0-1,0 0 1,-2 0 0,2 0 0,-1-1-2,1 1 1,0-1 2,-2 1-1,3 0-1,-1-1 0,0 0-2,1 1 2,-2-1 1,2 1 0,-1 0 0,-1-1-1,0 1 2,0-1-1,-3 1-1,1 0 0,0 0 1,-2-1-1,0 1-17,-1 0-34,-1-1-64,-3 0-119,0-1-172,-2 0-165,-4-1-126,-1 1-100,-2 0-87,-5 1 14,0 0 116,-3-2 134,0 1 129,-1 1 125</inkml:trace>
  <inkml:trace contextRef="#ctx0" brushRef="#br0" timeOffset="39434">1566 791 156,'0'0'162,"0"0"-10,-1 0-7,1 0-9,0 1-9,0-1-9,0 0-10,0 0-9,0 0-7,0 0-8,-1 0-4,1 0 1,0 0 4,0 1 12,0-1 12,1 0 13,-1 0 10,1-1 7,-1 0-2,2 0-13,-1-1-19,4-2-21,-2-1-21,3-1-21,-1-3-18,4 0-10,-2-3-15,1-3-54,-2-1-95,-1-2-148,-4-1-116,-2-1-63,-4 1-21,0-3 31,-2 1 86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6:13.8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154 146 224,'1'-4'381,"-1"0"65,0-1 59,-1 1-65,1 2-59,0 0-40,0 1-33,-1 0-39,1 0-35,0 1-24,0 0-3,0 1 11,1 1 19,0 0 30,0 2 24,1 2 8,0 0-18,0 2-37,0 1-43,-1 2-46,2-1-45,-2 2-37,0 0-27,1 2-17,-1 0-11,0 1-7,0-1-5,1 0-12,0-1-29,-1-1-76,1 0-140,0-1-159,0-1-153,1-2-141,-1 0-129,0-4-56,0 0 72,3-2 121,-2-3 135,3-3 140</inkml:trace>
  <inkml:trace contextRef="#ctx0" brushRef="#br0" timeOffset="236">286 221 29,'3'-12'385,"-2"0"83,1 1 83,-2 1 89,1 2-84,-1 1-47,0 2-35,0 0-27,2 2-33,1 1-42,-1 2-57,1 0-45,0 2-31,1 2-35,0 1-43,2 1-36,-1 3-27,1 0-25,-2 3-26,1 0-19,-1 1-7,0 2-11,-2-1-6,1 1-14,-1 0-41,2-1-72,-2-1-112,0-3-134,0 1-124,1-2-110,-3-2-79,0 0-60,-4-3-21,0-1 65,-3-2 87,-1-2 100,1-1 110</inkml:trace>
  <inkml:trace contextRef="#ctx0" brushRef="#br0" timeOffset="498">121 96 259,'-11'-13'497,"-1"1"101,-1 0 114,5 1 45,-1 1-152,4 2-100,3 1-98,3 2-87,5 0-109,4 1-91,5 1-57,5 0-28,2 2-8,3 0-21,3 1-56,0 1-79,0 0-94,-1 2-94,-1-2-97,-3 1-79,-4 1-36,-2 1-21,-3 0-23,-3 1 32,-6 1 60,-1 0 71,-3 2 75</inkml:trace>
  <inkml:trace contextRef="#ctx0" brushRef="#br0" timeOffset="731">78 423 251,'-16'16'358,"4"-1"42,0-1 43,1 1-102,2-1-82,1 0-41,2-1-29,3 1-18,2-2-25,2 0-14,2 0 1,3-3 6,4 0 20,1-4 18,5-1 17,2-2 9,4-3-9,4-2-22,3-2-30,1 0-39,1-3-32,3 2-29,-2-1-18,1 0-33,-2 2-70,-2 0-94,-1 1-114,-5 0-118,0 0-132,-2 1-127,-4 0-15,0 0 49,-3-3 89,-1 1 108</inkml:trace>
  <inkml:trace contextRef="#ctx0" brushRef="#br0" timeOffset="994">587 198 93,'-2'-17'421,"-1"2"75,0 0 73,1 3 85,0 0-122,1 3-69,1 1-49,2 1-29,1 1-33,2 3-46,3 0-42,0 3-22,3 0-14,1 3-19,1 1-23,1 2-26,0 1-25,1 0-30,-2 2-25,1 3-18,-1 0-16,-1 1-8,0 3-6,-3 2-6,0 1-5,-3 2-2,0 2-7,-3 1-3,-3 1-4,-1 2-3,-2 1-11,-4 0-45,0 2-90,-2 0-180,-3-1-201,-1 0-215,-1-1-188,-4 0-66,-3-2 36,2-3 148,-1-2 185,-1-5 206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6:17.01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883 229 26,'0'0'255,"1"0"31,1 0 22,-2-1-53,1 1-51,-1-1-35,1 1-17,0-1-4,-1 0 2,1 1 11,0-1 10,1 0 18,0 0 21,-1-1 24,0 1 27,0-1 39,0 1 29,0 0 24,-1-1 10,1 0-1,-1 1-15,0 0-38,0 0-42,0 0-44,0 0-44,0-2-36,0 2-39,-1 1-27,1-1-20,-1-1-15,0 1-9,0-1-5,0 0 0,0 1-1,-1-1 5,0 0 3,-1 0 4,-1 0 0,0-1-2,1 2-2,-2-1-3,-1 0-4,1 0-1,-1 0-4,0 1-2,1 1-1,-1-2-4,1 2-2,-1-1-6,-1 1-2,0 1-1,0 0 0,0 0-2,-1 0-3,0 2 2,1 0 6,-1 1-4,-1 1-4,0 0-2,1 1 0,-1 1 1,2 0-6,-1 0 5,1 1-1,-1-1 2,3 3 0,-3-1 0,2 1 2,0 2-1,0 0 0,2 0 1,-1 1 0,1 1-1,3 0-2,-1 1 0,2 1 2,0-1 0,2 2 0,1-2-1,2 1 1,-1-1 1,3-1-1,2-1 1,1 1-1,2-3 5,1 2 1,2-4-2,0-1 1,3-1 0,1-1 0,2-2 2,1-1-3,0-2-2,3-1 0,-2-2 1,1 0-2,-1-1-2,-2-1 1,0-1 2,-3 1 0,-2 1-11,-2 0-3,-3-1-17,-2 1-26,-1 1-49,-3 1-97,-2-1-192,0 1-228,-4 0-218,-2 1-165,-2 2-54,-2 0 42,0-1 174,1 2 217,1 0 226</inkml:trace>
  <inkml:trace contextRef="#ctx0" brushRef="#br0" timeOffset="1617">2237 202 85,'2'-1'249,"1"-1"28,-2 0 8,-1 0-10,0 0-16,1 1-14,0 0-16,-1 1-19,0 0-21,0 0-20,0 0-17,0 0-15,0 0-11,0 0-8,0 0-4,0 1 5,0 0 39,0 0 57,1 1 49,0 0 34,0 1 18,0-2 4,1 3-28,-1-1-52,-1 0-51,1 0-36,-1-1-27,1 1-21,0-1-27,-1 1-21,1-1-16,0-1-12,-1 0-4,1 0 1,-1-1 12,0 0 12,0 0 14,0-1 10,0 0 5,0-1-3,1-2-9,1 0-10,-2 1-11,1-2-3,0-1-2,-1 1 4,0 0 0,0 1 5,0 0 2,0 0 0,1 1-4,-1 1-7,0 0-7,0 1-9,0-1-6,0 2-8,0 0-5,0 0-4,0 0-2,0 0-1,0 0 1,0 2-2,0 0 2,0 2 0,1 1 3,0 1 3,-1 2 4,1 1 2,0 1-1,-1 3 2,3 1-1,-2 0-3,0 1-3,0 1-1,1 1-2,0 1 2,1 1-3,-1 0 0,0-1-1,0 0 0,0 1 2,2-1-3,0-1 0,1-1 1,-2-1 1,4-1-1,-2-2 0,1-2 2,-1 1 0,2-3-1,2 0-1,-1-3-1,3 0 0,1-1 0,1-3 0,3-1-5,0 0-4,2-3-8,0 0-16,1-1-16,-1-1-24,-1 0-31,-1 0-40,-3 0-68,-2 1-128,-2-2-150,-1 1-140,-2 0-130,-3-1-140,-2 1-38,-2 0 80,-2 0 135,0 1 148,-1-2 155</inkml:trace>
  <inkml:trace contextRef="#ctx0" brushRef="#br0" timeOffset="2225">2348 426 119,'-6'-1'384,"-2"0"51,3 0 41,1-1-20,1 1-135,0 0-94,2 1-50,2-1-25,3-1 2,-1 1 33,4 0 48,-3-1 54,4 0 39,0-1 24,1 0-1,1 0-31,1-1-50,0-1-63,2 0-55,-1 0-53,2 0-39,-1-1-25,0 1-17,1 0-11,-1 0-46,-1 1-79,0-1-108,0 0-114,-4 0-113,1-1-112,-3 0-64,-1 0-38,-1-1-12,-2 1 48,-2-2 78,0 1 98,-2 0 96</inkml:trace>
  <inkml:trace contextRef="#ctx0" brushRef="#br0" timeOffset="2472">2376 206 280,'-12'-1'401,"1"-1"59,3 1 48,0 0-92,3 1-110,-1-1-76,4 0-48,1 1-36,1 1-12,3 0 7,4 0 33,-2-1 42,5 1 41,0-1 26,4-1 1,-1 1-15,1-2-38,2 0-43,-2 0-51,2-1-46,-1-1-35,1 2-24,0 0-15,0-1-16,0 1-67,-2-1-123,0 1-129,-1-1-136,-3 3-140,-1-2-156,-5 1-40,0 1 61,-4 0 99,0 0 121,-3 1 129</inkml:trace>
  <inkml:trace contextRef="#ctx0" brushRef="#br0" timeOffset="16760">174 161 6,'1'-1'214,"-1"0"23,1-1-14,-1 1-31,1 0-33,0-2-24,-1 1-11,1 0-2,0 0 3,-1 0 8,0 1 11,0 0 11,0 0 10,0 1 8,0-1 8,0 1 5,-1 0 3,0 0 3,1 0 5,0 0 4,-1 0 6,0 0 0,1 0-7,0 0-7,0-1-7,0 1-5,0 0-16,0 0-6,0 0-1,0 0 1,0 0 5,0-1 3,0 1 4,-1 0-3,1 0-9,0 0-15,0 0-21,0-1-19,0 1-22,0 0-17,0 0-14,0 0-12,0 0-10,0 1-10,0-1-5,-1 1-5,0 0-2,1 0 0,0 0 0,-2 0 0,0 3 1,-1 0 3,0 0 3,-1 1 4,1 2 5,-3 0 2,1 3-1,-1 2-1,-1 1-3,0 3-3,-4 1-4,2 2-2,-1 0 0,-1 2-2,2 0-1,0-2-3,-1 1-2,3 0-1,0-3 0,0 1-2,0-1 1,3-2-1,0 0 2,0-1 0,1-2-2,-1 1 0,3-2 0,-1-2 1,1 0-2,0-1 0,-1-1-1,2-2 1,-2-1 2,2-1-1,0 0 3,0-2 2,0 0-2,0 0 3,0-1-3,0 1 1,0 0-1,0-1-3,0 0 1,0 1-2,0 0 0,0-1-1,0 0-1,0 0-1,0 1 2,0-1 0,0 0-1,0 0 3,0 0-2,0 0 1,0 0 1,0 0 0,0 0 0,0 0 1,0 0 1,0-1 3,0 0-2,2 0 1,0-2 0,0 0 1,0-2 0,0-2-3,2-1 0,0-1 1,1-3-2,-1 0-2,2-2 2,-1-3 0,2-1-1,-1 0-1,1-2 1,0 0 1,0 1-1,-1-1 0,0 0 0,0 1 0,0 2 0,0 0-1,-1 0-6,1 2 3,-2-1 1,2 3 2,-1-1 1,1 1-1,-1 1 4,0 0-2,0 2 0,1 1 0,-3 1-2,2 1-1,-1 1 1,-1 1-4,0 1 0,-1 2-1,1 1 1,0 1 2,2 0 0,0 2 3,1 0 0,1 2-2,-1 1 1,2 0 0,0 1 2,1 2 0,0-1 1,-2 2 1,3 1-1,-1 1-1,-1 1-1,2 1 0,-1 1 0,0 1-1,-1 1-1,1 0 2,-2 1 0,1 1 0,0 0-1,-1 1 2,-1-2 0,2 2 1,-4 0-1,3-2 0,-2 1 0,1-2 0,-1-1 2,-1 0-3,0-1-2,2-2 1,-2 0 0,0-2-1,0 1-18,1-3-23,-2-1-39,-1-2-51,2-1-72,-2-1-115,1-2-130,-1-1-110,-1-3-103,0-1-81,-2-1-91,-2-2 18,-1-1 95,-1 1 107,0-1 125</inkml:trace>
  <inkml:trace contextRef="#ctx0" brushRef="#br0" timeOffset="17782">181 443 56,'-8'1'288,"-1"0"35,1 1 32,0-1-53,3 1-61,-1-2-42,2 1-28,0 0-15,2-1-13,0 1-7,0-1-6,-1 0 6,2 0 19,0 0 22,0 0 29,0 0 23,1 0 18,0 0 13,0 0 9,2-1 3,3 0-9,0-1-13,4-1-13,0 0-24,3 1-35,1-2-37,2 0-30,2-1-30,-2 2-24,3-1-18,0-1-12,1 1-9,-1 0-8,0 0-3,1 1-5,-2-1-2,-3 2-25,-2 0-80,0-1-130,-4 2-135,-1 0-139,0 0-151,-3 1-154,-3 0-37,-2 2 67,-2 0 104,-3 0 122,2-1 142</inkml:trace>
  <inkml:trace contextRef="#ctx0" brushRef="#br0" timeOffset="41858">3096 218 165,'1'0'272,"-1"0"37,0 0-19,0 1-35,-1 0-24,1-1-10,0 1-1,-1 0-3,0-1-5,1 1-6,-3 0-1,2 0 5,0-1 13,1 0 15,-1 0 21,0 0 11,1 0 2,-1 0-10,0 0-25,0 0-20,0 0-26,0 1-22,1 0-24,-1-1-22,0 1-18,0-1-24,0 1-20,1-1-16,0 0-15,0 0-10,0 0-4,-1 0-3,1 0 2,0 0 10,0 0 14,0 0 13,0 0 8,0-1 11,1 1 4,-1-1-7,1-1-5,0-1-6,1 1-1,-2 0-7,2 1-4,-2 1-4,1-2-3,-1 0 0,1 0-8,0 1 5,-1-1 5,1 1 6,0 0 7,1-1 6,-2 1 11,3 0 0,-3 0 4,1 0 1,0 0-3,-1 1 0,0-1-6,0 1-3,0 0-8,0 0-6,0 0-9,0 1-7,0-1-5,-1 0-6,1 0-2,0 1-5,0 0 0,1-1 1,-1 1 1,1-1 3,-1 1 2,1 2 5,-1-1 2,0 1 1,2-1 3,-1 0-1,0 0-1,2 0-1,-2 1-10,0 0-20,0 0 0,0-1 0,0 0 0,-1 0 0,1 1 0,0-1 0,-1-1 0,1 1 0,0 0 0,-1-2 0,0 1 0,0-1 0,0 0 0,0 1 0,0-1 0,0 0 0,0 0 0,0 0 0,1 0 0,-1 0 0,0 0 0,0 0 0,0 0 0,0 0 0,0 0 0,0 0 0,0 0 0,0 0 0,0 0 0,0 0 0,0 0 0,0 1 0,0-1 0,0 0 0,0 1 0,0 0 0,0 2 0,-1 0 0,1 1 0,0 0 0,0 3 0,0 0 0,0 2 0,0 0 0,0 2 0,1 1 0,0 0 0,-1 2 0,1 0 0,0 1 0,0 1 0,1-1 0,-1 2 0,0 0 0,2-1 0,-2 0 0,0-1 0,1 0 0,0-1 0,0-1 0,-1-3 0,1 0 0,-2-2 0,1-1 0,-1-2 0,1 0 0,0-1 0,0-2 0,0 1 0,1-2 0,-1 0 0,0-1-146,0-1-94,0 0-30,-1-2-61,-1 1-137,0-3-155,-1 0-134,0-1-94,-2-1-91,0 1-28,-2-1 112,0-1 160,0 1 163,0-2 136</inkml:trace>
  <inkml:trace contextRef="#ctx0" brushRef="#br0" timeOffset="42807">2995 260 172,'-2'-4'296,"0"0"37,0 0 11,1 1-61,-1-1-52,1 0-29,0 1-19,-1 0-13,1 1-12,1 0-7,1-2 9,1 0 24,-1 1 43,1 0 46,1 0 46,-1-1 42,2 0 27,0 1 12,2 0-13,-1-1-33,2 0-48,0 1-54,2 0-50,-1 0-52,2 1-41,0 1-27,3 0-17,1 1-10,1 1-8,1 0-7,2 1-6,0 1-6,0 1-2,2 0-5,-1 2 1,2 0 0,0 0-1,0 2 3,-2 1-2,-1 0 0,1 2-2,-2 0 2,-3 1 2,1 1 1,-2-1-1,-2 2 1,0 1 1,-3-2-1,-1 2-2,0 0 0,-3 0 1,0 0 2,-2-1-2,-2 1 3,0 0 2,-2-1 3,-1 0 3,-2-1 4,-2 0 6,-1-1-2,-3 0 1,-2-1-4,-2 0-2,-3 0-7,-3 0-7,1-2-4,-4-1-5,1 0-2,-2-2-6,2-3-2,-1 0-5,0-1-10,3-3-23,0-1-43,0-2-55,2 0-91,0-2-215,1-1-265,2-1-267,-1 1-143,4-1-40,0 2 40,2-2 188,1 1 260</inkml:trace>
  <inkml:trace contextRef="#ctx0" brushRef="#br0" timeOffset="43885">1468 142 60,'2'-4'311,"-1"-1"53,0-1 50,-1 2-15,0 0-57,-1-1-32,1 2-4,-1 0 3,1 1 14,0 0 16,-1 0-2,0 1 6,1 0-9,-2 0-15,1 1-27,1 1-27,-1 0-17,1 0-24,0 1-22,0 1-20,1 1-22,-1 1-23,1 2-23,1 1-16,-2 2-13,0 1-14,0 1-5,0 2-6,0 2-9,0 1-4,0 3-5,0 0 0,1 3-7,-1 0-5,0 2 0,0-1-3,1 1-4,-1 1-6,1-3-3,1 0-1,-1 0-5,1-2-2,0 0-2,0-2-1,0-2-2,0-1 0,0-1-1,1-2 1,-1-1-1,-1-2-3,0 0-11,1-3-16,-1-1-17,1-1-25,-1-2-31,-1-1-46,-1-2-75,-1-3-125,1-3-141,-1-3-123,1-3-102,-2-2-69,0-3-41,-1-2 27,1 0 97,-1-3 114,1 2 116,1-2 110</inkml:trace>
  <inkml:trace contextRef="#ctx0" brushRef="#br0" timeOffset="44276">1470 123 185,'1'-13'368,"0"0"62,0 2 60,-1 1-38,1 0-64,0 0-25,2 2-5,-1 1-13,0 1-21,2 0-18,1 1-17,2 2-25,1-1-39,2 2-27,4 0-27,1 1-28,3 0-34,1 0-29,0 1-14,3 0-20,0 0-11,5 0-8,0 0-5,3-1 7,1-1 10,0 2 10,1-1 4,1-1 8,0 1 2,-4 0-9,-1-1-14,-1 2-11,-5 0-6,-1 0-8,-4 0-5,0 1-3,-2 0-2,-2-1 1,1 1-2,-5-1 2,0 1 6,-2 0 10,-1-1 11,-1 1 13,0 0 12,-2-1 7,-1 2 4,0-1 1,0 0 0,-2 1-9,1 0-9,-1 2-7,-1-1-9,1-1-6,-1 3-4,0 0-3,1 0-2,-2 3 0,2-1-1,0 3-3,-1-1 1,1 1-6,0 2 1,0-1 0,1 1 2,-1 1 2,2 0 0,0 2 1,0 1-2,0 1-3,1 1-1,0 0-5,-1 1-3,1-1 1,-1 2-1,2-2-2,-2 1 0,0-1-2,-1 0 2,2 1 2,-1-2-4,0-1 5,-1 1-3,1-2 5,-2 0-2,0 0-3,0-2 0,0 1 1,-2-2-1,1-1 0,-1-1 4,-1 2 0,0-4-3,-1 2-1,-2-3 0,1 1 0,-2-1-3,-1 0 2,-2-2 0,-1 1 2,-2-1 0,-1 0-1,-1 1 1,-2-2-3,-2-1 2,1 0-5,-2 0 2,-2-1 0,0-1-1,0 0 2,-1-2 1,-2 0 5,2-1 0,-1 0-2,0-1-2,0-1-2,-1 2 1,3-2-2,-1 0-4,2 1 3,0-1-1,2 0 1,2 0-1,-1 0-10,2 1-8,0 0-14,2 1-20,1 0-26,1 0-42,2-1-51,1 2-79,-1 1-95,4 0-103,-1-1-89,3 1-65,-1-1-45,2 0-25,-1-1-23,3-1 31,1-2 65,3-1 84,0-2 91</inkml:trace>
  <inkml:trace contextRef="#ctx0" brushRef="#br0" timeOffset="45058">1808 273 311,'0'-7'412,"-2"0"62,1 1 58,0 1-80,-1 2-85,1-1-55,0 2-44,0 0-38,1 1-29,0 1-4,0 1 11,1 0 21,-1 1 31,2 3 26,-2-1 17,1 2-11,0 1-30,-1 2-34,0 1-39,0 1-42,-1 2-46,0 0-36,1 0-26,0 0-16,0 1-11,0-2-7,0 2-4,0-1-6,0 0-23,1-1-45,0-1-77,-1-1-120,1 0-124,0-4-108,0 0-86,0 0-63,0-3-31,-1 0-25,-1-2 48,0-2 71,0-1 89,-1-2 93</inkml:trace>
  <inkml:trace contextRef="#ctx0" brushRef="#br0" timeOffset="45312">1778 305 337,'-3'-13'428,"-1"-1"74,0 3 65,1-1-77,1 1-18,0-1 6,1 2-12,1 2-6,1-1-14,2 2-28,-1 0-50,4 1-54,1 0-45,0 0-48,2 2-44,3-1-39,-1 1-36,2 1-24,0 2-20,1 0-14,2 1-7,0 0-8,0 0-6,2 2-5,-1 0-5,-1 1-5,0 3-4,-2-2-4,0 3-1,-3 1-4,0 0 4,-1 0 1,-2 3 1,-1 0 1,-3-1 1,-1 2-2,-1-1 2,-2 0 1,-2 1-3,-2-1 0,-1 1 2,-3-2-1,1 1-1,-5 1-1,2-3 0,-1 1 2,0-1-2,-1-2 1,1 0 0,1-2-2,-1 0 1,1-1-3,2-1-2,-1-2 0,4 0 0,-2 0-2,3-1 0,1 0-3,0 0-1,1 0-3,1 0-2,1 0 4,1-1 0,2 0 4,1 1 4,2 0 1,2-1 2,1 0-4,0 1 3,2 0-1,1 0-1,-1 1 3,1 0-1,2 0 1,-1 2-2,-1 0 1,-2 0 1,-1 2 0,0 1 0,-2-1 1,-2 0 1,0 3 0,-3-2 2,-1 2-1,-2-1 3,-4 0-1,0 1 1,-2 1 0,-3-2 0,0 1-1,-2-1-1,-3 1-2,0-2-1,-2 1 0,-1-2 0,0-2-5,-1-1-16,-3-1-43,-1-2-92,0-2-171,2-4-204,-1-2-214,2-4-204,3-2-73,-1-2 30,3-1 138,2-3 186,1 2 211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7:35.5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229 196 154,'1'-1'289,"0"-2"37,1 0 11,-2 1-62,1 1-46,0-1-19,1 1-8,-2 0-5,0 0 6,0 1 21,0 0 44,0 0 64,0 0 63,0 0 61,-2 0 42,1 1 2,0 0-34,-1-1-64,1 1-72,0-1-71,-2 2-64,2-2-47,0 1-33,0-1-24,-1 0-20,2 1-15,-1-1-13,1 0-10,0 0-7,1 0 1,-1 0 2,0-1 5,0 1 6,0 0 10,0-1 9,0 1 6,0 0 2,0 0 3,0 0 1,0 0-3,0 0-6,0 0-6,-1 0-7,0 0-8,1 0-11,-1 1-9,1-1-7,0 0-7,0 0-6,0 1-1,0 0 0,0 0 0,0 2 0,0 1 0,1 1-1,1 0-3,-1 4 1,1-1 0,0 3 2,1 2 3,0 1-1,-1 1 1,1 2 3,-2 0-3,1 2-2,0 1 0,1-1 0,0 1-1,-2-1-27,1 0-26,0-2-29,-1-1-35,0-1-40,2-3-38,-2 0-42,1-4-63,-1-2-146,0-2-144,-1-4-120,0-4-90,0-2-64,0-2-55,-1-3 96,-1-1 141,0-2 138,-3-1 125</inkml:trace>
  <inkml:trace contextRef="#ctx0" brushRef="#br0" timeOffset="461">156 254 169,'-6'-7'328,"-1"1"47,3 1 50,-1 0-67,2 0-56,0 0-26,1 1-13,1 2 0,2-2 6,1-1 14,1 1 25,1 0 31,3 0 22,0-1 5,2 2-3,2-2-17,1 0-31,2 0-39,1 0-45,1 0-38,2 1-40,-1-2-38,1 1-30,1 1-22,-1 0-12,1 2-10,-1 0-11,1 0-8,0 3-5,0 1-6,-3 2-5,1 1-3,-2 2 2,-1 1 0,-1 3-3,-1 1 1,0 1 0,-3 0 1,0 2-3,-3 1 3,0 0-2,-2 1 2,-2 1 2,-2-1-1,-2 1 0,-2 0-2,-2 0 4,-3 1-2,-2-1-1,-1 1-1,-3-1 1,0 0-1,-2 0-3,-2-2 0,0 0-7,-1-1-17,-1-1-25,0-4-39,0-1-62,0-4-141,2-2-168,0-4-147,3-4-125,0-2-115,3-3-86,2-1 61,0-2 129,3-2 145,0 0 137</inkml:trace>
  <inkml:trace contextRef="#ctx0" brushRef="#br0" timeOffset="1019">22 62 332,'-2'-7'409,"-1"2"71,-2-1 77,3-1-69,0 2-16,-1-1 15,2 2 18,0-1 4,-1 1-10,2 0-38,-1 2-62,1-1-66,0 1-67,0 1-68,1 1-60,-1-1-46,1 1-34,0 1-24,1 0-14,1 1-9,0 1-7,3 2-4,-1 1-1,1 2-1,0 2-22,1 1-54,1 0-101,-2 2-156,3 0-167,-1 0-163,1 1-145,-1-1-117,1 0 10,-3-2 110,3-1 141,1-1 150</inkml:trace>
  <inkml:trace contextRef="#ctx0" brushRef="#br0" timeOffset="1384">800 13 213,'3'-2'417,"-1"0"66,0 1 65,-1 0-10,2-1-71,-1 1-32,0 0-15,1 0-14,0 1-33,-1 2-45,1 1-56,-1-1-63,1 2-51,-1 2-41,-2 1-31,0 3-21,0 1-20,0 1-12,-3 1-20,-1 3-74,0-1-135,-1 0-170,0-1-189,-2 1-215,-1-1-108,0 1 2,0-2 101,0 0 148,5-2 177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7:38.15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201 235 39,'1'-2'237,"-1"1"33,1-1 6,0 0-49,0-1-49,0-2-26,1 2-5,1-2-2,0 0 6,-1 0 16,0-1 19,2 1 19,-2-1 23,-1 0 29,1 0 42,-2 0 35,0-1 35,0 2 15,-2-2 0,1 2-5,-3 0-44,0 0-51,-1 0-58,-2 2-49,1 0-39,-2 0-53,0 1-27,-2 2-23,-1 0-10,0 1-7,-2 2-8,2 0-2,-3 1-1,2 1 0,-1 1-1,1 1-3,0 1 1,1 1-1,0 1 0,2 0 0,-1 1 1,3-1-3,1 3-1,2-1 0,1 1 0,1 1-3,2 0 2,2 0-1,2-1 4,1 1 0,5 0 0,1-1-2,2 0-18,4-1-28,1-2-48,0 0-76,5-4-114,-1 0-112,3-3-85,1-2-64,2-1-39,0-1-3,-1-2 43,3-2 38,-2 1 11,0-1 21,-4-1 47,1-1 57,-3 0 60</inkml:trace>
  <inkml:trace contextRef="#ctx0" brushRef="#br0" timeOffset="356">585 283 189,'9'-10'332,"-3"1"53,0 0 50,-4 0-61,0 0-50,0 1-11,-4 0 20,1 1 20,-1 1 0,-1 0-12,-2 0-6,0 2-20,-2 1-47,-2 1-49,1 0-35,-2 1-32,-1 2-23,-1 1-18,-1 1-12,-1 2-9,0 1-9,0 2-5,-1 1-8,1 2-11,-1 0-9,3 3-10,1-1-9,2 2-7,1-1-9,3 0-5,1 1-3,3-1-2,4-1-1,1 0 2,0-2 2,6-1-3,0 0 0,3-4-1,0 0 0,3-3-2,0-2-2,2-3 0,0-2-1,1-2 0,-3-2-3,0-1 0,-1-3 0,-1 0 2,-1 0 2,-3-2 1,-1 0 4,1-1 1,-5 0 0,1 0-2,-2 1 1,-1 2 2,-2-1 9,-1 3 16,0 1 18,-2 1 12,0 2 6,0 1 3,0 2-9,1 0-16,-2 2-15,-1 2-12,1 1-8,0 3-7,-3 1-2,2 3 0,-1 1-2,1 1-1,0 2 1,2 0 2,2 0 3,0 1-5,1 0 1,1-1 1,4 0-3,0 0-4,2-1-17,1-2-15,2-2-21,3 0-27,0-3-32,3-2-44,2-2-37,2-3-35,0-2-33,0-2-21,-1-2 1,-1-1 27,-2-1 43,-2-1 47,-1-2 51,-2 0 43,-3-1 32,-1 0 22,-3-2 15,-1 1 28,0 0 50,-2 0 63,-2 2 66,0 1 63,0 1 53,-2 2 23,1 2-19,-2 0-47,2 2-56,0 3-59,-1 1-57,2 1-42,-1 2-29,0 1-13,-1 4-9,2 0-6,0 3-1,0 2-2,0 1 0,1 1 0,0 1 2,1 2 0,0 0 3,0-1-1,1 0 2,-2 0-2,2-2-2,-1-2 3,0 0 0,0-3-3,0-1 2,0-2-1,0-2-3,-2-1 1,1-1 3,0-1 5,-1-2-2,0-3 0,0-1 4,0-3-4,0-1-1,-1-3-6,1-1 2,1-2 0,0-1 2,1 0 1,0-1-1,2 1 0,1 2 3,-1-1 2,2 2 0,0 2 3,-1 1 0,3 2-1,-2 0-2,3 3-3,-1 3-2,2 1-2,-1 2-1,1 1 0,0 3 0,0 2 1,-1 1-2,0 1 3,-2 4 2,2 1-2,-2 1 1,1 2-14,-4-2-34,2 2-73,-2 0-112,-2 0-144,-1 0-140,2-2-127,-1 0-113,-2-3-92,0 0 26,0-2 99,1-3 114,1-2 129</inkml:trace>
  <inkml:trace contextRef="#ctx0" brushRef="#br0" timeOffset="1246">1278 320 96,'1'-8'487,"-3"2"87,-2-2 74,1 2 88,0 2-99,1-1-157,-1 1-99,3 3-79,0 1-67,1 0-86,3 3-70,-2 2-34,2 2-24,1 1-5,-1 1-5,0 1-1,0 0 0,1 0-7,-3 0 3,2-1-4,0-1 0,-1 0 2,-1-2 3,-1-2 3,0-1 22,-1 0 38,2-1 37,-1-1 30,-1-2 17,1-2 9,0-2-17,1-1-32,-1-3-36,0-2-27,1-1-18,1-1-3,-2-1-1,2-2 3,-1 1 9,2 0 11,0 0 6,1 2 1,-1 0-3,2 2-5,-1 2-12,3 0-12,-1 2-6,1 2-12,1 1-2,1 1-6,1 3-1,1 1 3,-1 2-3,0 3-1,1 1-1,-1 2 2,-1 1 1,1 3-4,-2 1 3,-1 1 3,-2 0-5,1 1-29,-3 0-57,-1 0-95,0-1-132,0-3-131,0 1-122,0-4-89,1-1-50,2-4 1,2-2 30,3-3 49,2-4 83,2-2 96,1-3 93</inkml:trace>
  <inkml:trace contextRef="#ctx0" brushRef="#br0" timeOffset="1622">1739 244 8,'8'-15'379,"-2"2"64,-1 0 67,-2 3 86,-2 1-54,-1 0-34,0 4-30,0-2-22,0 3-46,0 2-72,0 0-88,-1 2-75,1 2-27,-2 1 3,0 4 22,-1 1 16,0 2 5,0 2-10,0 2-28,1 0-40,0 2-37,1 1-25,0 0-16,2 1-14,1-2-9,1 0-5,3 0-12,2-1 0,1-3-1,1-1 3,3-3 4,1 0-1,2-5 7,0-1-2,-1-3-3,1-2-4,0-4 0,-1-1 0,-1-3 6,0 0 7,-2-3 6,-3-1 8,-2 0 1,-2-2 6,-3 0-2,-2 0-5,-2 0-3,-4 0-6,-1 1-3,-2 1-5,-3 1-3,-1 2-1,0 1-4,0 3-2,-2 1-12,1 3-17,1 1-35,0 2-63,2 2-128,-1 1-173,3 0-172,1 2-158,3 1-175,-1 0-47,4 0 70,3 0 144,2-2 165,5-1 168</inkml:trace>
  <inkml:trace contextRef="#ctx0" brushRef="#br0" timeOffset="2004">2137 66 438,'11'-10'764,"-4"1"132,-1 0 117,-2 0 90,-2 1-244,-1 1-247,1 1-172,-1 3-125,0 0-112,1 1-91,0 3-52,2 1-28,-1 3-10,2 2-4,-2 2 2,1 4 6,0 0 5,0 3 2,-1 1-2,1 2 0,-2 2-5,-1 0-7,2 2-4,0-1-4,0 0-4,0 0-4,0-3-1,1 1 1,-1-1-2,1-2 0,-1-2-8,-1-1-20,2-3-40,-2-1-62,0-2-93,0-2-156,-1-2-158,1-3-143,-2-3-114,-2-4-101,-2 0-22,-2-4 97,1-2 135,-4 0 146,0-2 144</inkml:trace>
  <inkml:trace contextRef="#ctx0" brushRef="#br0" timeOffset="2257">2093 208 219,'-11'-6'479,"1"1"82,1 0 85,4 1 37,-1 0-135,3 1-81,2 1-47,5 0-20,4 0-20,3 0-14,3 2-26,5-2-30,1 0-37,2 0-51,1-1-62,1 1-54,-2-2-39,3 2-28,-3-1-34,0-2-65,-2 2-137,-1-1-199,-1-1-219,-4 0-224,-2-1-149,-1-2-34,-4 1 84,0-1 170,-5-1 204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7:41.1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45 107 296,'-3'-11'389,"-1"-1"66,0 0 64,-2 1-67,3 1 3,-1-2 38,0 3 41,1 1 20,-2 1-5,4 1-48,-1 2-90,0 1-101,-1 1-96,2 2-84,1 2-57,0 1-29,0 3-15,3 2-4,-2 3 1,1 1 0,0 4 0,-1 2-3,3 2-3,-1 2-3,-1 3-7,0-1-5,1 1-2,-3 2 2,2-1-3,-1-1 10,0-1-4,0-2 3,-1-1-4,1-4-5,0-1 2,-1-3-10,1-2 4,-1-3 2,0-2 4,0-1 1,0-5 0,-1 0-1,1-2 0,-1-3-1,0-3-3,1-1 0,1-1-1,1-2-1,2-2 0,0-1 1,3 0-1,0 0 0,3 1 3,1 1-2,2 2 0,1 0 0,3 0 1,0 4-3,1 0-3,-1 2 0,0 3 1,-2 1-1,0 2 1,-2 2 4,-1 2 0,-1 1-1,-2 1 1,-2 3 2,-1-1 1,-3 2 7,-2 1-4,-2-1 0,-1 1 0,-4 0 1,-1-1-3,-1-1-8,-2-1 5,-2 0 2,-1-2 0,-2 0 1,-2-2 1,-1-2 2,-3 0-3,0-2 2,1-1-5,-1-2-21,2-1-43,1-2-65,4-1-109,3 0-144,4-4-135,5 0-110,4-1-85,3-1-68,5 1-19,1 0 75,1 1 99,3 1 113,2 2 116</inkml:trace>
  <inkml:trace contextRef="#ctx0" brushRef="#br0" timeOffset="508">321 303 282,'8'6'384,"0"1"56,-1-2 50,0 0-84,0 0-71,2-1-42,0-1-27,1 1-23,2-1-16,0 0-23,2-2-21,-1 0 5,1-2 7,2-1-3,0-1-2,0-2-1,-2 0 3,1-1-11,-3-2-23,-2-1-13,-1-2-4,-2 1-4,-3-2-6,-2 0-1,-2 0-2,-2-1-3,-2 0-20,-3 1-14,-3-1-13,-1 2-7,-2 3-8,-3 0-7,2 2-4,-3 2 1,0 3-14,0 3-13,0 2-8,0 3-5,1 3-3,0 2-14,3 3 4,0 0 0,3 2-1,5 2 0,0 1-1,4 1 2,4-2 0,1 0 2,5 0 0,3-3 2,4 0 0,4-3 0,2-2-3,7-3 0,2-2-1,4-3-14,2-3-35,2-3-74,-2-3-150,-2-1-213,-3-3-228,-4-1-223,-3-1-91,-7-1 9,-2 1 116,-4-1 194,-3-1 221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7:42.2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61 422 381,'4'-9'477,"-2"1"68,-1 0 89,0 1-7,0 1-81,-1 2-39,0-1-31,0 2-35,1 1-57,0 2-77,1 0-60,0 2-38,1 2-18,0 2-14,-1 2-19,1 2-32,-1 2-28,1 3-28,0 3-23,-1 2-16,-1 2-10,1 2-4,0 1-5,1 1-4,-2 2-2,1-1-7,0-1-17,0-1-28,-2-1-51,1-3-72,0-2-90,-1-3-103,1-2-82,-1-3-58,-1-3-27,-1-3 4,-1-4 46,-1-2 81,-1-4 76,0-3 77,-1-3 75,-1-2 68,-1-3 41,1-2 28,-2-3 26,1-3 24,-1 0 32,2-3 35,-1 0 45,2 0 51,-2 0 77,4 2 84,0-1 54,1 4 29,2 1 5,2 3-17,3 1-57,1 2-81,5 3-71,2-1-54,4 2-40,1 3-31,3 1-22,2 1-19,1 4-12,2 1-8,-3 1-6,1 3-6,-2 0-3,-1 4-1,-2-1 3,-4 4 1,-2-1 1,-4 1 2,-3 2-6,-2 0 4,-3 1 0,-3-1 1,-3 1 3,-4 0 0,0 0 7,-2-1-6,-2 0-1,-2 0-7,-2-1-37,0 0-65,-2-2-104,1-1-130,-1-2-116,0-3-121,2-1-94,1-4-63,4-1-20,1-1 63,4-3 79,3-1 106,3-3 115</inkml:trace>
  <inkml:trace contextRef="#ctx0" brushRef="#br0" timeOffset="542">482 197 291,'1'-17'572,"-2"1"111,-1-1 134,-2 1 127,0 3-171,1 1-128,0 1-80,0 3-94,1 2-125,1 0-125,0 3-95,1 1-58,2 3-36,0 2-14,2 1-3,-1 3 2,0 3 2,0 2 6,1 2 1,-2 3 5,2 2-6,-2 2-2,-2 2-7,1 0-6,0 2-1,-1 1-5,0 0 0,0 1-5,0 0-19,0 1-45,1 0-83,0-2-122,1-1-147,3-2-127,-1-3-109,3-1-72,2-3-28,2-3-4,2-4 62,3-2 85,2-4 105,2-4 104</inkml:trace>
  <inkml:trace contextRef="#ctx0" brushRef="#br0" timeOffset="766">735 514 170,'14'-13'354,"-5"-1"55,0 1 61,-3-1-34,-2 0-56,0 0-18,-2 1 15,-1 1 19,-1 1 5,-1 1 6,-1 2-19,-2 0-31,0 4-56,-1-1-65,-3 2-52,0 3-54,-1 2-43,-1 2-25,-1 1-18,-1 3-7,0 1-8,0 2-5,-1 3-6,3 1-3,0 0-4,1 1-2,3 0-4,-1 0-2,4 0-1,1 0-1,3-1 0,1-2 0,3-1 2,2-4-1,3 0-1,3-4-3,2-2-5,1-3-7,2-4-3,0-1-4,0-3-2,-3-2 5,1-2 6,-3-2 4,1 0 5,-3 0 2,-1-2 1,-3-1-1,1 2 0,-3 0 1,0 1 0,-1 1 10,-2 1 11,-1 3 12,0 2 9,-1 1 3,0 1 0,0 4-3,-1 0-14,0 3-10,-1 1-10,-1 3-4,1 1-3,0 1-2,0 3 1,2 0-2,-1 1 2,1 1 0,1 2 0,1 0-1,2 1 0,1-1 0,-1 0 1,3 0-20,1 0-46,1-2-62,1-1-90,3-2-100,2-2-99,3-2-76,3-4-45,0-1-16,4-2 15,-2-2 31,2-2 33,-3-2 27,0-2 30,-3 0 34,0-2 51,-3-2 68</inkml:trace>
  <inkml:trace contextRef="#ctx0" brushRef="#br0" timeOffset="1186">1196 443 108,'11'-17'224,"-3"0"72,-2-1 47,-4 1-2,-1 1-33,-2 1-32,-1 2-18,-4 1-11,1 1-9,-1 3-5,0 1 3,-1 3-10,-1-1-3,0 4 19,-1 1 1,2 3 0,-3 2 1,2 1 12,0 4 4,-1 0-12,1 3-4,1 1-18,0 0-27,-1 2-31,3 1-37,1 0-39,2 1-31,0-1-21,3 1-15,2-1-10,1 0-7,1-1-3,4-2-2,1-1-2,2-2 5,3-2-3,3-3 3,0-1-2,2-4-3,4-2-6,-1-3-7,0-1-6,1-2-9,-2-2-6,-1-2-8,0-1 0,-2-1 1,0-1 5,-1-2 6,-3 0 8,-1-2 8,-3 1 6,-1 0 5,-4 0 1,0 0-1,-2 2 12,-3 1 17,-1 1 14,-1 2 12,-2 1 9,-1 2 4,-2 2-5,0 2-16,0 2-11,-1 2-11,-2 2-8,1 3-6,0 3-2,-1 0 3,1 3-4,-1 1 0,2 3 1,1 1 0,-1 0 0,4 1-2,-2 0 0,3 0-2,2-1 1,1 1-2,2-2 0,1 0-1,1-2-2,3-2-4,1 0-8,4-2-12,4-3-21,3-1-15,4-3-35,5-2-61,5-2-103,1-2-105,1-2-87,0-1-79,-1 0-54,-2-3-12,-1 1 45,-2-1 75,-3-2 74,-2 1 80,-3-1 83,-5-1 86,-2 1 86,-5-1 79,-1 0 67,-4 1 58,-4 1 53,-1 1 38,-1-2 15,-2 4 7,-3-1 13,1 4 5,-1-1 1,0 1-4,-1 3-3,-1 1-12,0 1-24,-1 3-21,-1 0-12,0 4-8,-1 0-3,-1 4 7,2-1 4,0 3-9,-1 0-23,3 1-26,1 0-29,1 1-31,0 0-28,4-1-18,1 0-9,3-1-7,2-2-4,2-1-4,2-1-2,2-3 0,3-2-1,2-2-6,0-2-4,2-2-4,1-2 0,0-2-2,-1-4-3,-1-1 6,-1-1 4,0-3 5,-2-1 2,-1-2 0,0-1 5,-3-2 14,-2-3 20,0-2 20,-3-1 17,-3-3 17,1-2 14,-4-1 1,1 0-3,-3 2 2,-1 1 9,-1 3 5,0 3-4,0 3-2,1 3-6,1 3-16,-1 3-22,2 2-19,2 3-15,-2 2-13,2 2-11,0 3-7,1 3-5,0 3-1,0 3 1,1 3 0,2 4 0,-2 3 1,1 2 0,0 3 1,0 3-1,1 1 2,-1 3-2,0 1 1,-1 1 0,0 0-1,-1 2-8,1-1-25,1 0-40,0 0-64,-2-1-133,2-1-232,-2-4-265,-2-1-243,0-3-104,-2-3-12,0-2 92,-2-5 211,2-5 262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7:44.75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227 402 27,'-2'-4'250,"0"-1"30,0-1 5,0 1-35,0-1-33,0 0-29,1-1-18,-1 0 7,-1 1 8,-1-3-2,2 4 6,-1-2 18,-2 0 16,1 1 3,-1 1 0,0 0 3,-3 1-13,0 1-20,0 1-19,-1 1-16,-1 1-11,-2 1-11,-1 2-14,1 1-12,0 2-14,-2 1-19,2 2-20,0 3-17,-1 0-11,3 0-9,1 2-10,0 1-4,3 0-7,3 0-1,2 1-1,2-1 1,2-1-1,3-1 4,2-2 4,3-1 0,2-4 2,4-2-2,2-2-1,1-4-3,1-2-2,0-2-1,-2-5 0,0-1-4,-2-1 7,-2-2-1,-3-2 3,-1 0 6,-2-1 8,-2-2 11,-1 1 12,-1-1 19,-2 3 18,0-1 25,-1 2 24,-1 4 14,-1 0 3,0 3-8,0 2-16,0 1-30,0 2-38,0 3-24,0 1-19,-1 3-11,1 2-7,-2 1 1,1 4 4,1 0-1,0 2 0,3 2 2,-2-1 1,3 1 0,2 1 0,1-2 1,2 0-1,2 0 2,2-2-3,0-1-6,2-1-6,2-3-3,1-1-3,1-2-1,2-3-4,0-1 7,-3-2 5,1-1 4,-2-3 2,0-1-4,-3-1 7,-1-3 3,-3-1 0,0-1 0,-4-3 2,1 0 5,-2-2 0,-2 0 6,-1 0 11,-2 0 13,-1 0 9,-1 1 10,-1 1 4,0 1 1,-1 2-2,-1 2-5,2 2-8,1 3-9,-2 0-7,2 3-8,0 1-9,0 3-9,0 2-4,0 2-1,0 3 1,0 2-2,0 2 1,1 2 1,-2 2-1,3 1 0,0 2 0,0 2 1,3 0-1,-1 0-2,1 0 3,1 0 2,0-2-3,1 1 0,2-1-6,2-2-8,0-1-17,1-2-21,2-2-27,0-1-35,1-3-45,0 0-68,1-4-94,0 0-94,-1-2-82,1-3-74,-1-1-62,-1-2-31,-2-1-32,-1-1 41,-5-2 68,1 0 89,-3-2 101</inkml:trace>
  <inkml:trace contextRef="#ctx0" brushRef="#br0" timeOffset="746">580 258 265,'-20'-7'435,"0"1"37,1-1 42,2 1-31,3 1-181,4 1-99,3 1-56,2 1-35,8 1-36,2 0-33,8 0-21,5 1-10,6-1-12,1 0-35,6-2-57,2 0-73,1 0-79,3 0-97,0-2-111,3 0-28,-1 0 21,2-2 52,0 0 73</inkml:trace>
  <inkml:trace contextRef="#ctx0" brushRef="#br0" timeOffset="916">1289 55 109,'6'-7'427,"-3"-2"59,-2 1 66,0 0 85,-1 2-118,0 1-73,0 1-51,0 0-41,0 2-54,0 0-66,2 2-45,-1 2-16,1 2 12,1 2 37,0 2 29,1 1 5,0 2-26,1 3-39,-1 1-42,1 0-52,-1 3-38,2 1-24,-2 0-15,0 1-8,2 1-5,-3-1-2,2 0-18,-2 0-43,-1-2-77,1 1-123,-2-3-136,1-1-122,0-1-112,0-2-86,-1-2-72,-2-2 8,0-1 73,-1-2 90,1-2 110,-1-3 120</inkml:trace>
  <inkml:trace contextRef="#ctx0" brushRef="#br0" timeOffset="1148">1298 278 88,'-11'-12'402,"3"2"51,-1-2 51,3 1 44,-1 2-170,4 0-113,2 2-68,1 1-49,4-1-46,6 2-45,3 1-28,5-1-14,4 0-9,4 2-7,1 0-27,3-1-38,0 0-41,0 0-40,0 1-31,-2 0-24,-2-1 4,-4 0 21,-2 0 34,-3-1 37,-4 0 31,-3-1 26,-2-2 26,-2 1 26,-3-2 25,-2 1 29,-1-1 26,-1 1 32,-2 0 25,-1-1 15,-1 2 11,-1 0 12,0 1 12,0 2 8,0-1 11,0 2 14,0 1 5,0 1-12,1 1-12,1 2-16,-2 3-20,2 2-16,-1 1-6,1 4-6,0 2-7,0 2-11,2 2-13,0 2-17,1 1-19,-1 1-20,2 0-12,0 0-12,0-1-8,2 1-5,-1-1-5,1-3-6,0-1-3,0-2-1,0-1 1,0-2 2,0-3 4,0-1 16,0-2 21,-1-2 25,3-1 28,-1-3 13,1-3 4,1-1-5,2-3-14,0-3-21,1 1-23,1-2-9,0-2-5,-2 1 1,1 1-5,-2 1 2,0 0-1,-1 3-7,-2 0-8,1 2-6,-1 3-4,-1 0-8,0 1-3,1 2 0,0 3 2,2 0-2,0 4 1,-1-1 2,2 4-1,0-1 0,0 2-1,2 0 1,-1 1 0,0 0 3,2-1-2,0 0-1,1-2 0,0 1 1,0-2 1,2-2-3,0-1 1,2-1 1,0-2-1,3-3 2,0-3-3,0-2 0,-1-2 0,1-1 1,0-2 2,-1-2-2,-2-1-1,-1-2 0,-1 0 2,-4 0-2,-2-2 1,-2 2 2,-3 0 3,-2 0 1,-2 1 2,-3 3 6,-1 2 3,0 2 1,-2 3-3,2 4-2,-2 0-3,-2 5-6,2 2-7,0 4-1,2 0 2,1 3-1,3 2 1,2-1 1,3 2-1,5 0 1,4-2-6,7 1 4,5-1-4,7-3-11,5-2-29,6-1-62,3-4-130,2-5-181,-1 0-197,0-5-229,-3-2-135,-6-2-24,-4-2 86,-3-3 153,-5-2 188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7:46.96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57 128 213,'-3'-17'378,"2"-1"60,-1 1 67,-1 2-20,-1 1-80,1 2-8,1 2 4,1 2-14,1 1-41,-1 3-53,1 1-63,-1 0-72,1 2-53,1 3-33,-1 1 5,1 3 29,0 5 19,0 1 23,0 4 7,-1 2-3,0 2-21,0 3-32,-1 1-26,-1 1-22,1 1-8,-2 0-10,-1-2-9,1-1-8,-1 0-5,2-1-3,-1-2-1,-2-3-2,3-1 1,-1-4-3,2 1 0,-2-5-2,2 0 4,0-3 15,0-1 15,0-1 15,1-1 6,1 0 3,0-2 0,-1 0-15,2 0-18,1 0-12,-1-1-6,5-1-6,0 1-2,4 0 0,1 0 0,0-1-1,1 2 1,3 0-1,-1 0 0,2 1-6,2 0 4,-2-1 1,1 0-1,1 0 0,0-1 4,0-1 6,-1 0-1,-1-1-1,-1 0 0,-2-2-1,0 0 1,-2 0-2,-2-2 2,-2 0-1,0-2 0,-2 0 0,-1-2-1,-2 1 1,-1-1-3,-2 1 1,0-2 3,-2 3 5,-1-1 10,-2 1 6,1 1 3,-3 1 0,0 3-1,-1 1-7,0 1-8,-3 3-6,2 2-4,0 1 4,-1 3-3,1 1 0,0 1-3,1 2-1,2 1-1,1 0-6,1 2 3,1 0-2,3 0-1,1 0 3,1-1 0,3-1 1,1 1-2,4-2-7,0 1-11,2-3-25,3-2-45,0 0-66,3-2-101,1-2-121,1-3-104,2-1-82,0-2-54,4-2-20,-3-2 13,0 0 20,0-1 31,0-2 60,-3-1 72,1-1 75</inkml:trace>
  <inkml:trace contextRef="#ctx0" brushRef="#br0" timeOffset="595">743 174 348,'0'-16'408,"-1"1"57,-1 0 62,-3 1-98,1 2-58,0 1-4,0 3 15,0 0-2,-2 1-20,2 4-31,-1 0-47,0 3-51,-1 1-48,-1 2-26,2 2-7,-1 3 5,0 1 14,0 2 1,1 2-6,0 0-17,1 1-21,1 1-21,2 1-23,1 0-17,0 1-16,1-1-7,1 1-10,0 1-14,1 0-5,-2 1-5,3-2-1,-2 0-3,0 0-1,1-1-2,-1 0 2,0-2 1,0 0 1,-1-1-3,0-1-11,0-3-18,0-1-37,-1 0-49,0-2-73,-1-2-114,-1 0-125,-1-2-116,-2-2-92,-3-2-63,0 0-45,-4-1-13,-1 0 69,-3-2 101,2-1 105,-3 0 105</inkml:trace>
  <inkml:trace contextRef="#ctx0" brushRef="#br0" timeOffset="877">461 358 117,'-1'-8'320,"2"-1"30,2 1 28,3-1-55,-1 1-93,5 1-65,1 1-37,4-1-25,2 3-24,0-1-24,2 0-21,2 1-19,1 0-34,1 0-58,0 1-70,-1 0-102,0-1-100,0 1-48,-1-2 0,-1 1 37</inkml:trace>
  <inkml:trace contextRef="#ctx0" brushRef="#br0" timeOffset="1028">956 120 266,'0'-9'468,"0"0"91,-1 1 118,0 0 40,0 3-100,1 0-70,-1 0-71,1 2-78,-1 2-104,1 0-88,0 2-34,1 2 1,-1 2 11,1 2 15,-1 1 8,0 2-11,0 3-38,0 1-36,0 1-30,0 2-20,-1 2-18,0 1-10,-2 0-8,0 2-9,1 1-7,-1-2-7,1 3-3,-1-3-5,1 2-5,1-2 2,0 0 2,1-2 2,2-1-3,0-2 1,1-2 3,1-1-2,1-2-5,1-2-1,2-3-2,0-1 3,3-3-10,1-1-9,1-3-14,2-2-22,-1-2-25,0-1-43,0-2-62,-2 0-111,0-3-124,-2 1-94,-3-1-85,1 0-58,-4-1-25,-1 1 28,-3 0 42,-1 2 31,-4 0 66,-3 0 78,-2 1 82</inkml:trace>
  <inkml:trace contextRef="#ctx0" brushRef="#br0" timeOffset="1320">975 301 124,'-20'-5'315,"1"2"50,0 0 49,2 0-51,2 0-64,3 1-45,2 1-32,2-1-30,3 1-24,2 1-6,3 0 19,4 0 43,5 0 48,4 0 25,3-1 8,2-1-23,1-1-45,3 0-65,0 0-65,-1 0-64,1-2-116,-2 2-125,0 0-151,-3 0-174,-2 0-188,-4 0-78,-4 0 32,0 1 84,-6 0 128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7:49.61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126 279 117,'-4'3'341,"0"0"43,-1-1 42,3-1-37,0 1-92,0-1-62,-1 0-38,1-1-27,2 0-24,0 0-11,0 1-9,2 0 1,2-1 28,0 2 30,3-1 25,1-1 16,3-1 3,0-1-7,1 0-35,1-3-37,2 0-41,-2-2-34,2-1-25,-1 0-18,-1-3-14,-1 0-7,0 1-3,-2 0 0,-2-2 8,-1 0 22,-2 0 25,-2 0 21,-3-1 23,-2-1 16,-3 1 15,0 0 5,-3 1-3,-2 2-7,-2-1-7,-2 3-11,-2 0-14,-1 3-19,-3 1-16,0 3-7,-1 2-10,-1 2-6,2 3-11,0 1-6,1 2-8,1 3-7,3 1-7,1 2-2,4 2-2,4 0 0,0 2 1,5 2-1,3-1 1,3 1-2,3 0 1,4-1 0,2-2-1,4 0 1,2-2 0,2-2-5,2-2-10,2-2-27,1-2-36,2-3-64,-1-3-88,4-2-95,-3-3-77,1-4-56,0 0-29,-1-3 4,-2-2 36,0 0 52,-5-2 53,-1 0 46,-3-1 49,-2-1 50,-2 0 47,-3 1 44,-4 0 40,-1 1 49,-1 0 45,-3 3 40,-1-1 43,-1 3 35,-2 0 24,1 3 5,-1 0-15,0 3-22,1 0-35,0 2-24,0 3-12,1 0 3,-1 5 7,1 0 6,1 2 27,0 1 23,0 2 1,1 1-13,2 0-16,-2 2-10,0 0-29,3 1-29,-2-2-14,0 1-5,0-1-7,1 0-1,-1-3-4,-1-1 0,2-1-1,-3-3-4,1 0 12,-1-2 31,0-1 31,0-2 39,-1-2 21,-1-2 9,0-3 0,-1-1-27,1-3-28,-2-1-27,-1-1-20,2-2 3,0-1 15,1-1 16,1 1 14,1 0 7,2-1 13,0 1 4,2 1-12,-1 2-10,3 1-9,1 1-9,1 3-14,1 1-13,1 1-9,1 2-6,0 3-12,0 2-5,2 2-4,-3 2-3,1 1-3,0 3-1,-2 0 3,-1 3-5,0 1-2,-2 1-20,-1 0-40,-1 2-79,-2 1-117,0-1-132,0 0-127,0 0-111,0 0-98,-1 0-81,1-2 33,2-3 90,1-1 105,3-6 119</inkml:trace>
  <inkml:trace contextRef="#ctx0" brushRef="#br0" timeOffset="799">985 318 206,'2'-11'434,"-1"-2"64,-2 1 65,-1 0 28,-1 2-104,-3-1-59,2 3-18,-1-1-19,0 2-38,0 0-54,0 3-72,1 0-57,-1 2-53,-2 2-40,-1 0-24,1 3-17,-2 1-7,1 0 20,-3 3 9,2-1 10,0 3 10,-2 0 10,2 2 5,0 1-14,0 0-9,4 0-11,-1 0-12,2 1-12,2-1-10,2-1-10,2 1-4,1-2-4,3 0-1,0-2-2,4-1-5,0-2 3,3-2 0,0-2 1,2-1-1,1-3 1,2-1 0,-3-4-2,1 1 1,-3-4 0,1 1 0,-3-2 2,-1-1-1,-2-1 3,0-2 1,-3-1 2,-1-1 5,-1-2 5,0 1 7,-3-3 2,0 1 7,-1-3 6,-2 4 6,1-1 7,-2 1 5,-1 2 8,2 2 5,-3 1 2,2 2-3,1 2-3,-2 3-7,2 0-9,0 3-14,0 1-12,2 1-9,0 3-10,0 2-6,0 1-3,0 3 0,1 4 1,1 1 0,0 3 2,1 2 0,-1 2-1,3 1 0,0 3-2,-1 1 3,1 2-1,0-1-1,2 0 1,-2 2-8,1-3-16,0 1-26,1-3-40,-2-1-61,2-1-112,-1-2-140,1-3-132,-1-2-116,2-3-99,0 0-83,-1-5-13,4-2 82,-1-2 109,1-2 124,4-2 128</inkml:trace>
  <inkml:trace contextRef="#ctx0" brushRef="#br0" timeOffset="1302">1245 344 315,'4'-4'475,"0"0"71,-1-1 86,0 0-9,0 2-78,-1 1-47,1-1-23,-1 1-26,1-2-39,0 3-61,-1-1-68,-1 1-62,0 0-58,2 1-42,-3-1-44,0 0-53,1 1-111,-1-1-205,-1-1-248,-1-1-271,-1 1-143,-2-1-55,-2 1 55,-1 1 172,0-2 228</inkml:trace>
  <inkml:trace contextRef="#ctx0" brushRef="#br0" timeOffset="8045">1299 370 79,'0'0'199,"0"0"-9,0 0-32,0-1-38,0 1-34,0 0-29,0 0-23,0 0-13,0 0-7,0 0-3,0 0-2,0 0 0,0 0 2,0 0-1,0 0 2,0 0-2,0 0 2,0 0-2,0 0 2,0 0 2,0 0 0,0-1 0,0 1 0,-1 0 5,1 1-1,0-1 2,-1 0 2,1 0 2,0 0 1,0 0-1,0 0 4,0 0 1,0 0 0,0 0 1,0 0 1,0 0-1,0 0-1,0 0 1,0 1 1,0-1-1,0 0 1,0 0 2,0 0 4,0 0 2,0 0 6,0 0 6,0 0 8,-1 0 1,1 0 7,0 0 7,0 0 4,0 0 3,0 0 1,0 0 6,0 0-4,0 0-6,0 0-2,-1 0-6,1 0-5,0 1-7,0-1-8,0 1-6,0-1-7,0 0-3,-1 0 0,0 0-6,1 0 3,0 0-2,0 0 2,0 0 4,0 0-1,-1 0 2,1 0-1,0 0 0,0 0 0,0 0-9,-2 0 0,2 0-1,-1 0 0,1 0 1,0 0 7,0 0 10,1 0 12,-1 0 11,0 0 17,0 0 17,0 0 12,-1 0 5,0 0 7,1 0 4,-1 0-6,1 0-9,0 0-11,0 0-16,0 0-17,0 0-15,0 0-12,0 0-11,0 0-11,-1 0 0,1 0-2,0 0-4,0 0 0,0 0-1,0 0 2,0 0-2,0 1-3,-1 0 0,0-1-5,1 1-4,0-1-1,0 1-1,0 0-2,0-1-1,0 0 3,0 0 3,0 0-1,0 0 0,0 0 0,0 0 0,0 1 3,0-1-1,0 0 2,0 0-2,0-1 5,0 1 1,0-1 7,0 0 18,0 1 25,0 0 30,0-1 23,0 1 24,0-1 8,-1 0-10,1 0-21,-1-1-26,1 0-28,-2 2-20,1-3-17,0 1-9,0-1-2,1 1-3,-1 0-1,1-1-3,-1 2 0,1 0-3,-1-1 0,1 2 0,0-1-1,0 0 0,0 1-2,0 0-2,0 0 1,0 0-3,0 1 0,1 0 2,-1-1 1,1 1 2,0 0-1,-1 0 2,2 1 0,-1 0 0,1 0-1,-1 1 0,0 0-1,0 1 2,1-1 2,-1 1 0,1 0-2,0-1 2,-1 0 1,-1 0-2,1 0-1,0-1-1,-1 0 5,1-1-1,-1 0 2,0-1 2,0 0 0,0 0-1,0-1 0,0 0-2,0 1 1,0-1 1,-1 0 0,1 0 0,-1-2 0,0 1 1,1 0-1,-1 0 0,-1 1 1,2-1-1,-1 0 1,0 0-1,0 1-2,0-1-2,1 1 0,0-1-1,0 2 0,-1-1-1,1 0 2,0 1 0,0 0 0,0 0-1,0 0 1,0 0 0,0 0-4,0 0 1,0 0-2,0 0 0,0 0 2,0 0-1,0 0 3,0 0-1,0 0 0,0 0 3,0 0-3,0 0 0,0 0 0,0 0 2,0 0-1,0 0 0,0 0 0,0 0 2,0 0-2,0 0-1,0 0 2,0-1 0,0 0-1,0 1-1,0-1 0,0 1-4,0 0 3,0 0-1,0-1 1,0 1 0,0-1 1,0 1 2,0-1-3,-1 1 0,1-1 0,0 1 1,0 0 1,0-1-2,0 0 2,0 1-1,1-1-1,0 1 0,-1-1 0,1 0 1,-1 1-1,0-1 0,0 1 3,0-1-1,0 0 1,0 1-3,0-1 2,0 1-2,0 0-1,1 0-2,-1 0 1,0 0 1,0 0 1,0 0 1,0 0 0,0 0 0,0 0 0,0 0 1,0 0 0,0 0 0,0 0-1,0 0-2,0 0 1,0 0-2,-1 0 0,1 0 2,0 0 2,0 0 1,0 0-2,0 0 1,0 0 0,0 0-1,0 0-1,0 0 0,0 0 1,0 0 1,0 0-1,0 0 3,0 0 0,0 0-1,0 0 1,0 0-1,0 0 0,0 0-2,0 0-3,0 0 2,0 0 0,0 0 1,0 0-4,0 0 4,0 0 0,0 0 0,0 0 1,0 0-1,0 0 3,0 0 2,0 0-2,0 0-2,0 0-1,0 0 0,0 0-2,0 0-3,0 0-2,0 0 4,0 0 0,0 0 3,0 0 0,0 0 0,0 0 4,0 0-2,0 0-1,0 0-1,0 0 0,0 0 1,0 0 1,0 0-2,0 1 0,0-1 0,0 0 2,0 0-2,0 0-3,1 0 2,-1 0 1,0 0 4,0 0-4,0 0 0,0 0-2,0 0 0,-1 0-1,1 0-1,0 0 4,0 0 0,0 0 3,0 0 0,0 0 0,0 0-3,0 0-3,0 0 2,0 0-1,0 0 1,0 0 1,0 0 0,0 0 0,0 0 1,0 0-1,0 0 2,0 0-2,0 0 1,0 0-1,0 0 0,0 0 1,0 0-2,-1 0 1,1 0 0,0 0 1,0 0-1,0 0 1,0 0-1,0 0-2,0 0 2,0 0-2,0 0 1,0 0 0,0 0 1,0 0 3,0 0-1,0 0 0,0 0 0,0 0 0,0 0-3,0 0-1,0 0 1,0 0 2,0 0-2,0 0-1,0 0 2,0 0 2,0 0-3,0 0 1,0 0-1,0 0 2,0 0-1,0 0-1,0 0 2,0 0 0,0 0 0,0 0-1,0 0 0,0 0 1,0 0-2,0 0 1,0 0 0,0 0-2,0 0 3,0 0-2,0 0 1,0 0-1,0 0 1,0 0 1,0 0-1,0 0 0,0 1 1,0-1 0,0 0-2,0 0 1,0-1-1,0 1 1,0 0 0,0 1-2,0 0 2,0-1-2,0 0 1,0 0-2,0 0 2,0 0 1,0 0 0,0 0 0,0 0 1,0 0-1,0 0 0,0 0-1,0 0-1,0 0 1,0 0-1,0 0 2,0 0 0,0 0 0,0 0 1,0 0-4,0 0 2,-1 0 1,1 0 0,0 0 3,0 0-1,0 1 2,0-1-1,0 0-3,0 0 0,0 0-1,0 0 1,0 0 0,0 0 0,0 0 1,0 0 1,0 0-2,0 0 0,0 0 0,0 0 1,0 0-1,0 0-3,0 0 3,0 0 2,0 0-2,0 0-1,0 0 2,0 0 0,0 0 1,0 0-3,0 0 1,0 0 1,0 0-2,0 0 2,0 0-3,0 0 2,0 0 0,0 0 0,0 0 0,0 0 0,0 0 1,0 0 0,0 0-2,0 0 1,0 0 0,0 0-1,0 0 0,0 0 1,0 0 0,0 0-1,0 0 1,0 0 0,0 0 0,0 0-1,0 0 1,0 0 1,0 0-1,0 0 2,0 0 1,0 0 0,-1 0-3,1 0 0,0 0-2,0 0-2,0 0 3,0 0 0,0 0 1,0 0-2,0 0 2,0 0-1,0 0-1,0 0-3,0 0 4,0 0 1,0 0 0,0 0 2,0 0-2,0 0 4,0 0-1,0 0 1,0 0-2,0 0 0,0 0 0,0 0-1,0 0-1,0 0-2,0 0 0,0 0 2,0 0-2,0 0 1,0 0-2,0 0 3,0 0 0,0 0 0,0 0 1,0 0 1,0 0-2,0 0 0,-1 0 0,1 0-1,0 0 0,0 0 3,0 0 0,0 0 0,0 0 0,0 0-1,0 0-1,0 0 1,0 0-2,0 0 1,1 0-2,-1 0-2,0 0 3,0 0-2,0 0 0,0 0 3,0 0 2,0 0 1,0 0-2,0 0-1,0 0 1,0 0-1,0 0 0,0 0 0,0 0-1,0 0 2,0 0 0,0 0-3,0 0 1,0 0-1,0 0 1,0 0 1,0 0-1,0 0 1,0 0-6,0 0 4,0 0 1,0 0 1,0 0 1,0 0 1,0 0 2,0 0-1,0 0-2,0 0-3,0 0 0,0 0 2,0 0 4,0 0-2,0 0-1,0 0 1,0 0 0,0 0 0,0 0-2,0 0-1,0 0 2,0 0 1,1-1 1,-1 1-3,0-1 0,1 1 0,-1 0-1,0 0-3,0 0-1,0 0 3,0 0 1,0 0 2,0 0 0,0 0 0,0 0-1,0 0 2,0 0 0,0 0-1,0 0 0,0 1 0,0-1 0,0 0-1,0 0 1,0 0-1,0 0-2,0 0 0,0 0 0,0 0-1,0 0 3,0 0-1,0 0 1,0 0 1,0-1 1,0 1-1,0 0-1,0 0 1,0 0 0,0 0-3,0 0 2,0 0 0,0 0 0,0 0-2,0 0 0,0 0 2,0 0-2,0 0 1,0 0 1,0 0 0,0 0 0,0 0 0,0 0 1,0 0 0,1 0-1,0 0 1,-1 0 0,1 0-1,-1 0 2,0 0-2,0 0-1,0 0 0,-1 0 1,1 0 1,0 0-2,0 0 1,0 0 2,0 0 0,0 0 0,0 0-2,0 0 0,0 0 0,0 0 0,0 0 0,0 0-1,0 0 0,0 0 0,0 0-1,0 0 1,0 0 0,0 0 0,0 0 1,0 0 0,0 0 1,0 0-1,0 0 1,0 0 1,0 0-2,0 0 0,0 0 0,0 0 0,0 0-1,0 0-1,0 0 1,0 0 0,0 0 1,0-1 1,0 1 0,0 0 0,0 0-1,0 0 0,0 0-1,0 0 1,0 0 0,0 0 0,0 0 2,0 0 2,0 0-3,0 0-1,0 0 0,0 0-1,0 0-1,0 0-1,0 0 2,0 0 0,0 0 1,0 0 0,0 0 0,0 0-3,0 0 2,0 0 0,0 0 0,0 0 1,0 0-2,0 1 3,0-1-1,0 0-1,0 1 1,0-1 0,0 0 0,0 0-4,0 0 1,0 0 2,0 0 0,0 0-1,-1 0 3,1 0 2,0 0 1,0 0 0,0 0-2,0 0 2,0 0-2,0 0-2,0 0-6,0 0 4,0 0 1,0 0 0,0 0 0,0 0 2,0 0 5,0 0-4,-1 0 0,1 0-2,0-1 1,0 1 0,0 0 0,0 0-1,0 0-2,0 0 1,0 0-1,0 0-1,0 0 1,0 0 2,0 0 0,0 0 1,0 0 1,0 0 0,0 0-1,0 0-4,0 0 2,0 1-2,0-1-1,0 1 0,0 0 3,0 0 1,0-1-2,0 1 9,0 0-2,0 0 1,0 1-5,0-1-1,0-1 0,0 1-7,1 0 3,-1-1 2,0 1 1,0-1 1,0 0 0,0 0 0,0 0 0,0 0 0,0 0 1,0 0 1,0 0-1,0 0-1,0 0 2,0 0-1,0 0-1,0 0 1,0 0 1,0 0-1,0 0-1,0 0-1,0 0 1,0 0-3,0 0 3,0 0 0,0 0 0,0 0 3,0 0-1,0 0-1,0 0 0,0 0 1,0 0-2,0 0 4,0 0-3,0 0 9,0 0-6,0 0-2,0 0-1,0 0-8,0 0 2,0 0-6,0 0 7,0 0 1,0 0 3,0 1 2,0-1 0,0 0 0,0 0-2,0 0-2,0 0 1,0 0 1,0 0 0,0 0-3,0 0 2,0 0 2,0 0 0,0 0 0,0 0 0,0 0 0,0 0 0,-1 0-3,1 0-1,0 0 1,0 0-2,0 0 1,0 0 2,0 0 3,0 0-1,0 0 1,0 0 1,0 0-2,0 0-1,0 0 0,0 0 0,0 0 1,0 0-1,0 0 0,0 0 1,0 0 0,0 0-2,0 0 1,0 0 2,0 0-2,0 0 2,0 0-1,0 0-2,0 0-1,0 0 0,0 0 3,0 0-2,0 0-1,0 0 4,0 0-1,0 0-2,0 0-1,0 0 0,0 0 0,0 0 1,0 0-2,0 1 0,0 0 1,0-1 0,0 2-1,0-1 2,0 1 1,0-1 2,0-1 1,0 1 0,0 0-2,0-1 0,0 1 0,0-1 0,0 0-1,0 0 0,1 0 2,-1 0 0,0 0 0,0 0-2,0 0 1,0 0-1,0 0 1,0 0 0,0 0 1,0 0 0,0 0 0,0 0-1,0 0 0,0 0 0,0 0-1,0 0-2,0 0 0,0 0 2,0 0 0,0 0 0,0 0 0,0 0 0,0 0 0,0 0 0,0 0-1,0 0 0,0 0 1,0 1 0,0-1 0,0 0 1,0 0 0,0 0-1,0 0 1,0 0-1,0 0 1,0 0-1,0 0 0,0 0 0,0 0 0,0 0 0,0 0 2,0 0-3,0 0 1,0 0 0,0 0-1,0 0 1,0 0-2,0 0 3,0 0-1,0 0-1,0 0-6,0 0 6,0 0 0,0 0 1,0 0 0,0 0 0,0 0 6,0 0-3,0 0-3,0 0 0,0 0 0,0 0 0,0 0 0,0 0 0,0 0 0,0 0 0,0 0 0,0 0 0,0 0 0,0 0 0,0 0 0,0 0 4,0 0-1,0 0-4,0 0 0,0 0 1,0 0-1,0 0-3,0 0 1,0 0 1,0 0 2,0 0-2,0 0 3,0 0-1,0 0 2,0 0 0,0 0 0,0 0-2,0 0 0,0 0-2,0 0 1,0 0-1,0 0 2,0 0 1,0 0-1,0 0 2,0 0 0,0 0-1,0 0 0,0 0 0,0 0 1,0 0-2,0 0 0,0 0 0,0 0-1,0 0 1,0 0 0,0 0-1,0 0-2,0 0 2,0 0 0,0 0-1,0 0 1,0 0 0,0 0 1,0 0 0,0 0-1,0 0 1,0 0 2,0 0-1,0 0 0,0 0-1,0 1 1,0-1-1,0 0-2,0 0 2,0 0 0,0 0 0,0 0 0,0 0 1,0 0 1,0 0-2,0 0 0,0 0 0,0 0 0,0 0-1,0 0 0,0 0 0,0 0 1,0 0 2,0 0-2,0 0 0,0 0 2,0 0-2,0 0-1,0 0-1,0 0 1,0 0 2,0 0-2,-1 0 1,1 0 1,0 0 1,0 0-2,0 0-2,0 0 2,0 0 2,0 0-2,0 0 0,0 0 0,0 0 1,0 0-2,0 0 0,0 0 0,0 0 1,0 0 0,0 0 2,0 0-1,0 0 0,0 0 1,0 0-1,0 0-1,0 0 0,0 0-4,0 0 4,0 0-1,0 0 1,0 0-1,0 0-2,0 0 6,0 0-2,0 0-1,0 0-2,0 0 4,0 0-1,0 0 2,0 0-2,0 0 0,0 0 0,0 0-2,0 0-1,0 0-1,0 0 2,0 0 1,0 0 1,0 0-1,0 0 0,0 0 0,0 0 0,0 0 0,0 0 0,0 0 0,0 0-1,0 0 1,0 0 0,0 0 0,0 0 0,0 0 0,0 0 0,0 0 1,0 0-1,0 0 0,0 0 0,0 0 1,0-1 1,0 1 0,0 0-1,0 0-2,0 0 1,0 0-13,0 0-38,0 0-51,0 0-62,0 0-78,0 0-87,0 0-76,0 0-65,0 0-60,-1-1-39,-1 1-23,1 0-50,-4-1 14,2 1 63,-2 0 91,2 1 90</inkml:trace>
  <inkml:trace contextRef="#ctx0" brushRef="#br0" timeOffset="29992">1369 367 7,'0'0'20,"0"0"-8,0 0-4,0 0-3,0 0 1,0 0-1,0 0 3,0-1 5,-1 1 5,0-1 6,1 1 4,-1 0 5,1 0-3,-1 0-2,1 0-6,-1 0-4,1 0-7,0 0-4,-1 0-2,0 0-2,1 0 1,-2 0-1,1 0 1,1 0 2,-1 0 3,0 0 2,1 0 1,0 0 0,-1 0 1,1 0 1,0 0 0,-1 0 0,1 0 5,-1 0 4,0 0 4,1 0 0,-1 0 3,-1 0 6,2 0 1,-1 0 2,0 0 3,1 0 6,0 0 1,0 0-3,-1 0-1,0 0-3,1 0-3,0 0-2,0 0-1,0 0 5,0 0 7,0 0 8,0 0 7,0-1 6,0 1 8,0 0 4,0 0 4,0-1 4,0 1 2,0-1 1,0 1-1,0-1-3,0 0-5,0 1 2,1-2-4,-1 1-2,0-1-1,0 0 2,0 0 2,0 1-4,1 0 0,-1 0 2,1 0 0,-1 0-4,0 1-7,0-1-6,0 1-9,0 0-7,0 0-5,0 0-4,0 0 1,0 0 2,0 0 5,0 0 5,0 0 1,0 0 8,0 0 0,-1 0 6,1 0-1,-1 0 5,0 0 3,1 0-5,0 0 1,0 0-6,0 0-2,0 0-6,0 0-7,0 0-2,0 0-4,-1 0-5,1 0-4,0 0-1,0 0-6,0 0-3,0-1-6,0 0-4,0 1 2,0 0-5,0 0 2,0 0-5,0-1-2,0 1 0,0 0-4,0 0 1,0 0-2,0 0 2,0 0-1,0 0-1,0 0-1,0 0 0,0 0 1,0 0-1,0-1 8,0 1 0,1 0-5,-1 0-2,0 0 1,0 0-1,0 0-5,0 0 1,0 0 3,-1 0 1,1 0-1,0 0 0,0 0-1,0 0 2,0 0-7,0 0 4,0 0 0,0 0-1,0 0-3,0 0 5,0 0 10,0 0-6,0 0 0,0 0 4,0 0-1,0 0-3,0 0 0,0 0-1,0 0 1,0 0 3,0 0 0,0 0-1,0 0-3,0 0 3,0 0-2,0 0-3,0 0 0,0 0 0,0 0-4,0 0 2,0 0 1,1 0-1,-1 0 3,0-1-1,0 1 2,0 0-1,0 0 2,0 0-4,0 0 2,0 0 1,0 0 1,0 0 1,0 0-3,0 0 2,0 0-3,0 0 0,0 0-1,0 0 0,0 0 3,0 0-2,0 0-1,0 0 0,0 0 1,0 0-1,0 0-4,0 0 7,0 0-3,0 0 2,0 0-19,0 0-45,1 0-56,0 0-62,-1 0-61,1 0-66,0 0-50,-1 1-24,2 1-17,-1 0-36,-1-1-43,1 0 11,-1-1 38,0 0 54,0 0 67</inkml:trace>
  <inkml:trace contextRef="#ctx0" brushRef="#br0" timeOffset="32435">1469 397 98,'0'0'191,"0"-1"-15,0 1-28,0-1-33,0 0-22,0 1-15,0-1-8,0 0-4,0 1-6,0-1-3,1 1-5,-1-1-2,0 0-4,0 0-6,-1 0-4,1 1-4,-1-1-2,1 1-5,0 0 3,0-1-2,-1 1-3,1 0-2,0-1-4,0 1-2,1 0-7,-2 0-1,1 0-3,-1 0-3,-1 0-4,0 1-11,0 0-12,0 0-17,0 0-20,0 1-20,-2 0-23,2 0-24,0 0-28,-1-1-43,-2 0-26,2 1-3,-2 0 13</inkml:trace>
  <inkml:trace contextRef="#ctx0" brushRef="#br0" timeOffset="32840">1393 425 248,'1'-3'294,"0"0"28,0 0-31,0 0-68,0 0-54,0-1-27,1 0-10,0 1-7,-1 1-7,1-1-5,-1 1 0,0 1-3,1-1-6,-2 0-7,2 1-9,-1 0-10,-1 0-13,1 1-13,-1-1-10,0 1-8,0 0-9,0 0-7,0 0-3,0 0-4,0 0-3,0 0-1,0 0-3,0 0-1,0 0-2,0 0 3,0 0 3,0 0 9,0 0 15,0 0 19,0 0 26,0 0 27,0 0 31,-1 0 35,1-1 32,0 1 24,0 0 10,0-2-11,-1 1-24,-1-1-30,2 0-36,-2 0-33,2 0-18,-1 0-3,1 0 3,0 1-3,0 0-1,0 0-10,0 0-15,0 1-16,0 0-17,0 0-10,1 0-8,-1 0-2,2 1-2,0 0 0,0 1 1,1-1 0,-1 2 1,2 0-1,-1 0 0,0 1 3,1-1-3,-1 0 0,0 2 0,2-1 1,-2-1 0,-1 0-2,1-1 1,-1 0 2,0 1-1,-1-2-1,0 0 3,0-1 3,0 0 22,0 0 27,-1 0 28,1 0 22,0-2 11,1-2 9,0 0-10,0-1-20,2-1-20,-1-2-13,-1 2-6,0-1-7,2 1-5,-2 1-8,-1 1-4,0 1-11,1 1-5,-2 0-7,1 1-5,-1 0-4,1 1-1,0 1 0,1 0-1,0 2 2,1-1-1,0 3 1,0 0 1,-2 2 0,0 3 1,-1 0 2,-1 2 2,-3 4-1,-4 3-1,-2 2-17,-3 4-35,-3 2-62,-2 1-94,0 2-134,1 0-145,1-3-122,2-1-98,1-2-68,5-4-68,1-2 51,4-5 101,1-5 114,5-6 117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9:04.1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224 396 100,'3'-2'292,"0"-3"42,0 0 39,1 0-58,-1-2-51,3 0-23,-3-2-9,3 0-11,-2-1-11,0 0-11,-1 0-2,-1 0 7,0-1 6,0 1 7,-2 1 3,-2-1 4,0 1-14,-1 0-22,-1 3-21,-2-1-21,-1 1-21,-1 1-24,0 1-16,-2 2-16,-1 0-19,-1 2-13,-2 3-11,-2 1-7,1 2-6,-2 0-3,0 2 1,2 1-4,1 0-2,2 2-2,1-1-1,0 1-3,3 0-4,3-1 4,1 0 1,3 1 0,2-2 1,3-1 0,2 2 3,2-3-2,3 3 0,2-3 1,2 1-2,1-1 0,0 1 3,1-2-1,1 1-3,-1-1 0,0 1 0,0-1 1,-3 1-1,-1 0 0,1-1 2,-4 2 0,0-2 3,-3 2-3,1-1-1,-3 0-1,-1 1 0,-1 0-2,-1 0 0,-2 0 5,-3 0 1,0 1 0,-2-1-2,-1 1 2,-4 0-2,0 0-2,-1 1 4,-4 0 1,0-1 4,-3 1 6,-2-2 1,1 1 8,-2-1 3,0-2 5,2 0 3,1-3 5,2-1 3,0-2-6,3-2-3,1-1-4,1-3-7,3-2-13,1-1-9,4-3-10,-1-1-40,4 1-61,0-1-107,1 1-119,2 1-126,0 0-120,-2 4-104,4-1-80,0 2 33,0 1 83,2 2 106,2 0 120</inkml:trace>
  <inkml:trace contextRef="#ctx0" brushRef="#br0" timeOffset="578">514 510 142,'6'-3'486,"-3"-1"58,-2 0 54,-1 1 85,0 0-115,0 1-137,0 1-73,0 0-38,0 2-38,2 0-76,0 2-71,1 1-43,-1 1-21,2 3-18,-1 0-17,1 2-12,0 1-7,-1 1-4,0 1-8,1-1-3,-1 1-2,-1 0 5,1 0-7,-1-1-8,0 0-12,0-1-68,-1-1-94,2-1-106,-2-1-105,0-4-103,-1 0-106,0-2-69,0-3 23,-1-2 66,0-1 87,-2-3 98</inkml:trace>
  <inkml:trace contextRef="#ctx0" brushRef="#br0" timeOffset="814">547 413 194,'-3'-16'358,"1"1"44,0-1 49,1 3-46,1 1-115,2 1-59,0 3-34,2-1-35,-1 3-35,3 1-36,0 1-20,-1 1-11,1 2-3,-1 1-3,-1 1-5,1 1-1,-2 1 6,0 1-2,-1-1-3,-1 2-3,-2 2-4,-1-2 6,0 2-1,-1-1 12,-2 0 8,0-1 16,-1 0 20,-1-1 0,-1 0 6,-1-1 4,0-1 3,0-2-9,-1-1-14,1-2-5,1-2-16,1-1-18,1-2-15,3-1-12,0-1-11,3 0-8,3-1-2,0-1-3,5 1-4,-1 1-2,2 1-2,1 0-29,1 3-82,0 1-96,-1 1-110,1 3-116,0 2-115,-1 4-122,-1 1-1,2 2 55,-2 2 89,1 0 103</inkml:trace>
  <inkml:trace contextRef="#ctx0" brushRef="#br0" timeOffset="1134">746 464 121,'2'10'371,"0"-2"33,-1 0 28,-1 0-16,1 1-150,0 0-94,1 1-53,1 0-27,-1 2-24,0 2-24,1-1-13,1 0-2,-1 1 9,-2-2 5,3-1 6,-1 1 13,-1-3 9,-1-2 6,1 0 9,0-1 24,-1-3 30,-1 0 11,0-2 1,-1-1-5,-1-3-19,0-1-32,0-2-30,0-2-21,0-1-11,-1-3-5,2-1-7,1-2 3,1-1-8,2 0 11,0-1 16,0 1 11,2 2 14,-2 0 11,1 2 5,2 1-10,-1 3-16,1 1-8,0 3-10,1 0-7,1 3-3,1 2-4,0 2-1,1 2-1,-1 0-5,0 4-6,0 0-3,-2 3-3,0 0 0,-1 3-5,-1 1 2,-1 2-2,-2 0-4,-1 2-21,0-2-68,0 2-87,0-2-103,-1-2-112,0 0-104,2-4-95,1-3-68,1-1 19,2-5 62,1-5 94,2-3 96</inkml:trace>
  <inkml:trace contextRef="#ctx0" brushRef="#br0" timeOffset="1513">1121 532 45,'0'-9'385,"-2"-1"66,-2 1 58,0 1 56,-1 0-123,2 3-74,1 1-53,1 1-45,-1 0-39,-1 2-36,1 1-32,0 1-10,1 1 16,-1 2 24,0 2 30,0 0 19,-2 2 11,1 1-7,-1 1-22,2 2-34,-1 0-37,-2 0-34,3 2-28,0 0-27,2 1-18,0-1-16,2 1-11,2 0-6,2-1-3,1 0-1,1 0-2,1 0 2,2-3 1,3-1 2,2-2-1,2-2 1,3-2-3,2-4 2,1-1-4,0-4-3,1-2-2,0-3 0,0-1 0,-3-2-2,1-1 0,-3-1 1,-3-1 5,-2 0-4,-3-1-3,-2 1 1,-3 0 1,-2 0-2,-2 2-3,-2 0 3,-3 2 1,-2 0 1,-1 2-1,-1 0 2,-2 3 3,-2 1 1,0 1 3,0 2 4,-1 2 0,0 1 0,1 2 0,-1 0-1,2 3-3,1 3-5,-1-1 1,2 2-2,0 2-2,2 1 0,-1 1 0,4 2 3,1 0-4,1 0 2,3 0 1,3-1-2,1 0-1,1 0-2,4-2 2,0 0-2,2-3-1,2 0-1,2-3 1,1 0-5,2-3-13,1-1-48,-1-1-103,3-2-126,1 0-118,3-2-122,2-3-138,1 0-132,2 0-33,0-2 53,0 0 79,1-1 105,-1-1 141</inkml:trace>
  <inkml:trace contextRef="#ctx0" brushRef="#br0" timeOffset="2058">2307 337 38,'6'-15'540,"-4"1"90,-3 0 47,0 1 63,-2 2-11,1 2-196,1 0-120,-1 4-65,2 0-33,0 2-47,0 1-74,1 3-58,0 1-31,1 2-9,0 0 11,1 2 7,0 2 0,-2 1-4,3 0-5,-2 2-6,1 0-14,0-1-13,0 3-7,-1 0-8,0 1-6,2 1-2,0 0-13,-1 1-8,1 0-8,0 0-4,0 1-8,1 0-5,1-1-1,0 0 2,1-1-4,-1 0 5,1-2 2,2 1 0,0-2-1,0 0 1,1-2 1,1 0-6,0-2 1,1-2 3,2 0-3,0-2-2,0-2 1,2-1-3,-2-1-4,2-2-13,-1 0-18,1-4-35,-2 0-63,0 0-111,-2-4-147,-2 1-140,-1-1-117,-3-1-88,-1 0-56,-4 2-29,-3-1 73,-3 1 109,-1 1 116,-3 0 111</inkml:trace>
  <inkml:trace contextRef="#ctx0" brushRef="#br0" timeOffset="2410">2461 452 292,'-14'-1'381,"0"0"46,1 0 45,1-1-106,3 0-85,3 2-60,0-1-43,2 1-36,1 0-29,2 0-18,2 0 7,4 0 32,0 0 36,2 0 23,3 0 7,1 0-4,1-2-27,3 1-44,1-2-38,1-2-34,3 0-21,-2 0-18,2-1 5,-1 1-32,-2-2-86,-1 1-93,-3 2-110,-2-1-119,-3 1-165,-2 0-86,-3 2 23,-2-1 60,-2 0 95,-2-1 112</inkml:trace>
  <inkml:trace contextRef="#ctx0" brushRef="#br0" timeOffset="2650">2358 312 184,'-13'-5'473,"1"1"49,1 0 48,3-1 41,0 2-209,5 0-133,0 0-78,3 0-45,3 1-41,3-1-43,3 3-25,0-1-13,2 0-8,1 0-6,3 1-3,0-1 0,1-1-2,2 1 1,-1-2-6,2 1 0,-1-1-6,-1 0-10,-2-1-39,0 0-53,-2 1-63,-3 0-74,-2-1-81,0 0-86,-4 0-81,-2 1-11,-2 0 33,0-2 57,-2 0 75</inkml:trace>
  <inkml:trace contextRef="#ctx0" brushRef="#br0" timeOffset="2932">2129 126 225,'-11'-5'302,"0"1"39,-1 0-12,3 0-64,0 0-33,1 0-14,2 1-8,0 0-5,1 1 2,0 0 3,1 0 0,0 0-2,1 2-15,2-1-21,-1 1-31,1 0-30,1 1-33,-2 0-34,4 2-19,-1 1-12,0 0-4,1 2-5,3 1-7,-1 1-13,-1-1-67,4 1-92,1-1-107,-1 1-123,1-1-150,3 0-65,-1-1 22,3-2 66,-1 0 95</inkml:trace>
  <inkml:trace contextRef="#ctx0" brushRef="#br0" timeOffset="3237">2813 23 7,'7'-4'368,"0"-2"46,-3 2 33,1 1 27,0 0-129,-1 1-109,1 1-61,0 1-32,-1 1-18,0 1-10,1 2-10,-2 0-7,1 3-10,-2-1-13,0 3-19,-2 1-13,0 0-10,0 3-12,0-1-11,-2 0-11,1 1-46,0-1-102,-1 0-141,-1 0-166,1-1-86,-1-2-36,-1 1 25,2-3 83</inkml:trace>
  <inkml:trace contextRef="#ctx0" brushRef="#br0" timeOffset="4562">3431 394 181,'3'-5'280,"0"-1"38,-1 1-12,-1-1-52,0 0-35,1-2-18,-2 1-6,0-1-9,0 1-10,-1-1-8,-1 2-6,-1-1-10,-1 1-14,0 0-13,0 1-13,-1-1-12,-2 4-5,-2-2-3,0 3-12,-2-1-11,1 2-6,-1 2-8,0 1-11,-2 1-19,1 1-4,-2 3-4,2-1-8,0 3-3,1 1-7,1 1 4,1 0-3,2-1-1,3 2 1,-1-2 0,5 0 0,1-1-2,3 0 1,1 0-1,3-1 3,2-1-2,1 0 6,3 1-4,0-3-1,2 1 4,-1 0-4,2-3 1,-3 1-5,2 0 7,-2 0 4,-2-1-5,2 1 0,-4-2-1,-1 2-1,-2 0 0,-1-1-3,-1 1 5,-1 1-1,-2-1 4,-2 1 2,0 1-4,-2-1 0,-3 1 0,0-1 4,0 1 11,-4-1 9,2 1 8,-3 0 16,-3-1 8,1 1 7,-1-3-10,-3 1-2,0-1 10,-1 0 0,2-3 1,-2-1-4,1-1-1,2 0-4,1-4-12,0-2-18,2 0-13,1-3-6,1 0-12,4-1-23,0-1-68,3 0-89,1-2-88,3 2-101,2 1-100,0 0-117,2 0-49,0 2 29,1 1 60,2 0 85,1 0 100</inkml:trace>
  <inkml:trace contextRef="#ctx0" brushRef="#br0" timeOffset="5100">3668 210 384,'-4'-10'433,"0"-1"34,-2 1 36,3 3-101,-2-1-140,2 1-71,1 4-40,1 1-26,1 2-29,0 2-29,2 1-12,1 4-1,0 2 4,0 2 1,0 1 6,1 2 1,0 1 2,0 2-5,0 0 2,1 1 1,1 2-9,-2 1-9,2 0-7,-1 1-8,0 0-13,-1 1-7,0-1-4,-1 0 2,-2 0-2,0-2-2,0-1-2,0-1-1,-1-3-4,2-2 0,-1-2-1,-1-3 7,0-1 14,0-3 11,0-1 10,1-3 7,0-2 1,-1-2-4,1-3-10,-1-2-15,2-1-5,-1-1-4,2-4 0,0 2-1,1-1 1,1 0 3,0 1 0,3 1 3,-1 1 4,3 0-7,-1 3 1,0 2 5,2 0-7,-1 3-2,0 1-3,1 2 2,0 3 1,-2 1-2,1 2 9,-1 2 0,-2 2-1,0 1 2,0 2 0,-4 2-8,0 1-6,0 2-2,-1 0-1,-2 1-8,-1-1-34,0 1-73,-2-2-93,1 0-108,1-2-112,1 0-101,1-3-111,2-2-2,3-2 54,2-4 86,3-3 99</inkml:trace>
  <inkml:trace contextRef="#ctx0" brushRef="#br0" timeOffset="5551">4202 545 24,'0'-9'389,"-2"1"56,-3-1 40,1 1 48,-1 1-118,0 1-95,1 1-66,1 2-38,1 0-25,-2 1-41,2 0-35,0 3-25,1 2 0,-2 0 12,-1 3 9,1 1 15,0 2 9,0 1-3,0 0-17,1 2-25,0 0-25,-1 0-18,3 0-19,0 0-12,3 1-4,1-1-5,0-2 0,2 0 0,3-1 0,0-2-1,2 0 0,0-4 1,2-1-1,1-2-2,0-2-1,-1-3 2,2-1 1,-2-2 9,-2 0-1,0-4-1,2 0 1,-4 0 23,-2-2 24,-2 0 17,-1-1 32,-2 2 30,-1-1 19,-2 1-16,-2 1-17,-4 1-20,2 3-23,-4-1-26,-1 3-17,-1 0-9,-1 2-5,-2 2-11,0 3-6,-1 1-12,1 3-32,1 0-77,2 1-126,2 2-136,1-2-135,2 1-126,3 1-99,2 0-68,2 0 43,2-1 99,3-3 113,3 0 119</inkml:trace>
  <inkml:trace contextRef="#ctx0" brushRef="#br0" timeOffset="5952">4532 467 350,'4'-8'484,"-3"0"52,-2-1 61,0 3-4,0 0-165,0 2-93,-1 1-51,2 1-42,-2 2-52,1 2-67,1 2-50,-1 2-19,0 3-19,0 2-5,0 1-10,0 2-5,0 0-2,1 1-9,-1 1-1,1-2-2,1 1-1,0 0 2,1-1-1,2-2 0,2 0-2,0-1-2,1-3 5,1-1 2,3-1-2,0-3 4,2-1 2,0-2-1,-1-2 0,3-1-2,-1-3 3,-1-1-8,1-1 3,-1-2-2,-2 0 5,-1-2-2,1-2-4,-3 0 10,0 1 10,-3-2 31,0 1 29,-1 1 43,-3 1 39,0 1 29,0 4 10,-1-1-9,-1 3-21,1 2-36,-1 0-34,0 2-27,-1 2-24,-1 1-20,-1 0-13,1 5-6,0 1-4,-1 0-4,2 2-1,-1 2 0,2 0-1,-1 1-1,2-1-1,3 0-1,0 1 5,3-1-3,-1-2-2,4-1-1,-1 1-2,3-4-1,1 0-2,1-2-1,2-3 2,0-1 1,2-3-1,-1-3 1,-1 0-1,1-2 2,-2-2 1,1-1 0,-3-2 1,-1-1 0,-1-1 2,0-3 1,-3-1 0,0-1 1,-2-2 4,-1-1-2,1 0 3,-2-1-1,-2 2 0,0 0 3,0 2 15,-1 3 19,-1 2 15,0 1 15,1 5 7,0 1-1,-1 1-14,1 2-17,-1 3-15,1 0-13,-1 2-11,0 2-4,1 1 0,-1 2-1,-1 2-2,2 0-1,0 2 3,0 4 0,0 0-2,0 3 0,2 0 1,-1 1 2,-1 0-1,2 3 0,-1-1-2,0 1-1,2 0-5,1 0-9,-1-1-26,0-1-50,1 0-75,1-2-125,3-1-121,1-2-94,3-2-73,5-3-64,2-2-36,2-1 7,3-2 24,2-3 51,3-1 71,1-1 99,2-3 105</inkml:trace>
  <inkml:trace contextRef="#ctx0" brushRef="#br0" timeOffset="6609">5433 543 290,'14'-10'405,"-4"1"45,-4-1 42,-4-1-65,-3 1-69,-2 0-33,-3 0 14,1 1 31,-3 2 20,1-1-8,-1 1-29,1 2-31,-2 1-53,0 1-59,-1 1-47,-1 2-38,0 1-20,-2 2-23,1 2-14,-1 1-12,-1 3-12,0 0-7,1 3-10,1 1-8,2-1-5,1 2-4,2 1-1,0-1-2,4 0-2,3 0 1,1 0-1,4-2 0,1 0 0,2-2 0,2-3 1,3 0-2,1-2 0,2-4 0,1-1-4,0-2 2,0-3-2,1-1 1,0-1 1,-1-3-2,0-2 2,-2-1-2,-2-1 1,-1-2 1,-2-2 0,0 0 7,-3-2 5,0-3 10,-5 0 9,0-1 13,-1-1 10,-2-1 3,-1 0 5,-3-1 4,-1 0 3,1 3 0,-2 1 2,0 3 2,2 3-5,-1 2-6,2 3-10,0 1-11,1 4-12,-1 0-8,2 3-7,1 1-6,0 2-4,1 2-5,0 4 1,0 1 0,2 4 0,0 3-2,1 2 1,0 3 2,1 2-1,1 4-2,-1 2 3,2 2 0,-3 3-1,3 1 1,-2 0-2,1 1-5,-1 2-30,2 0-51,-3-2-118,1-1-219,2-2-251,-2-2-276,1-1-123,-1-4-29,1-2 75,-3-6 199,0-4 239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9:11.71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12 196 123,'-1'-6'307,"0"-1"42,-1 1 44,1 1-71,0 0-67,0 0-40,-1 2-34,1 2-32,0 1-32,0 0-20,2 2-11,0 2-9,0 3-3,2 1 0,-2 2-3,-1 2-5,2 2-5,-1-1-9,0 2-6,-1-1-8,1 1-7,-1-1-8,2 0-6,-1-2-7,0-1-3,0 0 0,0-3-3,0-1 1,-1-1 17,1-3 10,0-1 6,-1-2 8,1-2 17,-1-3-2,0-2-17,2-2-6,-1-5-4,0 0-3,1-2-14,0-2 9,0-1 21,2-1 24,-1 0 28,3 2 26,-1 0 24,1 2 7,0 4-12,1 0-19,2 3-29,-1 2-16,3 3-16,-1 2-3,3 3-4,0 1 1,1 3 5,0 2-7,2 3-12,-3 0-10,0 2-7,1 1-7,-1 0-6,-1 2-5,-1-1-1,-2 1-3,1 0 0,-2 0-3,-1-2 2,-2 2-3,1-3-2,-2 0-14,1-2-47,-1 0-90,1-4-107,0-2-110,1-2-108,1-3-90,1-3-45,2-2-25,0-3 25,0 0 67,0-3 87,1-1 94</inkml:trace>
  <inkml:trace contextRef="#ctx0" brushRef="#br0" timeOffset="415">460 188 109,'2'-9'328,"0"1"47,-2 0 40,0 2-47,-1 1-79,0 1-57,-1 0-37,1 3-34,0 0-26,0 2-12,-2 0-5,0 4 10,1 1 23,-1 1 26,0 3 20,1 0 9,0 2 0,0 1-5,-1 0-19,1 2-28,0 1-24,1-1-26,1 2-23,1 0-31,2-1-23,2-1-13,0 0-6,4-3-2,0-1-5,2-2 6,1-3-4,1-1 4,1-3-1,-1-4 1,3-1 1,-2-3-3,1-4 5,-2 0 13,-2-3 25,-1-2 21,-2 0 21,-1-2 15,-4-1 7,-2-1-9,-1 0-17,-2 0-15,-1 2-16,-3 1-12,0 2-9,-1 1-5,-1 2-8,-3 1-9,0 2-8,-2 3-11,-1 2-36,0 2-71,-1 1-103,1 1-115,-1 2-110,3 1-105,0 1-77,2-1-65,3 3-12,1-1 55,1-2 81,4 2 97,3-2 101</inkml:trace>
  <inkml:trace contextRef="#ctx0" brushRef="#br0" timeOffset="798">772 60 239,'9'-9'420,"-4"-2"63,-2 2 75,-1 1 7,0 0-106,-1 2-58,0 3-36,0-1-43,-1 2-54,3 2-58,-2 0-41,0 2-19,0 2-6,1 0 6,-1 3 6,2 1 5,-1 3 3,-1-1-4,0 3-2,-1 1-19,0 0-20,0 3-26,0 0-28,0 1-16,0 1-24,0 1-6,0 0-3,0 0-5,2 0-3,1-1-3,0 0 0,1-2-3,2-1 1,-1-2-1,3 0 0,0-4 0,2-2 0,-1-1 0,2-3-2,2-2 0,1-2-2,0-3-1,2-1-9,-1-2-33,0-1-70,-1-3-112,-1 1-131,-2 0-121,-2-2-113,-1 2-84,-3 0-48,-2 0-18,-1 1 61,-3 1 86,-1 1 103,-3 0 106</inkml:trace>
  <inkml:trace contextRef="#ctx0" brushRef="#br0" timeOffset="1111">860 206 229,'-19'-3'368,"1"-1"49,0 1 53,3 0-81,2 1-75,1-1-55,4 2-46,2 0-42,3-2-48,2 1-40,3 0-31,3 1-21,3-2-14,2 1-9,5-2-2,0 0-2,4 0-6,2 1-4,1-1-32,2 0-59,0 0-87,2 1-109,-1 0-141,1 1-73,0-1-8,2 1 39,1-1 76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9:13.03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83 89,'8'-11'476,"-7"0"69,0-1 68,-2 1 100,1 0-76,-1 3-138,1 1-75,0 2-50,-1 2-59,1 0-90,0 2-82,1 4-55,-1 1-28,2 2-10,0 4-1,1 2-5,-2 3-5,1 3-6,-1 0-7,-1 4-8,1 1-8,0 3-6,-1 0 0,1 2 1,0-2-1,-1 1-3,0-2 3,0-1 0,0-2-1,0-1-3,0-3-2,0-1 1,0-3 1,0-3 0,0-2 0,0-2 5,0-3 0,0-1-1,0-3-2,1-3 2,0-2 11,0-1-6,0-3-2,0-1-1,1-1 3,1-2 0,1-1-7,0 1 11,2 0 15,0 1 5,1 1 4,2 0 5,2 1-7,1 2-6,2 1-9,-1 2-7,1 0-7,1 3-2,-1 1-3,1 1-2,-2 2 5,0 2-2,1 0 2,-3 3-3,-1-1 0,-1 4 3,-4-2-5,0 4 2,-2-3 2,-3 1 3,-1 0 2,-2 0 5,-3-1 0,-1 1 2,-3-2-2,0 1-4,-3-2-2,-2 1-2,-2-2-1,-1 0-4,-1-1-5,-1 0-28,0-2-71,3-2-109,1-1-120,1-3-115,2-3-115,4-1-98,3-2-79,3-3 6,4 0 64,3-1 86,4 0 106,0 0 119</inkml:trace>
  <inkml:trace contextRef="#ctx0" brushRef="#br0" timeOffset="502">233 333 329,'4'4'400,"1"0"34,0 0 35,0-1-108,1 1-109,1-1-50,1 2-17,1-1-15,1 0-19,1-1-17,3 0-3,-1 1-3,1-4-5,3 0 0,0-4 8,-1-1 5,2 1 2,-2-3 4,-1 0-7,-1-2-3,-3 0-7,-1-1-5,-3-2-5,-1 0-16,-3 0 6,-3 0 10,-1-1 4,-2 0-1,0 2-1,-4 2-8,-2-1-14,-3 3-9,0-1-13,-2 4-8,1 1-14,-1 1-10,-2 4-5,0 3-14,1 2-5,0 2-5,2 4-3,0 0 0,2 3-4,1 1-3,4 0 2,1 2-3,3 0 0,5-1 1,3 0 1,4-3 0,4 0-1,5 0 0,3-3-1,4-1-2,6-4-19,3 1-85,3-4-168,2-2-216,-1-3-274,-2-2-150,-3-4-64,-3 1 42,-3-4 146,-4-1 203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9:14.2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258 408 161,'-8'-6'362,"0"0"41,1-1 43,0 1-30,0 2-110,3 1-69,-1-1-41,1 3-34,1 1-30,1 4-23,0 0-15,0 4 2,1 3 18,0 1 31,1 3 20,0 2 2,0 1-9,0 3-17,0 1-28,-1 1-32,1 0-35,-1 3-17,-1-1-10,2 0-7,-1 0-8,0-1-11,0-2-42,0-4-51,0-1-61,0-4-70,-3-1-79,0-5-72,0-2-43,-2-3-45,-2-3-43,0-4 15,0-1 51,-1-3 63,1-2 76</inkml:trace>
  <inkml:trace contextRef="#ctx0" brushRef="#br0" timeOffset="226">43 535 305,'-8'-26'352,"-2"-1"45,2 1 2,0 2-74,4 2-66,0 1-44,3 2-34,4 3-31,3 1-33,4 1-20,3 3-4,5 2 2,3 0 5,5 4 3,-1 1 6,3 1 2,1 3-10,-2 1-7,-1 2-6,-2 2-1,-3 1-8,-3 2-9,-2 0-1,-2 2-3,-3 2-4,-3-1-6,-2 1 0,-3 0 2,-3 1 1,-1 0-3,-3 2 1,-3-2-1,-2 2-2,-3-2-8,-4 1-7,-1-1-9,-3 0-11,-3 0-9,-1-2-7,0 2-4,-1-4-41,1 0-77,3-3-91,2-1-109,3-3-115,4-2-123,1-5-103,5-2 2,3-2 54,4-3 87,6-3 104</inkml:trace>
  <inkml:trace contextRef="#ctx0" brushRef="#br0" timeOffset="539">464 175 1,'10'-15'412,"-3"1"71,-4 0 75,0 0 92,-2 1-32,-1 3-97,0 0-47,0 3-37,0 0-55,0 3-80,0 1-92,0 2-75,1 2-51,0 1-18,1 2 5,0 5 9,1 0 13,-1 5 11,-1 1-1,1 2-11,-1 2-19,-1 1-21,0 1-18,0 2-14,0 2-7,-1 0-5,1 1-5,-1 2-2,1-2-14,0 1-46,1-2-93,0 0-132,2-3-133,1-1-126,1-2-100,3-3-59,2-3-25,2-3 35,3-2 82,0-5 98,3-1 97</inkml:trace>
  <inkml:trace contextRef="#ctx0" brushRef="#br0" timeOffset="771">760 458 168,'9'-13'355,"-4"0"55,0 0 55,-2 0-53,-2 2-77,0-1-46,-2 2-28,0 1-27,-1 1-27,-1 2-25,-1 1-24,-1 1-24,-2 2-24,-2 2-15,0 2-13,-2 1-3,0 3 5,-1 3 12,1 0 4,-2 4 2,2 0-3,1 1-10,-1 2-8,5 0-19,0 0-15,3 1-10,0-2-12,3 1-11,3-2-7,0-1-3,3-1-1,0-3-3,3-1 1,2-3 2,0-2 2,3-2 0,0-4-1,0-1 1,1-4-5,-1-1 0,0-3-3,-3-1 1,0-2 2,-1-1 0,-1-1 7,-1-1-2,-3 0 10,0 1 15,-2 2 20,-1 1 32,0 3 20,-1 0 23,1 4 5,-2 0-10,-2 3-14,2 1-27,-2 2-26,1 2-20,-1 2-15,-1 3-7,-2 3-6,2 1-1,1 1 0,-2 2-2,2 1-3,1 0 1,0 1 0,1 1-2,2-1-1,0 0 1,2-1 1,1 0-4,1-1-33,0 0-67,3-3-102,0 0-115,1-3-111,3-1-113,1-2-75,0-1-39,4-2-26,0-3 47,3-1 74,0-3 95,-1 0 98</inkml:trace>
  <inkml:trace contextRef="#ctx0" brushRef="#br0" timeOffset="1207">1157 418 231,'4'-14'427,"-3"0"64,-1 2 74,0 1-4,-2 0-111,-1 3-59,0 1-28,1 3-29,-2-1-48,1 2-48,-1 3-30,-2 1-22,2 2-16,-3 3-1,0 2 1,0 1 1,0 2-6,-2 1-17,2 2-21,0-1-25,0 1-18,1 2-18,1-1-21,3 0-12,0 1-11,2-1-6,2 0-6,2-1-6,3-2-4,1 0-1,3 1 3,2-4 1,2-2 1,2 0 2,4-3 0,1-2 0,3-3-2,2-2-2,-2-2-3,1-1-1,-3-3 1,0-1 1,-2 0-1,-1-3-1,-1 1 1,-3-3-1,-2-1 0,-3 0 1,-1-1 4,-1 1 0,-3-1 0,-3 1 1,-2 1 2,-1 1 0,-1 1 1,-2 3 4,-2 1 8,-1 0 3,-3 3 3,1 2-3,-2 2-3,-1 2-2,0 2-8,1 3-3,-1 1 0,0 3-1,1 1-3,2 1-1,-1 1 3,4 3-2,1 0 0,1 0 0,2 1 2,1 1 2,2-1-2,2 1-3,1-2 1,3 1-2,0-3-3,4 0-6,1-1-13,1-2-31,2-2-61,-1-1-83,5-2-95,3-3-103,-1-1-81,3-1-48,1-3-8,-1 0 28,2-3 56,0 0 80,-2-2 76,-1 0 69,-2-4 62,-3 2 55,-1-1 45,-4 0 47,-1-1 45,-4 0 42,-2 0 38,-3 1 34,1-1 23,-4 2 10,-2 0 3,-1 0-6,-3 1-5,1 2-3,-3-1-4,0 3-7,-2 1-12,0 1-10,-2 2-11,1 2-5,-1 1-16,0 2-5,-1 2 0,1 2 1,1 0 0,-1 2-8,3 2-1,0 0-7,2 1-12,1-1-14,2 1-14,3 0-12,1 0-11,1 1-6,4-2-6,0-2-1,1-1 1,2-1 0,3-2-4,1-1 1,1-3 2,1-2-2,1-2-4,0-3 2,0-3 2,0 0-1,-1-4-1,0 0-2,-2-2 2,-1-3-5,-1-2 0,0-1 1,-1-4 5,-3 0 0,0-1 18,-2-3 27,-3-2 23,1-1 27,-2-3 26,-2 0 40,-2 1 24,1 1 11,-3 1 6,-2 3-11,1 4-12,-1 2-27,0 4-26,1 3-30,1 3-25,2 1-19,-2 5-13,3 1-22,1 4-10,0 4-6,2 3-4,1 6 0,2 4-3,1 1 6,3 6-3,-2 2 0,4 4 2,-1 2 0,1 4-1,-2 1 2,-1 3 1,-1 1 1,0 2-12,-3 0-26,1 1-51,-2-2-114,-1 0-200,-1 0-220,-3-3-234,-1-1-156,-1-3-47,-3 0 64,0-5 168,-1-5 208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9:54.823"/>
    </inkml:context>
    <inkml:brush xml:id="br0">
      <inkml:brushProperty name="width" value="0.05292" units="cm"/>
      <inkml:brushProperty name="height" value="0.05292" units="cm"/>
      <inkml:brushProperty name="color" value="#2E577A"/>
      <inkml:brushProperty name="fitToCurve" value="1"/>
    </inkml:brush>
  </inkml:definitions>
  <inkml:trace contextRef="#ctx0" brushRef="#br0">3449 17 133,'-3'-2'315,"0"0"34,-1-1 34,1 1-53,0 1-69,1-1-37,0 0-14,1 1-1,1-1-8,-1 2-8,1-1-1,-1 0 5,0 1 14,0 0 19,1 0 22,-1 0 10,0 0 8,1 0 2,-1 0-3,-1 0-10,2 0-14,0 0-14,0 1-8,3 0-26,-1-1-25,1 1-24,1 0-22,2-1-18,0 1-22,2 0-10,-1 0-6,3-1-5,-1 1-8,2-1-6,-2 1-9,2 0-6,-1-1-3,2 1-7,0 0-2,1 1-4,3-1-2,-1 0-2,3 0 5,0-1-4,1 1-3,2-1 2,0 0-2,2 0 1,0 1-3,4-1 10,0 0 7,0 1 2,1 0 0,1-1-2,-2 1-3,0 0-8,0 1-6,-1-1-2,0 2-3,1-1 0,-1 1 0,-1-1 0,1 1-1,-2-2-2,0 2 2,2 0 0,-2-1 2,0 0 1,0-1 0,1 1 3,-2-1-1,1 0 0,0-1-2,-1 2-1,-2-1 1,0 0-2,-1 0-2,-1 2 0,-1-1-1,0 1 0,-1-1-2,0 1 0,0-1 1,-1 1 0,1 0-1,1 0-1,2-1 0,0 0 0,0 0 3,1 0-1,-1 0-1,0 0 2,0-1-3,-1 0 2,0 1-3,-2-1 1,2 1-4,-2 0 3,0 0 2,-1-1 1,1 0 2,0 1-2,-1-1 6,2 0-3,0-1-1,1 0-4,-2 0 1,2-1 0,1 0 0,-1-1 1,1 1 1,0-1 3,0 0 1,-2 1-1,1-1-1,-1 1 1,-1 1 0,0-3 0,-1 2-3,-1 0-1,0 0 1,0 0-2,0 0-1,-1 1-1,0-1 1,1 1 2,-1 0-2,0 0 0,0 0-2,0 0 0,0 0 1,0 0 1,2 0 1,-2 1 0,2-1 2,0 1-1,0-1-3,1 0 0,-1 0 1,1 0 0,-1 1-1,-1-1 0,2 1 0,-2 0 0,1-1 0,-2 1-2,1 1 2,-1-1-1,1 0 1,0 0 0,0 0 0,-1 0 0,2 0 0,-1 0 0,1-1 1,0 1 0,1 0-2,0-1 2,-1 1-1,1-1 0,0 1 0,-1 0 2,0-1 0,1 1-2,-1-1 0,1 0 1,-2 0-1,1 1-1,-1-1 1,1 0 0,1 1 0,-1-1 0,0 1 0,1-1 0,0 0-2,-1 1 1,1 1 0,1 0 1,2-2-2,0 0 3,3 0 1,-1 0 0,4-1 1,1 0-1,1-2 0,3 2-2,-1-2 0,1 1-1,-2-1 0,-1 1 4,-4 0-3,1 0-1,-5 2 0,-2-2 2,-1 1 0,-2 0-4,-2 1 3,-1-1 2,-2 0 1,-3 1 3,1-1 7,-3 0 14,-2 1 13,1-1 17,-1 1 17,-1 0-40,-1 1-34,0-1 0,-1 0 0,0 0 0,0-1 0,0 1 0,-1 0 0,0-1 0,0 0 0,-1 1 0,-1-1 0,-1 0 0,1 1 0,-1-1 0,-2 0 0,1 1 0,0-2 0,-2 1 0,2 0 0,-1-1 0,0 2 0,1-1 0,1 1 0,0 0 0,2 0 0,0 1 0,1-1 0,-1 1 0,2 0 0,-2 0 0,2-1 0,0 1 0,2-1 0,-2 1 0,1 0 0,0-1 0,-1 1 0,1 0 0,0 1 0,-1-1 0,0 0 0,0 0 0,0 1 0,0-2 0,0 1 0,0 0 0,0-1 0,-1 0 0,0 0 0,1 0 0,0 0 0,1 0 0,0 1 0,-1-1 0,1 1 0,1 0 0,3 0 0,2-1 0,2 1 0,3 1 0,2-1 0,3 1 0,1 0 0,2 0 0,2 0 0,0 0 0,1-1 0,0 2 0,2-1 0,-2-1 0,1 2 0,-2-1 0,1 1 0,-2-2 0,0 2 0,0 1 0,-1 0 0,0 0 0,1-2 0,-1 2 0,3 0 0,-2 0 0,3-1 0,0 0 0,0 0 0,4 0 0,-2-2 0,2 2 0,1-2 0,0 1 0,-1-1 0,-1 0 0,1 0 0,-2 0 0,0 0 0,-1 0 0,0 1 0,0-1 0,-1 0 0,0 0 0,-1 0 0,2-1 0,0 1 0,-2-1 0,3 2 0,-2-2 0,1 0 0,1 0 0,-1-2 0,0 2 0,2-1 0,-3 1 0,2 0 0,-1 0 0,1 0 0,-2 0 0,3 0 0,0 1 0,-2 1 0,2-1 0,-1 0 0,0 0 0,1 0 0,-3 0 0,3 1 0,-3-2 0,2 1 0,0-1 0,1 0 0,1 0 0,-1 1 0,-1-1 0,1 0 0,-1 0 0,-1 0 0,-1 0 0,0 0 0,-2 0 0,0-1 0,0 1 0,-1-1 0,1 1 0,-1-1 0,1 0 0,-1 1 0,1 0 0,0-1 0,2 0 0,-1 1 0,1-1 0,1 1 0,-1-1 0,2 0 0,-1 1 0,1-2 0,1 2 0,-3-1 0,-1 1 0,2 0 0,-3 0 0,0 0 0,0 0 0,2-1 0,-3 1 0,2 0 0,1-1 0,-2 1 0,1-1 0,1 1 0,0-1 0,1 1 0,1 0 0,-2 0 0,1 0 0,-1 0 0,0 0 0,0 0 0,-2 0 0,0 0 0,1 0 0,0 0 0,-1 0 0,2 1 0,0-1 0,0 1 0,2 0 0,1-1 0,0 1 0,2-1 0,0 1 0,0-1 0,0 2 0,0-1 0,1 0 0,0-1 0,0 1 0,2-1 0,0 0 0,0 0 0,2 1 0,-1 0 0,1-1 0,1 1 0,-2 0 0,-1-1 0,2 0 0,-2 1 0,-1 1 0,0-1 0,-2 0 0,0 1 0,-3 1 0,1 0 0,0 0 0,-2-1 0,3 0 0,0 0 0,1 1 0,2-1 0,1 0 0,2 0 0,2 0 0,0-1 0,2 0 0,-1 0 0,1 1 0,-2 1 0,1-1 0,-2 1 0,-1-1 0,-2 0 0,-2 1 0,0-1 0,-1 1 0,-1-1 0,1 0 0,1 1 0,1-2 0,1 3 0,3-3 0,1 1 0,3 0 0,0-1 0,-2-1 0,-2 1 0,-3-1 0,-3 0 0,-5-1 0,-5 0-189,-2 0-113,-6-2-146,-5-2-192,-9 0-204,-5-2-209,-11-1-79,-10-2 13,-8 1 137,-8-1 208,-6-2 238</inkml:trace>
  <inkml:trace contextRef="#ctx0" brushRef="#br0" timeOffset="2926">28 1250 203,'-5'0'338,"1"-1"39,-1 1 35,2 0-76,1 0-69,1 0-41,-2-1-16,1 1-11,1 0-6,1 0 0,-1 0 11,0 0 32,1 0 31,0 0 34,0 0 28,0 0 21,2 0 7,-1 0-21,1 1-37,1-1-46,0 1-48,4 0-48,0 0-47,6 0-28,2 1-19,1 1-14,5-2-13,3 0-5,3 0-7,3 1 1,2 0-3,1 0-5,5-1 3,0 1-1,1 1 4,0-1-10,-1 2-4,0 0-2,-1-2-1,-1 2-3,-2 0-5,0 0 3,0-2 3,-2 1 1,1-1-3,-1 1 1,1-1 3,-1-1 3,1 0 1,0-1 5,2 0 6,0-1 0,3 1 1,1-1 0,1-1-1,1 1-1,1 0-2,1 0-2,0-1-1,-1 1-1,-1-1-2,0 1-4,-2 0-1,1-1 0,-2 0 0,0 0-3,-2 0 2,2 0 4,-2 0 4,-1 1 2,2 0 3,-4-1 2,0 0 3,2 0 0,-1 0-3,0 0-3,-1 0-1,1 1-1,1-1-4,-3 1-3,2 0-1,1-1 0,-3 1-1,1 0-2,-2 0 2,1 0 0,-1-1 1,-1 2-1,-1-2 2,-2 1 1,1 1-1,-1-1 1,-1 1 0,1 0 0,0-1-3,-1 1-1,0 0-1,-1-1 2,3 1 0,-3-1-3,-1 1-1,2-1 0,-2 0 1,0-1-1,1 1 0,-1-1 1,0 0 2,0 0-1,-1 0 0,3 1-4,-1-1 0,0-1 1,1 1 2,1-1-2,1 1 0,-1 0 2,-1-2-2,2 1 0,0-1-2,0 1 1,-2 1 0,0-1 0,-1-1 2,0 1-2,-2 0 2,3 2 0,-4-2 0,2 1-2,-1-1-1,0 1 2,1-1-1,0 1-1,1 0 0,-2 0 0,1-1 2,-1 1-2,-1-1 4,4 1-1,-3 0-1,2-1-1,-2 1 1,1 0-1,1 0-4,-1 1 3,1 0 0,-1-1 0,1 2-1,-1-1 1,2 1 1,-1 0-2,2 0 1,2 0 3,-1-1 1,1 1-3,1-2-1,0 1 1,1 0-2,0 0 0,1-1 1,-1 1-1,0-1-1,0 0 2,0 1 2,-2 0-1,0-1-1,0 1 2,-1 0 0,0 0-2,0-1 0,-2 1 0,0-1-2,1 1 2,1 0 1,1 0 0,-2-1 0,3 2-1,2 0 0,0-1 0,-1 0 0,0 1 1,-1-1-1,-1 1 0,-3-1 1,0 1-1,-2 0 0,0 0 0,-3 0 2,0 0-2,0-1-2,-3 1 0,2-1 1,-4 0 0,1 1-2,-1-1 3,-3 1 4,-1-1-3,-1 0 1,-3 1-1,0-2-1,-3 2 0,1 0-2,-3 0-4,1-1-6,-1 1-8,-1 0-16,-2 0-28,0-1-44,-4 0-78,-3 1-165,-6-2-228,-5 1-248,-9 0-193,-4-1-72,-11 1 18,-5-1 138,-6 0 220,-6-1 255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9:17.07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284 290 113,'2'-5'293,"-1"-2"47,0-1 28,-1 0-49,0-3-37,-1 1-20,0 0-13,-1-2-11,-1 2-8,-1-1-9,0 1 2,-2 0 0,1 2-12,-3-1-15,-1 2-15,-1 0-18,-1 3-28,0 3-26,-3 0-18,0 3-14,-3 2-16,0 5-19,-2 1-14,0 3-13,1 3-2,-1 1-8,3 3-5,1-1 2,2 4-2,2-1 1,1 3 0,3-2-2,4 1 2,2-3-1,3 0 6,2-3-4,4-1-2,3-3 5,5-1-2,3-6-2,3-2-3,2-3 12,2-4 0,-1-3-8,1-2 6,-4-3 5,0-2-2,-2-1-1,-4-3-5,-2-1 7,-2-1 3,-2-1 9,-2-2 11,-2 0 12,-3 1 19,0 0 16,0 2 13,-3 2 9,1 1 6,-2 3-2,1 2-4,0 1-11,-1 2-14,1 2-18,-2 1-16,1 3-14,-1 1-11,1 3-9,-1 2-4,0 3-5,0 2-2,1 2 0,1 1-1,0 1-1,3 2 1,-1 0 3,2 1-1,2-1-1,2-1 0,-1 0 2,4-2 0,1-2-2,0 1-1,0-2 0,1-5 1,2 0-1,-1-3-2,-1-2 2,1-3 3,-3-2-6,0-3 1,-1-1 3,-1-4 3,-2 0-1,0-4-2,0 0 6,-3-3 2,0-2-2,-2 0-4,-1-2 1,0 1 6,-2-1 19,0-1 17,-1 3 17,0-1 15,-1 4 12,1 0 7,0 2-5,0 2-8,-2 3-10,2 1-7,1 4-9,-1 0-12,1 3-13,0 1-12,-1 1-7,1 2-6,0 4-2,1 0-5,-1 4 0,1 2 0,-1 3 1,0 2-1,1 2 0,-1 3 0,0 2 4,1 3-2,0 1-1,1 3 1,0-1 1,1 1-1,1-1-2,0-1-1,1-3 0,3 0-2,1-3 0,2-3-4,0-2 3,2-2 2,0-3 1,2-2 1,1-4-4,0-2-10,1-2-22,0-3-29,-1-3-36,0 0-54,-2-4-73,-1 0-93,-1-2-97,-3-1-92,-1 0-76,-4 0-60,-2 0-35,-1 1-34,-3-1 42,-2 2 79,-1 1 93,-1-1 100</inkml:trace>
  <inkml:trace contextRef="#ctx0" brushRef="#br0" timeOffset="798">538 229 354,'-11'-7'424,"0"2"61,0 0 52,3-1-118,2 1-104,2-1-70,3 1-58,2-1-56,6-1-49,2 1-31,4-3-20,3 2-13,0-3-5,5 2-6,2-1 0,1 1-6,2 1-25,-1-2-46,2 2-62,-2 1-80,1 1-95,0 2-136,0 1-62,-2 1 0,2 2 40,-3 0 69</inkml:trace>
  <inkml:trace contextRef="#ctx0" brushRef="#br0" timeOffset="1016">1433 207 22,'7'-2'370,"-5"0"48,-1-2 47,-1-1 52,-1-1-116,-1 1-79,0-2-33,0 2 1,1-2 15,-1 2 6,1 1 0,0 0 0,0 0-7,-1 2-21,0 0-41,-2 2-44,1-1-41,-3 2-38,-1 0-32,-1 3-25,-3 2-17,0 1-10,0 3-8,-3 0 0,2 2 1,0 3 3,-2 1-2,3 0-1,2 2-2,0 0-5,3 0-6,0 1-7,4-1-3,1 1-3,3-2-2,3-1 0,1-1 0,3-1-3,2-3 3,3-1 2,0-1 1,4-2 2,-1-4-4,1-1 9,0-2-3,-1-4-3,0-2 1,-2-1-1,-2-3 5,1-2-4,-1-3-1,-3-2-2,-1-1 0,-1-2-1,-3-2-3,0 2 5,-2-1 9,-2 2 15,-2 0 14,0 2 12,-2 2 6,-1 2 5,1 2-5,-2 4-11,0 1-11,0 2-11,0 1-10,1 1-4,-1 4-5,-1 2-3,3 0-3,-1 4 1,1 2 0,1 1-2,0 2 0,2 2 2,2 0-2,0 2-1,2 1 2,2-1-1,2-1 0,2 0-2,2-2 2,2 0 0,1-4-7,1 0-2,2-3-4,1-2-7,-1-3-4,2-2 0,0-3 3,-2-3 5,1 0 2,-2-5 4,-2 0 6,-1-3 3,-1-1 1,-2-1-1,-3-1 3,0 0-1,-5 0 6,0 0 6,-2 2 13,-1 1 9,-1 2 10,0 1 8,0 3 1,0 1-6,-1 2-10,2 2-8,-1 0-11,1 3-7,0 3-4,-2 1-4,1 4 0,1 1 0,0 3-1,1 1 0,1 1-3,-2 1 2,2 0-1,1 2-1,0 0 0,1-2-2,-1 1 1,-1-2 1,3 0 0,-3-3 0,1-2 0,0 0 0,-2-3 3,1-1 0,0-1-2,-1-3 3,1-2 0,1-3 1,-1-2-5,0-3 0,0-2 1,2-3-1,0-2 0,1-2 0,0-1 0,1 0-3,0 1 1,1 0 2,-1 3 1,-1 1-1,1 2 2,-2 2 0,1 2-2,1 2-1,-1 3-2,1 2 0,1 2-1,-1 3 2,1 2 1,0 1-2,1 3 2,-2 2 2,2 1-1,-1 2-2,1 1-4,-1 1-12,1 1-21,-1 0-35,1 1-55,-2 0-91,2-2-125,0-2-112,1-1-79,1-3-50,0-2-15,3-2 33,1-4 87,1-3 94,0-3 79,1-4 78,-2-3 66,1-2 55,-3-3 49,-1-3 50,-2-2 51,0 1 49,-3-2 53,-1 1 46,-2 2 42,0 0 31,-1 2 29,-2 2 31,0 2 12,0 4-2,0 1-28,-2 2-33,-1 2-52,1 4-58,0 2-50,-1 3-23,-1 3-13,1 2-8,0 1-1,-1 2-6,2 2-4,2 1-17,0 0-4,2 0-8,3 0-7,0-1-6,1-1-6,4-1-1,0-2 0,2-3-2,3-1 2,1-4-2,2-3-1,2-2-2,0-2-2,1-4 0,-2-1-3,-1-3 0,-1-2 3,-1-2-2,-2-1 1,-1-1 1,-2-1 14,-1-1 43,-4 1 48,2 0 40,-3 2 29,-2 1 24,0 2 6,-2 1-26,1 4-35,-1-1-31,0 4-25,-1 0-22,0 3-16,-1 1-15,0 2-12,1 3-6,-3 1-2,3 3-5,-1 3-1,1 2-3,0 3-4,1 1 0,0 3 1,2 1-1,-1 3-1,2 0 1,0 1 4,-1 2-3,2 1-3,-1 0 1,2 3 0,0 0 0,0 1 1,-1 1 0,2 0 3,-1 0-2,0 1-2,-1-2-2,-1-1-2,-1-2 0,-1-2-2,-2-3-1,-1-2 2,-2-3 0,-1-3 4,-2-1 0,-2-4 0,-1-3 1,-2-2 0,-3-2 0,-1-4-2,0-4 1,-1-2 0,-2-4-3,1-3-1,0-2-1,2-4-1,1-3-1,4-2-2,2-1-3,4-1-13,4-2-22,3 2-31,5-2-56,2 3-87,2-2-140,4 2-150,2 2-151,-1-1-166,2 3-101,-1 2 6,0 1 103,0 1 139,-2 1 162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9:19.86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color" value="#2E577A"/>
      <inkml:brushProperty name="fitToCurve" value="1"/>
    </inkml:brush>
  </inkml:definitions>
  <inkml:trace contextRef="#ctx0" brushRef="#br0">23 252 61,'0'-3'248,"0"-1"41,0-1 0,0 0-24,0 1-30,0-3-16,0 0-12,0 1-6,0-2-4,0 2-6,0-3-1,0 2 3,0 0 11,0 0 10,0-1 9,0 2 12,0 0 7,0 1 0,0 2-13,-1-1-22,1 2-23,-1 0-25,1 1-20,0-1-18,0 2-11,0-1-5,-1 1 5,0 0 8,1 0 9,0 0 10,0-1 3,0 1-4,0-1-11,0 0-19,0-1-20,0 2-19,0-1-15,0 0-9,0 0-11,-1 1-6,1-1-6,0 1-3,0 0-3,0-1-2,0 0 4,0 0 4,0 0 2,0 1 4,0-1-2,0 0 3,0-1-2,0 1 0,0-1 3,0 1 3,0-1 0,0 2 0,0-1-6,0 1-4,0 1-7,0 0-8,0 1-3,0 3-2,-1 0 1,1 3-1,-1 1 0,1 2 4,-2 3-3,1 1 2,0 0-2,0 4-1,-1 1 0,1 1-2,0 2 2,-2 1 0,2 2 0,0-1-1,-1 0 1,2 0 0,0-3-1,2 0 0,0-4 0,2-1 1,0-4-3,3 0 1,1-3-1,3-4-1,4-1-4,0-3-8,4-2-13,-1-3-22,4-2-30,-3-1-43,-1-2-56,0 1-92,-2-1-128,-3 0-119,-3 0-105,0 1-85,-3-1-82,-4 2-36,-2 0 69,-2 1 103,-2-1 116,-2 1 118</inkml:trace>
  <inkml:trace contextRef="#ctx0" brushRef="#br0" timeOffset="553">79 364 9,'-11'-3'385,"1"-2"64,1 1 52,0 1 44,3 0-128,2 1-127,0 0-85,2 0-58,4 1-47,2 0-37,4 1-19,2-1-5,2 1 0,3-2-1,1 0-3,2 0-2,0-2-8,-1 1-8,2-1-11,0 0-30,0-1-40,-1 0-49,0-2-65,-3 0-78,0 1-84,-3 0-91,-3 0-45,-4 0 1,-1 0 42,-4 0 63</inkml:trace>
  <inkml:trace contextRef="#ctx0" brushRef="#br0" timeOffset="761">127 172 63,'-18'-7'369,"0"-1"69,0-1 66,1 2 55,0-1-88,4 2-44,3 0-33,1 0-48,3 1-55,5 1-66,4-1-82,5 0-64,4 1-38,4-1-21,5 1-9,1 1-8,1 0-37,2 0-61,2 1-70,-2 1-81,2 0-95,-3 1-86,1 1-70,-3 1-67,-1 1-1,-2 2 46,-3-1 77,0 2 78</inkml:trace>
  <inkml:trace contextRef="#ctx0" brushRef="#br0" timeOffset="949">443 188 172,'0'7'364,"1"-1"30,0-1 28,-1 3-48,1-1-119,-1 3-74,2 1-34,-1 3-15,1 2-14,0 1-16,0 1-9,1 2-8,-3 1-12,2-1-3,0 1 7,0-1 8,-2-2 6,1-3 1,0 0 4,1-3 2,-1-2 5,0-2 33,0-3 48,-1-1 49,0-1 39,0-3 22,-1-2-9,0-1-42,-2-4-57,1-1-50,0-3-46,0-2-33,0-2-12,2-2-5,0-2 1,0-1-3,2 1 4,1-1 5,2 1 2,0 0-1,3 4-1,1 0-2,1 1-6,0 4-9,1 1-4,1 2-10,1 3-4,0 3-9,-1 1 0,1 3-3,-1 2 0,0 3 2,-1 2-2,-1 2 1,-1 2-3,-1 2-14,0 2-32,0 2-73,-3 1-135,1 1-157,0-1-145,-2 1-130,3-1-126,-1-1-51,2-2 69,2-3 122,3-4 130,3-3 136</inkml:trace>
  <inkml:trace contextRef="#ctx0" brushRef="#br0" timeOffset="1313">991 445 146,'11'-14'414,"-3"-1"67,-4 0 58,-2-1 36,0 1-91,-3 1-46,-1 1-23,0 0-14,-4 1-10,1 2-41,-3 2-64,-2 0-51,-1 4-41,-1-1-39,-4 2-31,-1 2-16,0 2-4,-1 2-8,1 2-5,-2 0-5,2 3-8,-1 0-12,2 3-15,1 1-11,3 1-11,2 1-9,0 2-7,5 0-4,2 1-5,3 0-1,3 0-3,2-2-4,2 0 1,4 0 1,3-3 3,1-1-1,2-3 1,2-1 5,2-2-2,-1-4 0,1-2-3,-2-4 1,1-1-1,-2-1-2,-2-3 4,-1-3-4,-2-1 0,-2-2 4,-1-2-3,-2-2 3,0-1-2,-5-2 3,0-2 0,0-1-4,-2-2 0,-1 0 1,-1-2-1,-2 1 0,0 1 13,1 1 12,-3 1 10,1 4 10,0 1 6,0 2 7,1 3-4,-2 2-2,3 3-6,-1 2-3,2 2-9,-1 2-6,-1 1-12,2 2-8,0 3-6,0 2-6,0 2 4,1 3-2,0 1 3,0 2 0,0 3 2,0 1-2,1 1-1,0 1 2,0 3-2,0 1 0,2 1 0,0 1 0,-1 0 0,3 1 0,0 0 0,1 0 0,0 2-1,1-3 0,2 0 1,0 0 0,1-3 1,0-1-4,1-2 2,1-2 2,1-2 1,1-3 0,-1-3-2,1-1 6,1-3-2,-1-3-3,2-1-1,-1-4-2,2-1 3,-1-2-1,-1-1-1,0-4 0,-2 1 0,0-1 1,0-3 0,-2 0 0,0-1 0,-2 0 0,-3-1 2,0 0 0,-2 0-2,-2 0 1,0 0-1,-4 2 0,0 1 0,0 1 0,-2 1-3,0 3-1,1 2 3,-1 1-2,-2 1 1,1 3-1,-1 1 3,0 1 0,1 2-1,-2 1-1,3 2 2,-2 1-2,2 1 1,0 1 1,3 1 0,-1 0 3,1 1-3,2 0 1,1 2 0,0-1 1,3 0-2,1 1-2,2-1 1,1 2 1,1-2-2,1 1-1,2 0 0,-1-1 0,3 0 0,1 0 0,1 0 0,-1-2 2,1 2 0,-2-3 1,1 0 0,-3 0 0,-1-1 0,1-1 0,-4 0-1,-3-1 1,1-1 1,-2 0-1,-2-2-3,-2 2-4,-2-1-4,-4 1-15,-4 0-34,-1 0-57,-3-1-107,-3 1-171,0-1-176,-3 0-172,1 0-183,-3 0-56,1-1 49,1 0 142,0-2 163,0 0 179</inkml:trace>
  <inkml:trace contextRef="#ctx0" brushRef="#br1" timeOffset="30797">1997 166 265,'1'-4'331,"-1"1"46,0 0-3,0 0-68,0 0-47,0 1-36,0 0-19,0 1-19,0-1-14,1 1 0,0 1 14,0-2 31,1 0 41,-1 0 41,0 0 38,-1 0 33,1 0 17,-1 1-9,0 0-34,-1 0-41,1 1-46,-2-1-49,0 1-43,0 0-36,0 0-28,-1 0-19,-3 1-15,2-1-10,-3 3-14,-1 0-2,-2 3 2,-1 0-1,-1 3 4,-2 1 4,0 3 4,-2 2 5,0 2 1,-2 4 3,1 2 0,2 3 0,0 4-5,2 4-7,2 1-6,2 1-7,4 3-9,2-1-8,6 1-7,1-3-5,3-1-6,4-1-1,3-2-1,4-4-19,4-4-27,0-3-46,4-4-70,-1-4-112,0-5-232,0-3-242,-1-4-219,-3-3-129,-2-3-22,-1-2 63,-3-3 207,-3-2 244</inkml:trace>
  <inkml:trace contextRef="#ctx0" brushRef="#br1" timeOffset="31474">2500 194 180,'1'-7'257,"-1"-1"26,0 1-27,0 0-34,1 1-21,0 0-7,-1 0 0,1 1-2,-1 1 6,3-1 7,-3 0 13,0 2 18,0-1 22,-1 1 29,-2-1 14,1 2 7,-1-1 5,-3 0-14,0 1-27,-1 1-35,-3 0-22,-1 1-16,-3 0-20,-2 2-17,-2 1-14,-2 2-11,-2 1-17,-2 2-17,-2 0-19,0 2-11,-1 3-8,0 2-10,1 0-8,1 3-10,5 2-8,1 0-6,6 0-10,2 2-5,5-1-2,4 2-2,4-1 2,3 1-5,3-2-1,2 1-4,4-3-1,1-1 1,2-2-3,1-2 4,-1-2 2,1-2 5,0-2 2,0-3-3,-2-2 0,1-2 0,-3-2-1,0-2-1,-3-2-2,1-3 1,-3-1 3,0-3-4,-5-1 0,1-1 2,-4-1 1,-2 1 2,-1 1-4,-2-1 4,1 2-1,-4 1-1,-1-1-1,1 4 1,-1-1 1,-2 4-2,1 0 1,0 1 0,1 2-2,1 1-1,0 1 0,1 0-1,2 2 1,1 0 1,-1 2-1,2 0 1,2 0 0,0 0 0,2 2-1,3 0-3,-1-1-1,5 1-2,0 0-2,2-1-5,3-1-6,1 0-1,0-2 0,1-1-1,0-1 1,-1-1 1,1-1 7,-1-2 2,-1-2 4,-1 0 2,-1-2 2,-2 1 2,-1-1-2,0 1 3,-4 0 0,2 0-4,-4 0 4,2 1 1,-4 2 6,1 0 0,0 1 1,-1 1 7,-1 1 0,2 1-1,-2 1 0,0 2-1,-2 3-1,1 1-2,0 3 0,-1 4-2,1 1-2,0 1-2,0 4 0,0 0-2,-1 0-1,1 2-1,1-1 0,0 0 0,0-1-12,3 0-24,-1-3-55,1-2-103,2-1-163,2-1-163,0-6-142,3-1-108,2-4-73,0-2-20,2-4 94,-1-2 128,0-1 132,0-3 122</inkml:trace>
  <inkml:trace contextRef="#ctx0" brushRef="#br1" timeOffset="32156">2695 508 12,'3'-11'351,"0"1"68,-2 0 59,0 1 33,-1 1-82,0 3-71,0 0-43,0 1-36,0 1-19,0 2-8,1 1-3,0 1 10,0 2 18,0 1 24,0 2 8,0 1-14,1 2-28,-1 1-43,1 1-53,0-1-52,-1 3-44,1-1-30,1 1-22,-2 0-10,1-1-11,0 0-25,0 1-65,-1-3-128,2-1-155,-1-1-149,0-2-131,-1-1-111,-1-2-94,0-1 44,-1-1 111,0-2 123,0-3 125</inkml:trace>
  <inkml:trace contextRef="#ctx0" brushRef="#br1" timeOffset="32403">2753 310 1,'1'-21'349,"0"3"50,1 1 43,0 2 49,-1 2-122,2 3-89,1 0-53,-2 3-35,1 2-35,2 0-34,-1 4-26,-1 1-18,2 1-10,-2 2-7,1 1-8,-2 2-5,0-1-5,-2 2 0,0 0 0,-2 0 6,0 0 16,-1 1 20,-1-1 24,-1 0 24,1-2 21,-4 1 12,3-2 4,-3 0-13,0-3-18,0 0-25,2 0-16,-1-2-12,0-1-17,3-2-14,-2 0-7,2-2-12,3-1-11,-2-1-12,3 0-7,2 0-2,0-1-3,1 3-9,3-2-25,-2 3-77,1 1-109,0 0-109,1 2-110,-1 1-113,1 2-122,-2 3-47,0 1 43,-1 4 73,1 1 94,0 2 109</inkml:trace>
  <inkml:trace contextRef="#ctx0" brushRef="#br1" timeOffset="32747">2870 418 401,'1'-7'509,"0"-2"42,-1 2 35,1-1-57,0 3-166,3-1-103,-1 2-43,2 2-3,1 2 6,2 2 0,-1 3-6,2 2 3,0 2 0,0 2-14,2 1-17,-2 2-23,0 1-25,1 0-23,-2 1-26,2 1-23,-2-2-23,1 0-14,-1 0-8,-1-2-3,1-1 7,-1-1 17,1-2 17,-1-1 11,1-4 15,-1-1 13,1-1-3,-1-4-12,3-1-10,-1-3-8,1-4-16,0-1-17,0-2-8,0-2-6,-1-2-8,1 0-6,-1-1 3,-1 0-3,0 1-2,-1 1-15,1 1-35,-4 3-70,1 1-137,-2 2-160,1 1-159,-1 2-135,0 3-99,0 2-78,-2 2 52,1 2 120,0 2 137,-1 1 136</inkml:trace>
  <inkml:trace contextRef="#ctx0" brushRef="#br1" timeOffset="33039">3244 464 265,'0'8'349,"1"0"49,-1-1 11,2 0-61,0 1-56,0-2-39,2 1-28,2-2-20,-2 1 2,5 0 1,-1-2 7,3 0 27,0 0 22,1-1 19,2-3-14,-1 0-3,1 0-10,2-4-36,-3 0-35,1-2-34,-1-1-20,-2-2-26,-1 0-18,-1 0-13,-2-3-4,-2 1 0,-2-1-5,-2 0-8,-1 1-10,-3-2 0,-1 2-3,-2 0-5,0 2-4,-3 0 1,0 2 2,0-1-4,-3 3-5,2 3-2,0-1-5,0 3-2,1 0-4,0 3-2,-1 1-2,1 3-2,-1 1-4,2 2-1,2 2-3,0 1-2,2 1 1,1 1-3,3 1 3,2 0-1,2 0 0,2 0 1,2-1-1,4-1-2,1 0 1,2-1 1,3-3-6,2 0-4,0-4-9,2 0-6,0-2-21,1-3-26,-2-1-26,-1-3-32,-1-2-21,-1-1-15,-3-1-16,0-2-4,-2-3 17,-3 1 24,0-2 27,0-1 26,-5 1 32,1-1 40,-2 1 46,0 1 52,-3 3 40,1 1 33,0 2 22,-1 1 0,1 1-22,-1 3-38,-1 1-34,1 1-31,0 4-20,0 1-11,1 1-7,0 3-4,2 1-1,-1 1-1,1 0 0,0 1-4,-1 1 0,2-2 1,-1 1-1,-1-1 3,0-2-1,0 0-1,-1-2 1,0 0 3,1-3-1,-2 0-2,0-1 1,-1-1 3,0-3 0,-1 0 1,-2-3 4,0-1 2,1-2 1,-2-1-3,2-2 3,-1-3 0,1 0 3,1-2 7,0-2 5,1 0 10,2-1 6,-1 0 1,1 2-1,0 0-1,2 1-4,1 1-7,1 3-6,-1 0-3,2 2-7,1 1-4,1 2-4,0 2-3,1 1-2,2 2-1,-1 1 3,0 1-3,0 3 3,0 0 0,0 2 1,-2 2 1,2 2-1,-1 0 1,-2 2-3,1 1-1,-2 0 0,-1 1-2,-1 0-4,0-1-8,0 0-19,-1 0-38,-2-3-73,1 1-129,-1-4-159,0 1-149,-1-4-128,-1-1-112,0-2-76,0-2 48,-1-2 118,1-3 134,-1-1 138</inkml:trace>
  <inkml:trace contextRef="#ctx0" brushRef="#br1" timeOffset="33819">3884 334 121,'-2'-24'447,"-1"3"65,2 2 53,-1 2 76,1 3-123,0 1-71,1 3-38,2 1-14,0 3 1,4 1-29,2 2-36,2 3-34,-1 0-28,3 3-25,0 2-31,0 0-31,1 5-30,2-1-26,0 3-13,1 2-13,2 2-8,-2 0-9,1 3-7,-1 1-6,-1 1-11,0 2-6,-4 0-9,-1 1-7,-3 2-8,-2 1-8,-4 1-5,-2 1-6,-4 0-9,-2 1-14,-3 0-41,-1 1-83,-4-1-207,0-1-285,-2-1-317,-3-1-158,-1 0-52,0-2 34,-2-2 181,-1-4 272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07:04.26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75 317 77,'-3'-6'280,"-1"-1"37,0 0 40,-1 1-37,0-2-42,1 1-20,-1 1 4,0-1 27,1 2 32,0-1 41,-1 1 36,2 0 45,1 1 35,-3 0 8,2 2-30,0 0-54,0 1-55,1-1-70,0 2-69,0 0-62,1 0-46,0 2-32,0-1-24,1 1-12,1 2-10,0 2-5,1 1 0,1 5 2,1 0 5,1 1 2,1 3 0,-1 1 2,1 1 3,1 1 0,-1 1 0,2 1-3,0-2-1,-1 3-5,0-3-5,0 0-4,0 0-2,-1-3-4,1-1-4,-2-2 1,1-2-3,0-2-1,-2-2-1,1-1 2,1-2 8,3-3 11,3-3 15,3-4 12,4-5 10,5-5 4,5-4-1,4-4-4,3-4-7,4-2-8,1-2-6,1-1-7,3-1-3,1 1-5,2 0-5,1 0-2,-2 0-6,1 3 1,-3 1-3,-4 3 0,-5 3 0,-5 4-2,-5 2 2,-4 3-3,-4 2 0,-5 4-2,-1 0-2,-3 2-5,0 1-13,-3 1-19,-1 1-29,1 1-37,-3 0-44,1 1-53,-1 1-88,-2 1-189,-2 2-220,-2 1-234,-4 4-129,-6 0-35,-2 4 51,-5-2 183,-2 0 236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10:27.61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context xml:id="ctx1">
      <inkml:inkSource xml:id="inkSrc9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1" timeString="2024-09-10T10:12:09.623"/>
    </inkml:context>
  </inkml:definitions>
  <inkml:trace contextRef="#ctx0" brushRef="#br0">358 477 108,'-1'1'326,"0"-1"51,0 0 46,-1 0-47,2 0-61,0 0-41,0-1-17,0 0 0,0 0 19,0-2 41,0 3 38,0-2 33,0 0 22,0-1 2,0 2-20,0-1-50,0 0-52,-1 1-50,0 1-45,1-1-40,-1 0-30,0 1-22,0 0-14,0 0-10,0 1-6,-1 0-7,1-1-9,1 1-3,-1 1-5,0-1-8,1 0-5,-1 0-6,0 1-5,1-1-2,-1 0-5,1 1-4,0-1-1,-1 2-2,-2 0-3,2 1-1,0 1 0,-1 1-1,1 2-3,0-1 1,1 2-1,-2 1 1,2 0-3,-1 0 2,1 3 1,-2-1-4,2 0 1,0 1 0,0 0 1,0 1 0,2 0-1,-1 0 0,1 0 2,0-1-2,2 0 0,0-2-5,1-1 2,3 0 1,-1-2 0,2 1 1,0-3 0,2 1 2,0-2 0,2 0 0,-1-1-1,3-1-1,-2-1 0,2 0 0,0-1 1,1-1 0,-1-1-1,2 0 2,-2 0 1,1-2 0,-1-1 0,0 1 1,-1-2 0,0 0 0,-2-1 0,0-1-1,0-3 2,1 0 2,-2-1 1,-1-2 5,0 0 4,-1-2 5,-1 0 4,0 0 4,-3 0 0,1 0-3,-2-2-1,0 1-6,-3-1-5,0 0-4,0 0-4,-1 0-2,-1 0-3,0 2 0,0 0-2,-1 1-1,0 2 0,1 3-2,-2-1-8,1 4-28,0 0-53,-1 3-95,-1 1-219,-1 1-277,-1 2-283,-1 3-155,0 2-43,1 1 45,1 1 192,1-2 262</inkml:trace>
  <inkml:trace contextRef="#ctx0" brushRef="#br0" timeOffset="877">533 27 196,'-2'-3'340,"-1"1"54,-2-1 33,2-1-66,1 2-59,-2-1-37,1 1-24,-1 1-21,0-3-8,1 3 2,-1-1 2,-2 1 8,2 0 7,-3 1 3,1 0-12,-1 1-6,-1 0-6,-2 1-14,0 1-10,0-1-9,-1 2-3,1 0-15,0 1-15,-2-2-19,0 3-25,0-1-17,0 1-14,0 3-14,-2-2-3,1 4 2,1-1 3,-1 0 0,0 1-1,0 2-1,0 0 2,-1 1-2,0 0-4,-1 0-7,3 1-3,0 1-5,0 0-10,1 0-1,-2 2-2,0 1 8,2 0 2,-1 2 0,1-1 1,-1 0-5,2 0-2,-1-1-7,3 2-8,0-1-3,0-1-2,2 1 1,0 2 0,1-2 0,0 2 5,0 0 4,1 1 1,2-1-4,0 1 2,-1-1 2,2 2-1,1-1-1,1 1 0,2-2 1,-1 1-2,1-1-4,3 1-2,-1-2-2,1 0-2,1-1 0,1 1-3,2-1 0,0-2 0,1 0-1,1-1 0,2 0 0,-1 0 3,2 0-1,-1-2 1,2 1 0,-1-3 1,0 1 0,0-1-1,2-1 2,-2-1-1,1 0 0,1-1-1,0-1 2,0 0 0,2-2-2,0 1 1,-1-2 0,3 0-1,0 0 0,-1-2-3,3 0 3,-2 1-3,3-2 0,-1-2 0,1 1 0,3 0 1,-3-1-1,2-1 2,2 0 0,-2-1 1,1-1-1,-1 0 0,0-1-1,1 0 0,-3-2-1,1 1-1,0 0 0,-1-1 0,0-1 0,-2-1 0,0-1 1,0 1 1,-1-1 1,-2-1-2,1 0-1,1-2 1,-1-1 0,1 0-1,0-2 1,-1-1 4,0 1 1,0-1-1,-2 1 0,-1-1 0,1 0-2,-1 0 3,-2 0 3,0 0 10,-3 1 11,0-1 7,-1 2 4,-1-3 2,-1 1-2,0-2-4,-1 0-9,0 0-2,-2-2-2,1 2 1,-2-2 1,-1-1 4,0 1 3,0 0 2,-1 0 8,-2 0 4,-1 1 4,1 1-10,-2 1-41,0-1 0,0 0 0,-1 0 0,-2 0 0,1 0 0,-2 0 0,1 0 0,-3 0 0,2 0 0,-2-1 0,0 1 0,-1 0 0,0-1 0,-2 1 0,0 0 0,0 0 0,-2 0 0,-1 2 0,1 0 0,-1 1 0,-2 0 0,0 1 0,0 1 0,-1-2 0,-1 3 0,-1 1 0,1-1 0,1 1 0,-1 0 0,0 1 0,1 0 0,1 2 0,-1-1 0,2 2 0,0-1 0,1 0 0,0 3 0,0-2 0,1 1 0,1 1 0,1-1 0,-1 1 0,0 1 0,2-1 0,-2 0 0,1 0 0,-1 1 0,0 2 0,-3-2 0,2 1 0,1 0 0,-1 1 0,-2-1 0,1 2 0,-1 0 0,1 0 0,1 0 0,0 1 0,-1 0 0,2 0 0,-3 0 0,1 2 0,1-1 0,-2 0 0,2-1 0,0 2 0,0-1 0,2 1 0,0-1 0,0 2 0,1-3 0,0 2 0,0 0 0,2 0 0,1 0 0,0 0 0,1 0-140,-1 0-193,3 0-68,0 0-161,0-1-194,0-1-194,1 1-123,-2 2-24,1-2 59,1 0 186,-3-2 231</inkml:trace>
  <inkml:trace contextRef="#ctx0" brushRef="#br0" timeOffset="4430">1492 620 53,'0'0'160,"0"0"0,0 0-2,-1 0-3,0 0 1,1 0-1,0 0-4,-2 0 1,1 0-1,1-1 1,-1 1 5,1-1 1,-1 0 2,0 0 7,1 0 16,0 0 13,-1 0 22,0 0 36,1 1 48,-1-1 42,0 0 32,1 1 31,-2 0 4,1 0-17,0 0-44,0 1-51,-1 0-54,2-1-55,-2 1-45,2 0-37,-1-1-27,-1 1-19,2-1-14,-1 1-12,0 0-11,1-1-4,0 1-4,-1-1-3,1 0-4,0 1 2,0-1 1,0 0 0,0 0 1,0 0 4,2 0 4,2-1 4,0 0 7,1 0 0,2 0 2,1-1-4,1 0-1,0 0-3,1 0-3,2 2-1,1-4 1,2 2 2,0-1 0,4 0-3,-1 0 1,2-1-3,1-1-5,0 1-2,0 1-1,2-2-3,0-1-2,-2 3 1,3-2-1,0 1-1,-1 0-1,-2 0-1,0 1 0,-1 0-3,1 0 3,-1 1-1,0 1 0,-1 0-1,1 1 0,-1-2 0,-1 1-1,1 0-1,1 1 1,-1-1 0,2-1 2,1 1-3,-2-1 2,3 0 1,-1 0-2,2 0 1,-1 0-1,0-1 0,1 0-1,-2 1-1,-1 0 0,-1 0 0,-1 1 0,-2-1 0,-1 1 1,-1 0 1,-2 0-1,0-1 1,-2 1 0,-1-1 0,-1 1-1,-2 0 0,0 1 0,-3-1-1,1 0 0,-1 1 0,-2 0 1,0-1-3,0 1-6,-1-1-19,-1 0-33,-1 1-49,-1-1-64,-4 0-108,-1 1-172,-1 0-164,-2 0-129,-1 2-97,-2 0-88,0 1-5,0 2 120,0 0 149,0-1 146,1-1 135</inkml:trace>
  <inkml:trace contextRef="#ctx0" brushRef="#br0" timeOffset="5326">2726 116 35,'1'-2'224,"0"0"28,1 0-11,-1-1-28,-1 1-25,1 0-11,0 0-1,-1 0 5,2 0 6,-1 2 6,-1-2 8,0 1 10,0 0 14,-1 0 24,-1 0 26,2 0 30,-1 1 23,0-1 12,-1 1-2,-1 0-23,0 0-34,-1 1-42,0 0-40,-2 0-34,0 1-27,-1 1-22,-1-1-20,-1 3-15,-1 0-11,1 0-9,-2 2-7,0 0-2,1 1 1,0 0-1,-2 1-3,3 1-5,-1-1-3,0 4-6,1-2-3,-1 1-6,3 2-1,-1-1-2,1 3-5,-1-1 3,4 1 0,-3 0-1,2 1-1,1-1 1,1 1 0,0-1-1,0 0 0,2 0 1,0 0 3,-1-1 1,2 0 1,-1 0-3,1 0 4,0 0-2,0 0-1,1-1-3,-1-1 0,2 0 0,-1 1-3,0-1-2,1 0-1,1 1 0,-1 0 1,0 0-2,1 0-1,0 0 0,-1 1 0,1-1-2,0-1-2,1 0-1,-2-1-2,1 0 0,1 0-3,0 1 2,0-2-1,0-1 2,1 1-1,1 0-1,0 0 0,0-1-1,0 2 0,1-2-2,0 1 0,1-1 2,0 0-2,-1-2 0,1 2 0,1-2 2,0 0-2,1 0-2,2 0 2,-1 0 0,2-2 1,-1 1 0,1 0 0,1-2 3,0 2-2,0-2 1,2 0-2,-1 0 0,1-1 0,1 0 1,0 0 1,0-1 0,1-1 3,0 0-2,-1-1 1,1 0-1,0 0-4,1-1-1,-1 0-2,-1-1 4,1 0-3,1 0 2,1-1 0,-1 0 0,1-1 2,1 0-2,-3 0 2,3 0-1,-1-1 0,0-1 2,1 1-2,1 0 0,-2-2-1,1 0 0,-1 0 1,1-2-1,0 1 1,-3-2 1,1 2-1,-2-1 0,0-1 0,-1 1 0,0-2 1,-2 1 2,0-1 1,1 0-1,-2-2 1,1 0 1,-2 0 0,1-1 0,-1-2 3,-1 1 0,-1-1 3,1-1 3,-2 1 5,-1 0 3,0-1 3,-1 1 5,-2-1 3,0 0 1,-1 1-2,-2-1-1,2 1-2,-2 0-3,-1 1-2,0-1-1,-2 0-2,0 0-1,-1 1-3,-1-2 0,1 0-1,-1 0 3,-2-1 0,0 0 2,-1 0 4,-1 1 1,0 0 2,-3 0 4,1 1-2,-1 0-22,-2 1-9,0 0 0,-1 0 0,0 1 0,0 1 0,-3-1 0,2 0 0,-4 0 0,1 1 0,-2 0 0,2 1 0,-2 0 0,-1-2 0,0 3 0,1 0 0,0 0 0,-1 1 0,1 1 0,-1-2 0,0 3 0,1-1 0,0 1 0,-1 0 0,0 2 0,3-2 0,-3 1 0,1 2 0,0-1 0,0 1 0,-1 1 0,1 2 0,-1 0 0,-1 1 0,0-1 0,1 1 0,-1 1 0,1 0 0,1 0 0,-1 1 0,1 0 0,2 1 0,1 0 0,0 0 0,1-1 0,1 1 0,1 1 0,2 0 0,1 1 0,0 0 0,1 2-14,1 1-111,2 2-48,0 3-53,3 0-70,2 0-135,2 1-169,2 0-148,3-2-138,2 0-129,2 0-16,0-1 111,2-2 173,1 0 174,-2-1 178</inkml:trace>
  <inkml:trace contextRef="#ctx0" brushRef="#br0" timeOffset="6594">3000 438 170,'2'-1'362,"-1"0"57,0 0 49,1-1-60,-1 1-59,-1 0-38,1 0-14,-1-1 6,0 1 23,1 0 28,-1-1 27,1 0 24,-1 0 10,0 1-16,0 0-33,0-1-44,0 2-49,0-1-52,-1 1-48,1 0-35,-1 0-27,1 1-21,0-1-18,0 2-12,0-2-12,-1 1-9,1-1-11,0 0-4,-1 0-5,1 0-6,-2 1-4,2-1 0,0 0-3,0 0-1,0 0 0,0 0-1,0 0 1,0 0 6,0 0 8,0-1 9,0 1 10,0-1 8,2 1 8,-2-2 4,0 0 0,1 0-2,-1 1-2,0-2 0,0 1 1,0-1-3,0 1 1,0 0-4,0 0-3,0 2-9,0 0-21,0 0-16,0 0 0,0 0 0,0 0 0,0 2 0,0 0 0,0 1 0,1 2 0,-1 1 0,2 4 0,0 1 0,2 3 0,-1 3 0,0 2 0,-1 0 0,3 2 0,-2 0 0,1 3 0,-2-2 0,1 1 0,0-1 0,1 0 0,-2-1 0,-1-1 0,1-2 0,-1 0 0,2-3 0,-2-2 0,0-1 0,0-2 0,-1-3 0,1 0 0,0-4 0,0 1 0,0-1 0,0-1 0,2-1 0,-1 0 0,1-1 0,4-2 0,0 0 0,3-1 0,0 1 0,2-1 0,1 1 0,1-1 0,1-1 0,1 1 0,-1 0 0,2 1 0,-1-2 0,2 1 0,-2 0 0,-2 1 0,0 0 0,-2 0-68,-1 1-62,1-1-44,-3 2-49,-2 0-65,0 0-131,-2 0-178,-2 0-195,-3 0-207,-3 3-75,-5-1 15,0 2 120,-3-3 193,0-1 221</inkml:trace>
  <inkml:trace contextRef="#ctx0" brushRef="#br0" timeOffset="10852">3766 554 23,'-1'-2'148,"1"1"-5,-1 0-13,1 0-12,0-1-8,-1 0-3,1 1 0,-1-1 0,0 1 0,1 0 6,-1 0 8,0-1 3,1 1 8,-1 0 4,1 1 12,0-1 6,0 1 3,0-1 5,0 1 0,-1-1 3,0 1-4,1 0-3,-2 0-5,0 0-11,0 0-18,-2 0-14,2-1-16,1 0-19,-1 0-18,0 1-11,-1 0-7,0 0-6,1 0 5,0 0 13,-1 0 21,1 0 23,0-1 21,1 1 27,0 0 25,0 0 13,-1 0 4,2 0 1,-1 0-9,1 0-16,-1 1-22,0 0-24,1 0-19,-1 0-22,1-1-10,0 0-8,0 0-4,0 0 5,0 1 5,0 0 9,0-1 4,1 1 5,-1-1 2,2 0-2,-1 1-6,4-1-2,-1 1-2,1-1-3,3 0-2,-1 1 0,5-1 0,1 0-6,1 0-5,3 0-5,0 0-8,0 0-10,2 0-7,0 0-6,0 0-5,-2 0-3,2-1-3,-1 1 3,1-2 2,0 1 1,1 0 1,0 0 4,0-1 2,0 0-2,0 0-2,0 0-2,0 0-2,0 0-2,-1 1-3,0-1 0,0 1 0,0 0 0,-2-1 0,0-1-2,1 1 1,-2 0-1,1 1 2,-1 0-2,0 0-1,2 0 1,-2 0 0,0 0-1,0 0 0,-1 0 1,1-1 0,-2 2-2,1-1 0,-1 0 0,-2 1-2,2-1 0,-1 1 0,0 0 1,0 0 0,-1 0 0,1 0 2,0 0 1,0-2 0,0 2 0,-2-1 0,0 0-1,0 1 1,-2-1-4,0 1 2,-2-1-1,-1 1 0,0 0-2,0-1 0,-1 1 0,-1-1 0,-1 0 1,-1 1-2,0 0 1,0 0-7,0 0-16,-2 0-29,0 0-40,-3 0-63,-1 2-114,-2-1-203,1 0-208,-5 2-181,1 1-164,0 0-43,-2 0 56,3-1 180,0 0 208,4-2 201</inkml:trace>
  <inkml:trace contextRef="#ctx0" brushRef="#br0" timeOffset="11830">5229 70 23,'3'-3'235,"0"-1"38,-1-1 4,0 2-18,0 0-17,-1 0-10,1 1 1,-1-1 2,0 0 11,-1 1 16,1 1 27,-1 0 35,-1 0 31,0 0 25,0 0 11,-1 0-1,-1 0-19,-1 1-43,-2-1-47,0 1-48,-1 1-45,-2 0-40,0 1-31,-3 0-24,-2 2-16,1 3-12,-2-2-5,-2 3-6,-1 1-4,1 1-4,-1 1-1,-1 0-3,-1 1 1,2 1-4,0 1-3,0 0-2,1 1-1,0 1-1,1 0-4,1 0-1,0 2 4,2 0-1,1 1 0,-1 0 1,1 1-2,0 0-1,1 0-1,2 1-3,-1-1 6,1-1-4,2 0-1,-1 0 0,1 1-1,2-2 1,-1 0-8,2 1 0,-1-1 0,2 0-1,-1-1-1,2 2 0,1-1 0,-1 0 2,1 0-2,1-1-1,0 1 0,0 0-2,1 0-3,0 0-1,0-2 0,0 0-1,3 0 0,-1 0-1,0-1-1,1 0-1,-1-2-1,1 1 2,3-1 1,-3-1 1,4-1 1,-2 1-1,2 0 0,-2-1-2,3 1 0,0-1 0,2 1-2,-1-1 2,1 0 1,1 0-1,2-1-1,-1 0-3,3-1 4,0 1 0,1-2 0,0 0 5,0-1-2,2 0 3,-1-2-4,-1 1-1,3-1-2,-1-1-4,-1 1 0,1-1 0,1-1 0,1-1 0,-2 1 0,1-1 0,1 1 2,-2-2 0,1 0-2,1-1 0,-1 1 3,1-1-2,-1 0 1,3 0 0,-1-1 1,-1-1 2,1-1-3,0 0 3,2 0-4,-3-1 3,2-1-3,-2-1-1,1 2 0,0-2 0,0 1 0,-2-1 0,2-1 1,-1 1 0,-1-1 1,0 1-2,0-3-1,-2 3 2,0-2 1,0 0 0,0 0-1,-1-1 2,0-1 3,-1 0-1,-1-1-2,0 1 2,0-3 1,-2 2 1,-1-1 0,-1 0 1,0 1 4,2-3 1,-5 2 2,1-1 0,1 0 4,-3-1 0,2 0-1,-2 0-2,-2-1 1,1 1-1,-1-2 2,0 1-1,-1 0 0,1-1-12,-2-1-5,1 1 0,-1 0 0,-2 1 0,1-1 0,-2 1 0,0 1 0,-1-1 0,-1 1 0,-1 0 0,-1 0 0,1 0 0,-2 0 0,-2 0 0,1-1 0,-1 1 0,-2-1 0,-1 0 0,-1 0 0,-1 0 0,-1-1 0,-3 0 0,-1 1 0,0 0 0,-2-1 0,1 1 0,0 0 0,-1 1 0,0 0 0,2 0 0,-1 1 0,1-1 0,1 1 0,-1 1 0,-1 0 0,2 0 0,-1 0 0,-1 0 0,3 1 0,-1 1 0,0-1 0,2 2 0,0 1 0,-2-1 0,0 2 0,1-1 0,1 3 0,-1-3 0,1 1 0,-1 1 0,0 0 0,0 2 0,2-1 0,0 0 0,0 1 0,0 1 0,2-1 0,-1 1 0,1 0 0,-1 1 0,1 2 0,0-2 0,1 2 0,0-1 0,-2 1 0,3 0 0,-2 0 0,1 0 0,-1 0 0,1 0 0,0 0 0,-2 0 0,1 0 0,-1-1 0,1 0 0,0 1 0,2-1 0,1 0 0,0 1 0,0 1 0,1 0-209,2 2-78,1 1-136,0 2-206,3 1-197,2 1-189,1 1-92,3 3-1,1-1 114,1 0 212,2 0 224</inkml:trace>
  <inkml:trace contextRef="#ctx0" brushRef="#br0" timeOffset="13170">5271 496 247,'0'-3'371,"-1"-2"62,0 1 31,1-2-50,-1 0-40,0 0 0,1 0 28,0 0 26,0 0 34,0 0 27,0 2 6,0-1-31,0 1-62,0 2-61,0-1-66,-1 2-65,0-1-54,1 0-37,-2 2-26,1 0-22,1 0-21,0 0-11,0 2-11,0 0-5,1 1-1,1 0 0,0 3 4,1 1 4,-1 3 3,2 1 1,-1 2-3,-1 2 0,2 1-6,-1 2-4,-2 2-2,0-1-6,0 4-5,-1-1-2,0 0-3,-1-1-1,0 0-6,1 0-13,0-3-28,1-2-42,0-1-69,-1-2-112,1-5-185,0-2-202,1-3-191,-2-3-162,0-3-44,1-3 54,0-2 159,1-3 200,1-3 207</inkml:trace>
  <inkml:trace contextRef="#ctx0" brushRef="#br0" timeOffset="13512">5518 436 167,'6'-10'539,"-1"0"139,-1 3 133,0 0 108,-2 2-135,0 0-143,-1 2-121,0 1-126,-1 0-128,0 2-97,1 0-61,-1 2-28,2 1-2,-2 2 7,-2 1 9,0 2 6,-2 1 0,-3 0-7,0 4-10,-4-1-15,0 1-11,-1 0-11,-1 0-13,-2 1-9,2-1-8,-2 1-3,2-2-3,0 0-4,2-3-2,1 1 0,1-4-1,2 1-3,1-3 1,2 1 4,0-2-4,-1-1 1,3 0-2,0 1 1,2-3-1,-1 0 0,2 1 2,0-1 0,1 0 2,4-1-3,0 1 1,2 0-3,1 0-1,2 0 0,0 0 1,2 2 0,0 0 2,0 1 1,2 2 1,0 0-2,-1 1-1,0 1 1,0 1 1,1 0 0,-2 3-1,0-2 1,0 3 1,-1 0 2,-2 0-2,2 0-1,-3-1-15,1 1-44,0 1-97,-3-2-208,-1-1-249,-1-1-283,-1 0-150,-2-2-44,0-2 49,-2-1 183,0-4 234</inkml:trace>
  <inkml:trace contextRef="#ctx1" brushRef="#br0">6292 654,'0'0,"-26"0,26 0,-49 0,49 0,-25 0,0 0,1 0,-51 0,50 0,-25 0,-24 0,-1 0,27 0,-27 0,25 0,26 0,-26 0,25 0,0 0,1 0,24 0,-25 0,25 0,-25 0,0 0,25 0,-25 0,25 0,-25 0,25-25,-24 25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10:47.1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427 774 28,'1'-7'382,"-1"-1"68,-1 1 68,1-1 85,-3 1-52,0 0-10,1 1 13,-1 1 12,0 1-13,1 0-45,0 1-91,0 1-97,1 1-88,-1 0-69,1 1-49,-1 0-33,1 0-22,0 1-12,0 0-5,0 1-2,1 1 0,0 0 3,-1 2 1,1 1 0,0 2 1,0 2-2,-2 2-4,2 1-5,-2 3-5,1 1-5,0 0-8,-1 3-4,1 1-5,0 0-2,-1 3-2,1-2-1,1 1 2,1-2-3,1 0 2,-1-2 0,0-3-3,1-1 0,-1-4 0,0-3 2,1 0 0,-2-3 2,2-1 5,-2-3 2,1-2-1,-1-3 0,0-4-1,1-1-1,0-4-3,-1-3-1,2-2 0,-1-1 0,0-1-2,2-1-1,-2 0-1,-1 1 0,1-2 0,0 2-1,1 1 0,-1 1 0,0 0 0,2 3 1,0 0 0,0 2 0,1 2 0,-2 1 2,1 3-2,2 0 0,-2 2 0,0 1 0,3 3-1,0 0-2,1 2 2,2 2 0,1-1 0,1 4-1,0 0 2,4 1 1,-3 3 0,1 0 0,3 2 1,-2 0 1,1 2-2,-1 1 1,0 0 3,2 2-1,-2 0 0,0 0 1,-1 1 0,-1-1-3,1-2-2,-1 0 0,-2-1-1,-1-1 0,1-2 1,-4-2 2,3-1 0,-3-2 0,-1-1 3,1-2 2,-2-2 6,2-3 2,-1-2 6,0-4 2,0-2 0,0-4-3,-3-1-4,1-4-4,1-1-6,-1-1 3,-1-1-4,-1-1-3,0 0-2,-1 0 0,1 0 1,-1 1-5,0 2 3,-1 1-5,1 2-9,-1 4-32,0 2-47,0 2-82,-1 0-167,1 3-215,0-1-208,-1 4-197,-2 0-99,1 4 3,-2 2 128,2 0 195,-1 1 210</inkml:trace>
  <inkml:trace contextRef="#ctx0" brushRef="#br0" timeOffset="815">894 450 19,'-2'-6'306,"0"0"49,0 0 48,-2 0-10,1 0-70,0 1-50,-1-1-27,0-1-10,-1 2 0,1-2 17,-1 0 28,-1 1 22,1-1 36,-1 1 21,-1-1 12,0 2-8,0-1-25,-2 1-30,0 0-46,-2-1-40,-1 1-45,-1 2-36,-1-2-32,-2 2-25,0 1-15,-2 2-13,0 0-7,0 2-8,-2 0-3,-1 2-3,0 0-4,-1 3-5,-1-1 0,-2 2 1,0 0 1,-1 2 5,2-1 1,-4 1 7,3 0 4,0 0 2,-1 1 1,3 0-3,0 0-1,3-1-6,-1 2-6,2-1-8,1 1-5,0 1-2,2 1-5,-1 2 0,0 1 1,2 2 0,0 0 0,1 2 0,2 2 1,-2-2-2,3 2-2,-1 0 2,1 2-4,2 0-1,-1 0 0,1 0 1,2 1-1,1-1-4,0 1 0,3 1-1,-1-1 2,2 1-1,1-1-1,1 1 3,1-1 1,1 0-3,2-2-1,-2 1-3,3-2 0,0 2 0,0-2 2,2-1 1,0 1-1,3-1 3,-1 1 3,1-1-2,3-2-2,-1 1-1,3-2-1,-1 0 2,3-1-1,2 0 2,2-2 3,1-1 3,0-2 2,3-1 0,1-1 0,2-1 0,1-2-2,-1 0 0,2-2-4,-1 0 0,0-1 1,1-3-1,-2 2-2,2-3-2,-1 1 3,1-2-1,0-1-4,0 0 1,0-1 1,0-1-1,-1 1-2,-1-1 1,0 0 3,-2-2-2,0 1 4,-1 1-4,0-2 1,-2 0 0,0 1-3,0-1 0,-1-1 0,0 0 0,1-1 1,0 0 0,0-2 3,0 0-2,1-2-1,-2-1 0,1 0 1,-2-2 0,1 0-2,-2-2 2,2 1 0,-3-1 0,0-1-1,-2 0 1,0 1-1,-2-1 1,-1 0 0,-2-1-1,1 1 0,-3-1 0,0 0 1,0-2 0,-2 1-1,0-1 3,-3 1 0,2-1 2,-3 0 0,2 0 4,-2-1 2,0 1 2,-2 1 6,-1-1-5,1 1-15,-2 1 0,0 0 0,0 0 0,0-1 0,-2 2 0,1 0 0,-1-2 0,-2 1 0,1 0 0,-1-1 0,0 1 0,-1-1 0,-2-1 0,3 1 0,-4-1 0,1-1 0,-2 2 0,0-1 0,-2 1 0,-1 0 0,-1 2 0,-2 1 0,0 0 0,-1 2 0,0 0 0,-1 0 0,1 2 0,-1 0 0,0 0 0,0 1 0,-1 0 0,2 0 0,0 1 0,1-1 0,-1 2 0,1-1 0,0 1 0,0 0 0,-1 0 0,1 1 0,-1 1 0,1 1 0,0-1 0,-2 3 0,1 0 0,-2 1 0,1 0 0,-1 2 0,1 0 0,0 1 0,0 1 0,2 0 0,0 0 0,2 2 0,-1-1 0,3 1 0,0 0 0,1 1-206,1 2-142,1 0-198,1 1-205,1 1-190,1 1-153,1 1-42,1 0 47,2 0 190,0-1 227,1 1 228</inkml:trace>
  <inkml:trace contextRef="#ctx0" brushRef="#br0" timeOffset="2097">1948 225 100,'4'-2'204,"0"0"1,-2-1-13,0 1-11,2-1-15,-1-1-13,-1 0-10,1 1-2,-1-1 5,0 0 1,0 1 5,-2 0 8,1 1 11,-1-1 7,1 1 5,1-1 18,-2-1 42,0 2 44,0-1 49,-2 1 36,1-1 26,0 0 4,0 0-25,-2 0-48,1-2-56,-3 2-53,-2-1-45,1 0-40,-3 0-33,-1 1-22,0 0-12,-3 2-14,-2-1-7,1 2-6,-2 0-3,-2 0-2,-1 2-2,0-1 0,-3 2-1,-1 1 0,0 1-1,-1-1 1,1 3-2,0-1-1,1 1-1,-1 1-6,2 1-3,1 0-3,0 2-3,2 0-1,0-1-1,-1 3 0,1-1 0,1 2 1,2-1 0,-3 1 2,1 0 2,1 1-1,-2 1 5,1-1 7,-2 2 3,3-1 1,-2 0-3,0 1 6,0 0-8,1 1-6,-1-1-4,1 1-5,1-1-1,1-1-8,1 1 0,0 0-1,1-1 0,2 0 1,1-1 0,0 1 0,3-1 0,-1 0-2,3 0 2,-2 0-1,4 0-1,-2 1 0,2 0 3,0 1-2,0 1-2,1-2 1,1 2 2,0 0-2,1 0-1,1 1 2,0 0 0,1 0 0,1 0 1,0 1-2,2-2 0,-1 1 0,3 0-1,-1-1 1,1-1-1,2 0 2,1 0-2,-1 1 0,2-1 0,2 0 0,1 0-1,-1-1 1,2 0 2,2 1-1,0 0 5,-1-1 0,3 1-1,0 0-1,0 0-1,0-1 1,1 1-2,0-2 0,-1 0 2,2 0 1,-1-2-1,0-1 2,0-1 0,0 0 1,0-1-1,1-2 0,1 0-3,-1-1 1,0-1-1,1-2-1,0 1 1,-1 0 2,2-1 1,0-2-2,1 0 1,-1 0-1,1-1-2,0-1-2,-1 0 0,3-2 0,-2 0 0,2 0 1,0-3 1,1 0 0,0 0-1,0-1 1,0-1-1,0 0-1,-1-1 0,-1 0 2,0 0 2,-1-1-3,-1 0-1,-1-2 1,0 2-1,-2-3-1,2 0 1,-3-2 0,0 0 1,2-1 0,-2 0 0,-1 0 1,1-1-2,-1 1 1,0 0 0,-2-1 2,-1 0 2,-1 1-5,-1-1 6,0-1 2,-1-1 4,-1 0 3,0 0 3,-2 0 9,0-1-1,0-1 1,-1 1 1,-1-1-2,-1 0-2,1 0 1,-2 1 1,0 0 1,0-1 3,-1 2 1,0-1 1,-3 1-21,1-1-11,-2 1 0,0-1 0,0 0 0,-2 1 0,1-1 0,-3 2 0,0-1 0,0-1 0,-1 1 0,-1 0 0,-1-1 0,-1 1 0,1-1 0,-3 2 0,1 0 0,-2 0 0,-1-1 0,1 1 0,-2 0 0,1 0 0,-2 1 0,-1 0 0,0 0 0,-1 1 0,-1 1 0,-1 0 0,0 1 0,2 0 0,-2 2 0,0 0 0,-1-2 0,2 3 0,-1 0 0,-1-1 0,0 2 0,0 1 0,-2-3 0,1 3 0,-1-2 0,-1 3 0,0-1 0,1 2 0,-1 1 0,1 1 0,2 1 0,-1 2 0,3 1 0,-1 1 0,2 1 0,3 0 0,1 2-94,1 0-174,1 0-79,3 0-165,1 0-190,4-2-173,-1 1-163,2-1-59,0 0 37,1 2 164,2 0 209,0 1 205</inkml:trace>
  <inkml:trace contextRef="#ctx0" brushRef="#br0" timeOffset="3439">1822 745 285,'-3'-1'373,"0"1"55,1-1 21,0 1-71,-2-2-58,3 2-33,-1-1-22,1 1-7,0-1 8,0 1 29,0 0 26,-1 0 22,2 1 13,-1-1 0,0 1-18,1-1-36,-1 1-42,1 0-36,1-1-36,0 1-33,3 1-22,-1-1-19,3 0-15,1 1-11,1 0-10,3-1-9,2 0-10,2 0-10,2-1-8,-1 0-8,3 0-5,1-1-8,0 0-5,1-2-4,-1 1-1,-1-1-3,0 1 0,0-1 2,-3-1 4,0 1 3,-3-2 8,0 3 4,-2-1 5,-1 0 2,-3 1-1,1-1-1,-3 1-7,0 1-4,0 0-3,-3 0-2,-1 1-1,1 0-1,-1 1-1,0-1 0,-1 1-3,0 1 0,0 0 0,0 2-1,-2 1 0,1 0 3,0 3 1,-2-1 0,-1 3 5,0 1 3,-1 2-3,-1 1 1,-1-1 2,-1 3 0,0-1-3,-2 2-4,-1 0 2,0 1-2,-2 0-5,2-1-4,0 0-1,0 0 1,1-2-4,1-1 1,0-1-2,1-2 3,2-1-3,1-3-2,1 1 1,-1-1-1,2-3 1,0 1-2,-1-2 3,2 0 0,0-1 0,1 0-1,0 0 0,1-1 0,0-1-1,0 1 1,0-1 1,3 1 0,1-1 0,4-1 0,3 0 1,3-1-1,3-1 0,3 0 0,2-1 1,3-2-1,-1 2-1,0-2-3,-1 0-15,0 1-23,-1 0-36,-3 0-50,-2 2-68,-1 1-111,-3 0-206,-2 0-211,-2 2-214,-2-1-135,-3 2-30,-2-1 62,-2 0 193,0 0 222</inkml:trace>
  <inkml:trace contextRef="#ctx0" brushRef="#br0" timeOffset="5711">3301 128 207,'-2'-2'355,"0"0"52,-1 1 34,2-1-72,0 0-73,1-1-45,-2 0-29,1 2-23,0-1-3,1 0 8,-3 0 21,2 0 30,0-1 29,0 1 28,-1 1 15,0-2 3,0 0-11,-1 1-33,-1-1-34,-1 1-33,1 0-38,-2-1-41,0 0-28,0-1-19,-2 0-19,1 1-16,-3 0-8,0 0-6,0-1-5,-2 1-4,-1 1-1,1 0-4,-1 0-1,-1 1-2,1-1-2,-2 2-1,1 0-4,0 0 5,-2 0-3,1 2 1,0 0-2,0 0 1,-1 1-1,0-1-2,0 2-1,-1 0 0,-1 1-4,2 0 0,-1 1 1,-1-1 2,0 2 1,2 0-1,-2-1 4,1 2 2,1-2-1,0 1 0,2-1 0,-1 1 4,1-1-2,2 1-1,-2 0-1,2-1-2,0 1-3,0-1-3,0 1-2,0-1-3,2 1-1,0-1-2,-2 2 1,2-1 0,0 0-3,-1 1-3,1 1 3,-1 0 2,0 2 0,-1-1 0,-1 0 2,2 2 3,-1 0-3,0-1-1,1 1 0,1 0-3,-1 0-2,0-2 1,1 0 1,1 1-2,0-1-1,1-2 6,0 1-3,2-1-1,-1 1-3,1-2 0,1 1-1,0-1-3,1 2 2,-1 0 2,2 0 0,-1 1 1,0 1 0,2 0-2,-1 0 0,1 3 0,1 0 1,-1 0 0,1 2 5,0-1-2,1 0-3,0 1 0,0-1 0,-1-1 0,1 1-6,0-1 5,1-1 1,-1-1 0,2 1 0,1-2 0,-1 1 0,0 0 0,1-2 0,0 2 0,1-1 0,0 1 0,1-1 0,-1 0 0,4 0 2,-2 1 3,3 0-4,-2 0 1,3-1 1,-1 2-1,0-1 0,2-1-2,-2 0 3,1 0-2,1-1 2,0 0 0,-2 0-1,3 0 3,-2-1-2,0 1 4,2-1-1,-1 0 0,0 0 1,0 0 1,1 1-1,1-1-1,0-1 0,-1 1 0,1-1 0,0 1-2,1-2 1,1 1-2,1 0-4,-1-1 3,1 0 0,2 1 2,-2-2 1,1 1 4,0-2 3,1 2-5,-1-2 3,2 0-4,0 0-3,-1 0-8,2-1 5,-1 0 0,1-1-4,-1 0 4,2 0 4,-1-2 3,0 0-1,0-1 1,0 1-2,0-1-1,0-1-1,0 1-1,-1-1-1,0 1-3,0-1 1,0 1-1,0-2 0,1 1 0,-1-1 2,-1 0 2,1 0-1,-2-2 2,2 2-2,-1-3 1,2 0 0,0-1 0,0 0-1,1-2 1,0 1 0,-1-1 0,1 0 1,0 0-3,-1-1-1,2 0 0,-1-1-1,0 0 0,1 0 1,-1-1 1,0 0 3,-1 0-1,0 1 0,0-2 0,-2 0 0,1 1 0,0 0-1,-2-1-1,-1-2 2,-1 2 1,0-1 1,-1-1 0,0 1 1,-2-1 4,0-1 5,-1 0 1,-1-1 3,-2 1 4,1-1 1,-2-1 0,-1-1-3,0 0 0,-1 0-1,1-1-3,-3 0-2,1 0 0,-1 0 1,0 0-1,1 1-1,-3 1 5,0 1-7,-1 0-11,0 0 0,0 1 0,-1 0 0,0 0 0,-2-1 0,1 1 0,-1-1 0,0 1 0,0-1 0,0 0 0,-2 0 0,1 1 0,1 1 0,-3 1 0,1-1 0,1 1 0,-1 1 0,-1 1 0,3 1 0,-4-2 0,2 2 0,0 0 0,-2-1 0,1 0 0,-1-1 0,1 1 0,-1-1 0,-1-1 0,0 1 0,-1 1 0,1 0 0,0 0 0,-2 1 0,1 1 0,-1-1 0,-1 2 0,0 0 0,-2 1 0,2 0 0,-3 0 0,2 1 0,-2 0 0,1-1 0,-3 2 0,2 0 0,0 0 0,-2 0 0,1 2 0,-2-1 0,-1-1 0,2 1 0,-1 0 0,-2 0 0,1-1 0,0 1 0,0 0 0,0 0 0,-2 0 0,0 2 0,1-1 0,0 1 0,1 1 0,0 1 0,1 2 0,1 0-183,-1 1-105,3 0-101,0 1-181,2 0-186,2 1-171,2-2-138,-1 2-31,1 0 75,-2 0 186,0 0 212,-1 0 213</inkml:trace>
  <inkml:trace contextRef="#ctx0" brushRef="#br0" timeOffset="7587">2780 631 306,'2'-7'373,"-2"0"47,0 1 0,1 0-74,2 1-62,-2 0-45,1 2-32,0-1-18,0 1-7,2 0 4,-2 1 18,1 1 18,1 0 3,-1 1-7,0 1-9,1 1-8,0 2-12,2 1-21,-2 1-10,2 3-8,-1 0-17,0 1-21,1 2-32,-1 1-20,-1-1-20,2 1-14,-2 0-8,-2 0-11,3-1-1,-2 0-1,-1-2-2,2-1 1,-3-2-4,0 1 3,1-4-2,-2 1 0,2-2 11,-2 0 11,1-3 17,-1 0 11,0-1 7,0-3 1,0-2-8,0 0-11,0-4-16,2 0-8,-1-2 0,0 0 8,1-2 9,0 0 8,-1 0 8,4 0 4,-1 1 0,1 1-7,0 2-8,2-1-8,-1 3-6,1 0-2,-1 3-8,2 0-4,-2 1-5,2 2-2,-1 1 0,3 1-7,-1 1 2,2 1 2,-2 2 0,1 2 3,1 0 0,-2 3 1,1 0 3,-1 2 1,-1 1-1,1 0-2,-2 1 0,1 0 0,-4-1-4,3 1-1,-4-1 0,0-1 2,2-3 0,-3 2-2,1-4 1,0 1 2,-2-3 1,0 0-2,-1-1 2,1-1 4,-1-2-1,-1 0 1,0-2 1,0-2 0,-1 0-1,-1-5-1,1 1-3,0-4 1,1 0-5,0-3 0,2 0-1,0-1 1,1 1 1,2 0-4,1 1 0,-1 2 2,3 1-1,-3 1-2,4 1 2,-1 2 0,1 1 2,-1 3 1,1 0 0,1 3-1,0 1 0,0 2 1,-1 1-1,-1 1 1,1 5 0,-1-1 1,1 3 0,-4 2-5,0 0-11,1 2-30,-3-1-63,-1 2-111,0-1-148,2 1-140,-2-2-135,0 0-116,1-1-109,0-2 20,1-1 101,1-3 120,3-3 132</inkml:trace>
  <inkml:trace contextRef="#ctx0" brushRef="#br0" timeOffset="8268">3454 683 372,'3'-13'441,"-2"2"60,1 0 61,-2 0-95,0 0-70,0 2-52,-1 1-25,0 0-15,0 1-27,-1 2-39,-2-1-31,1 1-23,-3 3-27,-2-1-29,0 1-20,-2 2-3,0 1-6,-1 1 0,-1 2-2,0-1-1,1 3-5,0 0-12,-1 2-15,2 1-20,1 2-12,1-1-10,1 2-11,1-1-6,1 2-1,3-1-1,0-1-4,3 0 0,1 0 1,0-2 1,4 0-1,1-1-2,1-2 2,2 0-3,1-1 2,0-3-2,1-1 1,0-2 3,0-1-1,0-3 2,-1-1-3,-1 0 1,0-2-1,-2 1 0,0-3 0,-1 1 1,-2-1-1,-1-1 0,-1 1 0,0 2 0,-1-1 0,-1 2 3,1 1 13,-1 0 18,-1 2 8,1 0 8,-1 2 3,0 0-1,0 1-13,-1 2-14,1 1-9,0 1-9,0 1-1,0 2-1,0 0 0,1 1-2,-1 1 1,0 0 0,2 3-2,-2-1-2,3 1 1,1 0-2,0 0 4,0 0-3,1-1 0,2 0 0,-2-2-17,2 1-43,-1-3-94,-1 1-132,3-3-129,-2 0-123,3-2-105,0-1-81,1-1-65,2-1 52,1-2 87,-1 0 100,0-1 109</inkml:trace>
  <inkml:trace contextRef="#ctx0" brushRef="#br0" timeOffset="8963">3821 636 219,'0'-7'374,"-1"0"50,0-1 46,1 1-74,-2-2-74,2 2-39,-1 0-15,-1 1 11,0-1 12,0 2 2,-2 0-2,0 0-8,-2 1-21,-1 1-34,0 1-38,-3 1-24,-1 0-19,0 2-17,0 1-18,-2 0-17,1 2-11,0 2-14,0 1-9,1 2-10,-1 0-5,1 0-7,1 2-6,2-2-9,2 1-9,-1 1-4,3-1-7,0 0-2,2 0-2,1-1 1,2 0 0,1-2 0,2 1 3,0-2 0,3 0-1,0-2-1,1 0-1,2-3-1,2 0-2,0-2-5,1-1 3,0-2 0,0 0 2,-1-2-2,-1 0 2,0-2 2,-3 1-1,1-2 1,-4 1 2,1-2-1,-2 1 5,-1 0 13,0 1 22,-2 1 25,0-1 19,-1 2 21,0 1 14,0 1 0,0 2-12,0-1-17,-1 2-19,1 1-15,0 0-16,-1 1-13,0 0-8,-1 3-8,0 1-3,2 0-3,-1 1-3,-1 2 0,2 0-2,0 2 0,0 1 0,2 0-1,-1 1 1,2 2 1,0 0 1,0 1-2,2 1 0,-2-1 0,3 1-1,-2 1-1,1 0 0,-1 1 1,1-2 0,-1 1 0,-1-1 2,1-1 0,-3 1 0,1-2 0,-2-1 0,0 0 0,-2-1-1,-2-2 0,0-1 0,-3 1 0,-1-3 0,-2 0 1,-1-1-1,-2-2 0,-1 0 0,-3-1 0,0-3-2,-1-1 0,2-3 1,0-1 0,3-3 1,1-1 0,2-5 3,2-1-6,3-3-7,3-2-11,4-1-20,4 0-28,3-1-49,2 0-87,2-1-157,4 2-177,1 0-193,-2 2-192,0 2-68,-2 2 27,0 1 132,-5 4 170,-2 1 201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12:32.53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40 374 80,'-2'-6'455,"1"-1"94,0 0 89,-1 3 104,0-1-74,1-1-73,1 3-50,1-2-46,1 0-61,-1 2-82,0-1-92,0 1-76,-1 0-59,1 1-39,-1 1-27,0 0-16,1 0-9,0 1-3,-1 0 4,1-1 1,-1 1 4,0-1 1,0 1 4,1 0 0,-1-2 0,2 2 0,-1 0 0,1 0 0,-1 0 0,0-1 1,1 0-2,0 1 0,0 0-2,0-1 2,1 1-1,1-1-2,-1 0 4,-1 0 4,1 0 6,2 0 9,-2 0 9,0 0 6,0 0-3,-1 1-5,1 0-9,0-1-13,0 1-11,-2-1-8,1 0-4,0 0-1,1 1-1,-1-1 2,0 0 1,-1 1 3,0-1-26,0 0-8,-1 0 0,1 1 0,0-1 0,-1 0 0,2 1 0,-1-1 0,1 0 0,0 0 0,3 0 0,-2-2 0,3 1 0,0-1 0,3 1 0,1-2 0,2 2 0,3-1 0,0 0 0,1 0 0,0 1 0,1 1 0,-2-1 0,-1 2 0,-1 0 0,-1 0 0,-4 0 0,1 1 0,-3 0 0,1 0 0,-3 1 0,-1 0 0,1-1 0,-2 1 0,1 0 0,-1 1 0,0-1 0,0 1 0,0 2 0,0-1 0,0 0 0,1 2 0,-1 0 0,-2-2 0,1 2 0,0-1 0,0 0 0,-1 0 0,1 0 0,0-2 0,-1 2 0,0-1 0,0 0 0,0-1 0,0 0 0,0-1 0,2-1 0,-2 0 0,0 0 0,0-1 0,1 0 0,-1 0 0,1 0 0,-1 0 0,0 0 0,0-1 0,0 0 0,0 1 0,0-1-93,0 1-248,0 0-33,-1 0-81,-2 0-115,1 0-104,0 0-82,-1 0-53,-2 1-14,-1 1 23,0 0 81,-3 0 111,1 0 115,1 0 99</inkml:trace>
  <inkml:trace contextRef="#ctx0" brushRef="#br0" timeOffset="1445">0 215 123,'1'-3'287,"-1"-2"40,0 2 27,0 1-51,0-2-42,1 0-13,1 0-1,-2 1-1,0-1-1,0 1 5,1-1 11,0 1 23,-1-1 24,1 1 27,-1 0 24,0 0 14,0 1 7,0 0-23,0-1-34,0 1-41,0 0-47,0 0-44,0 1-42,0 0-29,0 0-17,1 0-14,-1 0-4,1-1-11,0 0-7,1-2-4,2 0-6,-2 1-7,1-1-9,0-2-1,0 1-4,1-1-4,-1 0-4,0 0-1,-2 0 1,1 1 0,0-1-2,0 3 1,-1 0 1,-1 0-1,1 2 1,-1-1-1,0 1 1,0 1-2,0-1-1,0 1-1,0 1-1,0-1 2,1 1 4,-1 2 5,1 0 9,1 1 10,1 3-31,0-1-22,0 4 0,2 0 0,-1 1 0,0 2 0,2 1 0,-1 2 0,1 0 0,1 2 0,-3 1 0,4-1 0,-2 2 0,0 0 0,1 0 0,-2-1 0,2 1 0,0 0 0,-1-3 0,0 2 0,1-3 0,-1-1 0,-1-2 0,-1-1 0,2-1 0,-3-3 0,2 0 0,-2-3 0,1 0 0,-1-1 0,-1-1 0,1-2 0,0 0 0,3-2 0,-2 0 0,5-4 0,2-1 0,2-2 0,2-2 0,2-2 0,2 0 0,1-1 0,1-1 0,1-1 0,2-1 0,1 1 0,0-2 0,2 0 0,1-1 0,0 1 0,0-1 0,2-1 0,0 1 0,0 1 0,0 0 0,-1 1 0,0-1 0,-2 2 0,1 0 0,-4 1 0,0 0 0,0 0 0,-3 1 0,0 1 0,-1 2 0,-3-1 0,-2 1 0,0 2 0,-4 1 0,-2 1 0,-1 0 0,-1 2 0,-1 0 0,-2 2 0,1 0 0,-3 0 0,0 1 0,0 1 0,-1-1 0,0 1 0,-2 1 0,0 2 0,-3 1-123,-3 1-231,-1 3-163,-1 1-207,-3 0-208,0 2-163,0 1-48,0 0 31,-1 1 171,2 0 234,2-2 248</inkml:trace>
  <inkml:trace contextRef="#ctx0" brushRef="#br0" timeOffset="2463">138 231 113,'-1'-6'307,"-1"0"43,1 2 48,-1-1-54,0 1-58,1 1-31,1 1-13,-1-1-6,2 2-4,0-1 0,0 2 6,2 0 8,0 0 16,0 2 16,0 1 13,2 1 12,-1 1 6,2 3-6,-2 0-16,3 1-27,-1 2-36,0 0-42,0 2-43,-2 0-30,2 1-30,-1 0-25,1 1-17,-1-2-11,2 1-9,0-1-6,0-2-4,0 0-3,0-1-1,0-2-1,0 0-1,0-3 1,1 0 0,0-1 5,1-2-1,3-2 0,1-1 2,4-2 0,2-6 1,4-2-3,5-5-3,4-3 0,3-3-3,4-4-9,5-3-21,0 0-43,2-1-73,1 0-123,-1 1-143,-2 1-133,-3 4-122,-3 2-110,-7 4-87,-3 4 36,-7 4 99,-1 3 115,-4 3 133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25.19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86 725 226,'-1'-6'273,"-1"-1"38,0 2-44,0-1-39,0 1-13,0 0-11,-1 0-16,2 1-4,1 0-7,-1 0-3,1 0-4,-1 1 7,1 1 14,-1-1 9,1 1 14,0 0 5,-1 0 6,0 2-1,1-1-4,-1 0-14,1 1-14,-2-1-14,2 0-15,0 1-17,0 0-13,0 0-15,0 0-18,0 0-9,0 0-7,0 0-9,0 0-9,0 0-2,0 0-2,-1 0-6,1 0-5,-1 1-5,0 0 0,0-1-9,0 2-8,1-2-6,-1 2-3,0-1-5,1 0-4,-1 0 2,1 0 3,0 0-3,0 0 0,0 1 2,0-1-3,-1 0-3,0 0-3,1 1 0,0 0-1,0 1-2,0 0-1,0-1 1,0 0 4,0 1 5,0 1 7,0 1 5,-1-1 4,0 2 3,1 0-3,-2 0-5,1 2-6,0-1-2,0 2-4,0 0-2,-1 1-1,1 2-2,0-1 1,0 3-3,0 0 3,0 2-1,-1 0 1,1 2 0,-2 0 1,1 3 1,0 1 0,0 0 1,1 1 0,0 0 1,1 2-3,-1 0-2,1 1 1,0 0-3,0 1-1,1 1-1,-1-1 3,1-2-1,0 1 0,0 0 1,0-3-4,-1 1 1,1-1-4,0-2 2,-1-1-1,1 0-1,0-3 1,-1-1 0,1 0 4,1-1 1,-2-3 1,0-1-1,0-2 1,0 0 0,0-2 1,1-1-5,-1-2-1,1-1 6,-1 0-5,1-2-1,-1-1-15,0 0-48,-1-1-111,-1-2-199,-3-3-192,1-3-183,-1-4-198,-1 0-69,1-3 48,1-2 163,0-4 178,2-2 174</inkml:trace>
  <inkml:trace contextRef="#ctx0" brushRef="#br0" timeOffset="751">90 674 24,'-1'-2'188,"0"-1"11,-1 1-29,1 1-27,-1-2-13,0 1-9,0-1-4,0 0 2,-2 0 7,2 1 7,0-1 2,0 0 3,0-1 6,-1 1 1,1 1 0,0-1 7,-1-1 5,1 2 10,-1-1 10,0 2 23,1 0 29,0-2 21,0 2 13,1 0 1,0 0-9,0 1-25,1 0-39,-2 0-34,2 1-33,-1-1-28,1 0-28,-2 1-17,4 0-16,-2-1-13,2 1-5,0 0-9,2 0 4,2 0 13,1-1 19,3 0 21,2 1 21,2-1 20,1 1 1,3 0-7,0-1-15,2 0-17,2 0-22,0 0-15,3 0 0,3 0 0,1-1-3,2 0-2,2 0 6,2-1 2,0-1-6,0 1-5,0 0-3,0 0-5,-3 0-6,-2 1-7,-2 0 0,-2 1-4,-1-1 0,-2 1-1,-2 0 5,-1 0-3,-3 0-1,-1 0 2,-1 0 1,-2 0-1,-2 1-4,0-1 4,-3 0 2,0 1 1,-2 0 1,0 0 1,-1-1 1,0 1-1,0-1-3,-2 1-8,-1 0-1,0-1 7,0 0 2,-1 0 3,0 0 4,-1 0 12,1 0 4,0 0-1,-1 0 0,0 0-1,0 0-1,0 0-1,1 0-1,-1 0-2,0 0-4,0 0-2,0 0-5,0 0-4,1 0-2,-1 0-3,1 0 3,0 0 0,-1 0 4,2 0 1,-1-1-5,1 1 2,0 0-5,1 0 0,0 0 0,0 1-2,-1-1 4,0 0-4,1 0 3,-1 0-1,1 1-2,-1-1 3,1 0 1,1 0 1,1 0-4,0 0 3,-2 0 1,3 0-1,0 0-3,-2 0 3,0 0 5,1 0-3,-3 0-1,1 0 2,0-1-1,-2 1-2,1 0 1,-1 0 0,0 0-1,-1 0-1,1 0 1,0 0 0,-1 0 0,1 0 1,0 0 3,-1 0 0,0 0 1,0 0 6,-1 0 2,0 0 3,1 0 2,-1 0 2,1 0 3,0 0-3,0 0-3,0 0-7,0 1-2,0 0-2,0-1-6,0 1-1,-1-1 0,1 1 0,-1 0-2,0-1-3,1 1 1,-1 1 2,1-1-1,0 0 3,1 1-1,-1 1 3,1 1 1,0 0-2,1 2 2,0 0-2,1 0 0,-1 2 3,0-1 0,1 2 3,-1-1-5,-1 3 6,1 0 2,-1 0 0,0 1-2,0 2-3,2 1 3,-2 0-2,0 1 1,0 0-4,-1 1 1,1 0-1,0 1-1,0 0-1,0-1 0,1 2-2,-1 0 4,0-1 1,-1 0-3,1 0 0,-1 0 0,2 0 2,-1 0-7,0 0 4,0 0 2,0 0-1,2 0 4,-2 1-2,0-2 4,0 2-4,0 0-2,0-1 2,0 1-4,1 0 1,-1 0-1,-1-1 2,1 0 0,0-1 0,-1 0 2,1 0 0,-1-2-2,0 1-1,1-1 1,0-2 0,-1 0-2,0-1 1,0-1 2,0-1 5,1-1-5,0-1 0,-1-1 0,1-2-1,-1 1 3,1-2-4,-1-2 2,1 1 0,0-1 2,-1 0-3,1-2-10,-1 1-27,0-1-49,0-1-107,0 0-164,-2-2-167,-1-1-140,-1 0-111,-2-1-93,1 0-17,-5 1 98,0-1 135,-1 2 133,-3 0 124</inkml:trace>
  <inkml:trace contextRef="#ctx0" brushRef="#br0" timeOffset="2199">55 1567 10,'-2'-2'172,"-1"1"-3,0 0-22,1 0-25,0-1-18,0 0-14,0 0-6,1 0-2,-1 0 1,-1 1 2,1-2 1,0 2 3,0-1 2,0 0 0,0 0 0,0 0 5,1 0 1,0 1 3,-1 0 7,1-1 6,0 1 9,0 1 6,-2-1 5,3 0 6,-1 1 2,0 0 0,1 0 1,-1 0 5,1 0 0,0 0 4,-1 1 3,0-1 8,1 0-1,0 1-3,-1-1 6,-1 1-5,2-1-6,0 1-12,-1 0-8,1-1-10,0 0-10,1 1-1,2-1 7,-1 0 18,4 0 12,1 0 4,0 0-8,3 0-12,0 0-22,1-1-32,1 1-24,3-2-19,-1 1-9,3 0-13,-1 0-1,3-1-5,0 1-3,1-1-2,0 1 3,0 0 0,0 0-4,1 0 1,-1 0-1,-1 0-1,2 0 0,-1 0 2,0 1 0,0 0-3,0 0 4,-1 0 0,1 0 1,-1 0-2,-1 0 0,1-1 0,-2 1 1,0 0-1,-1-1 1,0 1-1,0-1 3,-2 0 1,2 1-1,-2 0-2,0 0-2,-1 0 4,0 0-3,-1 0-1,1 0 2,0 0 1,-2 0 1,0 0-4,-1 0 2,2 0-2,-1-1-2,1 1 1,-1-1-3,1 1 2,-1 0 0,0 0 2,0-1-4,1 1 1,-2 0 2,2-1 3,-1 0-2,1 1 3,-2-1 5,0 0-6,2 0 0,-2 0-4,0-1 0,1 1-2,-1 0 2,-1 0 3,1 0-1,-1 1 1,-1-1 0,-1 0 0,0 1-1,0 0 0,-1 0 0,-1-1 1,0 1-2,1-1-1,0 1 0,-2 0-1,0-1 1,0 1 0,0-1 0,1 1 0,-2 0 0,3 0 1,-2 0-1,1-1-1,0 0 1,1 1 0,-2 0 1,0 0-2,2 0 0,-3-1 1,1 1 0,-1-1-2,0 0 2,1 1 0,-2 0 4,-1 0-2,-1 0 1,1 0-6,-1 0-25,0 1-73,-2 0-192,-6 2-244,-3 0-289,-6 4-158,-3-1-62,-4 1 29,-1-2 164,-1-4 230</inkml:trace>
  <inkml:trace contextRef="#ctx0" brushRef="#br0" timeOffset="36628">381 128 132,'-3'1'358,"1"-2"69,-2 0 65,1 1-16,2-2-69,-1 1-16,-1 0-1,2 0-4,0-1 0,-1 1 1,2-2-1,-1 0-19,0 2-27,1-2-37,-1 1-37,1-2-36,0 1-48,0 0-38,1 1-28,-1-2-20,2 0-18,0 0-13,0 0-7,3-1-5,-1 0-8,4 1-6,1-2-6,0 0-6,3 2-2,0-2-2,2 0-2,-1 2 0,1-1-4,0 2-2,-1 0-5,0 1-3,-1 2-1,0 0 1,-3 1 2,2 0 0,-4 2 3,2 1 1,-2 0 0,1 1-5,-4 3 3,1 0 0,-2 2-1,-1 0 2,-2 1-1,0 1-2,-2 1-2,-1 1 0,-2 1-1,1-1-2,-3 0-3,0 0 6,2-1-1,-3-1-1,2 0-3,0-1 1,0-3 1,2 0-3,-1-3-1,2 0 0,0-1 1,3-1 0,0-3 0,-1 2-2,1-1 1,1-1-3,-1-1-4,2-1 1,2 2 0,2-2 2,2 0-2,1 0 3,-1-1 1,3 2 0,0-1-1,-1 2 0,1 1 0,-1 1-1,1 1 2,-2 1 3,1 0-1,-1 2 0,-2 1 1,1 1 0,-2-1 2,-2 2-3,1 0-1,-2 1 1,-2 0-2,-1 0 1,-2 2 0,-3 0 1,1 0 4,-3 1 7,-1 0-1,-2-1 1,-2 1-3,-1 1-1,-3-2-1,0 0-6,-2-2 0,0 0 0,-1-1 4,-1-2-1,0-2 1,0 0-3,1-3-2,1-1-4,1-1-8,1-2-15,2-2-24,1-2-38,0 1-59,2-3-126,1-1-196,1-1-199,3-2-177,1 0-153,3 1-41,1-1 75,3 0 174,2-1 197,1 2 195</inkml:trace>
  <inkml:trace contextRef="#ctx0" brushRef="#br0" timeOffset="37442">803 95 200,'-1'-4'390,"-2"1"67,-1-1 57,2 1-36,-1-2-31,1 1-5,-1 0-6,1 0 4,1 1 6,0-2-6,2 1-41,0 1-53,1-2-45,1 1-54,-2 0-50,3 0-53,1-1-36,0 1-30,2 1-23,1-1-17,-1 0-8,2 0-6,1 2-6,1 0-3,0-1 2,2 2 3,-1 1 1,0 1-2,-1 0-3,-1 2-2,1-1-1,-1 2-4,-2 2-2,1 0 2,-2 1 2,-2 1-1,1 2-3,-4-1-2,-1 2 1,-1 2-3,0-2 0,-2 2-1,-1 0 2,-4 0-2,2 1 0,-2-1-1,-1 1-1,-1-2 1,1-1 1,-2-1 0,2 1 4,0-4-1,1 1-2,0-3 2,2 0 0,0-1 3,1-2 0,2 0 2,-1-1 3,2 0-4,-1-1 3,2 1 0,-1-1-4,1 0 1,1 0-7,0-1 1,1 0-3,1-1-2,1 1-1,3-1 1,-1 0 3,3 0 2,2 1 0,0 1-3,1 0 1,1 1-2,0 1 1,1 2-2,-1 1 2,-1 1 2,1 0 0,-1 2 0,0 1 1,-3 1 1,-1 0-1,-2 0 0,1 1 0,-4 1 3,-1-1 1,-1 0 0,-2 1 2,0 0 3,-1-2 3,-5 1-1,0 0 0,-3 0 2,-3 0 1,0-1-2,-4 0-2,1-1 0,-3-1-1,-1-2-3,-1-1-4,0-1-4,-1-3-4,0 0-11,3-2-24,0 0-57,2-3-128,1-3-236,1 0-279,1-2-242,4-1-109,-1 0-13,5-2 91,0-3 217,3 1 274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31.29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203 255 21,'2'-8'302,"-1"-1"44,-1 0 49,-1 0 12,0 2-80,0-1-20,-1 2 3,0 0 15,0 1 9,-1 0 12,-1 0 0,1 2-17,0 1-29,-3 1-42,0 1-46,0 0-49,-3 2-49,-2 2-23,0 4-11,-3 0 1,0 3 3,-1 3 6,0 1 11,0 4-8,0 1-10,2 1-14,1 3-14,3 0-19,2 2-12,3 0-8,2 0-6,5-1-3,1-1-2,6-3-3,2-2-1,4-2 1,3-3 1,1-4-1,3-1-1,0-5 4,2-2-1,-2-4 0,1-2 2,-2-5 1,-1-2 8,-3-3 18,-2-2 11,-1-3 7,-3-1 9,-4-2 20,-3-1-2,-1-1-12,-4 0-6,-2 0-1,-3 2-6,-2 0-14,1 2-2,-4 1-5,-2 3-3,-1 3-4,0 1-9,-2 2-5,0 3-4,-1 3-7,0 3-12,0 2-28,1 3-48,1 2-88,3 2-142,3 1-158,4 3-137,3 0-116,3 2-107,2 1-53,5 0 68,2 0 121,3 0 127,2-3 129</inkml:trace>
  <inkml:trace contextRef="#ctx0" brushRef="#br0" timeOffset="432">662 374 130,'9'-8'421,"-2"-1"80,-5 0 85,-3-1 105,-2 0-105,-2 0-37,1 0-16,-3 1-28,1 1-37,-1 1-92,-1 1-80,0 1-65,-1 1-62,-3 1-44,1 2-41,-1 2-25,-1 1-17,-2 3-14,-2 2-9,2 3-7,-1 1-8,1 2 0,-1 2-1,4 2 0,1 1-2,2 1 0,3-1 2,3 1-2,2 0-3,4-1-1,2-2 0,4-1 0,1-2 0,3-2-1,3-3 4,1-1 0,2-4 3,-1-2 0,3-3 1,-1-2 1,-1-3 0,1-4-3,-2-1 3,-1-4 3,-1-1 6,-2-4 9,-2-2 11,-1-1 16,-4-2 10,-1-1 4,-2-1 8,-1-1 3,-3 0 0,-1 1-1,-3-1 1,0 3 6,-1-1-2,-1 3 2,0 2-1,1 3-7,-2 1-7,1 3-10,1 3-10,0 0-14,2 5-11,0-1-8,1 4-6,-1 1-5,1 2-4,1 4 1,0 2 0,0 4-2,1 3 1,-1 4 1,1 5 2,1 3 0,0 2 2,0 5 1,1 1-7,3 2-22,1 2-28,1 1-40,2 0-47,2 0-64,0 0-104,5-4-140,0-3-144,3-2-112,3-3-96,2-4-79,0-2-20,2-4 96,0-4 132,2-2 133,1-4 131</inkml:trace>
  <inkml:trace contextRef="#ctx0" brushRef="#br0" timeOffset="906">1167 528 106,'10'-15'372,"-4"0"74,-1 0 83,-4-1 40,-2 1-30,-4-1 8,-1 1 8,-2 2 11,-1 0-29,-3 1-58,1 3-78,-3 0-90,0 2-70,-1 2-75,0 3-46,-1 1-33,-1 2-26,0 1-21,0 2-13,1 3-12,-1 2-8,0 1-1,3 4-4,2 1-2,-1 1 0,7-1 0,0 1 0,3 1-2,4 0-1,2-1-1,4-1 3,2-1-4,3-3 3,1 1 2,5-5 1,0-2-1,2-2 0,0-3 2,2-3 1,-1-4-1,0-1-1,-1-5 4,-2-2 2,-1-2 3,-3-4 7,1-1 13,-4-2 14,-1-2 15,-1 0 9,-5-2 13,0-1 6,-1 0-7,-3 0-7,-3 0-10,0 2-5,-1 1 2,0 2 7,-1 3 1,0 1 0,1 3 2,-1 3-4,2 3-19,0 1-15,1 2-10,2 3-10,-3 1-9,2 3-3,0 3-4,1 3 0,-1 5 3,0 3-1,1 4 1,0 2 1,0 3 2,2 2-7,0 4-18,1 1-30,0 2-28,2 2-39,2 0-45,1 1-56,2-1-75,2-1-120,1-3-126,2-2-75,2-3-28,1-1-32,5-5-17,0-3 23,2-3 38,2-5 52,1-2 38,2-5 74,2-4 102</inkml:trace>
  <inkml:trace contextRef="#ctx0" brushRef="#br0" timeOffset="1380">1781 429 101,'12'-16'429,"-5"0"87,-5 1 109,-3 1 155,-3 1-67,-1 2-28,-1 2-25,1 0-44,-1 3-86,2 0-143,0 1-129,1 3-104,1 0-66,0 2-42,-2 3-24,2 2-10,-1 2-6,1 2-3,0 3-2,1 2 0,0 1 1,2 0-3,1 1-1,1 1 1,2 0 1,1-2 1,4 1-1,0-4 1,2 0-2,1-1 5,2-4-4,0 0-1,2-3 3,-1-3 1,0-2 4,-1-2-2,-1-4 2,0-1 5,-2-5 8,-1-1 15,-3-1 15,-1 0 10,-2-1 14,-3-2 9,-2 0-1,-1 1-6,-1 1-9,-4 0-8,-2 2-11,-2 2-11,-1 2-7,-2 0-12,-2 3-6,-1 2-7,-2 1-9,0 2-13,2 3-28,0 1-36,1 3-46,1 1-79,3 1-125,2 1-141,4 0-111,2 0-86,5 3-74,1-2-41,2 0-19,3-1 74,3-1 92,5-2 101,5-2 108</inkml:trace>
  <inkml:trace contextRef="#ctx0" brushRef="#br0" timeOffset="1746">2072 346 209,'15'-4'399,"-1"1"66,-5 1 61,-2 1-39,-1-1-61,-1 2-58,-1-1-51,-1 1-43,-1 1-43,-1 1-40,3 2-31,-2 2-7,1 3 3,-1 2 0,1 1 0,-2 2-9,1 0-17,-1 1-25,1 0-18,0-1-8,-1 0-1,0-2-2,0 0 9,0-4 23,0-1 24,-1 0 19,0-2 17,0-2 20,0-1-3,0-1-18,-1-2-25,0-2-33,1-2-28,0-4-28,0-1-17,1-4-12,1-1-10,-1-2-3,4-2-4,0 1-2,0-1 1,1 2-3,1 0-1,-2 3-2,1 2 2,-1 1-2,-2 3-4,1 3 1,1 0-1,-1 3 1,3 2-3,1 2 3,-2 3 0,2 2 2,-1 3-1,1 3-1,-1 2 3,2 1-2,-2 0 2,1 4 0,1-1 0,-2 1 1,2-2 1,-1-1 0,2 0-1,0-3-1,0-1 1,1-3-1,1-1 3,2-3 1,0-4-1,3 0 1,2-4 1,1-2-3,2-2-2,-1-3 1,1-2 0,-2-1 0,-2-2 1,0-1 0,-3-1-1,-3-1 0,0 0 2,-2 0-2,-5 0-1,1 0 5,-4 2 1,-1 1-1,-2 2 3,-2-1 6,-2 4 5,1 2 0,-3 0 1,-1 3 1,-2 2-3,0 2-6,-1 1-6,0 4-4,-3 2-1,2 2-1,1 1-1,1 2-2,1 3 2,5 0-1,0 0 0,4 0-1,4 1 3,2-1 0,4 0-2,5-2 0,2-1-4,4-2-15,2-1-22,5-2-34,1 0-70,2-4-142,0 0-200,-1-3-227,-1 0-231,-2-3-97,-4 0-2,-3-4 106,-1-1 185,-5-4 230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34.0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152 72 363,'-2'-6'442,"-3"-1"74,2 1 96,-2 2-41,1-1-31,0 2-14,0 1-20,-2 1-46,0 2-74,-1 1-100,-2 3-94,-1 2-71,-1 4-51,-2 2-26,1 5-16,-1 1-7,0 3 0,3 1 0,3 2-1,2 0-3,3 1-5,2-1-5,4-1 0,2 0-4,3-3-7,2-1 5,2-3 3,0-3 2,2-2-2,0-3 3,2-3 7,0-3 5,-2-4 11,2-3 22,-1-4 23,-3-4 19,-1-3 11,-1-2 7,-2-4 6,-2-3-10,-2 0-14,0 0-9,-4-1 0,-2 1-8,-2 1-17,-1 2-7,-3 2-8,1 2-8,-3 2-14,-2 3-7,0 1-7,-3 4-11,1 4-23,-1 0-37,-2 5-61,3 1-100,1 2-152,1 3-155,4 1-133,1 1-120,3 2-133,4 1-5,3 0 99,2 0 132,4-1 137,1-1 147</inkml:trace>
  <inkml:trace contextRef="#ctx0" brushRef="#br0" timeOffset="368">464 177 13,'10'-4'466,"-2"-1"120,-4-1 140,-3 2 126,-1-1-16,0 2-123,0 1-96,-1 0-99,0 1-124,-1 1-119,0 1-107,-1 1-73,1 3-43,0 1-23,-1 4-12,-1 2-8,1 3-2,0 3-2,0 1-4,3 0-1,0 1-1,3 0 0,1-1 2,0 0 2,2 0 0,2-2-1,0-3-1,2 0-1,-1-3 2,2-2-1,0-1 2,3-3 3,-1-3 3,2-3 2,0-2-2,1-3-3,1-4 0,-2-3 1,0-1-1,0-4 1,-1-1 6,-2-3 12,-3 1 7,-1-1 10,-2 2 12,1-1 5,-4 2 4,-2 2 0,1 2 2,-2 2-4,2 3-9,-1 1-5,-1 1-7,0 3-13,0 1-12,0 1-8,0 3-6,-1 2-1,-1 2-2,0 3-4,1 3 2,0 3 2,-1 2-1,2 2 0,0 2-2,2 1 5,0 0 0,4-1 0,0 0 0,1-2 0,3-1-3,1-2-6,0-3-4,3-1-4,-1-3-2,1-2-1,2-3 4,1-5 4,-2-2 3,1-3 5,-2-4 4,1-2 2,-3-3 0,1-1 7,-3-3-4,-2-1 0,0-1 6,-3-1 12,1-1 6,-2 1 4,-1 0 16,-1 3 11,-2 0 8,0 3 5,0 1 6,-1 1 1,0 4-5,0 1-6,-1 2-12,2 3-13,-1 2-13,0-1-14,1 3-7,-1 1-9,0 2-6,-1 3-2,0 2 0,1 3 3,-1 2 0,1 4 1,-2 2 1,0 3 2,1 2 0,1 2 0,0 2 0,1 1 1,1 0-1,1 1-1,1-1 0,2 0 2,0-4-1,2 0-2,1-3 2,2-1-4,0-3-3,2-2-8,2-3-7,0-1-10,3-4-17,-1-2-24,1-1-27,0-4-32,-1-2-43,0-2-69,-2-1-137,0-5-163,-3-1-135,-2-3-115,-2-2-113,-3 0-43,-4 1 89,-4-1 152,-3 0 148,-2 2 143</inkml:trace>
  <inkml:trace contextRef="#ctx0" brushRef="#br0" timeOffset="1062">1021 197 210,'-26'-9'407,"-1"0"82,3 1 101,2 1 40,5 1-28,1 0-23,4 2-47,2 0-61,5 2-93,0-1-124,4 0-106,4 1-70,5 0-38,3 0-20,6 0-8,4 2-6,1-1-5,5 1 0,1 0-45,3 0-103,0 0-142,1 0-159,1 1-161,1 0-174,-1 1-49,-1 1 55,-1 0 113,0 1 148</inkml:trace>
  <inkml:trace contextRef="#ctx0" brushRef="#br0" timeOffset="1240">1596 183 29,'15'5'629,"-3"-2"177,-4-2 141,-2 1 101,-3-1-27,-1-1-234,1-1-232,-2 1-167,1-2-132,0 1-100,0-1-69,2 1-38,-2 0-31,1-1-44,1 0-86,-1 0-215,-1-1-300,-3-1-273,-2 0-139,-5-1-43,-3-1 38,-3 0 191,-4-1 289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36.2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156 246 39,'0'-8'363,"-1"-1"59,-1-2 62,1 1 63,1 0-105,0-2-25,1-1 3,2 1 0,0 0-14,4-2-19,0 2-36,5 0-39,-2 0-38,3 2-33,1 0-30,1 1-36,-1 3-38,1-1-35,-1 4-35,-1 2-22,2 0-15,-4 2-9,0 2-3,-1 1-5,-1 3-2,-1 0-3,-3 2 5,0 3-5,-4 1 2,-1 1 0,0 0 0,-4 2-4,-1 1-5,-2 0 4,-2 0-5,0-1 0,0 0 0,-2-3 4,1 2-2,1-3 0,0-2 1,1-1 0,0-1-3,3-2 2,0-1 0,2-2 0,-1 0-1,3-1 1,0-1 1,3 0-3,1-2 3,2 0-1,2-1 0,3 1 0,1-1-2,2 0 2,2 1-5,0 0 1,1 2 0,-2 1 1,2 2 0,-2 0-1,1 4 2,-2-1 0,-2 3-2,1-1 0,-4 2 1,-1 0 2,-2 1 1,0 1 4,-5-1 6,-1 1 6,-4 0 14,0-1 8,-5 0 5,-4 0 3,0 0 7,-6 1 1,-1-1-3,-4-2-4,-2 0-4,-2-1-4,-3-3-11,0 0-9,0-2-9,-1-1-5,2-3-5,2 0-18,4-1-34,3-3-58,6-1-141,2-2-207,6-2-226,4-1-206,3 0-125,4-3-28,4 3 97,3-3 183,5 1 213</inkml:trace>
  <inkml:trace contextRef="#ctx0" brushRef="#br0" timeOffset="582">715 293 261,'4'-2'566,"-2"-3"103,-2 0 131,0 2 120,-1-1-151,0 2-146,1-1-77,0 1-79,1 1-114,1 1-101,1 1-76,2 2-45,2-1-23,0 2-14,3-1-2,0 3-10,3 1-17,0 0-13,0 2-13,2 2-6,0 0-16,0 1-6,0 1-4,1 1-2,-2 0-3,2 1-4,-2 1-22,1 0-27,-3 0-52,0-1-97,-1 0-160,-1-3-172,-1 0-156,-2-4-147,-1 0-123,-2-3 1,-2-2 110,-2-3 150,2-3 161</inkml:trace>
  <inkml:trace contextRef="#ctx0" brushRef="#br0" timeOffset="817">1049 348 1,'-3'-14'449,"0"0"124,-1 1 170,-2 0 156,0 3-8,1 1-116,1 1-88,-1 3-91,2 0-150,-1 1-143,1 2-107,0 1-69,0 1-44,0 1-32,-1 2-17,-2 3-13,0 1-7,-3 5-6,-2 2-2,-1 3 1,0 1-1,0 2-2,-1 1-4,0 2-4,2 0-22,1 1-51,0-2-82,3 1-150,0-3-177,4-2-175,-1-2-158,3-2-130,1-3-11,1-2 98,3-6 153,2-3 166</inkml:trace>
  <inkml:trace contextRef="#ctx0" brushRef="#br0" timeOffset="1066">1247 230 13,'9'-10'527,"-2"2"175,-4 0 149,-1 2 122,-1 0-29,0 3-198,-1 2-160,1 0-160,-1 1-142,1 1-113,0 3-62,1 3-29,0 1-16,2 4-9,-2 2-6,1 1-7,2 2-14,-2 2-11,2 1-9,0-1-3,2 0-3,-2 0-27,4-1-54,-2-1-117,1-2-173,-2-1-182,3-4-183,-2 0-187,-1-2-58,0-2 54,1-4 142,-1-2 167,0-4 175</inkml:trace>
  <inkml:trace contextRef="#ctx0" brushRef="#br0" timeOffset="1292">1493 139 305,'-2'-16'650,"-3"2"145,1 1 146,0 2 114,1 2-181,-1 2-185,0 2-132,1 1-123,2 1-134,0 1-103,2 1-57,1 1-31,4 0-16,1 2-8,5 2-3,0 1-9,2 1-11,1 4-16,-1 1-13,1 3-9,-1 3-8,-2 3 0,0 2-2,-2 2-1,-2 4-1,-1 1-4,-2 2-2,-3 0-10,-2 2-18,-3 2-31,-3-1-46,-2 0-66,-4 0-122,-2-2-200,-2-2-199,-2-3-176,-4-2-155,-2-6-42,-5-1 66,-1-4 176,-3-4 198,-6-5 199</inkml:trace>
  <inkml:trace contextRef="#ctx0" brushRef="#br0" timeOffset="1634">99 90 263,'-4'-14'453,"-1"0"79,1 2 105,1 0 54,1 2-54,-1 2-5,0 1-2,0 2-24,0 2-70,2 0-108,-1 2-111,-1 0-101,1 1-77,0 1-52,-1 0-34,0 3-22,-1 3-12,0 3-6,-3 5-4,0 3 0,1 7 4,0 4 2,-1 4-1,3 3-1,-1 4-2,2 4-2,3 1-5,3 1 0,3 2-1,5-1-2,4 0-6,4-4-19,5-1-28,5-4-61,5-3-84,5-4-134,6-3-177,3-7-187,6-3-198,2-4-80,3-6 9,1-4 95,0-4 163,0-5 193</inkml:trace>
  <inkml:trace contextRef="#ctx0" brushRef="#br0" timeOffset="2049">2054 222 372,'-2'-8'447,"-1"-1"76,2 2 81,-1-1-48,1 2-34,-1 0 9,1 1 14,-1 0-1,2 2-22,-2-1-61,1 3-70,0-1-74,0 2-61,0 0-65,1 0-51,-1 0-36,1 1-19,0 1-15,-2 1-11,2 2 7,0 2 6,0 3 5,2 2 1,-1 4-4,1 3-13,0 1-15,0 4-12,1 0-13,-1 3-8,-1 0-6,1 1-4,2 2-16,-1-2-28,0-1-33,2-3-42,-3 1-54,1-5-83,2-2-136,-2-3-161,-1-4-150,-2-2-134,0-5-137,-2-2-23,-1-3 92,-4-2 156,2-5 168,-2-1 164</inkml:trace>
  <inkml:trace contextRef="#ctx0" brushRef="#br0" timeOffset="2320">1907 395 296,'-14'-9'497,"0"1"114,1 1 137,3 1 38,2 1-133,1 1-85,3 1-67,1 1-68,4 1-87,2 0-70,4 1-46,2 1-25,3 0-21,5 0-41,1 0-45,3 1-32,2-1-25,4 0-15,0 1-26,3-2-46,0 1-100,0-1-171,0-1-149,2-2-157,0 0-144,0-2-153,-2-1-10,-1 1 114,-2-2 119,-2 0 143,-3-1 149</inkml:trace>
  <inkml:trace contextRef="#ctx0" brushRef="#br0" timeOffset="2516">2526 219 308,'2'-4'659,"-2"-2"166,0 1 142,0 3 99,-1-2-208,0 3-176,1-1-164,-1 2-159,0 0-133,1 2-89,1 1-49,1 1-19,-1 3-4,2 3 3,1 2 2,-2 2-4,0 2-8,-1 1-10,0 2-10,-1 3-10,-1-1-9,1 4-9,-1-1-4,0 0-6,1 3-21,0-3-29,0 1-49,1-1-88,0-2-161,0-2-182,0-2-171,1-3-163,0-3-123,1-1-2,0-2 114,2-5 158,-1-3 175</inkml:trace>
  <inkml:trace contextRef="#ctx0" brushRef="#br0" timeOffset="2790">2878 413 362,'-1'-2'725,"-3"0"116,1-1 91,-1 0 80,0 0-198,2 1-255,1 2-164,1-2-100,4 1-90,1 0-78,2 0-57,2-1-32,0 2-19,3-1-15,0 1 0,0 0-4,-1 0-16,0 0-35,1 0-59,-2 0-108,0 0-130,0-1-138,-2 0-127,-1 0-106,1 0-113,-4 1 14,-1 1 81,-3 0 112,0 1 130</inkml:trace>
  <inkml:trace contextRef="#ctx0" brushRef="#br0" timeOffset="2980">2961 470 427,'-8'6'595,"2"-2"119,-1-1 105,2 0-7,1-1-153,1-1-128,-1 0-94,3 1-70,4 0-58,-1-1-50,3 0-32,1 0-13,2-2-18,-1 0-38,3-2-42,2 0-33,0 0-26,1 0-21,-1-2-25,2 0-46,-1 3-86,-1-2-198,-1 0-255,-2 1-315,-2 0-160,-4-1-53,-2 2 33,-2-1 169,-3 0 241</inkml:trace>
  <inkml:trace contextRef="#ctx0" brushRef="#br0" timeOffset="4128">3609 198 26,'6'-7'438,"-2"3"106,-2 0 125,-1-1 139,0 2-40,-1 1-82,0 0-65,-1 1-69,0 0-102,0 1-125,-2 2-94,0 0-76,-2 2-45,-1 3-28,-3 1-18,-2 4-7,-2 2-6,-2 3 0,-2 0-8,-2 2-4,1 1 2,-1 0-1,-1 1-3,1 0-7,-1 0-4,2 1-5,1-3-7,1 0-4,4-1-4,1-3-1,1-2-3,2-4-1,2 0 0,4-3-2,1-1-2,2 0-1,4-3 1,5-1 1,5-3 1,5-3 2,5 0 1,5 0-2,1-3 0,3 2-5,2 0-11,-2-1-19,-2 3-31,-1-1-43,-1 2-73,-3 0-124,0 1-130,-6-1-112,0 1-101,-3-1-73,-4 1-47,-2-1-7,-3 2 71,-1-2 93,-4-2 109,-1 1 110</inkml:trace>
  <inkml:trace contextRef="#ctx0" brushRef="#br0" timeOffset="4450">3771 338 364,'-11'-11'464,"1"-1"116,0 0 147,-2 2-13,3-1 2,0 3-8,-1-1-39,3 4-79,0 0-123,3 2-125,-1-1-119,2 4-79,0 0-44,2 2-20,0 3-3,1 3 0,1 4 1,0 2 1,1 3-5,0 2-13,0 3-18,1 2-15,0 3-9,-1 4-7,2 0-8,0 1-33,-1 2-58,1-2-130,-2 0-255,-1-3-301,0 0-250,-2-3-106,-1-1-16,-1-3 92,-2-4 234,-1-6 289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41.47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984 63 119,'0'-3'378,"-1"-1"76,0 0 74,1 1 30,0 0-33,-1 1 15,0-1 16,1 1 11,-1 1-6,0 0-37,1 1-70,-2-1-82,1 1-74,0 0-65,0 0-52,-2 1-37,2-1-29,-1 1-17,-1 3-19,-3 2-18,-2 4-15,-3 2-13,-2 3-8,-3 3-5,1 1-8,-2 1-3,1-1 0,-2 2 0,1-1-4,0-2-2,2 1 0,1-1 0,1-2-3,2-3 0,1-2 1,2-1 0,1-2 0,2-1 0,2-4 2,0 0 0,0 0-2,2-2 0,0-1 1,1 0-3,0 0-1,0-1-1,2-1 0,1-1-1,1-1-2,2 1 1,1-2 1,2 0-1,3 1-3,2-1-4,4-1-8,1 3-12,3-1-16,2 1-18,2 0-24,-1 0-33,3 2-44,-3 0-81,0 0-123,-2 0-125,-2 1-100,-1 0-78,-3 1-47,-2-1-2,-1 1 23,-3-1 50,-3 0 76,-4-1 90,1 0 85</inkml:trace>
  <inkml:trace contextRef="#ctx0" brushRef="#br0" timeOffset="381">0 191 292,'1084'-14'450,"-1092"1"113,0 0 144,0 1 25,2 0 3,-1 4-7,1 1-35,1 0-72,-1 2-120,3 2-131,0 1-117,1 1-94,-1 1-59,1 1-36,2 2-18,0 3-6,0 3-5,1 4 7,0 2 3,2 2 1,-2 3-9,1 2-8,0 1-9,-1 2-7,1 1-6,3 2-14,-2-2-30,2 1-53,1 0-96,1-1-188,0-2-218,0-2-212,0-4-196,1 0-68,-3-3 32,2-3 153,-2-4 200,3-4 212</inkml:trace>
  <inkml:trace contextRef="#ctx0" brushRef="#br0" timeOffset="646">1344 230 29,'0'-9'533,"0"3"138,0-1 120,-1 1 109,-1 2-29,2 1-180,0 1-128,1 2-92,2 1-87,3 1-81,2 3-65,2 0-44,2 3-37,2 0-40,-1 3-28,0 2-22,2 0-18,0 1-20,1 1-11,-1 1-5,1 0-7,0 1-6,-1-2-21,0 1-38,-2 0-63,-1 0-117,0-2-189,-1-1-195,-2-2-158,0-2-131,-2-1-78,-2-4 41,0-1 151,-2-5 177,0-1 166</inkml:trace>
  <inkml:trace contextRef="#ctx0" brushRef="#br0" timeOffset="855">1647 295 201,'-5'-15'576,"-1"-1"176,-2 3 157,1 1 125,-2 2-156,3 1-123,-2 3-139,3 0-156,0 3-148,-1 0-117,3 3-73,-2 0-49,-1 4-29,0 3-20,0 2-12,-1 2-5,-3 3-2,2 2-2,-1 1-2,-2 1-3,2 3-21,-1-2-41,0 3-72,2 0-133,-1-2-174,1 1-180,0-2-160,1 0-162,0-1-36,1-1 76,-2-2 146,3-3 168,-1-3 172</inkml:trace>
  <inkml:trace contextRef="#ctx0" brushRef="#br0" timeOffset="1120">1737 309 150,'6'-9'648,"-1"-1"108,-1-2 58,0 3 53,-2 1-76,0-1-243,0 2-154,3-1-78,1 3-36,3-2-42,1 1-51,4 3-52,-2 0-36,1 1-21,0 2-12,1 1-9,-2 2-6,0 0-3,-2 4-5,-2 0 1,1 1 0,-5 2 4,1 2 0,-4-1 1,0 1-1,-2 2-5,-2 0-2,-1 1-2,-2 1-6,-2 0-3,-1-1-3,0 0-3,-1-1-3,1 0 0,0-1-3,1-2-4,1-1-4,2-3-3,1 0-2,2-1-3,-1-4-2,2 1 0,1 0 0,0-2 0,4 0 0,2-2 0,4-1 1,6-1-1,3-1 4,1 0-2,4-2-20,2 1-26,-1 0-35,0 0-58,-2 1-108,-1 1-178,-2-1-183,-2 1-177,-2-1-172,-3 1-54,-1-1 49,-5 0 149,-2-1 182,-1-2 195</inkml:trace>
  <inkml:trace contextRef="#ctx0" brushRef="#br0" timeOffset="1475">2139 206 98,'-4'-15'637,"-1"0"147,-2 1 108,3 1 95,-2 2-38,3 1-266,1 3-184,3 0-122,3 2-88,4 2-73,3 1-56,2 2-25,2 3-11,0 3-8,0 2-11,0 2-8,-1 2-10,-2 4-13,-1 2-13,-1 3-13,-3 0-9,-2 4-9,-2 0-8,-3 2-8,-4 1-12,-1 1-23,-3 0-29,-2 1-48,-3-1-75,-5-1-149,-3-3-200,-3-2-199,-5 0-183,-2-1-129,-6-3-19,-3 0 100,-6-5 181,-3-2 202</inkml:trace>
  <inkml:trace contextRef="#ctx0" brushRef="#br0" timeOffset="1831">546 61 139,'-2'-10'399,"1"1"85,0 1 97,-1 1 68,0 1-31,0 0 6,0 1 12,1 2-12,0 0-48,0 1-88,-1 0-95,0 2-92,1 0-84,-1 0-62,0 2-42,0 2-27,-2 2-10,-1 5-3,-4 5 0,2 6 0,-2 2-2,-1 4-2,2 1-14,1 2-16,0 4-12,1 1-9,2 1-8,2 2-5,3 1 1,2-1-3,5 2 0,1-2-1,2-1-6,5-1-21,2-2-32,6-2-35,0-4-50,5-3-83,3-5-120,5-3-165,6-7-180,3-2-213,3-6-120,3-4-4,1-3 78,2-4 160,-1-1 197</inkml:trace>
  <inkml:trace contextRef="#ctx0" brushRef="#br0" timeOffset="2268">2498 237 214,'1'-6'370,"0"-1"51,1 0 53,-1 2-48,0-1-68,0 1-12,2-1 31,-1 0 48,0 2 52,-1-1 45,0 1 17,0 1-14,-1 0-40,0 1-67,0-1-72,0 2-69,-1 1-46,0 0-32,0 0-25,1 0-15,0 1-24,-1 0-18,1 2-13,1 0-32,-1 3-72,3 3 0,1 2 0,0 3 0,0 2 0,1 1 0,2 2 0,-1 2 0,1 1 0,-1 2 0,1 0 0,0 1 0,0-1 0,-1 0 0,0 1 0,0-2 0,-1-1-39,1-2-296,-2 0-117,-1-3-174,0-3-178,-1-3-161,-3-1-119,-1-5-13,-1 0 98,0-3 191,-2-4 213</inkml:trace>
  <inkml:trace contextRef="#ctx0" brushRef="#br0" timeOffset="2561">2488 470 305,'-10'-11'544,"0"2"134,1 0 137,1 0 68,0 2-167,4 0-112,1 1-95,3 1-120,2-1-127,2 2-100,3-2-65,2 1-41,3 1-18,2 0-12,3 1-6,1-1-8,2 1-36,0 2-83,2 0-129,0 0-165,1-1-180,0 0-192,0 2-120,-2 0 2,0 0 83,-2 0 141,0 0 166</inkml:trace>
  <inkml:trace contextRef="#ctx0" brushRef="#br0" timeOffset="2754">2923 297 278,'-2'-7'627,"-3"-1"103,0-1 104,-1 0 115,2 1-143,1-1-165,1 1-119,2 1-82,4 0-88,0-1-98,3 2-84,1 0-48,1 2-25,3-1-13,1 2-5,0 2-8,-1 1-9,2 2-8,0 1-4,0 1-1,-3 2-3,-1 2-4,1 1-4,-3 1-5,-2 3-2,-1 2-5,-2 0-6,-2 0-2,-1 2 0,-4 1-2,-1 1-2,-3 0-2,-1-1 1,-2 1-2,0-1-1,-1-1 2,0-1 5,0 0 5,-1-3 2,2-1 5,2-2 2,2-1-1,0-4-6,1 2-4,2-3-5,2-1-5,0-1-5,0-1-3,2 0-3,3 0-1,0-1 0,4 0 1,3-2 0,3 1-6,3-1-11,2-1-21,4-1-29,-2 0-42,1 0-57,0 2-93,-3-1-159,-2 0-200,1-1-198,-2 1-191,1-1-66,-2 0 32,2-1 139,-2 0 198,3 0 220</inkml:trace>
  <inkml:trace contextRef="#ctx0" brushRef="#br0" timeOffset="3150">3500 367 116,'-2'-1'624,"0"-1"103,0-1 62,1-1 59,1 0-77,1 0-221,3 1-166,3-2-75,3 1-44,3 0-51,3-1-53,0 1-49,1 1-42,1 0-27,1 0-20,-3 1-11,0 1-52,-3 0-101,1 1-131,-4 1-125,0-1-119,-3 2-118,0-1-87,-4 3-47,-1-1 49,-2 1 84,-3 1 98,-1 1 109</inkml:trace>
  <inkml:trace contextRef="#ctx0" brushRef="#br0" timeOffset="3349">3598 445 70,'-10'8'510,"-2"-2"80,0-2 60,2 0 67,1-1-84,2-1-191,2 0-128,3-1-69,2 0-55,2 0-65,5-1-59,3 0-24,3-1-27,2-1-65,2 0-94,1-2-113,-1-2-125,1 1-130,1 1-141,0-2-33,1 1 43,1-1 85,1-1 112</inkml:trace>
  <inkml:trace contextRef="#ctx0" brushRef="#br0" timeOffset="3531">4064 295 510,'-3'-3'707,"0"-3"129,0 1 129,-2 0 61,2 1-237,0 1-184,0 0-117,1 1-114,1 0-115,0 2-84,0 0-49,1 0-22,0 1-8,0 3 6,1 1 8,1 1-1,-1 4-3,0 0-9,0 3-13,2 2-17,-1 3-21,0 2-15,1 1-11,0 3-9,-1 0-15,2 2-32,0 1-42,0-1-51,-1 0-75,2-1-121,-2-1-181,3-4-173,-1-1-143,2-4-137,0-2-64,1-4 49,1-4 152,3-5 182,1-4 173</inkml:trace>
  <inkml:trace contextRef="#ctx0" brushRef="#br0" timeOffset="3769">4319 431 514,'0'-16'696,"0"2"138,-2 1 136,0 2 21,-1 1-184,1 4-154,0 0-138,0 2-122,1 1-124,-2 1-93,2 2-55,0 1-30,-1 3-13,1 1-4,0 4 2,-2 1 1,0 2-3,0 2-5,1 2-4,-1 0-6,3 2-13,-1 0-9,2-1-9,0-1-8,3 1-5,2-1-6,2 0 2,2-1-5,0-1-3,4-2 2,1-1-3,3-4 3,1 0-1,1-2 1,0-5-1,0 0-1,-1-3 0,1-5-2,-3 0 5,0-3 9,-4-1 15,-2-3 10,-2-1 19,-1-1 15,-4 1 11,-2-3-12,-4-1-73,-1 1 0,-2 1 0,-3 0 0,-2 1 0,-1 2 0,-4 2 0,0 2 0,-4 1 0,0 3 0,-3 2 0,0 2 0,-4 3-85,2 3-270,-3 2-243,0 1-274,-2 2-230,1 1-91,0 2-3,2 1 84,0-1 239,1-1 291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46.18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473 92 235,'1'-6'439,"-1"1"75,0 0 93,0 0 56,-1 2-43,1 0-12,0 0-1,-1 2-14,0 0-56,-1 1-106,1 1-102,0 0-80,1 2-64,0 1-41,0 3-24,0 2-18,0 3-15,-1 2-15,0 1-18,1 2-15,-1 2-14,0 3-7,1 0-7,0 2-4,0 1-3,0 1-4,2 1-15,0 0-39,0-1-70,2-1-135,1-1-206,2-5-207,0 0-181,2-4-158,-2-3-37,3-2 81,1-5 176,1-4 192,0-3 187</inkml:trace>
  <inkml:trace contextRef="#ctx0" brushRef="#br0" timeOffset="241">737 248 184,'0'-15'509,"-2"0"121,-1 4 152,-1 1 129,0 2-134,0 3-120,0 0-81,2 2-102,0 3-136,-2 3-109,1 3-75,0 3-40,-1 3-23,1 2-10,0 3-13,0 1-13,2 3-14,0 1-11,2 2-7,2-1-9,0 0-4,2 2-4,3-4-5,2-1-1,2-1 1,4-4-1,1-2 1,1-3 2,2-3-1,2-4 2,0-4-1,0-3-2,1-4 1,-2-3 5,-1-4 11,-2-2 10,-3-2 10,-4-2 15,-2-1 9,-5-2 4,-2 0-5,-4-3-2,-2 3-6,-3-1-11,-3 0-7,-3 3-7,-1 2-7,-1 2-6,-1 2-5,-3 4-7,2 2-6,-1 3-21,0 2-30,1 3-45,1 1-84,2 3-171,1 2-199,3 2-182,0 2-175,0 3-113,2 1-1,2 2 129,1 0 179,3-1 186</inkml:trace>
  <inkml:trace contextRef="#ctx0" brushRef="#br0" timeOffset="634">1126 210 46,'10'-5'682,"-3"0"149,-3-1 93,-1 1 91,0 1 19,-1-1-309,-1 2-227,1 1-131,1 1-77,2 0-73,4 2-64,0 1-41,2 2-22,2 1-11,2 1-11,0 2-15,3 1-13,-2 1-14,3 3-10,-1 0-3,-1 0-5,-1 2-9,0 0-22,0 0-30,-2 0-52,0-1-91,-2 0-156,-1-2-172,0-2-148,-1-2-123,-4-2-94,1-3-47,-3-2 80,-1-3 140,-1-2 149,0-5 140</inkml:trace>
  <inkml:trace contextRef="#ctx0" brushRef="#br0" timeOffset="837">1471 211 80,'-5'-21'448,"-2"2"109,-1-1 150,2 3 154,-2 1-46,2 3-59,0 2-59,0 1-78,2 4-121,-1 0-136,2 2-125,0 2-83,0 1-50,-1 3-29,-1 2-23,0 4-18,-3 4-11,0 2-7,-2 2-5,0 3-3,0 1-4,0 2-3,0 2 0,1 1-5,2 1-34,0 0-60,3-1-111,1 0-194,2-2-200,2-2-191,0-2-184,3-2-54,-2-2 51,2-5 161,3-2 183,0-5 187</inkml:trace>
  <inkml:trace contextRef="#ctx0" brushRef="#br0" timeOffset="1087">1587 158 170,'6'-18'513,"-1"2"89,0 2 107,2 0 120,0 1-106,1 1-104,2 2-61,0 1-54,3 2-82,1 1-100,2 2-92,-1 1-72,2 2-49,-1 2-31,-1 2-25,-1 0-16,-1 3-12,-1 1-5,-1 1-2,-3 1-3,0 2 4,-3-1-3,-2 1-1,-1 2-3,-3-1-1,-2 1-1,0 0 2,-4-1-6,0 0-3,-2 0-1,0-2-4,-1 0 2,2-1-7,0-3 7,2 0 7,-1-2-1,2-1-1,2-1-2,0 0-1,1 0-4,1-2-10,-1 0 4,2 0 0,2 0-1,2-2 0,3 0 2,0 0 4,5 0-1,0 2 1,1-2 3,1 2 1,0 1 1,-1 0-2,0 2 1,0 2-1,-1 0 1,-1 1-2,-2 3 1,0-1 3,-3 2 4,-1 1 4,-2 0 0,-2 1 3,-2 0 2,-1 1-3,-2-1-1,-3-1-3,-1 1-1,-1-2-2,-3 0-1,-1-2-3,-2 1-1,-1-3-7,-2-1-23,0-1-49,-2-2-88,0-3-164,0-2-179,1-3-169,-1-2-149,2-3-122,0-1-3,1-1 115,4-3 154,0-2 162</inkml:trace>
  <inkml:trace contextRef="#ctx0" brushRef="#br0" timeOffset="1561">1823 8 63,'15'-4'422,"-1"1"59,0 2 67,0 1 92,2 1-65,1 2-63,2 1-21,2 1 7,-1 3-19,-1 0-47,0 2-70,-1 1-70,-3 3-53,0 2-49,-4 2-38,-3 3-37,-2 3-33,-3 2-21,-5 1-21,-2 2-15,-2 1-11,-3 0-7,-3 0-5,-1 0-18,-1-1-41,-4-2-74,-2-1-115,-1-3-143,-4-2-143,-4-2-126,-2-2-104,-4-2-89,-5-2 15,-3-2 92,-4-2 114,-5-2 130,-5-3 134</inkml:trace>
  <inkml:trace contextRef="#ctx0" brushRef="#br0" timeOffset="1877">83 80 105,'2'-14'457,"-2"1"115,0 2 160,0 1 149,-2 2-70,2 3-65,-1-1-56,-1 3-81,1 1-136,-1 2-133,1 0-115,-1 0-78,0 0-47,-2 4-27,1 4-13,-3 1-7,0 3-2,-1 4 3,0 2 1,-1 4 3,0 2-1,0 4-4,1 3-2,2 4-9,3 2-6,3 3-10,3 0-7,4 0-6,3 0-6,6-3-2,5-1-4,5-4-8,4-2-26,6-5-41,5-3-69,3-3-119,5-5-229,2-3-264,2-5-246,0-2-104,-4-2-5,-1-1 79,-3-2 206,-5-2 262</inkml:trace>
  <inkml:trace contextRef="#ctx0" brushRef="#br0" timeOffset="2501">2616 195 114,'-3'-13'440,"-1"1"92,-1 0 121,1 2 137,0 1-83,0 2-29,0 1-21,1 1-43,0 1-89,0 3-119,0 0-111,2 2-97,-1 2-65,0 3-39,0 4-23,-1 3-12,1 2-6,1 3-7,0 3-8,-1 2-9,2 1-5,-1 2-6,0 1-7,1 0-4,1 2-2,0-2-2,0 0-10,1-2-29,0-2-43,0-1-76,1-2-145,-2-4-185,0-1-172,-2-4-144,-3-3-149,0-3-39,-2-1 85,-1-4 153,-1-4 162,0-1 163</inkml:trace>
  <inkml:trace contextRef="#ctx0" brushRef="#br0" timeOffset="2739">2462 402 343,'-3'-10'462,"-3"0"83,3 1 101,-1 1-5,1 1-72,1 2-30,0 1-28,0 0-40,1 1-60,1 0-68,2 2-55,1-1-52,1-1-34,4 0-34,1 0-38,4 0-41,3-1-33,3 0-18,2-2-18,3 2-8,3-1-14,2 1-38,1 0-79,1 1-155,0-1-180,2 1-148,0 0-107,0 1-109,1 0-78,-2 1 71,0 0 134,-4 1 123,-1 0 105</inkml:trace>
  <inkml:trace contextRef="#ctx0" brushRef="#br0" timeOffset="2945">3128 243 427,'-2'-8'560,"-2"-1"88,-2-1 111,1 0 36,-2-1-145,1 2-79,4-2-35,0 1-57,1 1-87,3-2-91,1 3-84,4-1-66,2 0-39,3 3-27,3-2-15,0 3-12,2 2-15,-1 1-8,2 1-8,-1 2-6,-2 2-6,0 1-4,-3 4-4,0-1-1,-3 4-3,-1 0 3,-3 1-2,-1 2 3,-3 1-2,-4 0 0,-3 2-3,-1 0 1,-3 0 0,0 0-3,-2-2 1,0 0-1,0 0 1,-2-3-1,3-2-2,1-1 1,1-1 1,3-2-2,1-3 5,1 1-3,3-2-1,0 0-2,1 0-2,1-2 2,2-1-4,5-1 1,1 0 0,4-1 1,2 1 1,1 1 0,2 1 1,0 1 1,-1 2 1,1 1 2,-2 1-3,-1 2 1,1 1 0,-3 1 0,-3 0 2,-1 2 0,-1-1 5,-5 2 2,-2 0 3,-2 0 4,-2 0 0,-5 0 3,-1 0-4,-3-1 0,-2 0-2,-4-1-5,-1-1-2,-2 1-2,0-3-1,-3 0-1,1-3-8,0 0-21,-1-2-39,2-1-71,0-1-141,3-1-185,1-2-191,3 0-173,2-3-151,1 1-27,3 0 89,3-2 158,1 0 183,4-1 188</inkml:trace>
  <inkml:trace contextRef="#ctx0" brushRef="#br0" timeOffset="3478">3563 393 426,'7'-1'612,"1"-1"58,-2-1 51,1 0 27,0 1-216,2-1-144,0-1-69,3 0-34,3 1-30,0-1-56,3 1-52,2-2-47,0 2-32,1-1-24,-1 0-31,-1 1-72,-2 0-115,-1 2-128,-2 0-119,-1 1-112,-3 1-102,-2 0-94,-2 2 17,-3 2 73,-2 1 92,-3 0 97</inkml:trace>
  <inkml:trace contextRef="#ctx0" brushRef="#br0" timeOffset="3655">3779 462 112,'-10'8'476,"-1"-3"73,2 0 78,1 0 93,1-2-108,0 0-125,3-1-91,0 0-57,2-1-70,2 0-85,2 0-75,5 0-46,2-2-20,2 0-17,4-2-43,3 0-89,3-1-107,2-3-96,2 1-84,-1 0-95,3-1-82,0 1-63,0 0 24,-1 0 54,0 1 57,-2 0 85</inkml:trace>
  <inkml:trace contextRef="#ctx0" brushRef="#br0" timeOffset="3846">4268 304 30,'0'-12'463,"-2"-1"73,-2 0 67,1 0 95,0 1-13,0 1-107,3-1-48,2 2-14,1 0-21,1 1-49,4 0-85,1 2-76,1 0-57,3 0-45,1 2-33,0 1-36,2 0-26,-1 1-22,0 3-16,-1 0-13,-1 2-13,1 1-8,-3 3-2,0 0-2,-1 3-3,-1 1-1,-1 2 3,-3 2-3,-2 1-2,-2 1-1,-3 2-1,0 0-2,-3 1 1,-1-2-3,-1 2 0,1-2-3,-3 0 1,1-2 0,0-3 1,0-1-2,1-2 0,2-1 3,-1-2 2,2-1-2,1-2 0,2 0 0,0-2-1,1 1-6,1-2-4,1 0 0,4-1-1,1-1 2,6 0 3,-1-1 3,3-1 4,2 0 2,1 1-1,0 1 2,-2 1-1,0 1-1,-2 2-1,0 1-2,-2 2 2,-2 2 0,-2 1 0,-1 1 0,-1 1 1,-2 1 1,-2-1 0,-2 2 0,-2 0-2,-2-2 0,-4 1 2,-1-1 2,-3 1-2,-2-2 1,-3 0 2,-2 0 0,-3-1-2,-3-1-1,0-1 0,-2 0-1,0-1-5,1-2-16,0-2-31,1-1-43,4 0-76,1-4-136,4-1-180,4-3-168,2-4-141,4 0-140,4-1-42,3 0 75,5 0 150,0-1 168,6 0 162</inkml:trace>
  <inkml:trace contextRef="#ctx0" brushRef="#br0" timeOffset="4365">4550 308 387,'11'-10'502,"-3"-2"48,1 1 70,-1 0 18,0 1-101,2 1-39,0-1 14,4 3 18,-1 0-21,3 1-74,0 0-81,1 2-71,1 2-70,-2-1-54,3 3-38,-1 0-27,-1 2-20,-2 0-16,0 3-9,-2 0-8,-1 2-7,-2 1-4,0 0-6,-3 3-4,-1 1-6,-3 0-1,0 2-4,-2 1-1,-3 1-1,0-1-1,-2 2-1,-1-2-4,-2 0 0,2 0 0,-3-3 0,2-1-2,1-2 1,0-1 2,2-2 0,-2-2 0,4 0-1,-1-1 2,2-1-3,0-1 0,0-1-2,2-1 0,2-1 0,0 0-2,3-1-3,2-1 1,2 0 1,1 0 1,1-1 2,1 2 0,-1 1 6,1 0-1,1 2 1,-2 2-2,1 2-2,0 0 0,-2 2-2,-1 1 0,-2 2 2,0-1 1,-2 3 0,-3-2 2,0 1 1,-3 1 5,-2 0-1,-4 0-3,-1-1 2,-3 2 0,-4-2 2,-3 1-5,-3 0-3,-3-1 1,-3 0-5,-2-1-16,-1 0-39,-1-2-71,0-2-147,0-2-231,0-2-272,1-3-227,1-2-93,-1 0 2,0-3 111,1-2 214,0-3 262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51.50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299 248 103,'-5'-9'331,"3"1"60,-2-2 53,0 2-28,1-1-68,0 1-18,0-1 8,0 2 15,2 0 14,-1 0 14,2 1 4,0 1-10,2-2-27,-1 1-37,2 1-37,1-1-35,2 2-35,1-1-37,3 1-28,0 0-28,2 1-23,1 1-22,1 2-13,0 0-13,-1 3-9,0 1-9,0 2-9,-2 1 0,0 2-6,-2 1-1,-1 2-1,-2 1 2,-1 1 0,-2 2-1,-3 0 1,-1 1 1,-2 0-1,-2 0-1,-1 0 1,-3 0-3,0 0-1,-2-2 0,0 1 1,1-1-4,0-2 0,0-2 9,1-2-2,1-1-4,3-1 1,-1-2 2,2-2-4,0 0-11,2-2-4,2 0 2,0-1-1,3-1-1,2-1-1,3-1 3,1-1 4,2 1 0,1 0 0,1 0 1,0 2 4,0 2 0,1 1 0,0 0-2,-1 3 3,0 1 0,0 1 1,0 3 1,-3 0 3,-1 0-1,0 2-2,-5 1 1,1-1 0,-3 2-3,-1-2 1,-3 2 3,-3-2-2,0 1 2,-5-1 2,-1-1 2,-3-1-1,-1 0 0,-2-2 1,-1 0 0,0-2-2,1-1-2,-1-2-2,-1-2-1,1-2-4,2-1-23,0-2-49,2-2-85,0-2-144,2-1-163,2-3-166,2 0-143,3-1-138,0 0-11,2 2 94,3 0 136,0 3 155</inkml:trace>
  <inkml:trace contextRef="#ctx0" brushRef="#br0" timeOffset="582">606 355 220,'6'-5'449,"-1"-3"37,1 0 29,1 0 12,1 0-185,3 1-86,0 1-20,3-2 13,2 3 24,0 1 10,1 0 7,1 0 6,-2 3-16,-1 1-25,0 1-38,0 3-33,-2 1-36,-2 0-40,-1 3-27,-1 0-18,-1 1-13,0 1-11,-4 1-12,1 0-6,-2 1-5,-2-1-5,-1 1-5,-2 1-1,-2 0 0,-1-1 0,-2 0 1,-2-2 1,-1 1-1,1-2-2,-2-2 1,1 1-4,3-2-2,-2-1 1,2-2 0,0 0-1,3 0 1,1-2-1,-1 0 0,3 0-1,2 0 1,2-1-2,2-1-1,3 1 3,3-2 0,2 2 0,3-1 2,1 1 0,1 1 0,0 0 0,-1 2-1,1 2 2,-1 1 1,-1 0-3,-1 3 2,-2-1 0,-2 2 7,-1 0 12,-2 1 12,-3 0 19,-2 0 13,-1 1 12,-5-1 2,-1 0-6,-2 0-8,-4 1-11,-2-1-12,-5-1-9,0 1-7,-3-1-7,-4-1-6,1 0-6,0-2-7,0-3-23,1 0-45,1-3-79,1-2-142,0-3-174,4-2-174,1-2-145,2-2-132,4-2-14,0-1 92,7 1 148,0-2 163</inkml:trace>
  <inkml:trace contextRef="#ctx0" brushRef="#br0" timeOffset="1093">1097 418 147,'9'-4'528,"-2"1"73,-3 0 39,1 1 37,-1 0-119,2 1-111,-2 1-41,5 0 3,0 2 20,2 1 16,1 1-47,3 2-73,-2 1-80,1 0-69,2 2-55,-2-1-51,2 2-22,1 1-19,-2-1-11,0 2-5,0-1-6,0 3-4,-2-2-18,-2 0-43,0 0-71,-1-2-130,0 1-158,-2-2-148,1 0-133,-5-2-108,2-1-86,-3-2 47,-1 0 115,1-4 127,-2-2 136</inkml:trace>
  <inkml:trace contextRef="#ctx0" brushRef="#br0" timeOffset="1296">1444 483 99,'-4'-17'462,"0"2"118,0-1 170,-2 2 154,0 2-72,1 1-88,0 2-63,1 2-83,1 1-148,0 1-137,1 2-102,0 2-62,0 1-37,1 1-23,-1 4-10,-2 3-8,2 0-6,-3 4-7,0 2-12,-2 1-10,0 2-14,-1 2-10,-2 2-4,1 0-4,0 1-2,-1 0-22,3 1-32,-2-1-42,5 2-78,0-4-137,0-1-185,3-2-166,2-3-136,-1-1-131,2-4-55,2-2 65,0-3 150,4-5 166,2-5 157</inkml:trace>
  <inkml:trace contextRef="#ctx0" brushRef="#br0" timeOffset="1540">1667 442 27,'14'-13'483,"-2"2"126,-4 1 136,-3 2 120,0 1-39,-1 2-133,-2 0-105,0 3-95,-1 0-105,0 2-98,1 0-71,-2 3-47,-2-1-31,1 4-17,-2 1-21,0 2-10,-2 1-14,-1 1-9,-2 1-8,-1 1-7,-2-1-3,0 2-5,-2 0-6,2-1-7,-1 1-6,2 0-6,1-1-7,0-3-8,3 1-5,0-3-2,2-1-1,2-1-5,1-1-1,2-1 5,3 1-3,1-3 0,4-1-2,4 0-1,1-2-3,4 0-10,2-1-2,1-1-7,1 1-7,1-1-13,-1 1-19,1 0-18,-3 0-36,1 1-46,-1-1-75,-2 1-113,-2 0-120,1-1-109,-3 1-96,0 0-73,-3-1-72,0 2 42,-3-1 96,-2 0 113,0-2 122</inkml:trace>
  <inkml:trace contextRef="#ctx0" brushRef="#br0" timeOffset="1858">1948 473 15,'-7'-14'424,"0"2"111,-1 0 165,-1 0 155,2 2-18,1 2-81,-1 1-60,2 1-78,1 2-146,1 1-143,1 2-108,0 1-74,2 4-41,0 1-18,1 3-5,0 2-1,1 2-5,0 3-9,1 1-10,-1 2-14,2 0-11,-3 3-13,3 0-7,0 1-6,0 1-5,0 1-24,0-2-39,-1 1-60,3-2-108,-3-1-185,3-1-191,-1-4-163,0-1-159,-2-3-78,1-2 29,1-5 146,-3-2 173,1-5 174</inkml:trace>
  <inkml:trace contextRef="#ctx0" brushRef="#br0" timeOffset="2116">2062 338 217,'-1'-17'541,"1"2"95,-1 1 101,1 3 95,0 3-147,2 0-100,3 4-57,1 1-44,2 1-66,3 3-67,2 1-69,0 2-54,1 3-54,0 0-35,0 3-20,-1 1-12,1 3-15,-1 2-16,-1 2-12,-3 3-10,-1 3-13,-1 2-14,-3 1 0,-3 2-10,-3 2-14,-2 1-20,-4 1-35,-2 0-46,-1-1-80,-2 0-124,-2-2-178,-2-2-162,-2-3-140,-1-1-123,-3-2-73,-4-3 48,-1-3 144,-6-4 158,-2-2 159</inkml:trace>
  <inkml:trace contextRef="#ctx0" brushRef="#br0" timeOffset="2510">147 95 49,'-5'-12'382,"2"1"76,-2 1 76,0-1 94,0 2-57,-1 0-1,1 1 31,2 2 9,-2 0-12,2 2-49,0 1-94,1 1-98,-3-1-93,2 2-76,-2 4-54,0 1-38,-2 3-23,-1 5-15,-3 5-5,0 3-1,0 5-1,1 3-3,0 3-5,3 3-6,3 3-12,4 4-5,4 2-6,4 2-1,6 1-6,3 1 1,5 0-2,4-1-11,3-2-22,5 0-39,2-5-54,5-3-115,2-5-231,5-5-259,4-6-259,4-6-112,1-4-26,-1-6 71,-5-3 210,-4-4 255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54.8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271 35 331,'-1'-5'410,"-1"1"73,0 0 69,0 1-25,0-2 11,0 1 23,1 1 24,-1 0 7,1 1-32,0 1-66,1 0-86,-2 1-87,2 0-81,-2 1-62,2 1-43,0 1-26,0 1-14,2 5-6,-1-1-7,0 5-14,1 2-12,0 0-9,1 4-14,-1 1-9,2 0-11,-1 1-4,1 1-3,-1 0-10,0 1-23,2-1-39,-2 1-46,0-2-71,-1 0-133,-1-2-184,-1-1-174,-2-1-152,-2-1-158,-4-2-39,-2-1 74,-2-1 159,-4-3 180,-2-3 180</inkml:trace>
  <inkml:trace contextRef="#ctx0" brushRef="#br0" timeOffset="255">36 318 21,'-7'-13'424,"2"1"77,-1 2 81,1 1 103,-1 1-55,3 2-122,1 0-79,0 1-54,4 1-47,2 1-58,0 0-47,5 0-31,1 1-14,1 1-16,5 0-30,2 1-42,2-1-36,3 1-19,3-1-19,3-1-50,2-1-119,3-1-156,2-1-155,0 0-148,2-1-151,-1 0-91,-1 1 45,-1-1 115,-2 0 132,-1-1 135</inkml:trace>
  <inkml:trace contextRef="#ctx0" brushRef="#br0" timeOffset="442">768 64 140,'8'-10'521,"-5"2"112,-2-1 129,-2 2 124,-2 1-71,-1 2-119,1 0-82,-1 1-85,0 1-112,1 2-108,0 2-100,-2 2-67,0 1-36,-2 4-16,-1 2-7,0 2-5,-2 0-9,0 2-6,-2 1-7,0 1-5,-1-1-6,-2 0-8,2 0-4,-2-1-8,1 0-5,3-1-5,0-2-4,1 0-3,1-2-2,2-3-2,1 0-2,0-2-1,4-2-2,0 0-4,0-1 1,5-1-2,0-1-1,5-1 0,2 0-2,3-2 1,4 0-3,2-1-8,3 0-8,0-1-12,1 2-13,3-1-16,1-1-23,-2 0-23,2 3-39,-3-2-61,-2 1-104,1 0-135,-3 1-116,-4 1-93,-1 1-62,-2 0-37,-3 0-21,-3 1 80,-3 0 103,-2 1 103,-1-1 101</inkml:trace>
  <inkml:trace contextRef="#ctx0" brushRef="#br0" timeOffset="765">898 153 297,'-9'-13'453,"-2"0"97,1-1 132,1 2 46,-1 1-27,1 1-7,1 2-23,2 1-56,-1 0-109,4 3-132,-2 1-129,3 1-93,1 2-53,1 2-27,1 2-13,1 4-1,3 2 5,-1 2 7,1 3 0,0 2-7,1 2-9,-1 1-8,1 2-12,-2 2-12,3 1-6,-3 0-6,2 1-10,-1 2-27,-1 0-42,0-1-64,1-1-113,0 0-201,-3-3-207,3-2-193,-1-3-161,0-2-46,-3-2 57,1-4 169,1-4 198,2-5 208</inkml:trace>
  <inkml:trace contextRef="#ctx0" brushRef="#br0" timeOffset="1060">1250 269 491,'-7'-6'783,"1"0"98,0 0 81,1 2 76,0-1-269,2 1-263,0 0-160,3 2-89,4 0-80,0-1-71,5 1-46,2-1-27,3-1-13,0 2-9,3 0-4,0-1-7,1 1-39,0 0-74,-3 0-134,1 1-152,-4 0-161,1 0-156,-3 2-150,-2 1-41,-3 1 73,-1 1 123,-2 1 143,0 1 151</inkml:trace>
  <inkml:trace contextRef="#ctx0" brushRef="#br0" timeOffset="1261">1318 339 366,'-15'5'639,"3"-3"100,-1 0 107,2-1 85,3 1-238,0-2-195,2 1-113,4-1-92,1 1-103,3-1-82,4 0-49,2 0-29,2-1-22,4-1-48,1 0-103,1-2-134,3 1-130,-1-1-124,1-1-112,0 1-96,2 0-20,1 0 67,1-1 95,1-1 107,2 0 112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56.34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51 118 353,'-4'-9'724,"-4"-1"99,1 1 84,-1 2 109,2-1-159,-1 2-244,3 2-152,1 0-87,0 1-72,2 2-96,1 2-69,1 1-37,2 3-9,0 0 1,-1 5 0,2-1-2,0 3-12,-2 1-9,1 2-14,-1 2-16,0 1-10,0 2-10,0 1-7,-1 2-9,2 0-17,-2 1-31,1 0-43,-1 0-49,1 0-86,1-3-157,1 0-176,0-3-159,0-2-131,1-3-137,0-3-13,-1-1 105,1-6 164,0-3 175,0-3 164</inkml:trace>
  <inkml:trace contextRef="#ctx0" brushRef="#br0" timeOffset="240">185 231 259,'0'-17'565,"-1"0"96,-1 1 100,2 2 98,3 1-170,-1 1-110,2 0-87,3 4-64,1 0-73,3 1-81,-1 2-75,3 1-61,-1 3-30,2 0-27,-2 2-21,1 1-14,-1 3-7,0 0-7,-2 2-8,0 1-2,-3 0-1,1 2-3,-2 0-3,-2 1-4,-2 1 1,-2 0-4,-2 1 0,-2 0-3,-1-1-3,-1 0 2,-2 0 0,0 0 0,0-2-2,-1-1-2,2-1-1,-1-2 0,2 0-1,1-1 1,0-2 1,1-2 1,2 0 1,-1-1-4,1 0-4,1 0-3,2-1-2,1-1 0,4-1 1,2 0 2,1-1 2,3 0 3,-1 2 2,1-1-1,0 1 2,1 1-1,0 1 0,0 1 0,-2 2-3,0 1 5,1 0-2,-2 4 1,-3-2-1,0 3 0,-3 0 2,0 0 0,-2 2 3,-2-1 3,-2 0 5,-3 2 4,1-2 0,-5 1 5,-1-1-1,-1 0-3,-2-1-2,-2 1-4,0-3-4,-3 1-4,0-3-13,-1 0-24,1-1-45,1-2-89,-2-2-154,2-2-165,2-4-154,1 0-142,2-3-142,1 0-12,4-3 102,3 0 138,3-1 151,3-1 157</inkml:trace>
  <inkml:trace contextRef="#ctx0" brushRef="#br0" timeOffset="734">567 53 108,'12'-12'564,"-3"3"122,-2 1 100,-3 1 98,0 1-60,-1 3-154,-2-1-130,0 2-93,1 0-77,-2 2-73,1 3-74,-1 2-55,-1 2-31,-1 4-12,0 3-9,-3 2-9,1 3-10,-1 2-8,1 1-5,-2 1-12,2 0-9,0 2-13,1 0-11,3-2-11,1 2-8,3-2-7,0 0-6,4-3-2,1 0-4,3-2-1,2-2-1,3-3 0,2-4 0,2-2 0,-1-4 1,2-3 1,-1-2 2,-2-4 0,0-2 0,-3-1 1,-2-2-2,-3-2-1,-1 0 1,-4-1 0,-2-1 0,-3 0 2,-3 0 0,-3 0 1,-2 1-2,-4 1-3,-1 1-1,-4 2-7,-2 0-16,0 4-22,-2 1-32,-1 2-38,0 3-56,-1 3-90,-1 2-160,-1 1-168,0 3-145,1 1-133,-4 3-116,1 2 8,1 3 128,-1 1 161,1 2 166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57.61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63 112,'1'-10'600,"-3"1"141,1 0 94,0 1 68,-1 2-100,-1 0-236,2 1-185,0 2-137,1 0-107,2 1-131,1 0-149,-1 2-140,0 0-125,1 2-118,1 1-113,-3 1-95,0 4 22,-2 0 70,0 3 92,-1 0 103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57.8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18 0 468,'-4'9'696,"0"-2"83,1-1 61,2-2 29,-2-1-215,1-1-200,2 0-129,-1-1-71,1 1-57,0-1-70,0-1-55,1 1-34,-1 0-52,1 0-91,0 0-124,0 0-128,1-1-135,-1 1-127,-1 2-110,0 1-49,0 1 47,0 4 91,0 1 114,-1 2 118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9:58.02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 0 175,'-3'14'762,"0"-4"164,1 1 108,-2-3 80,3 1-71,1 0-321,0 1-254,2 1-153,1 0-99,-1 0-77,1 0-55,0 0-39,0-2-20,-1 0-24,0-1-37,-2-2-67,1 1-146,0-2-229,-2-1-272,0-1-225,-1-1-95,-1 0-6,-2-1 112,0-3 209,-3 0 262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30:04.86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78 981 49,'-4'1'197,"1"-1"12,-1 1-27,1-1-27,-1 0-23,1 0-15,-1 0-13,1-1-5,0 0-1,0 0 1,-2 1 6,3-1 7,-2-1 8,-1 2 10,2-1 7,1 0 11,-2 1 7,2-1 10,-1 1 10,1-1 8,-1 1 16,2 0 17,-1 0 19,0 0 9,1 0 4,0 0 6,-1 1-5,2-1-9,0 1-19,0-1-11,0 1-7,0 0-14,3 0-13,-1 0-9,1 1-8,3 0-11,0-1-17,2 2-14,2-1-15,4 1-20,-1-1-14,2 0-11,2 0-11,1-1-11,1 1-5,2 0-3,1-1-6,2 0-1,1-1 4,2-1 2,-1 0 0,3-2-2,1 0-1,-1-1-4,1-1-6,1 0-6,-1-3-2,0 1-1,0-1 0,1 1-1,-1-3 1,0 3-1,0-3 1,-1 1-2,-2 0-1,-2 0 1,0 1 0,-1-2 3,-2 2-5,0-2 2,-1 0 1,-2-1-1,3-1-2,-4 0 1,0-1 2,1 0-2,-1-1 2,-2-1-2,2 0 6,-2-1 0,-1 1 4,0-1 11,-2 0 7,-1 0 10,-3 1 8,0-1 9,-3 1 5,-2 1-2,-1-1-1,-1 0-4,-2-1-6,-2 1-7,-1-1-6,-1-1-7,0-2-7,-1 1-4,-2-1-1,2 2 1,-3-2 2,0 2 3,-1-1 6,-1 1 3,0 1 1,-2 0 0,0 0-1,-3 2 0,0-1-2,-2 1-3,-1 1-3,-2 1-3,-1-1-8,0 0-12,-1 2 0,0-1 0,-2 3 0,2 0 0,-1 1 0,1 1 0,-2 2 0,2 0 0,-1 1 0,2 2 0,-2 0 0,2 2 0,-2 0 0,2 2 0,-1-1 0,1 2 0,-1 1 0,0 1 0,2 0 0,-1 3 0,0-1 0,2 3 0,-1-3 0,0 3 0,1-1 0,0 1 0,1 2 0,-2 0 0,2 1 0,0-1 0,0 2 0,2 1 0,0 1 0,1 0 0,0 1 0,2 1 0,1 0 0,-1 2 0,2 2 0,0 0 0,2 1 0,-1 0 0,4 1 0,-1 1 0,1-1 0,3 1 0,1-1 0,2 0 0,1 1 0,3 1 0,2-2 0,2 2 0,3-1 0,1-1 0,2 0 0,4-1 0,2 0 0,2-4 0,4 1 0,2-1 0,3-3-87,1-3-57,1-1-59,3-3-97,1-4-210,1-3-244,2-3-249,1-4-117,-1-1-28,-1-3 58,-3-1 200,-1-3 257</inkml:trace>
  <inkml:trace contextRef="#ctx0" brushRef="#br0" timeOffset="1122">1596 128 176,'-9'-3'350,"-2"-1"60,3-1 55,-2 2-45,1-2-50,1 0-13,1 0 20,0 1 24,1-1 23,0 0 9,1 1 2,1 0-15,0-1-45,0 1-56,0-1-55,3 0-50,-1 1-49,1-1-42,1-1-26,1 2-20,1-1-18,0-1-14,3 1-5,0 0-5,1 0-2,2 1-1,1 1-4,1 0-1,0 2-5,0 1-3,0 1-3,2 2 0,-2 0-3,0 2 0,1 2-4,-1 1 7,-2 2-2,1 0-1,-4 2-2,1 2 0,-2 0-1,-1 2-3,-3 0 0,0 1-4,-3 1 2,-1-1-1,-2 0 0,1 0-2,-4 0 1,1-1 1,-2 0-1,-1-3 2,0 0-3,1-1 0,-1-2-1,1-2 0,1-1 1,0-2 5,2 0-2,1-2-1,0-1 0,1-1-1,1-1-1,1-1-7,2 0 1,-1-1 1,2 0-1,0-2-2,2 1-1,2-1 4,2 0-1,0-1 2,2 1 0,0-1 0,3 2 0,0 0-1,1 2-2,2 0 0,0 2 0,2 0 1,-1 2 2,0 2-1,-1 1 1,0 2 2,0 0-1,-2 3 0,-1-1 0,-2 1 2,-1 2 1,-3 1 0,1 0 3,-4 0 1,-1 1 1,-2 0 0,-1-1 1,-4 1-1,1-1-4,-5 0 1,0-1-2,-2-1 1,-2 0-3,0 0 2,-3-3 3,-1-1-3,1 0 1,-3-3 0,1-2-1,-2-2-1,1-1 0,0-2-3,1-3-11,1-1-32,0-2-46,3-1-86,0-1-168,4-2-189,3 0-175,1-1-136,3 0-136,1 3-12,2 0 117,3 0 165,0 1 173</inkml:trace>
  <inkml:trace contextRef="#ctx0" brushRef="#br0" timeOffset="1825">1882 137 62,'3'-10'447,"-1"-1"93,0 1 111,-2 1 121,1 0-70,0 1-100,2 0-57,0 1-45,1 0-73,0 2-95,1 0-66,0 0-49,1 2-39,2 0-35,2-1-26,-2 1-18,4 1-20,1-1-14,0 2-8,2 1-6,-2 1-6,1 0-5,0 2-5,-2 0-1,0 1-6,0 1-3,-1 2-2,-2 0-1,1 3-3,-2-1-2,0 2 0,-4 1-2,1 0-3,-2 2-1,-2-2 0,-2 3 0,0-1-4,-5 2 0,1-2 0,-2 1-1,0-2-1,-2 1 0,1-2 0,-2-1-2,1-2 1,-1 1-1,3-4 1,0 1-3,1-4 2,2 0 0,-1 0 0,3-2 1,-2 0 1,1-1 2,1 0 0,1 0-2,1-1-1,1-1-1,1-1-2,3 0-3,0 0 0,3-2 1,0 1 1,2 1 1,-1 0-2,2 0 0,1 1 1,2 0-1,1 2 1,-1 1 0,2 1 3,-1 2 4,0 0-1,-1 2 1,0 2 1,-2 0 1,-1 1 1,-1 2-1,0 1 2,-2 2-1,-2 1-2,0 0 3,-4 2-1,-1 1 1,-1-1 1,-2 0 1,-1 0-1,-4 0 2,0-1 1,-4-2 3,0 1-2,-3-2-1,-2-1 1,-2-1-4,1-2 0,-2-1-4,-2-3 0,0-2-2,-2-2-2,0-3-4,2-3-11,-1 0-26,2-3-52,0-1-90,2-2-209,1-2-262,2 0-282,2 0-160,3 1-49,0 0 36,-1 1 181,0 1 252,-2 2 283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04.40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23 391 61,'0'-7'275,"0"2"30,0-1 34,0 0-51,-2 0-63,2 1-26,-1 0-8,0 0-3,1 0-2,-1 1-2,0 1 2,1-1 4,-2 2 14,1 0 20,0 0 29,0 2 26,-1 0 24,1 1 13,0 0-3,0 1-20,0-1-30,-1 1-35,1 1-44,-1-1-40,1 0-32,1 2-25,1 0-22,2 2-13,-1 0-8,1 1 2,3 2 5,0-1 3,-1 4 1,3-2-2,0 2 1,-1 0-8,2 1-9,0 1-7,-1 0-4,1-1-3,0 1-5,-1-1-2,0 0 0,0-2-1,0 1 8,-2-4 5,0 1 8,0-4 10,-1-1 14,1-1 8,-1-2 3,5-3 2,1-5 0,6-5-6,4-5-7,6-4-10,3-5-9,4-5-9,6-1-8,0-3-7,2-1-5,1 1-5,-1 0-2,-2 1-2,-1 1-2,-3 4-1,-1 0 0,-3 4 0,-4 2 0,-4 4 1,-2 2-1,-5 1 1,-1 4-5,-3 1-12,-2 2-21,-2 2-28,-1 2-42,-3-1-63,1 2-104,0 1-179,-1 0-195,-1 1-200,-2 3-152,0 1-42,-4 2 56,0-2 162,-3 0 201,-1-1 220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06.24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214 103 209,'-2'-8'338,"-1"-1"54,-2 0 53,2 1-75,-1 0-36,-1 1 10,1 0 24,0 2 22,1 1 4,0 1-6,0 0-34,1 1-52,1 1-64,0 1-67,0 1-52,1 1-20,1 2 22,0 2 30,0 5 14,1 1 11,2 4 8,-2 1-19,1 3-43,1 2-43,-2 1-26,2 2-14,0-2-13,0 2-10,-1 0-7,3-2-2,-2 1 0,1-2-17,0 0-29,0-3-59,-1-1-104,1-1-129,-2-4-135,0-2-108,0-1-102,-4-2-76,-3-2-47,-2-3 51,-2-2 90,-3-2 101,1-2 116</inkml:trace>
  <inkml:trace contextRef="#ctx0" brushRef="#br0" timeOffset="276">23 228 1,'-5'-15'339,"-2"1"62,4 0 57,-2 1 51,3-1-131,1 2-56,2 0-35,2-1-28,2 1-25,4 0-23,1-1-18,2 2-29,5 0-29,2 2-30,3-1-31,3 3-26,3-2-21,2 3-7,3 0-10,1 0-8,-1 3-35,0-1-71,2 3-84,-3 0-97,0 2-97,-2 2-108,-2 1-98,-4 3 1,-2 1 48,-1 0 74,-4 1 87</inkml:trace>
  <inkml:trace contextRef="#ctx0" brushRef="#br0" timeOffset="496">681 200 22,'-7'5'376,"-1"0"53,-3-1 49,1 0 51,1-2-101,-1 0-62,1 1-26,2-1-24,1 2-28,0-2-38,1 4-52,-2 1-32,2 2-12,0 1-2,0 4 9,0 1 9,1 2 5,0 0-20,1 3-27,1 0-21,2 1-19,0 1-13,3-1-10,2 1-12,-1-3-11,4 1-7,1-3-4,2-1-6,3-2-4,2-4-2,0-1-3,1-5-3,2-1-2,0-4 1,0-1-5,-1-4 0,0-3 2,-3-2-1,-2-2-1,-1-2 0,-4-2 0,-2-2 10,-4 1 14,-2-3 13,-2 0 12,-2 0 9,-4 0 6,-1 1-3,-1 0-12,-4 1-7,0 2-13,0 1-10,-2 2-7,0 4-8,1 0-4,-2 3-6,2 1-7,1 3-26,1 1-54,4 2-111,0 3-146,3 0-150,2 5-138,1-1-104,3 5-103,0 0 0,2-1 90,4 0 120,2 0 127,2-3 122</inkml:trace>
  <inkml:trace contextRef="#ctx0" brushRef="#br0" timeOffset="896">953 253 105,'3'-4'431,"-1"2"65,0-1 61,-2 0 62,-2 1-146,2 1-106,-1 1-72,1 0-56,0 1-52,0 1-62,1 3-54,1 0-32,0 6-10,0 1-2,0 2-3,0 2 6,1 2 4,0 0 1,-1 1-4,2-1-2,-2-1-7,1 0 0,0-1-3,0-3-2,0-1-1,0-1-4,-2-3 4,1-2 22,0 0 37,-1-2 43,0-3 34,-1 0 20,0-2 7,-1-2-16,0-4-33,-1 0-43,0-5-34,2 0-22,-1-1-10,0-2-9,1 1-5,1-2-3,0 1-1,1 1 1,2 0 0,0 2-2,1 1 0,-1 1-2,4 1-1,-1 2-1,1 3-1,0 0-1,2 2-2,0 2 1,2 2 1,0 2-2,0 2 3,2 2-1,0 1 2,-2 2-1,0 2 1,0 1 0,0 1 9,-1 0-2,-3 1-2,1 0-1,-1-1 2,-1 0-2,-1-2-7,-1 1 3,-1-4 7,-1-1 2,-1-1 2,0-4 24,-1 1 33,-1-3 26,-1-1 8,-1-1 7,-3-3 5,1-2-19,-2-2-31,1-2-20,-1-3-14,2-1-7,2-3-4,-1-1-4,4 0-4,2 0-6,1-2-1,3 2-4,-1 0 2,3 1-1,1 2-1,0 2 0,1 1 0,2 2 1,-1 3-2,-1 1-1,1 3 0,-1 3 2,3 2 1,-2 2-1,-2 2 1,0 2 0,-1 4-2,-3 0-8,2 3-26,-2 2-66,-3 0-128,0 1-153,0 1-139,0 0-134,-1 0-116,-1-1-86,-1-1 46,0-2 110,1-4 118,2-2 129</inkml:trace>
  <inkml:trace contextRef="#ctx0" brushRef="#br0" timeOffset="1511">1640 391 65,'5'-12'367,"-4"0"55,-1 0 58,-2 0 50,-1 2-108,-1 0-42,-1 0 0,0 1-1,-1 1-12,1 1-24,0 0-12,0 2-24,-1 0-46,2 1-31,-3 1-33,1 1-32,-2 2-42,0 0-34,-2 4-24,0 1-17,-1 2-12,-1 1-8,1 2-5,0 1-4,1 4-1,-2-2-5,4 3-1,1-1-2,2 0-4,2 1 1,1-1-2,3 1 2,2-2-3,3 0 1,3-1-2,0-2-1,2-3 0,2 0 3,2-2 2,-1-4-3,1-2 3,1-1 0,0-1 3,0-5-3,0 0-3,-3-3 0,0 0-1,-1-2-1,-2-1-4,-2-1 3,-1-1 2,-1 1 0,-3 0-1,-2-1 0,0 1 0,-2 1-2,1 2 3,-1 1 13,-1 1 11,0 2 9,-1 1 3,2 2 1,0 1-9,1 1-10,-1 0-11,0 1-10,1 2-4,0 2 0,0 1 3,0 3-1,0 2 1,2 1 0,0 2 0,2 0 4,0 1 2,2 0-5,1 1-1,2-1 1,1 0-7,3-1-20,1-2-26,0-1-46,2-1-81,1-3-114,2-3-113,1-2-94,1-2-73,2-3-38,-1-4 8,0-2 43,-1-2 60,-3-1 58,0-3 61,-2-1 75,-4 0 99,-1-3 114,-3-1 101,-3 1 94,-2-1 79,-2 1 53,-1-1 30,-1 2 14,-1 0 24,-1 0 31,1 3 34,-2 0 49,2 2 40,0 2 28,0 3 12,0 1-23,-1 1-44,1 3-74,1 1-85,0 1-82,0 1-71,0 2-50,1 0-27,0 2-9,0 1 1,0 2 9,2 2 6,0 3 8,0 1 7,1 4-3,0 0-7,-1 3-7,1 2-8,1 1-6,-1 1-7,0 2-6,1 0-3,-1-1-4,2 1-3,-1-2-3,0 0-2,3-2 1,-1-2-1,0-2-1,1-1 4,2-3-3,0-1-3,1-2-10,0-2-13,1-4-17,1-1-30,2-2-41,1-3-58,-2-1-110,1-2-138,-2-1-125,0-2-111,-2-1-95,0 1-91,-5-3 11,-1 2 96,-2-1 111,0-1 125,-3 1 128</inkml:trace>
  <inkml:trace contextRef="#ctx0" brushRef="#br0" timeOffset="2286">996 290 128,'1065'-3'452,"-1090"0"86,1-1 94,2 0 107,2-1-104,4 1-52,0 0-58,5 1-61,1 0-84,4-1-102,3 1-108,5 1-80,3-2-44,7 0-29,2-2-52,3 3-92,2-2-117,0 0-113,2 2-106,-2-1-95,1 0-64,-1 3-41,-2-1 6,-1 1 54,1 1 78,-2 0 82,2 0 96</inkml:trace>
  <inkml:trace contextRef="#ctx0" brushRef="#br0" timeOffset="2469">2361 199 91,'0'2'443,"-2"0"63,0-1 58,-2 1 64,0 1-117,2-1-93,-1 1-58,0 1-34,0 2-37,1 1-36,1 0-43,-1 3-35,2 1-16,0 0-12,0 2-9,3 0-22,0 0-18,1 1-18,1 0-17,2-1-12,1 0-7,1 0 1,2-2-4,1 0-8,1-1-1,1-3-3,2-1-5,-1-2-2,3-2 1,0-2 1,1-4 3,-1-2 10,-1 0 16,-2-4 16,0 0 14,-4-3 10,-1-1 8,-2-3 5,-3 0 1,-4-2-6,-2 1-9,-3-2-2,-3 0-6,-2 1-13,-5 3-12,1 0-13,-4 1-9,2 2-12,-3 4-14,0 2-19,0 3-34,1 4-52,-1 3-109,2 2-223,0 3-253,0 2-267,1 2-121,0 1-29,1 0 67,0 0 198,2-1 245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09.47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31 313 62,'-4'-11'320,"1"2"63,0 0 61,0 2-1,1-1-40,-2 3 5,2 1 26,0 1 7,1 1-13,-1 1-36,0 0-55,0 2-63,2 1-60,-1 1-34,1 2-3,1 3 5,0 0-2,0 4 0,2-1-21,-2 2-31,0 0-44,2 0-30,1-1-18,-1 1-15,0-3-8,0-1-6,0-1 0,0-1 2,0-2 0,0 0 4,-2-3 9,-1 0 11,1-2 7,-1-1 1,0-1 0,-1-4-3,1-2-10,-1-1-12,0-2-6,-2 0-5,1-2-1,0 1-1,0 1 0,0 0 3,0 1 4,0 2 7,0 2 3,1 1 3,0 0-2,0 2-2,1 1-7,-1 2-7,-1 1-5,0 4-1,0 2-2,1 3 2,0 3 1,-2 1-2,3 2 2,0 1 0,0 1-1,3 0-4,-2 0 1,3 1 1,3-2 0,0 0-1,3-1 4,0-2 0,2-1 0,1-4 1,3-1 2,0-3-1,1-2 0,1-3 0,0-2 1,-1-3 0,0-3 1,0-2-1,-2-2 0,-1-3 0,-2 0 0,0-1-1,-3 0-1,-1 0 2,-4 1 0,1 1 0,-2 2-2,-1 2 0,-1 3-1,0 0 0,-1 2-5,1 2-2,1 1 0,-1 2 0,1 2-2,0 1 2,1 4 2,1 1 7,0 3 0,3 0-2,0 2-1,1 0 1,2 0-1,2 0-4,0-2 2,0 0 0,2-3 3,1 0 0,0-2 1,1-4 1,1-1 0,-2-2 4,1-2-1,-2-2 1,-1-4-2,1 0 0,-4-2-1,-1-2 1,-2-1-3,-1-2 3,-4-1 0,-2-1-1,0 1 0,-2-1 0,-1 1 0,-2 2-4,1 1-16,0 2-29,0 2-50,0 1-97,0 2-155,2 1-159,0 3-131,1 2-98,0 3-84,-1 1-42,2 3 78,2 0 122,1-1 125,1 2 117</inkml:trace>
  <inkml:trace contextRef="#ctx0" brushRef="#br0" timeOffset="683">679 277 99,'9'-2'399,"-2"0"83,-2 1 76,-1 0 40,-1 0-53,-1 0-46,-1 0-35,0 2-43,0 0-48,-1 1-65,0-1-57,1 1-46,-1 0-35,2 2-20,0 1-6,0 2-4,0 1-22,1 2-22,-1 1-20,1 0-19,0 1-20,-1 0-16,2 1-9,-2 0-33,0-1-70,-1-1-113,1-1-133,1 0-127,-1-3-123,-1 0-101,-1-3-82,-3-1-4,-2-3 68,0-1 94,-2-3 107,1-3 118</inkml:trace>
  <inkml:trace contextRef="#ctx0" brushRef="#br0" timeOffset="916">619 129 33,'-5'-18'368,"1"1"59,1 3 47,0 1 31,2 2-156,0 3-109,2-1-69,1 3-58,3 1-42,0 0-19,3 4-10,1 1-8,-1 1 3,2 3 4,-2 0 3,-1 2-5,0 0 2,-1 3 14,-2-2 9,-2 1 33,1-1 44,-2 0 63,-1 0 53,-1-1 41,-3-2 30,1 2-1,-3-2-20,0-1-42,-1-2-47,-2 0-47,0-2-40,1-1-30,0-3-29,1-2-31,0 0-15,1-2-15,2-1-18,0 0-35,3 0-70,1-1-111,2 2-132,1-1-127,2 3-118,2 1-97,1 1-97,1 2 17,0 2 81,2 2 105,0 0 115</inkml:trace>
  <inkml:trace contextRef="#ctx0" brushRef="#br0" timeOffset="1212">922 60 285,'4'4'485,"0"-1"81,-2-2 90,-1 0 25,-1 0-105,1 0-70,0 1-50,-1-1-55,0 0-66,0 0-73,0 1-39,1 1-18,0 2-9,1 1-4,0 2-7,0 3-7,0 3-32,1 1-37,-1 3-29,0 3-20,-1 2-13,1-1-15,1 1-13,-1 2-8,1-1-5,1 0-2,0-1-6,1 1-22,0-2-41,-1-1-80,3-4-139,0 0-168,0-3-149,0-3-122,2-4-97,-1-2-80,1-3 57,-2-5 122,3-5 128,0-3 130</inkml:trace>
  <inkml:trace contextRef="#ctx0" brushRef="#br0" timeOffset="1436">1161 247 8,'4'-27'393,"-2"3"91,0 1 111,-2 4 150,-2 1-23,2 4-17,-1 2-31,0 1-45,0 5-85,0 0-136,0 2-124,1 3-95,1 1-58,1 4-26,0 3-8,3 2 5,-2 3 1,1 5-3,-1 2-13,0 3-16,1 2-17,-2 1-18,0 1-13,0 2-11,0-1-23,1 1-45,-2 0-96,0 0-236,0-2-293,-1 1-285,-1-3-136,-2-2-39,0-4 52,0-3 212,1-5 279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11.93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178 119 2,'1'-11'336,"-2"0"58,-1-2 59,-1 0 62,-1 2-108,-1 0-32,0 0 7,-1 1 14,0 2-9,0 0-20,-1 3-24,1 0-46,-3 3-54,0 2-58,-1 3-41,1 2-32,-2 5-30,-1 2-14,1 3-11,1 2-2,-1 2-2,1 0-1,1 3-3,1-1-1,3 1-9,2 1-7,2-2-9,2 0-4,4-1-8,1-1-5,3-1-1,2-2 1,4-3-1,1-2 0,3-1-8,0-5-50,2-1-96,0-3-121,2-2-114,-1-3-106,1 0-94,-1-3-48,-1-1 0,0-2 0,-3 0 36,2-3 65,-2-2 80,0 0 85</inkml:trace>
  <inkml:trace contextRef="#ctx0" brushRef="#br0" timeOffset="256">453 117 239,'5'-15'388,"-5"3"68,0 3 64,0-1-69,-2 3-52,1 2-45,0 0-46,-1 3-49,0 0-49,0 2-49,-1 3-35,1 4-14,-3 3-3,-1 3 5,2 2 6,-2 2 12,2 1-2,-1 1-14,3 0-17,1 1-17,2-1-17,1 0-19,2 0-16,3-3-10,0-1-5,4-1-6,1-1-2,2-4 5,0-1-1,2-4-10,1-2 0,1-4 3,2-2 1,-1-3-5,1-1 1,-2-2 10,-3-2 6,0-1 30,-3-1 41,-5 0 32,-2-2 30,-3 0 22,-2 0 5,-3-1-20,-4 2-34,1 0-31,-4 0-24,0 2-21,-2 1-16,-2 3-12,0 3-9,-2 1-13,0 3-29,0 2-66,2 2-120,0 3-160,2-1-159,1 2-145,3 2-145,0 1-72,2 0 51,0 1 120,3-2 140,2-1 146</inkml:trace>
  <inkml:trace contextRef="#ctx0" brushRef="#br0" timeOffset="665">914 114 176,'-1'-1'502,"-2"-2"52,-1 0 42,0-1 33,2 1-197,-2 2-176,3 0-96,0 1-51,1 2-44,1 3-32,1 3-16,1 1-7,-1 2-6,1 2 2,-1 1 5,0 2 13,-1 0 17,0 1 9,0-2 21,1 0 10,-2-1 12,1-1-7,-1-2-5,0-2-4,1-2 1,-1 0 21,1-3 36,-1 0 38,0-4 27,-1 0 13,1 0-9,-1-5-27,0-2-46,1-2-44,-1-1-38,1-3-23,1-2-10,0-1-7,1 1-6,2-3-3,-2 1 2,5-1 0,-1-1 4,1 3-2,2 0 3,-1 1 1,1 2 1,0 2-2,0 2-6,1 2 2,-1 3 1,1 2 0,1 4 4,-1 2 7,0 3 6,1 2 5,-1 1 5,-1 4 3,1 1-5,-1 1-1,-1 0 0,-1 2-4,-1-1-7,-1 0-4,-1-1 0,1-2-3,-2-2 2,0 0-1,1-2 1,-2-3 11,-1-1 16,1-1 14,-1-2 11,-1-2 5,0-2 5,0-2-11,0-3-14,0-2-14,0-4-14,1-2-8,3-2-6,0-1-5,1-2 2,0 0-4,1 0-2,0-1 1,1 3 0,1 0 0,-1 2-1,-1 1-1,-1 3 2,1 3-1,0 1-2,-2 4 1,3 0-1,-1 5 2,1 1-4,0 3 5,1 1 0,0 4 1,-1 2 1,0 1 0,1 2 4,-2 1-4,1 1-1,1-1 1,-2 2 0,3-1-1,-1 0 0,2-1 3,1-2-1,1-1 2,1-1-1,0-2 0,3-2 0,0-3-1,3-1-1,1-4 1,1-3-2,1-2 2,4-3-1,-4-2-1,1-3 1,-1-2 0,-2 0 2,-3-3-1,-2 0 3,-3-1-2,-4 0 1,-2-2 1,-2 1-1,-3 1-3,-3 1 1,-4 1 2,-1 1-1,-3 3 3,-1 1 3,-1 3 2,-2 2 2,-1 3-2,0 2 0,0 4-2,1 2-3,-1 3-1,3 2-2,0 1 0,3 3-2,0 0 1,2 2 0,2 1-3,3 0 1,3 0-1,2 1-3,5 0 0,2-1 3,4-1 1,5-3-1,5 0 0,2-2 3,5-3-9,4-3-24,1-2-71,-1-2-172,-1-3-221,-4-1-247,-2 0-210,-5-2-90,-6 0 9,-3-1 139,-6 0 205,-2-1 236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13.76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96 348 32,'-2'-6'382,"0"2"79,-2-2 81,2 2 102,-1 0-66,1 2-32,0 1-21,1-1-35,0 2-55,-1 1-81,2 0-85,-1 1-56,1 3-42,1 3-27,-1 1-12,2 1-9,-1 3-19,1 0-28,0 2-24,1-1-17,0 2-10,-1 0-11,2 0-7,-2 0-12,0 1-51,0-1-130,2-1-173,-1-1-174,-1-2-183,-1-2-188,-1-3-53,-1-3 74,-1-3 141,-1-3 160,-1-3 175</inkml:trace>
  <inkml:trace contextRef="#ctx0" brushRef="#br0" timeOffset="236">38 159 77,'-3'-24'399,"-3"2"77,0 1 78,1 3 83,0 2-119,0 1-78,3 3-55,0 3-63,0 1-71,-1 2-81,3 2-68,3 0-51,0 3-26,1 2-51,4 1-72,-1 3-79,1 0-100,-2 3-103,3 1-107,-2 2-113,1 2-17,-2 0 34,2 1 72,-1 0 94</inkml:trace>
  <inkml:trace contextRef="#ctx0" brushRef="#br0" timeOffset="420">262 308 224,'4'15'329,"-1"-1"39,-1 0 34,0 2-104,0 0-81,-1 0-45,0 2-23,1 0-26,0 0-18,3-1-16,-2-1-10,0-1-1,0-2 6,0-2 14,-1-2 16,1 0 39,-1-3 69,-2-1 80,0-2 61,0-2 28,-1-1 8,-2-3-14,0-2-55,0-1-77,-1-4-65,0 0-50,1-3-36,-2-2-34,3-1-25,1-2-12,1 0-12,1-1-5,1-1-4,4 0-1,0 2 0,1-1-4,2 2 2,0 2-3,0 3-1,2 0 1,-1 3-4,1 3 1,0 2-1,2 4 0,-1 2-1,0 1-1,0 6 3,-1-1 0,2 5 3,-3 2 1,0 0-1,-1 4 0,-2 0-11,-2 2-21,0 0-50,-2 1-106,-1-1-138,2-1-137,-2 0-123,1-3-113,-1-2-100,1 0-22,0-5 75,0-3 101,2-3 114,0-4 125</inkml:trace>
  <inkml:trace contextRef="#ctx0" brushRef="#br0" timeOffset="787">705 305 183,'5'-22'495,"-3"2"129,0 1 169,-2 2 144,-2 2-129,2 3-90,-2 0-68,1 4-107,0 1-155,0 1-142,-1 3-98,2 1-61,-1 1-38,1 3-26,1 2-8,-1 2-2,2 2 6,-1 3 3,1 3 3,-1 2 7,0 3-4,1 1 0,-2 2-7,1 2-3,0 0-5,1 0-4,-1 1 0,1-2-2,2 0-3,-1-2-2,1-1-2,2-2 1,-2-1-3,3-2 0,1-2 1,3-2 2,0-3 1,3-2-1,3-2-1,1-4-2,1-1-13,2-2-18,0-2-27,-1-1-39,1-2-63,-3 0-96,-2-2-120,-1 2-120,-3-1-110,-2 1-85,-2-1-63,-4 1-48,-1 2 55,-4-2 95,-2 3 112,-2-1 115</inkml:trace>
  <inkml:trace contextRef="#ctx0" brushRef="#br0" timeOffset="1104">765 389 347,'-25'-6'401,"2"0"55,2-2 62,1 2-105,2 0-34,4 0-15,2 0-22,4 2-41,2 0-44,4-2-60,5 1-75,4-1-54,4-2-33,4 3-25,2-2-35,3 1-45,3 2-58,1 0-70,0 0-70,3 0-56,-1 2-40,1 1-10,-1-1 11,-1 1 29,-1 0 44,-2 1 50,-3 0 51,-2 1 50,-2 0 54,-4 1 55,-1-1 48,-4 1 48,-1-1 43,-2 2 36,0-1 30,-2 1 14,-1 0 4,-1 0-3,-1 1-6,0 3-3,0-2-4,0 4 11,0-1 28,1 4 21,-2 0 12,3 1 5,0 1-3,0 0-23,3 1-44,-2 0-42,2-1-38,1 1-31,0-2-29,2 0-15,2-1-12,1-1 2,0-2-3,3-2-4,0-2 2,1-1-1,0-2 2,1-2-6,0-2 2,-2-2 10,0-1 18,-1-2 25,-1-2 27,-1-2 34,-2 0 35,-2-2 24,-1 0 6,-3-1-7,-2-2-22,-2 1-31,-1 0-32,-3 0-29,0 1-25,-2 2-15,-2 0-8,-1 2-8,0 3-3,-1 1-8,-2 3-13,0 2-38,0 1-71,2 3-132,-1 1-156,4 0-160,1 1-151,1 1-154,4 1-28,0 1 79,2 0 126,3-1 146,4-1 155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15.41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98 97 522,'6'-9'737,"-3"-2"94,-3-1 100,0 0 92,-3 1-292,2 2-199,-1 0-106,1 2-82,0 1-91,1 1-89,-1 2-63,1 0-46,0 2-27,1 2-13,0 1-7,0 2 1,1 2 5,-1 2 10,2 3 10,-3 2 7,1 3 10,-1 1 1,-1 4-3,1 1-7,-3 1-9,2 3-6,1-1-10,-1 1-6,2 1-4,-1-1-3,1-2 0,3-1 0,-1-2-3,2-1 1,0-3-2,1-1 1,3-3-1,-2-2-3,4-2 1,2-3-7,1-2-11,3-2-19,-1-4-24,1-1-41,0-2-54,-2 0-91,0-3-132,-3 2-129,-2-3-117,-2 1-97,-3-1-83,-1-1-40,-4 1 69,-4-2 111,0 1 121,-2 0 126</inkml:trace>
  <inkml:trace contextRef="#ctx0" brushRef="#br0" timeOffset="310">103 233 168,'-21'-6'394,"2"-2"59,2 0 47,1 1-17,4 1-160,2-1-95,4 3-60,4-1-56,5 0-44,6 0-32,5 0-36,3 0-39,4-1-50,3 1-56,0 0-65,0 1-62,-1-2-58,-2 2-69,-1 0-12,-3-1 26,-2 0 45,0 0 55</inkml:trace>
  <inkml:trace contextRef="#ctx0" brushRef="#br0" timeOffset="438">293 72 40,'1'-7'286,"-1"-2"62,-1 2 70,-1-1-12,-1 2-22,-1 0-3,0 0 23,1 2 26,-1-1 2,1 2-16,0 1-36,0 0-54,2 1-70,0 2-77,0 1-42,1 3-1,-1 4 8,0 2 15,1 4 9,0 2 2,0 2-13,2 3-39,-1 2-34,1 1-29,2 2-16,0 0-15,1-1-11,-1 0-4,2-2-3,-1 0 0,0-2-2,0-3-1,1-2-1,-2-2 2,1-4-2,-2-2 5,-1-2 9,0-2 10,1-1 12,-1-1 6,0-4 1,1-2-2,0-2-7,1-3-11,2-2-11,-1-2-5,2-2-3,-1 0-2,1 0-1,1 1-2,0 0-1,1 1-1,-1 2 0,0-1-1,2 3 2,-2 1 0,1 2 0,-2 2 2,1 1-2,0 3-1,1 1 0,-2 2-4,0 3 4,0 0 5,1 3 2,-1 0 3,0 2 1,-1 1 3,1 2-1,-2-1-5,3 0 0,-2 0-2,1-1-2,1-1 0,0-2-2,1 1 0,2-4 0,1 1 0,1-4-1,3-1 4,2-3 1,2-1 0,4-3 0,2-4-1,0 0 1,2-4-2,0 0-1,-5-2 0,0 0-1,-5-2 1,0 0 0,-4-1-2,-2-1 2,-4-1-1,-2 0 1,-3 1 1,-3 0 0,-3 2 2,-1 1-2,-4 1 2,-1 4 2,-2 2 0,-2 2-1,-1 2-1,-1 3 0,0 4 0,0 2-1,-1 2-1,2 4 0,0 1-1,2 2-2,2 2-1,2 1-1,4 1 1,1 0 1,4 1 0,2 1 0,5-2 0,3 0 0,6 0-1,1-2 1,7 0 2,2-4-2,3 0-10,2-3-25,1-2-54,-1-1-106,0-3-197,-2-3-232,-2-2-267,-2-2-136,-5-2-31,-5 0 61,-3-3 171,-7-3 219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16.86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255 191 2,'2'-11'289,"0"-2"43,0 1 48,-1 0 8,1 0-78,-1 1-26,0 0 9,-1 0 42,0 2 55,0 0 50,-2 1 30,0 2 16,0 0-13,-1 1-48,-1 2-81,-2 1-85,-3 1-69,-1 3-57,-2 1-46,-4 6-34,-3 4-20,-1 3-11,-2 5-4,-2 5 0,0 2-1,1 0 1,3 2-4,2-1-1,4-1-7,5 0-4,2 0-2,7-3 0,4 1 0,2-2 0,7-3 2,2-1 0,6-3-4,4-3-11,4-4-31,3-2-62,3-4-111,2-4-139,1-2-121,0-1-104,-1-4-76,0 0-32,-2 0 19,0-2 23,-3 0 49,-2-2 77,-2 1 85,-4-3 83</inkml:trace>
  <inkml:trace contextRef="#ctx0" brushRef="#br0" timeOffset="265">652 342 42,'6'-16'328,"-4"1"58,-2-2 58,-3 2 36,-3-1-74,-2 1-9,0 3 4,-2 0 5,-2 1 4,1 3-8,0 3-35,-2 0-67,0 5-50,-1 2-51,-1 4-48,0 2-46,1 3-22,-1 3-14,3 2-11,0 2-2,1 0-3,2 2-5,3 1-8,2 0-6,3-2-6,2 1-10,3-1-5,2-2-2,3 0-4,3-3 1,2-1 0,2-3 0,2-2-1,2-4-1,2-2 1,0-2-1,2-4-7,-3-1 2,0-4 2,-1 0-1,-5-3 0,1-2 2,-2-1 5,-4-2-2,-2-2-3,-1 1-1,-3 0 0,-3-1 2,-1 2 13,0 2 16,-1 1 16,0 2 10,-1 1 5,0 4 1,-1-1-10,1 4-19,1 0-12,0 3-11,0 1-8,0 1-3,0 4-3,-1 2 0,0 2 0,1 3 0,1 0 2,1 1-1,1 3-1,2-1 0,1 0 0,2 1 0,1-1-2,2 0 1,2-2 1,0-2-1,2 0 1,1-3 0,2-1-2,-1-3-1,2-3-1,-2-1 0,2-3 0,-1-3 0,0-2 3,-1-2 2,-2-2 1,-2-4 2,-1-1 1,-1-1-1,-3-3 1,-1-3 2,-2-2 8,-2-1 5,-2-2 6,0 0 13,-2 0 10,-1 2 10,-1 2 7,0 2 7,0 2 7,0 4-3,0 1-4,0 4-7,3 2-14,-2 2-14,1 2-12,-1 2-9,2 2-10,0 1-6,0 3-1,0 3-2,1 3-1,-1 3 1,1 5 0,0 4 3,0 2-2,1 5-1,-1 2 1,1 3 0,0 0 2,1 0-1,2 0 1,0-1 0,3-3 0,1-1 0,1-3-2,1-3-10,1-2-10,1-2-12,1-3-11,2-4-18,0-2-21,2-2-18,-1-4-23,1-1-42,-1-1-78,-1-3-121,-1 0-114,-1-3-105,-3-1-90,-3-1-70,-3-1-67,-3-1 49,-2-1 90,-4 0 105,-1-2 110</inkml:trace>
  <inkml:trace contextRef="#ctx0" brushRef="#br0" timeOffset="980">984 294 310,'-21'-5'429,"0"-2"72,2 2 79,3-2-46,2 2-83,4 0-50,3 0-49,1-1-62,3 2-75,4-1-76,4 0-62,3 0-35,4 0-23,5 1-13,4 0-5,4-1-12,2 2-60,7-1-90,3 1-98,3-1-98,3 1-114,-1 1-141,1 1-21,-1 1 41,-3 1 77,-3 0 88</inkml:trace>
  <inkml:trace contextRef="#ctx0" brushRef="#br0" timeOffset="1156">1418 295 354,'-10'9'406,"1"-1"26,0-1 26,3-1-134,0 2-127,2-2-71,2 1-25,2 1-3,1 1 2,2 0 13,3 1 12,1-3 9,2 1 4,-1-3 0,2 1-4,2-1-8,0-4-10,2 0-14,2-3-16,-1 0-21,3-2-18,1-3-18,-2 0-9,0-3-6,-1 1-1,-2-3 16,0 0 30,-3-2 41,-3 0 46,-3-2 44,-1 0 29,-4-1 18,-1 0 7,-2 1-2,-4 0-23,0 2-23,-3 0-17,-1 4-23,-3-1-26,1 4-32,0 2-20,-2 1-19,0 3-14,-2 4-16,3 3-13,-2 1-6,4 5-3,-1 1-4,2 2-1,3 3-1,0 0 1,4 3-2,1 1-3,2 1 2,3-1 0,3 0-2,4 0 1,2-3 1,3 0-7,5-1-16,3-3-30,6-3-48,4-4-81,4-2-104,2-5-94,3-5-59,0-1-26,1-5 12,-1-4 51,-1-1 91,-2-4 93,-3 0 74,-3-4 52,-4-2 37,-3 1 29,-4-1 16,-5 3 32,-2-1 42,-5 4 50,-4 2 58,-2 2 53,-3 2 35,-3 1 4,-2 5-19,-2 2-37,-3 2-48,-1 5-50,-4 2-37,1 4-21,-2 3-18,1 3-12,0 0-5,1 3 2,3 0-3,0 0-5,5 1-12,2-1 1,3-1 0,4-1-1,3-3 0,1 0 2,6-3 13,2-3-16,3-2-26,3-4-24,1-2-18,3-3-5,-3-3-10,1-2 11,-3-2 22,0-2 21,-2-1 39,-4 0 70,-1-2 89,-3 2 76,-2-1 56,-3 1 43,-1 3 13,-1-1-32,-2 3-57,-1 1-57,-1 1-35,-1 3-31,2 0-30,-1 1-26,0 2-24,0 0-18,-1 1-16,1 2-11,0 2-8,-2 2-5,-1 3-2,-2 4-3,1 4-1,-2 2 1,1 2 0,0 2-1,-1 2 0,5 2 2,1 2 0,2 2-1,1 2 0,5 2 4,0 2 1,3 2-2,0 0 2,1 2-2,1-1 1,-2 0-3,-1-3 0,0-3 0,-3-2 0,-1-5 1,-2-2 0,-3-5 0,-2-3-1,-4-2 2,-1-3-2,-4-3-3,-4-2 0,-2-5 0,-3-4 1,-1-4-8,2-3-7,-1-4-6,2-3-11,1-4-16,3-2-17,2-5-17,5-3-17,2-2-17,5-3-27,6 0-45,2 0-78,4 1-97,3 0-104,4 0-78,2 2-49,4 1-11,0 2 40,2 3 74,1 1 95,0 4 81,-1 1 72,-1 3 67,-2 1 49,-3 1 48,-2 4 50,-3 2 55,-4 2 51,-2 1 46,-1 2 45,-5 2 32,0 1 17,-2 2 6,-3 3-3,-3 2 4,0 3 8,-4 3 14,0 2 0,0 1-5,0 2-14,-1-1-34,3 1-41,1 1-39,1-1-27,2-1-24,2 1-15,2-2-4,3 1-1,1-2 1,2-1 0,1-3 6,3 1 0,4-3 1,1-1-2,3-3-1,2-1-4,1-3-7,0-1-5,1-4-4,-2-1 0,-2-2 15,-2-1 36,-2-2 42,-2-3 36,-4 1 22,-1-1 19,-5-1-6,-4-2-26,-2 0-36,-4 0-32,-2-1-21,-3 2-23,-1 2-15,-2 0-13,-1 3-9,1 1-5,-1 3-9,2 0-16,1 2-33,0 4-63,2 1-119,2 1-162,0 2-151,2 0-131,2 2-103,2 3-87,1 0 9,1 1 105,3 0 124,1-1 129,3 0 125</inkml:trace>
  <inkml:trace contextRef="#ctx0" brushRef="#br0" timeOffset="2383">2714 318 63,'5'7'433,"-2"0"51,-1-1 27,-1-2 16,-1 0-158,2 1-165,0-1-95,3 1-51,0 2-25,4-1-17,1 1-6,2-1 6,3-1 7,1 0 4,2-2 6,0-1 9,-1 0 17,0-2 16,-1-2 25,-1-1 37,-1-1 32,-2-2 48,-1-3 37,-1-2 34,-1-2 19,-3-2 1,-1-1 3,-2-1-28,-1-2-36,-4 1-43,-1-2-40,-2 2-36,0 1-37,-4 2-21,3 1-15,-2 1-13,1 3-11,-2 2-5,3 2-8,-2 3-8,1 1-3,-1 3-3,3 3-1,-2 1-5,3 2 0,1 2-1,1 1 0,2-1-3,2 2-13,1-2-10,1 0-13,4 0-13,0-3-13,1 1-7,3-2-4,1-2 1,0-2 0,3-1 2,0-1 6,-1-1 9,0-3 15,-2 0 13,0-2 14,-2-1 8,-1-1 5,-1 0 11,-2-2 18,1 2 29,-2-1 23,-2 2 26,0 0 17,-1 2 5,0 1-15,-2 2-25,0 0-23,-1 2-24,0 2-16,0 2-11,-1 3-5,0 3-2,-2 4-2,1 2 0,2 2 0,0 0 1,1 2 0,3 0-3,-2 1-21,2-1-38,1 1-57,1-1-100,0-2-120,3-1-115,2-2-76,1-3-46,4-2-13,1-2 40,2-4 72,0-3 84,1-1 77,0-5 70,-1-2 70,0-3 71,-3-2 76,-2-2 76,-3-2 64,0-1 63,-3 0 72,-3-1 83,0 0 106,-2 1 69,-1 3 63,0 1 28,-1 2-11,-1 3-67,0 1-116,0 2-101,-1 2-102,1 2-80,-2 2-53,1 2-27,1 4-16,-2 1-9,1 2-1,1 3 2,0 1 0,1 2-2,1 0-1,2 2-1,1-2-3,1 1-3,3 0 1,2-1-3,1 0 0,2-1-1,3-2 2,1-2-3,0-2-1,2-4 1,0 0-1,0-3-1,-1-4 0,-2-2 1,1-2 2,-2-4-1,-2-1 4,-1-2 9,0-2 12,-3 0 22,-3-2 23,1 1 24,-3-1 19,-1 2 17,-1 1 11,0 2 4,-3 1-2,1 3-8,0 1-9,-1 2-15,0 2-20,0 1-38,0 1-54,-1 2 0,0 0 0,1 3 0,-4 1 0,1 4 0,-2 3 0,2 2 0,-2 3 0,0 3 0,2 2 0,1 2 0,2 3 0,0 2 0,3 2 0,1 4 0,2 1 0,-1 1 0,2 1 0,0 1 0,1 0 0,-2 0 0,3 0 0,-1-1 0,-1-2 0,-2-2 0,1-3 0,-2-3 0,-3-3 0,0-5 0,-2-2 0,-4-4 0,-3-3 0,-5-3 0,-6-2 0,-6-5 0,-1-2 0,-5-4 0,-3-2 0,2-3 0,-1-2 0,3-3 0,3 0 0,5-3 0,5-2 0,6 0 0,6-3 0,7 0-1,8-1-98,5-3-26,5 2-19,5 1-32,-1-1-56,2 3-115,-1 1-198,0 3-221,-4 1-236,-3 2-94,-4 2-3,-2 3 97,-6 0 201,-4 3 242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20.70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120 303 142,'-2'-8'320,"0"-1"48,-1 1 51,0 1-45,1 0-73,-1 2-13,1 0 20,-1 0 21,1 3 17,1 0 2,-1 0-6,-2 1-26,0 2-45,-1 2-60,-2 2-53,-1 4-33,-1 2-22,0 2-18,-1 2-5,1 1-2,2 1-7,-2 2-8,3-2-10,3 0-9,-1 2-8,4-2-7,0 0-7,4 0-4,-1-3-3,5-1-1,1-1-1,2-2 0,2-2 0,2-3-3,1-2 1,2-3-1,0-3 1,1-3 2,0-2 14,-1-1 20,-2-2 20,-2-2 18,-1-2 18,-4-1 12,-3-1-2,-2 0-8,-2-2-14,-4 0-12,-2 0-9,-1 0-10,-4 2-11,-1 1-8,-1 2-8,-2 1-8,0 3-12,0-1-8,-1 4-14,0 0-17,3 3-28,0 0-46,2 2-72,1 1-129,2 0-146,2 1-128,1 1-111,3 1-83,0 2-93,2 0 42,2 3 107,1-2 118,5-2 127</inkml:trace>
  <inkml:trace contextRef="#ctx0" brushRef="#br0" timeOffset="414">662 117 13,'16'-10'421,"-6"-2"73,-2 0 75,-4-1 116,-1 1 1,-2 1-62,-1 1-33,-1 0-15,0 3-34,-1 1-90,0 0-121,1 3-104,-4-1-69,2 3-52,-3 1-39,-1 1-25,-3 3-12,-3 1-10,1 4-3,-1 0-3,0 2 5,-1 2 6,1 1 1,2 0 6,-1 2 0,0 0 3,4 0-2,-1 2-5,2 1-2,0 1-3,3 0-1,1 2 3,0 0 0,1 1 0,2 1-2,2-1 3,1-1-2,-1 0-2,0-2 0,2 2-2,0-1-1,-2-3-2,2 1-3,-2-2-2,1 0-2,-1-1-2,1 0-1,0-2-1,-1-1 0,-2-2-1,1 0-1,0-1-3,-1-2-1,-1 0-7,0-2-19,0 0-26,-4-1-37,0-2-62,-3 0-116,-1-3-163,-1 0-144,0-3-117,-1-1-81,0-3-48,-1-1-9,1-4 81,-1-1 113,0-2 118,4-2 105</inkml:trace>
  <inkml:trace contextRef="#ctx0" brushRef="#br0" timeOffset="756">399 443 85,'-1'-15'337,"0"1"66,0 1 67,0 2 12,-1 2-67,1 0-38,1 2-21,0 1-19,0 1-30,3 2-39,0-2-35,1 2-33,4 0-37,2 1-31,2 0-28,4 0-24,3-1-23,3 0-18,4 0-19,-1 1-87,4-1-117,0-1-127,0-1-129,1 1-148,0-2-138,-1 0 3,-2-1 71,2-1 101,-5-1 119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22.16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79 193 17,'3'-10'375,"-3"-1"65,0 2 68,-1 0 90,-2 0-48,1 2-8,0 0 12,0 1 17,-1 1-9,1 1-50,1 1-94,0 1-103,-1 2-91,1 0-78,0 1-59,-2 1-37,3 2-17,-1 4 5,0 2-1,-1 4 3,1 2 4,0 5 1,-2 0-3,1 3-17,0 0-5,0 2-6,1-1-5,-2 1-3,3 0-3,0-1-10,0 0-24,2-2-46,-1-1-77,1-3-135,0 0-150,1-4-122,0-2-97,-2-1-64,0-5-43,-2 0-3,0-5 79,-4-2 91,0-2 101,0-3 98</inkml:trace>
  <inkml:trace contextRef="#ctx0" brushRef="#br0" timeOffset="260">7 322 4,'-1'-20'335,"-1"0"59,1 1 58,-1 2 47,2 0-105,0 2-56,0 1-23,2 1-16,1 2-17,3 0-15,1 2 1,2-1 8,5 3 11,0-1-12,3 0-25,1 2-29,-1 1-44,2 1-53,-1 1-53,1 1-32,0 1-16,0 2-11,-3 1-7,2 0-72,-2 1-118,-1 1-125,-2 0-126,-1 1-125,-1 0-125,-5 2-84,-1 1 39,-4 1 82,-4-1 102,-2 3 113</inkml:trace>
  <inkml:trace contextRef="#ctx0" brushRef="#br0" timeOffset="488">88 335 255,'-13'6'426,"2"-1"51,1-1 53,3-2-49,1-1-136,1 1-94,3-1-60,3-1-34,2-1-26,5-1-8,3 1-5,4-1-4,0-1-2,4 0-12,0 0-24,-1 0-28,3 1-21,0-1-47,-1 1-79,2 1-104,-2-1-119,0 2-114,-1 0-141,-2 1-41,-1 1 33,-1 0 79,-2 0 103</inkml:trace>
  <inkml:trace contextRef="#ctx0" brushRef="#br0" timeOffset="679">387 442 56,'-4'9'384,"-1"-2"37,1-1 28,-1 1 31,2-3-155,0 1-104,0 1-41,2-1 3,4 1 11,-1-1 6,1 3 6,2-2 23,0-1 25,1 1-1,0-2-11,2-1-6,1 0-3,1-1-23,1-1-42,1-1-24,0-1-13,1-2-11,0 0-18,0-1-5,0-3-3,0 0 4,-3-1 2,-1-2-5,0 0-4,-5-1-10,1-1-9,-2 0-12,-2-1-13,-3-1-9,0 1-7,-2 0 1,1 2-3,-2 0-3,0 1-1,-1 2 1,0 1-4,-1 2-3,0 0-5,0 2-4,0 2-3,-1 1-4,1 1-2,0 2-5,1 0 2,1 1-2,0 0-1,4 2 0,-1 0-1,1-1 4,2 2-4,1-2 1,0 1 2,4 1-4,1-2-4,0 0-4,2 0-3,3-1-2,2-2-4,0-1 1,2-1 2,0-2 1,1-1 4,2-1 4,-1-2 10,-1 0-1,0-3 0,-1 1 2,-3-1 2,-2 2-2,-1-1-6,-1 1 6,-2 0 10,-1 2 8,0 0 10,-4 1 7,1 1 3,-1 1 1,0 1-6,0 1-6,-2 0-9,0 0-4,0 1-4,0 1 1,-2 2-3,0 2 0,-1 2-2,0 2-2,1 2 3,-1 1-4,0 3 3,1 0-4,1 2 1,0-1 0,2 0-2,1 2 2,0-1 1,3 0 0,-1-1-3,2-1-15,0 0-28,1-3-51,2 0-76,-1-3-110,3-3-125,1-1-96,3-2-76,1-4-40,3-3 4,0-2 60,1-1 86,-1-5 90,-1 0 91,-2-1 82,-2-2 80,-3 1 78,-3-2 79,-2 1 75,0-1 68,-3 1 70,-1 1 84,-1 1 98,-1 3 75,0 0 57,-1 1 23,1 1-11,-1 3-55,0 1-104,0 0-102,0 1-96,0 1-73,0-1-48,1 2-29,-3 0-16,3 0-8,-1 0-2,0 1 3,0 0 5,0-1 5,1 1 8,-2-1 8,0 2 5,1-1 6,0 0 2,0 0 2,1-1-6,-1 1-6,1 0-7,-2-1-10,2 0-6,-1 0-6,0 0-2,1 0-3,0 0-4,0 0-4,0 0-4,0 0-5,1-1-7,-1 0-2,0 1-3,1 0 0,-1-1-1,0 0 1,1 1 0,0-1 1,-1 1-2,1-1-1,-1 0-1,1 1-2,-1-1 0,0 1-2,0-1-1,0 1 1,0 0-1,0 1-1,0-1-2,0 1-1,0 0 0,0 0 0,0 1 0,1 1 2,0 0-1,1-1 2,0 2 4,-1 0-2,0 0 1,1-1 0,1-1 1,-1 0-2,-1 1-2,0-1 3,1-1-1,-2 0 0,1 0 0,-1-1 0,1 0 0,-1-1-1,0 0 2,2 0 3,-1-1 1,0 0-1,0 0-1,0 0 0,0 0-3,-1 0-1,1 0-1,-1 0-1,0 1 1,0-1-2,0 2 0,0 0 0,0 0-4,0 2 1,-1 0-1,0 2 2,0 2 0,-1 2 1,1 1 3,-1 3-2,2 0 2,0 2 1,0-1-3,3 1-4,-1-1-7,1 0-8,3 0-13,-1-3-16,2 2-9,0-4-6,3 1-1,-2-4 3,4 0 7,1-2 10,1-2 8,-1-3 9,1-2 8,-1-2 3,1 0 5,-2-4 5,0 0 2,0-2 3,-2-2 0,0-1 2,-1-1 0,-2-1 2,-1-1 1,-2 1 1,0 1 1,-1 1 0,-1 0 3,-1 2-2,0 2 3,0 3 6,-1-1 2,0 4 4,0 0-3,0 1 1,-1 2-4,0 1-6,0 2-3,0 3-3,0 1-2,-2 2 0,1 3 3,0 1-2,1 2 0,1 2 0,0 1 0,2-1 0,1 2-1,1 0-2,2 0-1,0-2-7,2 0-7,0-1-11,1-2-13,4-1-12,-1-3-8,2-1-2,2-3 2,0-2 6,2-3 7,-1-1 12,0-3 5,-1 0 8,0-2 5,-3-2 5,-1-2 5,0-1 2,-1-1 3,-4-1 2,0-2 1,0-1 0,-3 1 0,-1 0 1,0 0-1,-2 2-1,0 1 1,-1 3 5,0 0 1,0 3 1,0 1 1,0 2 3,0 0-2,-1 2-5,0 1-2,1 2-1,-2 1 0,1 3-2,0 1 0,1 3 0,0-1 2,1 2-1,2 2 1,-1-1 3,1 1 0,3-1-6,1 0-13,1 0-27,1-1-38,0-1-55,1 1-94,0-3-143,1 0-138,-1-2-121,0-3-108,0 0-121,-1-1-19,-1-2 91,-2-1 119,1-2 130,-2-4 136</inkml:trace>
  <inkml:trace contextRef="#ctx0" brushRef="#br0" timeOffset="2296">1547 224 272,'-17'-17'530,"1"0"75,2 0 113,1 2 120,1 0-182,3 3-112,1 1-67,1 2-63,3 2-105,-1 1-118,3 3-89,0 0-66,1 2-69,2 1-92,0 1-109,2 1-102,-1 1-110,1 0-103,-1 1-81,0 1-84,0 0 18,-1 1 55,1 0 86,-1-3 101</inkml:trace>
  <inkml:trace contextRef="#ctx0" brushRef="#br0" timeOffset="2491">1607 67 231,'0'-8'484,"0"-2"46,0 0 55,0 2 60,0 0-173,1 1-109,0 2-60,2 1-29,0 1-24,3 1-24,0 1-9,1 2 28,1 1 34,-1 1 23,0 1 0,-1 3-24,1 0-37,-2 2-54,1 1-42,-1 2-23,-1 0-22,0 2-17,1 2-14,-2 1-10,0 3-13,0 1-9,0-1-13,-1 4-5,0-2-6,-1 2-4,0-2-2,1 1-2,0-2 0,0 0-2,0-1-1,2 1 0,-2-2-2,0-2 0,3-1 2,-1-1-1,0-1-1,1-1 1,1-3-1,0 1 1,1-3 0,0-1 2,1-1 0,0-1 1,1-2 0,0 0-3,1-2 2,-1-1 0,2-2-2,1-1-1,-1-3 0,1-3 1,2 0-1,-1-2-1,0-1 1,1-2 0,-1-1 1,-1-1 1,-2 1 0,-2-1-1,0 1 1,-2 1 0,-2 1 0,0 0 0,-2 3 1,-1 2 1,-1-1-1,0 3-2,0 1 0,-1 0 0,-1 1-1,-1 2 0,-1 1-2,0 1 2,-3 1-1,1 2 0,-2 1-1,1 2-2,1 0 2,-1 1-1,3 0 1,-1 1-3,2 0 1,1 0 0,2 1 3,0-1-2,2-1 1,2 1-1,1-1-1,0 1 3,3-1-4,0 0-1,2 0 2,0 1 1,0-2 0,2 1 0,-1-1 2,-1 1 2,0 0-1,0-1 1,-1 1 1,-1-1-2,-1 1 1,0 0-2,-2-1 1,0-1 0,-2 0 0,1 0 2,-3 0-2,0-2 2,-1 0 1,-1 1-2,-4-1-2,-1 1-10,-2-2-10,-3 1-19,-2-1-28,-2 0-42,-1 0-63,0-2-119,-4-3-143,0 0-124,0-2-105,-2 0-81,0-3-63,0 1-6,0-3 84,3-2 105,2-2 111,0 0 113</inkml:trace>
  <inkml:trace contextRef="#ctx0" brushRef="#br0" timeOffset="3176">1710 223 274,'-5'-6'466,"1"0"70,0-1 86,-1 3 30,2 0-95,0 0-72,0 2-46,1 0-55,1 1-76,2-1-93,2 2-68,1-1-41,3 0-21,5 1-8,1 0-4,4-1-5,2 0-18,2 0-17,1-1-26,0 0-89,-2 1-144,0-1-174,-3 1-199,-4-1-191,-4-1-89,-1 1 25,-4 0 108,-3-1 156,0 0 189</inkml:trace>
  <inkml:trace contextRef="#ctx0" brushRef="#br0" timeOffset="3613">1356 129 78,'3'-4'285,"0"-1"41,1 0 33,-1 1-49,0 0-51,2 0-32,-1 1-22,1 1-16,-2 1-13,2-1-4,1 1-5,-2 0-8,2 1-12,-1 1 1,1 1 12,0-1-10,-1 2-12,-1 2-6,0 0 8,0 0-6,-1 2-22,-1 0 6,-1 3 7,-1-3 6,-1 3 1,-1-3 2,-1 2 5,0-1-3,-1-1-3,-1-1-1,2-1 3,-2-1 1,2-2-5,-1 1-6,0-1-4,0-3-10,-1-1-18,3-2-20,-1 0-21,1-3-14,-1-1-20,3-1-19,3-1-26,-1 2-38,0-3-58,0 3-84,3-1-111,0 2-111,2 0-94,2 1-77,2 0-63,-1 2-72,2 3 21,0 0 71,1 2 87,0 0 99</inkml:trace>
  <inkml:trace contextRef="#ctx0" brushRef="#br0" timeOffset="4673">2405 537 195,'2'-4'352,"-1"0"39,2 0 39,-2 0-67,0 1-86,1 0-57,-2 1-37,1 0-32,0 1-37,-1 0-35,0 0-23,1 2 2,1 0 15,-1 1 34,0 0 44,-1 1 43,2 0 45,-2 2 37,1-1 16,0 0-6,-1 1-22,0 0-25,0-1-39,0-1-46,0-1-30,0-1-18,0 1-9,0-1 0,0-1 1,-1 1 7,0 0 3,1-1-4,-1 0-7,0-1-8,1 0-12,-1-1-13,0-1-9,-2 0-8,2 1-5,0-3-4,1 0-5,0 1-3,0-2-2,0 0-1,0 2-1,1-1-3,0 1-2,-1-1-3,1 3-4,1 0-2,-2-1-5,1 1-1,-1 1-5,0 1 0,0-1-1,0 1-3,0 0 0,0 1 0,1 0 3,-1 1-1,0 0 1,0 1 1,1 0-1,0 2 1,-1-1 3,0 1-1,0-1 3,-1 1 0,0 0 1,1-3 1,0 1 0,-1 0 1,1 1-2,-1-3 1,1 1 4,0-1 2,0-1 2,0 0 1,0 0 6,-2-1-1,1-1-2,0-1-2,0 0-4,-1 0-5,1 0 0,0-2-2,1 0 0,-1 1 4,-1 1 0,2-1 4,0 0-2,2 0 1,-1 2 1,-1-1-3,1 0-1,0 1-4,-1 0-1,2 1-3,-1 0-3,0 0 0,2 0-1,-1 1 0,1 1-1,2 0 0,-1 1 3,2 1-2,-1 1 1,1 0-1,-3 2 1,1 1 2,0 0-2,-2 3 4,-1 1 2,-3 0 0,-3 3 2,-1 1-9,-5 1-15,-2 1-35,-3 2-62,-3 0-130,-2 1-220,-4 1-258,0-1-252,-2 0-108,-2 1-16,-1-4 91,1 1 197,-1-3 253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30.8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128 251 172,'0'-2'308,"-1"1"38,0 0 10,-1-3-61,-1 1-47,1 0-27,1 0-12,-1 0-5,0-1-1,0 0 12,0 1 25,1 1 39,0-2 32,-1 2 24,0 0 14,-1 0-3,0 0-25,2 2-43,-3 2-42,0 0-40,0 1-39,-1 2-29,-1 1-26,0 4-23,-3 3-16,1 0-13,-2 4-6,3 0-11,-2 3-5,1 1-3,0 1-5,5 1-5,0-2-4,0 0-1,3-1-3,3-3-3,2 0-1,1-2 3,3-2 0,3-1 1,1-3 1,2-2-1,2-4 2,2-2-2,2-3 0,1-2-1,0-4 0,1-1-2,-3-3-2,-1-2 1,-1 0 1,-4-2 0,-2-1-2,-2-1 0,-2-2 1,-4 1 3,-2-1 7,-2-2 4,-4 3 10,-1-2 8,-3 0 2,-2 1-4,-1 1-3,-3 1-6,0 0-9,0 3-7,-2 1-3,2 2-3,-2 3-1,0 1-1,2 3 0,0 2-3,0 2-13,2 3-27,0 1-59,2 4-93,2 2-142,3 1-146,0 1-119,4 1-105,2 0-74,4 2-57,0-2 62,3 0 104,2-2 112,2-1 118</inkml:trace>
  <inkml:trace contextRef="#ctx0" brushRef="#br0" timeOffset="492">568 87 369,'3'-9'460,"-2"-1"72,-1 3 77,0 0-58,-1 2-60,0 0-34,-1 2-34,2 0-47,-1 1-61,0 1-76,1 0-78,0 1-62,0 1-43,0 1-22,1 0 8,0 2 29,0 2 40,0 1 30,1 5 30,1-1 16,-1 1-9,-1 2-27,0 0-39,1 2-26,0 2-22,1 1-15,0 0-10,-1 1-8,2 2-7,-1-2-5,1 1-11,1-1 3,0 0-5,2-1-1,-1-1 1,1-3-2,1-1 3,1-3-7,0-1 0,1-2-1,1-4-1,1-1-2,0-2-4,1-3-10,-1-1-22,1-3-40,-2-1-62,-1 0-107,0-1-127,-2 0-114,-1-1-105,-3 0-77,1 1-54,-3 0-39,-2 1 50,-2 0 82,-3 1 104,1-1 108</inkml:trace>
  <inkml:trace contextRef="#ctx0" brushRef="#br0" timeOffset="815">628 252 32,'-20'-2'329,"1"0"72,0 0 62,2-2 15,2 1-88,2 0-47,1 0-56,3 1-61,3 0-53,3 0-50,4-2-48,4-1-36,5 1-15,5-1-12,4-1-7,1-1-22,2 0-47,2 0-63,2-1-72,-3 1-51,2 0-50,0 1-54,-2-2-61,2 1-12,-4-1 33,0 2 28,-2-1 38</inkml:trace>
  <inkml:trace contextRef="#ctx0" brushRef="#br0" timeOffset="984">903 46 34,'-4'-7'349,"-1"0"70,-1 1 67,-1 2 39,0-2-93,2 2-35,-1 0-7,1 2-20,0-1-38,1 2-42,2-1-54,-2 2-63,2 0-61,1 3-43,0 2 16,1 1 27,0 4 25,0 2 24,0 3 15,0 1 11,2 1-21,-1 3-30,3 1-27,-2 1-21,2 2-13,2-1-17,-1 1-19,0 0-14,1 0-5,0-2-7,2-1-6,-3-2-2,3-1-2,-2-3 1,-1-3-1,0-1 2,-1-2 2,-2-2 9,1-1 12,-1-3 13,-1-1 6,0-3 5,0-2 0,-1-2-8,0-2-14,0-4-14,0-1-7,1-2-6,0 0-3,1-1-1,1 0-1,1-1 1,2 3-1,-2 1-1,1 0 0,1 2 2,-1 1 0,1 1-3,1 4 2,-1-1 1,0 3-2,-1 2-1,1 1 0,2 3-1,-2 1 0,1 0 3,-1 4 2,1-1-2,-1 2 1,1 2 2,0 0-1,-1 2 3,2 0-1,-2 1 1,1-1-2,-1 0-1,2-1 1,0-1-3,0 1-2,0-2 4,2-2 0,1-1 3,0-1 0,2-2 1,0-1 3,0-3-2,2-1 1,1 0-3,1-3 0,1-2-2,-2-2-1,2-2 0,-1 0-1,0-2 1,-3-2 0,-1 0 0,-2-1 1,-1-1 2,-1 1-2,-3-1 1,-2 2 1,-1-1-1,-2 2-1,-2-1 1,-3 2 4,0 1-1,-1 1 5,-2 1 11,0 1 7,-3 2 1,1 1 5,0 0-1,-3 2-3,1 1-6,0 1-5,0 1-3,-2 1-5,3 2-4,0 0-3,0 1-1,1 2-3,2 1 0,0 1 0,0 0 0,3 2-1,-1 1-2,1 2 1,3 0 1,0 1 1,2 0 0,2 1 2,2-1 1,0 0-1,3-1 1,1 0 1,3-1 1,0-1 0,3 0 1,0-3 2,3-2 2,0-1 0,1 0 0,1-4-1,-1-1-1,2-2-1,-1-2-1,-1-2-4,2-2 0,-1-1 0,-2-1-2,-2-4 2,1 1 1,-2-1 0,-1-1 2,-1-1-1,-3 1 1,-3-2-3,0 0 0,-1 0 1,-4 1 0,0 0 1,-2 1 3,-1 0 4,-1 2 6,1 2 2,-2 0 4,-2 2 0,0 2 1,1 0-4,-1 2-6,-1 1-2,2 1-7,-2 2-2,2 0-4,0 2 0,0 1-2,1 0-2,-1 0-1,2 2 1,1 0 0,1-1 0,1 1 0,2 1 3,2-2 0,0 1-2,1 0 3,1 0-6,0-2-5,2-1-5,0 0 2,1-1-1,1-2-3,-1-1 4,1-1 2,1 0 5,1-4 1,-2 0 1,1-1 4,-1 0-1,-1-1 3,0 1-1,-3 0 0,1 1 2,-3 1-1,-1 1 1,-1 3 0,0-2 2,-2 1-3,2 2-1,-1 0 0,-1 0-2,-1 1-1,1 1-2,0 0 3,1 2 2,-1 2-1,1-1 3,0 4 2,0 0 3,1 2 1,-1 2 0,1 1 2,1 0-1,0 2 0,-1 1-2,2 0-2,0 0 1,1-1-3,-1 1-1,2-2 0,-1-2 0,1-2 1,0 0 0,2-3-1,-2-2 3,3 0 1,1-4 0,1-1 2,0-3 1,1-4 0,0-1-2,2-4-3,-3-1-1,1-1 0,-1-1-2,-1-2 4,-1 1 0,-2 0 0,-1-1 2,-2 1-2,-2 1 0,-1 0-3,-3 1 0,0 1 2,-1 0-2,-2 3-2,2 2 1,-1-1 1,-1 3-1,0 1-2,2 2 0,0 0 0,-2 1-1,1 3-2,0 0-1,-1 3 1,2 1 0,0 0 1,1 3-3,1-2 3,1 1 1,1 1 0,3 0 0,1 0 2,1 0 1,2-1 0,1 2-1,1-2 0,2 2 1,0-2-1,2 1 1,-2 0-1,2 0-1,-2 0 1,0 0-2,0 1 0,0-1 0,-1 0-2,-3-1 1,0-1-2,-1 0-5,-2-1-2,-3 0-7,0 0-12,-3-1-17,-3 1-37,-2 1-68,-5-1-146,-2 0-180,-3-1-188,-2-2-213,-2 0-109,-5-3-5,0-1 106,-3-2 167,-1-3 190</inkml:trace>
  <inkml:trace contextRef="#ctx0" brushRef="#br0" timeOffset="2912">2867 148 343,'0'-5'434,"0"1"63,0 0 57,0 0-96,-1 1-93,0 3-66,1-1-58,0 1-52,0 1-27,0 1-1,0 2 15,1 1 21,0 0 20,1 3 18,0-2 3,0 2-16,0 0-28,0 1-23,0-1-18,0 0-13,1-2-20,-1 0-21,0-1-10,-2-2-7,0 0-2,1 0-1,0-1-1,-1-1 5,0 0 1,0-1-2,0-1-5,0 0-10,0-1-7,0-1-15,-1-1-12,0 0-13,1 0-7,-2-3-2,0 3-3,0-1 1,1 0 1,-1 1 6,1 1-1,0 0 0,0 0 1,1 1 0,-1 1-3,0 0-5,1 0-1,-1 0-2,0 1-5,1 0 0,0 0-4,-1 0 0,1 1 2,0 0-2,0-1 2,-1 0-1,1 1 4,0-1 1,0 0-2,0 0 1,0 0-1,-1 0 0,1 0 0,0 0 0,0 1 0,0-1-1,0 0 1,0 0 0,0 0 2,-1 0-1,1 0 3,0 0 0,0 0 1,0-1 1,0 1 0,0 0 0,0 0 1,0 0 2,0 0 1,0 0 3,0 0 2,0-1 2,0 1-1,0-1 0,0 1 0,0-1-2,0 1-1,0 0 2,-1 0-1,1-1 0,-1 1-1,0-2-2,-2 1 0,1 0-6,0-1-2,1 0-3,-2 0-1,-1-1 1,1 0 0,0 0 1,-1 0 1,1 1-1,-2 0 0,1 0-2,2-1-1,-3 1 0,1 1-2,-1-1 2,1 2-2,-2 0 3,1 0 0,-3 2-2,1 1 0,0 2 0,-2 0-1,0 4 0,0 0-1,-1 2 2,2 2 1,0 0 5,2 2-3,-1 1-2,4 1 0,1 0-1,0 1 0,4-1-4,-1 1 2,2-2 3,3 0 1,0-1-2,3-2-1,1-2-2,4-1 0,1-2-4,1-2-2,1-3-3,1-3 0,1-1-2,0-3 0,-2-1 0,-1-3 2,0-2 2,-3-1 1,-1-1 1,-3-3 5,-1 0 1,-1 0 3,-3 0 0,-2-2 0,-1 2 1,-2-1-3,0 3 1,-1-1-1,-1 1 4,0 4 3,0 0 0,2 1 1,-1 2 1,-1 2-1,1 1-3,0 0-3,1 2-1,0 1 0,0 1-1,-1 2 0,1 2 0,0 2 1,0 2 0,1 2 2,1 1-1,0 2 1,2 1-1,0 0 1,4 2 1,-2-1 1,4-1-1,1 0 1,1-1 0,2-1-1,1-3-1,1 0 0,0-4-1,1-1-1,-1-2 1,2-3 2,-2-3 1,1-2 0,-2-2 1,0-3-1,-1-3 1,-2 0-3,-2-2 1,0-1 0,-3-1 0,-1 0 0,-2 0-1,-1-1 2,-2 0 1,-2 2 1,-1 0-2,0 2 0,-2 3-1,2 2 0,-3 0-1,1 3-2,1 2-1,-1 1 3,-1 3-4,1 2 0,-1 2 2,1 2 2,1 3-1,0 0 1,0 1-1,3 1 0,2 0-3,2-1 2,2 0-3,1-1-12,3-2-6,1 0-10,0-1-9,3-4-13,1-1-4,1-2 3,0-2 7,0-3 4,0-1 10,0-2 13,-2 1 9,-2-3 5,-1 2 4,-1-2 11,-1 1-3,-3 1 0,0 1 4,-1 0 5,-1 1 8,-1 2 7,0 0 9,-1 1 3,-1 2-3,1 1-2,-1-1-8,0 2-9,0 0-9,0 3 0,-1 1-2,0 4-1,0 0-1,0 4 1,-1 2 1,2 2-2,-2 1 0,4 4 2,-1 0-4,2-1-2,0 1-2,1-1 2,2 0-2,1-1 0,2-3 1,1-2 3,3-2 1,2-1 0,1-4 1,2-3 1,3-3-2,0-3-1,4-3 0,0-4 2,1-3-1,0-1-1,0-1 0,-3-2 0,-2 0 1,-3-1-1,-2 1 0,-3 0 1,-5 0-3,-2 0 6,-3 0-4,-3 0 0,-1 1-1,-4 1 2,0 1 7,-2 0 6,-2 2 5,0 3 6,-1 0 4,1 3 0,-1 0-7,0 3-9,1 1-4,2 1-7,-2 3-1,2 2-3,-1 0-1,2 5 1,3 2 0,0 0 0,2 2-1,3 1 0,2 2 0,1-1 1,4 0-2,3 0-3,4-2 3,3-1-3,2-3 0,3-1-4,6-5-13,6-3-21,1-3-48,2-3-84,1-4-163,-1 1-186,-4-2-188,-5 1-212,-4 1-81,-7 2 19,-5 2 129,-5 1 170,-5 0 191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0:35.5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49 93 340,'-7'-9'432,"1"1"72,-2 2 82,2 0-47,1 2-49,1 1-23,-1 1-29,3 0-48,-1 1-74,0 1-87,3 0-88,0 1-55,2 3-11,2 2 24,1 3 33,1 1 31,2 4 28,2 2 15,0 0-13,0 4-33,1 2-36,0 1-32,0 2-25,0 0-24,2-1-14,-2 1-12,0 0-6,-2-3-1,2-1-4,-3-2-1,0-3-2,-2-2 0,1-3-3,-3-2 9,-2-2 15,2-1 19,-1-3 18,-2-1 10,1-3 5,0-3-6,1-5-11,0-2-20,2-5-15,-1-3-10,2-1-7,-1-4-5,2 0-1,0-2-1,1 0-3,0 1-7,0 0-16,1 1-22,-3 3-32,2 3-57,-3 2-99,0 3-151,2 1-153,-3 4-130,2 2-89,-1 4-81,0 1-30,0 2 90,0 4 134,-1 2 131,1 0 114</inkml:trace>
  <inkml:trace contextRef="#ctx0" brushRef="#br0" timeOffset="365">455 292 21,'1'9'358,"-1"-1"35,0-2 20,-1 1 12,2-3-147,0 1-101,-1 0-44,2-1-11,2 1 3,-1 1 19,1-3 25,1 1 23,1-2 24,1 0 20,1-1 19,0-3 1,2 0-19,0-2-25,0-2-30,2-2-27,-2 0-28,0-3-23,1 1-20,-2-2-8,-1 0 3,-2 0 14,0-2 6,-4 1 14,-1 2 14,0-1 9,-2 0-5,-1 1-18,-1 0-8,-3 1-12,0 0-13,0 3-13,-2 1-10,-1 0-7,0 2-6,-2 1-7,-1 3-8,0 2-6,-4 1-6,1 3-6,-2 3-2,0 1-3,2 2 0,-1 2-1,3 1 1,1 0-4,3 2-1,1 1-1,2 1-2,3 1 1,3-2-1,2 0 2,2 1 0,3-2 2,3 0-1,4-2 0,2-1 1,6-3 2,0-1-6,3-3-5,3-2-18,1-3-30,2-2-50,1-2-83,0-3-102,1-2-103,0-2-75,0 0-61,-1-4-25,0-1 20,-4 1 58,1-3 76,-4 1 76,-2-2 79,-4 1 72,-2 0 61,-4 1 63,-3 0 59,-4 1 61,-2 0 60,-2 2 53,-2 1 59,-1 1 54,-2 0 29,-2 3 14,0-1 5,-3 4-17,1 0-34,-3 2-51,-1 3-42,0 2-43,0 1-43,-2 4-23,-1 0-14,3 4-13,0-1-12,1 3-8,1-1-14,3 0-11,1 0-7,3 1-3,2-2-4,2 1-5,3-3 3,1-1-1,4 0 3,1-4-2,2 0 0,1-3-3,2-2 2,-1-2 2,1-1-2,-2-2-2,-1-3 0,0 1 2,-2-3 8,0 0-5,-4-1 17,0-1 37,-2 1 50,-1 0 48,-2 2 27,1 0 30,-3 2 9,1 0-13,0 3-35,-1 0-36,0 1-28,0 1-25,0 1-24,0 0-22,0 1-15,0 2-13,0 1-8,0 1-2,1 5-2,1 1 0,0 4 0,2 3 2,-1 3 1,3 2 0,-2 6 1,3 1 0,-2 3-2,2 3 1,-2 4 0,1 0-1,1 2 0,-2 1-2,0 1 1,0 1 0,0-1-2,-2-1 2,1-2 2,0-3 1,-2-3 1,-1-5 0,-1-3 1,0-3 1,-2-4 7,-3-2 8,-1-2 7,-2-4 7,-2-1 1,-3-3 0,-3-2-7,-2-3-10,-1-4-7,0-3-9,-2-3-5,2-6-9,-1-4-10,2-5-11,3-5-9,2-3-9,5-4-8,3-1-6,4-2-4,2 2-8,5-1-12,1 2-22,3 0-41,1 2-78,2 4-132,1 0-143,2 4-145,1 1-141,1 2-138,0 3-8,-2 1 89,3 2 135,0 1 150,-1 1 166</inkml:trace>
  <inkml:trace contextRef="#ctx0" brushRef="#br0" timeOffset="1371">1367 427 71,'-9'0'395,"1"0"39,0-1 25,3 0 30,-2 0-161,4-1-123,0 1-64,2-1-33,0 1-25,2 0-24,3-1-13,-1 0 3,1-1 16,2 0 29,1-2 44,-1 0 50,1-1 48,0-1 36,-2 0 22,2-1 6,-3 0-8,1-1-17,-1-1-31,-1 2-29,1-3-29,-1 2-21,-2 0-24,-1-1-26,0 0-17,-1 1-11,0-1-6,-1 1-12,-3 0-5,0 2-2,0 0-8,-1 1-7,-2 0-8,0 1-7,1 2-4,-3 0-2,0 2-4,0 2-1,-2 2-6,0 1 1,0 3-4,-2 2-5,3 2-3,-1 1-5,0 2 1,3 1 0,0 2-1,3-1-1,1 1 1,3-1-1,2 1-1,3 0 2,3 0 1,0-1-1,7-1 0,0 0 1,2-2 2,3-3 0,2 1-2,2-5-7,2 0-20,-1-2-32,2-3-60,-2-2-88,1-1-122,-1-3-122,0 0-90,-2-4-74,1-1-37,-2-2 8,1-2 49,-3 0 58,-1-2 38,-4-1 35,-2-2 58,-2-2 61,-1-2 65</inkml:trace>
  <inkml:trace contextRef="#ctx0" brushRef="#br0" timeOffset="1753">1664 259 56,'2'-24'237,"-2"1"79,0 2 70,-1 2 24,0 2-2,-1 1 25,-1 4 56,1-1 38,0 5 30,1-1-1,-1 4-32,0 0-69,0 1-93,0 2-78,1 1-77,0-1-61,1 2-45,-1 0-24,1 1-9,0 1-9,1 2 9,0 3 6,2 0 7,-1 3 4,1 0 1,0 4-2,0 1-9,-1 2-7,1 2-9,-1 0-10,2 4-10,-2 2-11,1 1-6,1 2-5,0 0-5,0 0-4,1 0-3,1-1 0,-1-1-3,2-3-2,0-3 0,0-2-1,1-3-1,1-1 0,1-4 1,1-3-1,1-1-11,1-3-20,2-4-25,-1-2-33,1-3-46,-1 0-68,0-4-96,-1-1-132,-1 0-114,0 0-84,-3-1-65,0-1-26,-2 1 19,-3 0 66,-2 1 46,-2 0 58,-1 0 76,-2 3 81,-1-2 88</inkml:trace>
  <inkml:trace contextRef="#ctx0" brushRef="#br0" timeOffset="2068">808 379 33,'1082'-6'213,"-1092"0"64,-3 0 42,-1 1-1,1 1-22,-3 0-17,1-1-5,-1 1 4,2 2 7,-1-1 17,3 1 15,1-1 3,1 0-4,2 0-6,1 2-19,2-2-39,0 1-48,3-1-48,0 1-47,2-1-38,3-1-32,3 0-20,2 1-20,2-2-57,2 3-93,2-3-99,1 2-95,2 0-99,1 1-75,0 1-46,2 1-63,0 0 15,-1 1 50,2 1 77,0 0 72</inkml:trace>
  <inkml:trace contextRef="#ctx0" brushRef="#br0" timeOffset="2291">2161 313 162,'-5'-2'461,"0"-2"58,-4-2 58,-1 0 56,0 0-125,0 0-45,1 1-3,-1 1 4,3-1-20,-2 1-37,3 1-81,-2 2-85,1 0-68,1 1-45,-1 2-25,-3 0-5,1 5 0,-1 0-8,-1 3-7,0 2-9,0 0-7,1 1-15,-1 1-15,4 2-13,-1-1-10,5 2-7,0-1-6,1 0 0,5 0-1,0 0-2,3-1 2,1-2 0,1-2 0,2 0 0,2-5 0,0 0 4,2-3-2,0-3-1,1-3-1,0-1 0,0-3-6,0-1-3,-1-2-3,-2-2 1,0-3 3,-1 0 1,-2 0 4,-1-1 3,-3-1 1,1 0 1,-3 1-2,-2 0 1,0 2 2,-1 1 4,0 1 10,0 2 5,0 3 2,-1 1 1,1 1-4,0 3-3,-1-1-9,0 2-5,1 3-4,-1 1 0,0 3 0,1 3-1,-1 1-1,1 2 1,1 2-1,1 0 1,1 1 1,2 1 0,2-1 0,-1 1-3,4-2-11,0 0-21,2-3-32,2 0-46,1-3-56,3-3-66,1-2-79,1-3-73,2-2-52,0-3-20,2-2-1,-4-3 30,0 0 63,-3-2 79,0-1 71,-4-1 66,-3-2 53,-1-1 39,-3 0 27,-3-2 19,-2-2 16,-1 2 10,-1-3 17,-1 0 25,-1 0 30,0 2 43,0 2 57,-1 1 82,-1 3 68,2 2 42,-2 1 21,1 3-8,1 2-42,-1 2-77,2 0-80,1 2-63,-1 2-50,1 3-35,0 1-19,1 4-12,0 2-1,0 3-3,2 2-1,1 2-2,0 1 0,0 4-3,2-1-1,0 2-2,0 1 0,1 2 2,-1 1 0,0-1 2,0-1-1,0 0 5,-1-3-5,0-2-1,0-4 1,-2-3 0,0-3 0,1-1 1,-3-3 2,1-2 0,-1-4 5,0-2-4,0-4 0,0-2-1,0-3 0,1-3 0,0 1-6,1-1 10,2-1 10,0-1 2,0 1 5,4 1-1,0 0 0,2 1-8,1 2-11,0 0-1,1 0-5,3 3 1,-2 0-2,2 3 1,-1 1 1,-2 2-2,0 2 3,1 3-3,-2 2 3,0 1 1,-2 3-1,0 1 3,-3 1 2,0 2 10,-3 0 2,1 1 6,-4 1 10,0-2 9,-4 0 12,1-1 0,-4 0 1,-1-1-1,-2-1-8,-2-3-11,-1 2-13,-3-4-8,0 0-6,-2 0-4,0-2-7,0-3-23,1 0-58,-2-2-114,2-3-159,-1-2-150,4-1-145,1-2-127,1-3-117,5 0 20,0-1 107,3-2 125,1-1 135</inkml:trace>
  <inkml:trace contextRef="#ctx0" brushRef="#br0" timeOffset="3271">2820 51 448,'3'-9'572,"-6"1"70,1-1 94,-1 2 32,0 1-150,0 1-85,1 2-61,1 0-51,-1 2-85,2 1-105,0 1-93,1 3-59,0 1-10,0 2 0,1 2 6,-1 3 7,0 2 12,1 1 7,0 0-8,0 3-10,0 2-8,2 2-8,-2-1-10,0 1-13,3 1-12,1 1-9,-1 1-7,2-1-3,2 0-6,1-1-2,1-1-1,3-2 0,-1-2-2,1 0 0,2-2 0,1-2-1,0-2 2,1-1-1,0-3 0,1-2-2,1-1 2,-1-3 2,-1-2-3,0-2-1,0-2 1,0-1 0,-1-2 1,-2-2-1,-2-2 1,-1-1 1,-2-1 0,-3 0-1,-1-1 0,-1-1 0,-2-1 0,-2 1-1,-2 0-1,-3 1 0,1-1 1,-1 2 1,-2 2-1,0-1 1,0 3 3,-2 1 0,0 0-1,0 1 2,1 3 0,-1 1 0,-1 0-1,1 2 0,0 1-1,2 2-5,-2 1 1,1 2-1,0 1 0,0 2 1,1 1 0,0 1 5,2 3-4,1 1 0,1 0-1,0 3 0,2-1-1,2 1 1,2 2 0,1 0-1,1 0-1,2-1 1,3-1 1,0-1-1,3 0 1,1-4 1,3-1 3,1-3-1,2-2 1,1-4-3,3-2 2,-1-2 0,3-4-1,-2-2-1,-1-3 1,-2 0 0,-2-2-2,-1-2 3,-3-1 0,0 0-2,-4 0 1,-1-1 1,-2 0-1,-2 0-2,-3 2 1,1 1 1,-4 2 1,-1 1-1,0 2 0,-2 1 2,-2 2-3,1 3-1,0 0-1,-4 0 0,1 3-4,1 3-2,-1 0 1,1 1-1,-1 1 0,2 3 1,0-2 2,4 1-2,0 1 2,1 0 2,4 0 2,0 0 5,2-2-4,2 3 1,0-2-1,2 1 0,1 0 0,-1 1-6,0-1 3,1 0 1,0 1 0,-1-1-1,-2 1 1,0-2 1,-2 1 0,0-2 1,-2 1-1,-1-1 1,-1-1-2,-1 1 0,0-2 1,-4 1-5,0 0 1,-3 0-1,-2 1-3,-3 0-12,-2-2-16,0 2-29,-4-1-43,-1 1-75,2-2-134,0-1-157,1-2-149,2-2-133,1-2-144,1-2-38,4-1 77,3-3 135,2-1 149,3 0 154</inkml:trace>
  <inkml:trace contextRef="#ctx0" brushRef="#br0" timeOffset="4135">3744 404 343,'11'0'700,"-3"0"142,-1-1 133,-4-1 111,2 1-188,-2 0-191,0-1-152,0 2-116,0-2-117,-1 0-102,0 1-73,2-2-48,-1 1-35,-1-1-25,2-1-16,0 0-10,-1 0-30,0 0-48,-2 2-86,0-3-233,-3 0-316,-4 1-290,-3 1-132,-5 0-38,-2 1 41,-1 0 210,-1-1 304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2:48.5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22 329 123,'-1'-2'279,"1"1"34,-2 0 18,1-1-52,1 2-36,-1-1-18,0 1-8,1 0-9,-1 0-11,0 0-12,1 0-9,-1 0-7,0 1 2,1 0 10,-1 0 14,1 0 19,-1 0 22,-1 0 22,2-1 19,0 1 13,-1-1 4,1 1-12,-1 0-24,1 0-30,-1 0-37,1 0-36,-1 0-36,0 0-29,1-1-23,-1 2-15,0-2-15,1 1-7,-1 0-7,1 0-3,0 1-5,0-1-2,0 1-3,0 0-1,0 0 0,1 1-2,0 1 2,1 0 0,1 2 0,0-1 0,0 2 0,1 0 0,1 3 1,-2-2 1,1 1 0,1 1-1,-1-1-5,1 1 1,0 0 0,0-2-4,-1 2 0,1-2 2,-2 1 0,0-3 1,1 1-1,0-2-2,-2 0 0,2-2 2,-3 0 1,1-1 0,0-2 6,0 0 5,3 0 6,2-3 3,3-2 5,2-2 3,6-5-1,2-4-1,6-3-3,5-5-7,4-2-5,2-3-5,5-2-4,0-1-5,2 0-3,0 0 0,-2 1 0,0 2 0,-3 2 2,-3 3-1,-4 2 2,-2 2-1,-4 3 1,-4 2 0,-3 3-2,-1 1 0,-5 3-1,-1 2 1,-3 1-3,-2 1-3,-1-1-5,-1 2-8,0 1-14,-1 1-28,-1 0-55,0 0-114,-1 0-179,1 1-205,-2 0-196,-1 0-167,0 1-47,-3 1 62,-1-2 157,-1-2 196,-3-4 204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2:59.05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784 11 280,'0'2'420,"-3"-1"63,2-1 69,0 0-38,0 0-43,-1 0-11,1-2 3,0 1 2,-1-1-14,0 1-38,0-1-55,0 0-59,1 1-55,-1 0-48,1 0-43,-1 0-32,1 1-27,-1 0-21,2 0-10,-1 1-15,-1 0-9,0 1-10,-1 1-5,0-1-3,-3 3-7,0 2 0,-2 3-6,-2 2 2,0 2-3,-2 3-4,-1 2 0,0 1-2,1 4 1,1-1-3,0 3 0,1 1 4,2 1 0,2 1-1,3 0 1,2 0 3,2 0-2,2-1-2,5 0-2,1-2-2,3-3 2,3 0-1,3-3-1,2-1-7,0-3-21,2-2-48,1-2-115,0-2-171,1-5-191,0-1-180,-1-2-197,2-4-65,-3-2 52,1-2 138,0-4 172,-2-2 181</inkml:trace>
  <inkml:trace contextRef="#ctx0" brushRef="#br0" timeOffset="366">1151 187 335,'-7'-6'525,"-2"-1"120,2 3 127,0 0 21,3 1-135,-2 1-82,2 0-84,1 2-107,0-1-115,2 2-98,-1-1-71,0 2-44,2 1-25,-1 1 0,1 2-8,1 2 6,1 2 7,1 1 2,1 4-1,0 0-14,-1 0-1,2 2-6,-3 1-7,3 2-3,-1-1-2,-1 0-1,-1 1-4,1-1 0,0-2 0,-1 0-20,2-1-57,-2-2-99,-1 0-133,0-5-126,0 0-127,-2-2-102,-1-3-67,0-3-32,-3-1 62,1-1 88,-1-4 108,1-3 111</inkml:trace>
  <inkml:trace contextRef="#ctx0" brushRef="#br0" timeOffset="596">0 326 278,'1087'-17'408,"-1090"2"60,-1-1 58,1 2-75,2 1-49,1 0-23,1 0-20,2 2-5,2-1-11,-1 0-18,3 1-35,2 1-35,2-1-31,1 2-29,1 0-31,2 0-23,1 2-25,1 1-18,1 1-15,-3 3-13,4 0-13,-1 1-10,-1 2-4,-1 2-7,0 0-9,-3 2-5,1 1-2,-3 1-2,-1 2 2,-4 0 0,1 1 4,-2 2-6,-3 0-2,-1 1-1,-3 0-4,-2 0 1,-1 1-3,-3 0 4,-1-1 0,-2 0-3,0 1 0,-2-2-2,-1-2 0,1 0-2,0-1 0,-1-4 3,2 2 0,1-4 3,-1 0 2,3-2 6,0-1 10,2-1 3,1 0 3,1-1-2,1 0-2,0-1-6,2-2-10,1 2-9,0-1-4,1 1-5,0 1-5,1-1-5,0 2 0,1-1 7,2 2-5,1 0 6,1 1 0,3 1 4,0 1 2,-1 1-5,5 1 2,-1 0-4,1 3 5,1 0 1,-1 2 2,1 0 1,0 1 3,0 0 6,1 2-6,-2-1 0,2-1-1,-1 1 0,0 0-2,-1-1-5,1 0 2,-2-1-3,1-1-40,0-1-86,-1-1-189,0-3-211,0-1-269,-1-2-179,0-4-61,2-1 34,-3-7 161,0-2 199</inkml:trace>
  <inkml:trace contextRef="#ctx0" brushRef="#br0" timeOffset="2096">1612 484 223,'-3'4'421,"-2"-1"62,1 1 50,1-2-51,-1 0-125,3 0-91,-1-1-73,2 0-57,0-1-38,2 2-15,3-1 8,-1 0 13,4-1 26,1 0 22,0-1 12,3 0 2,0-1-11,0 2-14,-1-3-15,2 0-10,-1 0-3,0-2-6,0 2-8,-1-2 1,2-1-6,-2 0-5,-2-1-11,1 1 9,-3-2 16,0 1 10,-1-1 11,-2 1 16,-1-1 6,-2 1-8,1-1-18,-5 0-21,1 0-13,-1 1-16,-2-1-17,1 1-10,-3-2-5,1 2-6,-1 1-7,-2 0-5,0 2 0,-1 0 1,0 2-6,-1 1 5,0 1-4,0 1-4,-1 1 0,1 1-2,-1 1 1,2 1-3,-2 2 1,3 2-1,0 2-2,0 1-3,1 2 0,0 1-3,2 2-1,2 0 1,1 1 0,0 0-1,3 1 0,2-1 0,1-1 0,2-1-1,1-1 0,2-1 2,2 0-4,2-3-1,1-2 0,4-1-2,3-2-6,2-3-16,0-1-27,4-4-40,0-1-74,1-3-106,0-1-125,1-2-100,-3-2-71,3-2-57,-3 0-10,1-1 36,-2-2 65,-2 1 50,-1 0 39,-4 1 62,-1-1 72,-4-1 90,-2 2 121,-1 0 127,-4 1 124,-2 1 98,-2-1 73,-1 1 50,0 1 32,-2 2 51,-2 0 74,1 2 61,1-1 44,-2 2 2,0 1-34,0 0-76,1 1-112,-1 1-103,2 2-89,-2-1-64,2 2-45,1 0-35,0 0-22,0 2-21,-1-1-13,0 2-7,1 1-6,1 3 0,1 3-2,1 3 4,-1 3 0,0 2 0,1 3 1,-1 0-3,3 3 0,-2 0-1,2 0-2,-1 0-2,0 1 0,0 0 0,1-1 0,0 0-6,-1-1-16,2-2-20,-1 0-37,0-3-59,-1-2-88,0-3-124,1-4-135,-1-1-116,-1-3-93,-1-3-50,-3-2-12,0-2 21,-4-4 59,1-2 89,-2-3 103,-1-1 96</inkml:trace>
  <inkml:trace contextRef="#ctx0" brushRef="#br0" timeOffset="2771">2022 581 194,'-10'-23'343,"0"-1"73,1 2 50,2-1-40,2 2-21,-1 0-14,4 2 2,1 2-4,1 0-10,1 1-17,3 2-39,3 1-34,2 0-53,2 1-53,3 2-47,1 2-35,2 1-23,2 1-24,0 4-13,0 0-8,0 1 0,0 2-3,-1 2-3,-2 1 5,-2 2 4,-1 0-1,-1 2-4,-3 1-2,-2 1 2,0 1-2,-5-1-5,-1 2 1,-2 0 8,0-1-1,-5 0-5,-1 1-6,-3 0-2,-3 1-8,0-3-8,-4 1-3,1-1-1,-1-1-2,0-2-26,1-2-75,1-2-142,1-2-161,2-3-146,3-4-141,0 1-129,3-4-40,3 0 82,2-1 125,4-2 132,3 0 134</inkml:trace>
  <inkml:trace contextRef="#ctx0" brushRef="#br0" timeOffset="3117">2323 445 188,'-4'13'339,"1"-2"30,0-1 22,2-1-89,1-1-101,1 0-61,2 0-35,1-2-17,2 1-5,0-1-2,2-2 0,0 0-1,0-1 3,0-1 7,2-2 13,-2 0 12,2-2 17,-1-2 23,-1-1 28,2 0 27,-4-2 28,3 0 16,-3-2 0,0 0-1,0-1-8,-3-1-12,1 0-24,-2 1-11,-1-1-8,-2 0-7,-1 0-10,-2 1-13,1 0-15,-3 1-17,0 1-20,0 0-17,-2 1-9,2 2-15,-2-1-14,1 1-8,1 3-5,-1 0-4,0 1-10,1 1-7,-1 0-5,0 2-5,1 1-1,-2 2-5,1 3 0,-1 1-3,3 2 0,-3 2 0,2 2-3,1 1 4,1 1-5,-1 0 3,3 0 1,2 1-3,0-1 3,1 0 0,3-2 1,2 0-1,1 0-1,0-2 0,3 0 0,2-3 0,2-1-2,1-1-4,2-3-21,2-2-31,3-1-62,0-4-83,5-1-103,1-3-132,2-1-125,3-4-117,0 1-96,0-1-73,-1-2 17,-2 3 94,0-1 124,-2 0 135</inkml:trace>
  <inkml:trace contextRef="#ctx0" brushRef="#br0" timeOffset="3544">2995 392 269,'-7'-6'476,"0"1"76,-2-1 94,0 0 32,0 0-103,0-1-52,0 1-19,1 0-30,1 0-55,1 1-63,-1 0-67,2 0-66,0 2-50,0 0-30,-1 0-24,3 0-23,-3 2-17,1 0-15,0 2-10,-1 1-16,-1 1-12,-2 1-8,0 2-9,-1 2-2,0 2-5,0 2-3,-1 2 3,1 1-2,1 0-2,-1 1-3,4 0 3,-1 0 1,5-1-1,-2 0 1,3 0 2,2-1 1,3 0-6,-2-1 1,4-1 1,0-1-1,2-3 2,1 0-3,3-2 1,-1-2 0,3-3 0,0-1 2,0-1-3,2-3 1,-2-1 3,2-3-2,-3-1-1,-1-1-2,1-2 1,-3 0 4,-3-1 0,0 0 2,-1-1 0,-5 0 2,1 1-1,-2-1 0,-2 1 3,1 2 0,-2 1 9,0 0 7,1 2 9,0 2 8,-1 0 2,2 1-1,0 2-7,1 1-10,0 0-7,-2 1-10,2 1-5,-1 1-4,0 2-1,1 0 4,1 4-1,0 2 1,1 2 0,-1 1-4,3 1 3,1 1-1,0-1 1,2 1-1,1-1 0,1-1 2,0 1-6,1-2-3,1-2-6,0-1 3,0-2-10,3-1-8,-1-3-4,0-1-3,1-2 3,-1-3-9,0-1 11,0-2 10,-1-2 6,0-4 6,-2 1 1,-1-3 6,0-1 1,-4-2 2,0 0 5,-1-2 0,-3-1 1,0 1 6,-2 0 12,0-1 9,-1 2 14,0 1 18,-2 1 17,2 2 10,0 2 1,0 3 3,-1 0-5,1 3-12,1 0-12,0 2-17,-1 2-15,1 1-14,0 0-7,1 2-10,-2 1-6,2 1-1,-1 2 2,0 5-1,1 1 1,-1 3 1,0 3 0,1 1 2,0 3-1,0 0 0,0 0 0,2 1 0,0-1 1,0 0 0,0 0-1,1-1-1,2 0 0,0-2-3,0 0 1,1-2-2,0-2-9,2-1-13,-1 0-13,3-3-20,0-2-19,1 0-20,3-2-13,-1-3-26,1-2-44,1 0-65,-1-2-109,2-1-114,-3-3-103,-1 0-74,0-2-51,-3 0-23,-2-2-6,-2 2 50,-3-2 81,-2-1 89,-2 1 97</inkml:trace>
  <inkml:trace contextRef="#ctx0" brushRef="#br0" timeOffset="4320">3248 397 325,'-18'-2'460,"2"-1"94,-1 2 101,2-1-12,3 0-53,0 0-27,4 0-34,1 2-62,2-1-80,1-1-98,1 0-89,0 1-77,2 1-52,1-1-33,0 0-21,4 0-10,0-1-6,3 0-1,0 0-2,2-1-34,3 0-63,2-2-94,1 1-88,3-1-112,1-1-133,2 0-117,0-1-111,1 2-5,-1 1 39,-2 1 85,-1 0 121</inkml:trace>
  <inkml:trace contextRef="#ctx0" brushRef="#br0" timeOffset="4518">3416 408 135,'-5'10'339,"0"0"35,0-2 31,3 0-56,0 0-100,2 0-71,0 0-35,0 0-28,2-1-11,2-1-7,1 1-4,-1-1-2,2-2 1,0 1 5,1-1-5,1-2 7,1-1 17,1 0 27,1-2 11,0 1 10,0-3 7,1 0-3,-1-3-11,-1 1-13,-1-3-10,-1 1-3,0-2 21,-1 0 11,-2-1 21,-1-1 19,-2 1 13,-1-1 2,-2-1-15,-1 1-14,-1 0-31,-1 1-28,-1-1-15,-1 3-16,-1-1-13,0 3-10,0-1-6,-1 3-13,1 0-8,0 0-4,0 1-6,-1 1-9,2 1-10,-2 1-3,2 1-7,-2 1-1,2 1-4,-2 2-5,1 0 4,0 3 0,1 0 1,-1 3-4,1 0-1,0 1 1,1 2-2,1 1-2,2-1-1,2 1 0,0 0 1,1 1 3,2-2 1,3-1-1,-1 0-1,2 0-3,1-2-1,4-1-16,2-1-26,1-3-32,3-2-48,1-1-86,2-3-125,1-3-142,5-3-120,-2-1-110,3-3-81,-1-1-68,0 1 45,-1-1 112,-2-2 122,1 1 131</inkml:trace>
  <inkml:trace contextRef="#ctx0" brushRef="#br0" timeOffset="4925">3870 401 389,'-1'-6'493,"-1"0"116,-3 1 143,1 2-21,-2-1-65,1 1-43,-3 0-49,0 1-83,-1 1-116,0-1-100,1 2-71,0-1-54,-1 1-45,0 1-29,1 1-23,-1 0-18,-1 3-7,0 2-9,2-1-4,-1 3-4,0 0 0,1 0-1,1 2-3,2 0 0,-1 0-3,3 1-4,1 0-4,2-1 4,1 0-2,2-2 1,0 3 1,3-4 0,2 1 2,1-2-7,2-1-2,1-2-5,1 0-7,2-3-7,0-2-1,0-1-1,0-2-1,0-2 1,-2-2 4,-1 0 8,-1-1 2,-2-3 6,-2 1 5,0-3 6,-2 0 4,-3-2 9,1-1 13,-2 0 13,-2-1 13,-2-1 12,1 0 15,-3 0 15,-1 2 11,2 0 1,-2 1 6,1 0 13,-1 3 0,0 1-6,2 2-10,1 2-5,-1 0-13,1 3-23,0 1-13,2 1-15,-1 0-17,0 2-9,0 1-12,2 0-4,-1 1-6,1 3-1,1 0 1,0 3-1,1 3 2,1 2 3,0 2 2,0 2-1,2 2 1,-2 1 1,4 2 0,-2 0-2,1 2-2,1-1-1,-2 1-17,3-2-23,-2 0-28,1-2-30,0-1-40,-3-1-43,3-2-54,-2-2-83,0-1-144,1-4-129,-1-1-107,2-2-88,-2-4-72,-1-1-35,1-1 97,-1-4 120,1-3 127,0-1 122</inkml:trace>
  <inkml:trace contextRef="#ctx0" brushRef="#br0" timeOffset="5442">4011 213 189,'-2'-25'452,"-1"4"128,-1 3 159,2 1 89,0 5-45,1 0-53,0 3-54,-2 2-97,1 1-136,1 3-128,0-1-107,1 2-69,2 1-33,0 0-13,3 2-9,3 0 0,1 2 2,3 0 7,0 2 1,2 2-1,3 1-4,0 1-11,-1 3-8,1 2-5,0 2-12,-2 2-8,1 4-8,-3 2-4,-1 4-1,-1 3-10,-4 1 0,0 4-7,-4 0-4,-3 0-2,-2 1-6,-5-1-20,-2 1-37,-3 1-61,-3 0-98,-3-1-247,-5 0-331,-3-2-269,-3-1-118,-3-1-21,-3-4 58,2-4 224,-1-6 322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4:40.2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187 66 50,'1'-3'221,"3"1"22,-2 1-15,0 0-43,0 0-39,0-1-15,1 0-4,-2 1 5,1 0 2,0-1 7,0-1 4,1 2 5,-2-2 5,0 1 3,1-1 10,-2 2 8,1-2 10,-1 1 11,-1-1 7,0-1 0,-1 1-11,-2 1-24,1-1-17,-1 0-24,0 0-20,0 0-16,-2 1-14,0 1-6,-2-1-9,1 0-7,-3 2-4,1 0-8,0 0 0,-2 2 0,2 0-4,-2 0-2,0 2-5,0 1 3,1 1-6,-1 1-2,0 1-3,1 4 0,0-2-8,0 4-8,2 0 0,2 1-2,1 0-5,2 1 0,1 1 0,0 0 0,4 0-2,1 0 1,1-1 2,4-1-2,1 0 1,3-2-2,1-1 1,3-1 0,2-2-1,2-1 3,1-2-8,1-2-44,0-2-76,2-1-94,0-2-101,-1-3-100,1-1-92,0-2-49,-2-1-34,1-2-2,-3-1 52,0-1 72,-2 0 86</inkml:trace>
  <inkml:trace contextRef="#ctx0" brushRef="#br0" timeOffset="387">518 105 192,'0'-6'361,"-1"1"53,-2 1 51,0 0-65,-1 1-77,1 1-48,0 0-41,0 1-38,0 1-43,-2 2-32,2 1-18,-3 3-18,0 2 2,-1 0 11,0 3 19,2 1 14,-2 1 3,2 1 7,0 0-10,1 1-8,2 0-15,-1 1-20,2-1-20,2 1-14,3-1-14,0 0-15,1-2-13,2-1-1,1-1-6,2-1 1,0-3-1,1-1 0,3-3 1,-1-1 0,0-3 4,1-1-3,-1-3 0,0-3-1,-1 0 0,1-3 0,-2-1 10,-1-2 37,-3 1 41,0-2 40,-2-1 30,-2 1 18,-2-2-1,-2 1-21,-1 1-32,-2 0-29,0 1-22,-1 1-15,-1 2-11,-2 2-15,0 1-10,0 1-9,-3 1-8,1 2-12,-1 2-16,-1 2-41,1 2-82,1 1-124,-1 1-131,1 1-125,1 3-104,0-1-65,2 2-55,2-1 16,2 2 76,-1-1 98,3-1 105,3-1 97</inkml:trace>
  <inkml:trace contextRef="#ctx0" brushRef="#br0" timeOffset="831">801 166 136,'0'-3'387,"-2"0"31,0 0 15,1 1-14,1 0-194,0 0-106,0 2-55,1 0-32,2 2-15,0 1-6,1 1 5,1 2 9,0 0 7,-1 2 11,1-1 9,-2 3 7,1-1 1,-2 2 0,0-1-1,-1 0-3,1 0-4,-1 1-5,0-2-7,0 1-5,1-3-7,-2 0-3,1-2 4,0 0 11,-1-1 21,0-2 28,0 0 38,0-1 42,0-1 34,-1 0 25,0-3-6,-1 0-29,1-3-36,-1-1-46,2-4-38,0 0-39,0-1-19,1-2-5,1 0-5,2 0 4,-2 0-5,3 0-6,0 2 6,0 2-2,1 1-3,1 1-6,0 2 3,1 2 1,1 0 1,1 3-1,1 1 3,0 1 2,1 2-1,0 2 0,-1 0 0,2 3 6,-2 0 0,0 3 4,1 2 0,-2 0 5,-2 1 3,1 1-2,-2 0 2,0 0 1,-3 0 0,1-1-4,-2 0-3,0-1 2,-1-3 1,-2 0 8,2-3 16,-2 0 25,1-3 32,-1 0 23,-1-2 23,-1 0 7,1-2-9,-3-2-22,-1-1-28,1-2-27,0-2-24,-2-1-17,2-3-17,2 0-2,1-2-2,0 0-1,2-1-1,2-1 0,1 1 6,2 1-3,-1 1-2,2 1-1,-1 2-2,3 0-1,-1 3 0,1 1 7,-1 0-4,2 3-1,-1 1 0,0 1 1,2 1 0,-3 1-9,3 3 5,-2 0 0,0 0 3,1 3-1,-1 0 2,-1 2 2,2-1-1,-3 2-2,2 0-4,-3 2-13,2 0-23,-1-2-49,-1 1-69,1-1-86,0-1-93,-1-3-66,2 1-41,0-3-12,2-1 19,-1-3 46,1-1 63,-1-3 57,1-1 52,0-2 51,-1-3 47,-2-2 39,0-1 33,-2-1 23,0 1 19,-2-3 23,1 1 33,-2 1 37,-1 0 30,0-1 28,-1 3 35,0 1 32,-1 0 18,0 3 17,1 0 16,-1 3 6,0 0-13,1 2-29,0 0-30,0 1-33,0 2-25,0 1-6,0 1 10,1 2 15,0 1 11,1 2 5,-1 1-1,0 2-17,2 2-30,0 1-27,0 2-27,-1 2-19,2 2-16,-2 0-15,1 1-8,1 1-6,0-1-2,-2 2-3,3-2 0,-1 2-2,-1-3-9,1 0-26,0-2-57,1-2-86,-2-3-106,-1-1-89,3-2-76,-2-3-49,0-2-6,0-1 29,-2-4 50,0 0 42,0-2 45,-2-4 47,0-2 45,-2-2 50,0 0 51,-2-2 50,0-2 45,-3-2 37,2 0 28,-3-2 19,0-1 25,-1 0 27,1 0 26,1-1 20,0-1 18,2 3 12,2-1 7,0 2-14,1 0-13,3 1-18,0 2-18,3 1-20,1 1-14,3 2-5,2-2-5,-1 4-3,2-1-4,1 4 2,0 1-2,1 1-1,1 2 0,-1 2 7,0 1 5,0 1-1,-2 2 0,1 0-3,-2 2 1,-2 0-6,1 3-5,-4-2-2,-1 2-1,-2-1-4,-2 1-8,-1 1-6,-3-1-8,-3 0-6,-1 2-5,-2 0-7,0-2-12,-2 1-45,1-1-59,1-2-90,0-1-101,-2-3-124,1 1-113,0-4-21,1 0 24,1-3 71,1-2 89</inkml:trace>
  <inkml:trace contextRef="#ctx0" brushRef="#br0" timeOffset="2382">1710 242 238,'-2'-4'324,"-1"1"45,1 0-7,1 1-46,-1-2-34,0 2-19,0-1-7,1 2-3,-1-1-8,1 1-12,0 1-15,0 0-15,0 0-23,0 0-20,1 1-15,0 0-6,-2 1 2,2 2 12,-1 0 12,1 1 5,-1 2-3,1-1-4,0 3-22,0-2-29,0 2-26,0-3-22,0 1-16,1 0-16,0-3-11,-1 0-9,2-1-3,-2 0-5,0-2 1,1 0 8,-1 0 11,0-1 7,0-1 4,0-1 6,0-1-2,0-1-7,-1-1-9,1 0-9,0-1 6,-2 0-8,2 0-4,-1-1 6,0 3 7,1-1 6,-2 2-4,1-1 1,0 3 3,1 0-4,0 0-7,-1 1-8,1 0-2,0 2 3,-1 1-3,0 3-3,1 0-3,0 4 1,1 0-2,0 1 0,1 2 1,1-1 1,1 2 1,-1-1-3,4 0 1,-2-1 0,3 0 0,-1-1-1,3-1-2,0-2 3,0-2 0,2-1-4,-1-1-4,1-3-4,-1-1-4,3-3-6,-1-1-10,-1-3-4,-1 0-2,0-2 2,0-1 4,-2-2 6,-1 0 7,-2-1 5,-2-1 7,-1 0 3,0 0 5,-2 1 1,0 1-2,-1 2 1,-1 0-1,0 3 2,0 0-2,-1 2 0,1 1 0,1 1 0,-1 0 0,0 2-2,1 1-5,-1 1 0,0 2 4,1 2 1,-1 0 0,0 3 0,1 0 3,2 3 0,0-2-5,1 1 2,1 0 2,1 1 2,2-1-2,1 1-1,0-2 1,3-1-16,-1-1-36,0 1-46,1-4-38,0 0-33,1-1-37,0-3-20,0-1 4,1-1 24,-2-3 23,0 0 30,0-4 33,-2 1 34,-1-3 29,-2-1 19,0 0 17,-4-2 5,0-1 5,-1 0 2,-2 0-1,-1-1 3,0 0 15,-1 0 33,-1 1 37,0-1 32,0 3 28,0 1 30,1 2 14,0 0-9,0 4-22,2-1-27,-1 2-19,1 2-29,0 1-31,-1 0-21,1 2-16,1 1-2,1 2-10,1 0-1,0 2 1,-1 2-1,1 1-2,1 2 0,1 2 6,0 1-4,0 0 2,0 1-1,2 1 2,-2 0-2,2 0-1,-1 0 2,1-2-4,0 1 0,0-2-3,-1 0-36,2-2-68,-1-3-81,0 1-86,1-1-87,-1-4-96,0 0-72,0 0-47,-1-3-66,0 0 8,-3-3 48,1 1 75,-2-2 94</inkml:trace>
  <inkml:trace contextRef="#ctx0" brushRef="#br0" timeOffset="3281">2066 248 22,'-16'-3'363,"0"-1"65,2 0 49,3-1 35,2 1-150,1 0-107,3 0-71,3 1-62,4-1-47,2 0-34,5 0-19,2 1-6,3 0-12,2-2-39,-1 2-55,3-1-60,0 1-69,-1-1-87,0-1-110,1 2-27,-1 1 18,-2-1 44,1 1 56</inkml:trace>
  <inkml:trace contextRef="#ctx0" brushRef="#br0" timeOffset="3451">2274 226 291,'-1'8'335,"-2"0"34,-1-2-6,3 3-93,-1-3-71,0 2-44,2-1-32,-1-1-30,1 2-29,1-2-22,-1 0-11,2-1-8,-1 0 1,0-1 9,1-1 5,2-2 6,-2 1 7,0-2 7,3 0 2,0-2-7,-2 0 4,3-3 6,-2 0 3,1 0 7,-3-2 9,0 0 14,1-1 19,-3 1 23,0-3 9,-3 3 14,1-2 17,0 2 9,-3-1-5,0 2-12,0 0 0,1 1-7,-3 1-15,3 0-11,-2 2-15,0 0-17,1 2-21,-3 2-21,3 0-19,-3 3-15,2 0-11,-1 1-3,0 3-3,2 0-2,-2 1 0,2 0-3,1 3-2,1-2-1,1 1 2,0 0-1,4 0-4,0 1 0,1-1 0,2-2 0,1 1-3,2 0 2,2-2 4,0-2-2,1 0 0,1-2 3,0-2 2,3-2-1,-1-1-2,2-1 1,-1-4-3,2-1 3,-1-2-2,1-1 1,-2-2-1,2-1 3,-1 0-1,-2 0-3,-1-2 3,-3 2-1,-2 0-4,-2 1-3,-1 0 3,-3 0 7,-1 4 8,-1-2 11,-2 3 8,1 0 2,-4 2 5,1 1-6,1 1-9,-1 1-14,-1 1-1,-1 1-4,2 1-1,-1 2-2,1 0 1,0 0 4,2 0-5,1 0 2,1 0-6,1 0 1,1-1-8,1-2-9,3 1-2,0-1-7,3-2-12,0 0-8,2-1-2,-2 0 2,1-1 5,1 0 2,-2-2 14,-1 3 8,1 0 6,-2 0 4,1 1 3,-3 0 1,2 1-1,-1 1 1,-2 0 1,2 3 1,-1 0-2,0 2 2,-1 1 3,0 3 3,0 0-2,-3 2-4,1 2-30,-1-1-75,0 1-117,-1 1-124,0-1-130,0 0-126,0-1-126,-2 0-38,1-2 55,-1 0 89,1-1 113,-1-3 121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3:43.07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863 3048 102,'0'-7'278,"0"2"43,0-1 32,0 1-55,0 1-38,0 0-20,0 1-17,0 1-20,-1 0-27,1 1-32,0 0-32,0 2-16,0 0-1,0 2 14,1 1 29,-1 2 44,0 2 39,1 2 10,0 2 10,-1 0-8,0 3-28,0 0-39,0 1-41,-1 1-19,0 0-29,1 2-26,0-2-14,-1 0-13,0 0-5,0-2-7,1-3-1,-1 0-4,2-3-2,-1-1 0,1-3 11,0-1 28,-1-2 31,0-1 19,0-2 11,-1-3 6,0-3-8,1-3-28,0-2-29,0-2-22,0-1-12,0-2-5,1 1-4,0-2-3,0 0-2,1 2 3,2-1-1,0 2-1,0 1 0,1 2-1,0 2-1,1 0 0,2 4-2,-1 0 4,0 2-1,1 2 3,2 2-2,0 3 0,0 2 1,2 1 0,-2 4 0,0 2-6,2 2 6,-3 3 1,0 1 0,1 1 3,-2-1-2,1 0 8,-4 1-2,2-2 1,-2-2-2,-1-1 1,-1-1 3,1-2 0,-2-2-1,-1-2 1,0-1 10,0-2 19,1-1 24,-2-1 15,0-1 10,0-2 1,-2-3-6,0-1-22,0-5-25,0 0-15,-1-3-10,1-2-7,1-2-2,1 0-3,1 0 0,1 0-3,1 1 1,1 1 0,-2 1-2,3 3 2,0 0 0,0 3-2,1 2 1,1 2-1,1 1 0,0 3-1,3 1 3,-1 4-1,1 1 2,1 2 2,-1 3 2,0 1-2,-2 2-2,2 1 2,-2 1 0,0 1-2,-1 0-7,-1 1-12,0-1-34,-1-1-61,-1-1-96,1-1-121,0-4-110,-1 0-88,0-4-45,0-3-8,0-2 28,1-3 56,-2-3 70,3-3 69,0-4 60,-2-1 60,2-4 69,-3 0 75,1-2 70,-2-1 62,1 2 50,-1 0 45,-3-1 39,1 2 27,0 3 14,-1 0 8,0 3 7,0 1-1,-1 2-13,1 2-21,-1 3-26,1 0-27,0 2-14,0 3 4,0 2 22,1 4 41,-1 2 30,0 2 28,0 2 10,0 2-11,1 1-25,0 1-41,0 1-35,2 0-33,-1-1-31,2 0-26,1 0-24,0-2-13,2-2-8,1-1-3,1-3-2,2-2 0,0-2 1,0-3 0,2-2 2,1-3-2,0-3 1,0-2-2,0-1-1,-2-3 1,-2-1-3,-1-1 3,-1-2 1,-3 0 17,-2-2 17,0 0 12,-3 0 17,-3-1 8,0 1 6,-4 1-14,1 1-13,-3 1-12,0 1-16,-3 2-13,1 2-4,-3 2-6,1 0-7,1 3-12,-3 1-34,1 2-64,2 2-120,-2 2-146,4 0-149,3 2-136,1-1-122,2 2-72,3 1 48,2-3 108,3-2 131,4-2 136</inkml:trace>
  <inkml:trace contextRef="#ctx0" brushRef="#br0" timeOffset="1020">1664 2920 63,'5'-6'434,"-5"-1"84,-1 3 79,-1-1 90,0 1-95,0 1-119,-1 1-76,2 1-70,1 2-76,0 2-82,0 2-67,0 1-42,0 4-12,0 1 1,1 2 11,2 2 3,-1 2 7,0 1 3,0 2-3,-1 1-10,3 3-11,-2 1-7,1 1-10,1 1-6,0 1-6,-1-3-9,2-1-2,-1 0-6,0-4-2,-1-2 1,-1-2-1,1-4 1,0-1 3,-1-3 5,-1-1 12,0-4 19,-1 0 12,0-3 11,0-1 0,-1-3-2,0-1-12,0-2-21,0-1-17,1-2-7,0 0-5,2-1 1,0-1 2,2 0-3,1 0 6,2 0-4,2 1 1,1 0-3,1 1-2,0 2-5,1 1 0,-1 2 1,2 2-1,0 3 3,-1 1-2,0 1 8,-1 3-1,-1 1 2,-1 1 0,-2 1 0,-1 0 5,-1 2 6,-3 0 6,-2 0 3,-2 1 9,-4 1 6,0-1 0,-5 0-4,-3 1-4,-1-1-6,-4-1-7,0-1-6,-3 0-4,1-3-7,-4 0-46,3-3-118,-1-2-165,1-4-170,3-2-182,-1-2-185,2-3-56,3-2 63,1-2 136,4-4 156,1-1 172</inkml:trace>
  <inkml:trace contextRef="#ctx0" brushRef="#br0" timeOffset="1738">1667 2658 164,'-8'-6'256,"3"0"31,-3 0-27,1 0-56,0 0-29,-1 0-12,-1 0-6,1 1-3,-1-1 11,0 1 6,1 0 4,-2 0 6,0 1 5,-2 0 5,0 0 0,-1 1 5,-1 1 30,-1 0 19,0 1 26,-2 0 21,-1 0 14,-1 2-1,-1-1-22,-1 1-21,-2 1-37,1 0-36,-4 2-36,2-1-30,0 2-30,-1-1-21,-1 3-9,2-1-5,-3 3-4,0-1-5,2 4 1,-2-2-3,3 1-5,-1 0-5,2 3-3,1-1-4,0 3 0,-1 0 1,1 2 0,1 2-3,0 2 0,2-1-2,1 1 0,1 1-3,-1 1 2,1 1 2,0 1 2,1 2 1,0 0-3,2 1 1,0 0-4,3 0-3,0-1-2,0 1-1,2-1-1,1 1-1,2-2-2,-1 0-2,4 0-2,-2-1-2,3 0-1,0 0 0,1 0 0,1 0 1,1 0 1,1-1 1,1 1 2,1 0 0,-1-1 1,3-1-1,-1 0-1,1-1-2,0-2-2,1 1 5,1-3-6,-1 0 0,1 0-2,0-1 0,2 0 1,-1-2-5,1 0 3,0 0 0,0 0 0,1-2-2,3 1 0,0-1 2,-1 0-2,3 0 1,-1-2 0,2 0 2,1-1-1,0 0 0,0 0-1,1-1-2,0 0 1,0 0 1,2-1-2,-1-1 0,1 0 2,0 0 0,2-1 0,0 0 1,-2-2 0,3 1 1,0-1-2,0-1-2,3 0 1,-2 0 0,2-1-2,0-2 0,-1 1 1,0 1 0,0-2 1,-2 0-1,3-1 1,-3-1-1,1 0-2,-1-1-2,-1 1 2,2-1 1,-2 1-1,0-2 2,2-1 1,-1 0 0,2 0 3,-2-1-1,1-1-2,0 1 1,0-2 1,-1 0-2,0-2-1,0 2 0,0-1 0,0-1 0,-2 0 1,0-2-1,0 0 2,1-2-1,-1 0 1,0-1-1,-1 0 0,-1 0 1,0 0-2,-1 0 2,-2 1 0,0-1-2,1 0 0,-1-2 0,-1 1 0,-1 0-1,-1-1 0,0 0 0,-2 0 1,0 1 7,-2-2-4,0 0-2,0 1-2,-1-1 2,-2-1 2,0 1-6,0 0 4,-3 0 3,2 0-1,-2 1-2,0-1-1,-1 0 0,0 1-1,1-1 0,-2 0 1,-1 0 0,0 0 2,1 0-1,-2 1 0,1-1 0,1 0-2,-2 0 1,1 1 0,-1-1 2,-1 0 1,-1 0 3,1 1 6,-1-1 0,0 0 1,-1 0 0,-2 1 1,1 0-1,0 1-1,-1-1 1,-2 0-2,3 1-1,-3 0-2,0 1 0,0-1 0,0 1 0,-1 1 1,1 0 0,0 0 0,-1 0 1,-1 0-1,2 0-2,-1 1 0,-1 0 0,1 0 0,-1 0 0,0 1 0,1 0 1,0 1 2,0-2 0,0 2 2,-1 0 0,1 0-1,-2 1-1,2 0 1,-1-1 1,1 3-1,0-3 1,-2 3-3,1-3 3,0 3-5,-1-2 0,1 1-2,-1-1-1,1 1 1,-1 0-2,0-1 1,1 2-1,1-1 4,-3 1 4,0-1 2,3 2 2,-3 0 0,0 0 2,3 0 0,-3-1-3,2 3-1,-1-2-3,1 1 0,0 1-3,-2-1-1,2 0-2,0 1-1,-1-1-1,2-1-1,-2 3 1,2-2-1,1 1-1,-3 0 1,1 0 1,0 0-1,0 0 0,0 1-1,-2 1 0,1-2 0,0 1 0,-2 0 0,0 1 0,-1 0 0,1 0 0,-1 1 0,-2-1 0,1 1 0,-2 0 0,0 0 0,-2 0 0,-1 1 0,1 1 0,-2 1 0,0-1-4,0 1-13,-1 1-18,0-1-28,0 2-36,0 0-41,1 1-52,2-1-67,1 1-130,2-1-178,2 1-174,-1 0-149,0 2-136,2 1-23,-1-1 96,2 3 176,1-2 196,-1 1 185</inkml:trace>
  <inkml:trace contextRef="#ctx0" brushRef="#br0" timeOffset="5116">1823 2321 137,'0'-1'250,"0"1"20,-3-1-16,3 0-31,-2-1-34,1-1-24,0 1-15,0-2-9,0 1 0,0 1 9,-2-1 6,2 0 15,0 0 15,0-1 14,-1 2 17,0-1 28,-1 0 44,1 0 35,1 0 31,-1 1 4,0 1-7,2 1-37,-1-1-62,-1 1-65,1 1-62,0 0-43,1 0-39,0 3-22,0 1-9,0 1-6,1 3-3,0 1-3,2 1 2,-3 2-2,2 0 0,0 0 2,0 0-1,2 0 1,-2 0-1,0-1-4,-1-1-34,1 0-68,1-2-106,-3 0-125,0-3-118,-3 1-115,0-1-79,-2-3-69,-3 0-12,0-2 60,-1-1 87,-1-2 100,1-1 105</inkml:trace>
  <inkml:trace contextRef="#ctx0" brushRef="#br0" timeOffset="5430">1632 2300 93,'-6'-10'340,"-1"2"46,2 0 41,0 1-14,0 1-111,0 1-57,4-1-43,-1 2-37,1 1-36,1 0-30,1-2-28,1 0-18,4 1-10,2-2-5,1 0-3,2 1-8,2-1-4,4 0-8,0 0-4,4-1-2,2 2-2,1 0-2,2 0-1,-2 3 1,2 0-9,-1 1-42,-1 2-63,-1 0-69,-3 2-73,-2 3-96,-3 2-111,-1 1-21,-3 2 30,-3 0 49,0 3 65</inkml:trace>
  <inkml:trace contextRef="#ctx0" brushRef="#br0" timeOffset="5672">2104 2432 152,'2'1'317,"-1"-1"34,0-1 40,-1-2-72,0 0-76,0-1-35,-2-2-13,1 0-8,0-1-9,-2 0-5,1 1-5,-1-3-6,0 2 4,0 0 14,-1 0 8,-2 0 10,2 1 11,-2 1 13,1 0-2,-1 1-21,0 2-27,0-1-28,-2 3-33,0 0-37,-2 3-29,2 0-22,-2 4-11,-1 0-8,0 3 0,3 0-5,-2 2 0,3 1 0,-1-1 0,4 0 1,0 0 0,2-1 0,2 0-2,0 0 1,3-2 0,1 1 1,1-3 0,2 0 3,2-1 0,1-2 1,2-1-1,-1-1-1,1-1-4,2-2 2,-3 0 0,1-2 0,0 0-1,-2-2 0,0-2 3,-1-1-2,-2-1 2,0 0-2,-2-3 3,-3-1 0,1 0-2,-2-1 1,-1 1 0,-1 0 0,-1 1-3,0 0 1,1 3 2,-1 1-2,1 1-3,0 1 3,0 2 3,-1 0-3,2 2-5,-1 1 0,1 1 0,-1 1-2,1 2-1,0 2 3,1 0 2,-1 3-1,1 2 5,2 0-2,0 2 1,-1 0 0,4 0 0,0 1 0,1 0 0,2-1 2,1 1-1,1-2-1,0-1-38,3 1-54,0-3-76,0-2-82,1 0-79,0-3-81,0-1-45,0-1-23,1-3-3,-2-1-6,0-2-15,-2 0 32,-2-3 56,0 0 62</inkml:trace>
  <inkml:trace contextRef="#ctx0" brushRef="#br0" timeOffset="6175">2368 2368 107,'-3'-17'257,"1"0"38,-1 1-2,0 1-26,0 0-24,-2 2-11,4 2 0,-2 1-2,0 2-12,1 3-19,0-1-23,1 3-34,-1 0-40,1 2-33,0 1-27,1 0-19,0 2-10,1 2-2,0 3 6,1 1 8,0 2 8,1 2 6,0 2 6,0 1 1,0 2-3,2 0-9,-2 3-8,1 0-7,0-1-5,-1-1-6,2 0-5,-2-2 1,-2-1-1,2-1 1,0-2-2,-1-2 3,-1-2 2,0-1 0,0-3 2,0 1 29,-1-2 17,0-1 12,-1-1 8,0-3 1,-1 0-3,0-2-24,-1-1-16,1 1-16,0-3-7,2 0-2,-1-2-3,1 0 0,1 0-4,0-2-1,4 2-3,1-1-1,1 1 1,1 1-4,1 1 0,0 1 5,1 1 2,1 2-2,0 2 2,1 1-2,-1 3 2,0 1-1,0 0-2,0 2 0,-2 1 2,-1 0 2,0 1 0,-2 0 4,-1 1 2,-2 1 9,-1-2 14,-2 2 14,-2-2 9,-2 0 8,-2 0 10,-3 0-1,-1 0-13,-3-1-12,-3 1-4,0-2-14,-2 0-12,0 0-8,2-3-3,0 0-37,3-1-97,0-3-119,3-2-153,3-2-199,3-3-108,3-2-22,3-4 56,2-2 107,1-2 146</inkml:trace>
  <inkml:trace contextRef="#ctx0" brushRef="#br0" timeOffset="7330">2377 1895 98,'1'-3'243,"-1"0"29,0 0-17,0 0-44,0 1-33,0-2-21,0 1-16,0 0-4,0 0 4,0 1 8,-1-1 4,0 0 12,0 0 14,-2 0 12,0 1 5,1-1 16,-2 0 20,1 1 18,-1-1 9,-1 0 3,2 2-11,-3-2-32,-1 1-24,0 0-28,-2 0-27,1 0-24,-2 0-10,-1 1-1,0 0-5,-1 0-1,-1 0 3,-2 0-2,0 1-7,-2-1-7,-2 0-12,0 1-11,1 0-12,-3 0-1,1 1-4,1 0 2,-1 0-5,2 0-4,-1 0-6,1 0-6,-1-1-3,0 0-3,1 1 2,1 0 3,1 0 5,-1-1 1,2 1-2,-1 0-3,1-1-3,-1 0-3,1 0-2,-1 0-3,1 0 3,0 0-1,1 0 0,-1 1-4,0-1 0,0 0-1,1 0-4,-1 0-1,2 1 1,-1 0-4,0-1 2,1 1 1,0 0 0,-1 0 1,0 0-1,1 0 3,-2 0-2,2 0-1,-3 1-1,2-1 0,-2 3 4,1-2-3,-1 1-2,1 0-3,-1-1-3,0 1 2,-1 1-5,-1 0 0,0-1 3,-1 0 2,0 1 1,-1 1 0,2-1 0,-4 1 4,2 0-4,-2 1 3,0 0-1,0 0 0,-1 1 0,-1 1-1,2-2 0,-1 2-1,2-1-3,1 1 3,1-2-3,1 1 0,2-1 0,1 1 0,0-2 1,1 2-1,1-1 3,-1-1 0,0 2 1,-1-2-1,1 2 0,-1 1 0,0-2 0,-1 2-1,1-1-1,-2 2 2,1 0-1,-1 0-1,-1 2-1,3-1 0,-3 0 1,1 0-1,0 1 1,1-1 3,-1 0-3,1 0 0,0-1 0,2 1 1,0-2-1,1 0-1,1 1 2,-1-1 0,1 1 1,0-1-1,0 1-2,0 0 2,-2 0-1,1 2-1,0 0 0,-1 0-2,0 0 1,1 2 0,0-1 0,0 0 1,1 1 0,-1-1 1,1 1 0,0 0-2,1-1 0,-2 2 1,0-1 1,1 1 0,-2 0 0,-1 1 6,1 0-1,-2 1 2,2 0 1,-2 0 1,2-1 0,-2 1 0,3-1-2,-1 1-3,0 0-2,2 0 1,0-1-1,0 1-1,-1-1 0,2 1 2,1 0 1,1 0-2,1 0 1,0 0-1,-1 0 1,2 1-3,1-1-1,-1 0 0,1 1 3,1 0 0,0 0-1,0-1 0,0 2 1,2 0-1,1-1-1,-2-1 0,2 2 1,1 0 0,0-2 0,0 3-1,0-1 0,1 1 1,1-1-1,0 0 0,-1 1 1,1-1 1,0 1-1,1-2 1,0 1 0,0 0 1,-1 0 0,1-1-1,0 1 0,-1-1 2,3 0-3,-1 0-2,-1 0 0,1 0 0,1 0 0,0 0-5,0-1 2,-1 1 3,2 0 0,0-1 0,-2 1 1,3 0 1,-2 0 3,1 0-4,-1-1 1,2 0 0,-2-1-1,1 0 0,1 0-1,-1 0 2,2 0 0,-2-1 0,1 0 0,1 1 2,-1-1 0,2 0-1,-2-1-1,2 2 1,0-1 0,1-1-1,-1 1-1,2-1 1,-3 1 1,2-1-3,-1 0 0,0-1 0,1 0 0,-3 0 0,3 0 0,-1 0 2,1 0 0,-2-2 0,0 1 0,0-1-2,2 0 0,-1 1 1,1-1 0,-3 0 0,3 0 0,-1 1 1,1-2-1,-3 1 0,2 0 0,-1-1 2,1 0-2,-2 0 0,1-1 1,0 1 0,0-2 0,0 1-2,1 0 0,-1 0 0,1 0 0,-1 0 0,1-1 1,0 1 1,0-2-1,0 2 1,1-1-1,-1 0-1,0 0 1,-1 0-1,1 0 1,0-1-4,-1 1 2,0-1 2,1 0 0,-1-1 0,1 2 0,-1-1 4,1 0-3,-1-1 0,1 0 1,-1 1-1,1 0 1,0-1-1,1 0 0,0 1 0,0-1 0,1 0-1,0 0 0,0-1 1,0 2 2,0-1-3,-1-2 0,0 2 0,0 1 1,0-2-1,1 1-1,-1 0 0,1-1 1,-2 0 0,1 1-1,0-2 0,-2 0 0,3 1 2,-2-1 0,1 0 0,1 0-2,-1-1 2,1 1-1,-1 1 0,1-1-1,1 0 0,0-1 0,-1 1 1,0 0-1,2 0 0,-1 1 0,2-2 2,-1 1-2,0 0 0,2 0 2,-1 0 0,1-1 1,1-1-2,1 1 1,0 0-1,0 0 1,0 0-1,2 0 0,-2-1 1,0 0-1,1 1-1,-2-2 4,1 1-3,-1 0 0,1 1-1,-2-1 0,2-1 0,-2 1-3,2 0 3,-2-1-1,1 1-1,0-1 2,1 0 2,-1 0-2,1-1 0,0 0 0,0 0 1,1-2-1,-1 1 0,0 2 1,2-3 0,-2 0-1,1 0 0,1 0 0,-2 0 0,2-1-1,-1 1 0,1-1 1,-2 0 0,2 2 0,-1-2 0,-1 1 1,1 1-1,0-1 2,-1 2 0,2-2 0,-1 0-1,1-1 1,0 1 0,-1 1 0,0 0-2,1-1 1,-1 0-1,1-2-1,0 3 1,0-2 0,1-1 0,-1 1 0,1 0 0,0 0 0,-1 0 2,1 0-2,0 1 0,0-2 0,-1 1 0,2 0 1,0 1-3,-1-2 2,2 0-1,0 2 0,1-1 1,0-1 0,0 0 1,3 0-1,-1 0 0,1-1 0,2-1-2,1 0 2,0-1-1,2 0 1,0-2 0,0 1 3,0-1-1,0-1-10,0 1-19,-2 0-28,-1 0-32,-2 1-67,0 0-119,-4 1-174,-1 0-174,-1 1-170,-1-2-185,-3 0-48,-1 0 55,-3-2 153,-3-4 175,-1-4 190</inkml:trace>
  <inkml:trace contextRef="#ctx0" brushRef="#br0" timeOffset="10051">2319 1808 196,'-1'-1'233,"1"1"-6,0 0-23,-1 0-30,1 0-31,-1 0-25,1 0-22,0 0-17,0 0-15,0 0-6,0 0-5,-1 0 0,1 0 0,0 1 4,0-1 4,0 0 2,0 1 0,-1-1-4,1 1 0,0-1-4,0 1-3,-2-1-7,2 1-9,0-1-5,0 1-11,0 0-7,0-1-9,3 1-3,0 0-1,-2 0-2,4 1 2,-1-1 0,1 1 1,0-1-2,1 2 3,-1-1 1,2-1-2,-1 1 3,0 0-1,2 0 3,-3 0 1,2-1 6,-1 1 13,0-1 14,1 2 14,0-1 8,-1 1 1,1-1-4,-1 0-10,0 1-16,3 0-10,-2 1-6,0-1-2,0 0 0,1 1 11,0 0 13,-1 1 9,2-2 6,0 1 1,0 1 1,0-1-12,-1 0-12,0 0-19,1 1 15,-1-2 17,1 2 8,-1 0 8,1-1 17,-3 1 16,3 0-12,-1 0-15,0-1-5,0 1-3,-1 1-4,2-1 3,-1 1 2,0-1 3,0 2 4,0-1-1,0 0-3,1 0-4,-1-1 10,1 3 21,1-2 7,-2 0 1,2 2-4,-3-3-6,2 2-16,-2-1-24,2 1-7,0-1-6,-1 1 4,0-1-2,-1-1-4,2 2-3,-1-2-7,1 2-2,-3 0-2,3-2-1,-1 2 9,1 0 13,-3 0 17,3 0 9,-1 2 4,0-2 0,0 2-9,-2-3-13,3 2-15,-2-1-13,2 0-5,-1 0-8,-1 1-2,0-2-3,1 2-1,-2-2 2,2 3-3,-1-3 4,1 2 0,-1 0 1,1 0 0,-2-1 1,1 2-1,1-1 1,-2 1 1,2-1 0,-4 2 1,3-1 3,-2 0 2,0 0 4,1 1 6,-1-1 7,1 1 5,1-1 0,-1 2 2,-1-2 1,1 1-9,-1 0-8,2 0-3,-3-1-2,3 1-4,-1 0-1,-2-2 2,2 2 0,-1-1 1,1 0 6,-1 0 2,-1-1 0,1 2 0,0-2 1,-2 2 0,0-1-5,2-1-2,-1 1-1,1-1-2,-3 1-2,1-1 1,2 1-2,-2-1 3,-1 0 1,0 0-1,2 0 0,-2 0-2,1 0 0,-1-1-3,0 0-1,0 1 3,-1-2-1,1 2 0,0-1 2,1 1-1,-1 0 3,-1 0-3,1 0 0,-1 0-1,2-1-1,-2 1 1,0 0-1,0 0-1,0-1 0,0 2-1,0-2-2,0 1-1,1 0 1,0 0 0,-2 0 0,2-1-1,-1-1 1,0 2 0,0-1-2,1 1 4,-1-2-2,1 2 1,-2-1 0,1 0 0,0 1-2,1 0-2,-1 0 2,-1 2-2,0-1 0,1 0 0,2 1-1,-2 0 1,0 0 0,1 1 0,-1 0-1,-1-2 2,2 2-1,-2-1 3,1 0-2,0-1 0,-1 1-1,0-1 0,0 1 0,0-1-2,0 0 2,0 0 0,0 0 1,0 0-1,0 0-1,0-1 0,0 2 0,0-1 2,-1 1-3,0-2 3,1 1 1,-1 1-2,0 0 0,1-1 1,-1 0 1,-1-1-2,1 2 0,0-2 0,-2 1-1,2-1 0,1 0 1,-1 0 1,-1-1-2,1 0 1,0 1 0,-1-2-1,1 2 0,-1-1 0,0 0 0,0 0 1,1 1-1,-2-1 4,0 1-4,1 1 0,-1-1 0,0 1-1,1 0 0,0 0-2,-3 0 3,3 0 1,-1 1 0,1-1-1,-2 2 0,1-1 0,1 0 0,-2 0-1,2 0 1,-1 0 1,1 0 1,-2-2-2,1 1 0,1 1 0,-1-3 0,1 3 1,-1-3-1,1 1 0,-2 0 0,2 0 1,-1 0-1,0 0-1,-1 1 2,0-1 0,1 0 1,-1 1-1,1-1 2,-2 0-2,3 0 3,-1 0 5,-1 0-4,0-1-2,1 1-3,0-2 0,0 2-2,-1-1-5,0 0 3,1-1 3,0 1 1,-1-1 0,1 2 1,0-1 0,-2 1-1,1 0-2,-1 1 1,2-1 0,0 1-1,-2 0-1,1 0 3,0 1 0,0-3 1,0 3-1,0-1 0,0 1 2,0 0 0,-1-1 0,2 0-1,-2 2 2,1-3-1,0 2-1,1-1-1,-1 0-1,-1 1 1,1-2 0,0 1 0,-2-1 0,1 0 1,0 0 1,-1-1 0,2-1 0,-2 2-1,0-2-1,1 0 0,-1 0-1,1 1 1,0-2 0,0 3 1,-2-2-1,2-1 1,-2 2-1,3-2 0,-2 1 0,1 0-1,0-1 1,-2 1 0,2 0 0,0-1 0,0 1 0,-1-2 0,2 3 0,-2-2 2,2 0 0,-1 0-1,1 1 0,-2-2 1,3 0 0,-1 0-1,-1 0 0,1-1 1,0 1-2,0-1 1,0 1 0,-2 0-5,0 0 1,0 0 1,-1 1 2,2-2-2,-2 2 1,0-1 5,1 0 0,-1 0-2,0 1 1,-1-1 1,2-1 1,-2 2-1,0-1 2,0 0 1,1-1 1,-3 0 2,2 0 0,-1 1 3,0-2-2,0 0-3,-2 1-3,0-1-2,-1 1-6,-1 1 0,-1-1 1,0 3-10,-1-1-19,0-1-29,-1 3-38,1-2-64,0-2-111,1-1-148,0 0-131,1-2-108,0-2-107,1-1-109,-2-1 18,1-2 110,-2 0 125,1-4 123</inkml:trace>
  <inkml:trace contextRef="#ctx0" brushRef="#br0" timeOffset="15268">2154 1370 133,'1'-3'290,"0"0"36,0 0 17,0 0-61,1-2-45,-1 0-30,0 0-19,1-1-8,-2-1-5,1 1 1,-1-2 10,0 3 29,-1-2 41,1 1 27,-3 1 20,0-1 16,0 2-6,-1-1-24,0 0-48,-2 0-40,1 2-43,-3-2-43,1 2-29,-3 0-25,2 2-16,-3 0-11,0 1-10,0 1-4,0 2-6,-1 2-8,-1 2-2,-1-1-1,3 2 2,-1 0-4,2 0-1,-1 3 0,3-2 0,-1 1-3,4-1 0,0 0 2,2 0-1,1 0 1,2-1 2,2 1 1,2-2 0,2 1-1,1-1 1,3 0-1,1 0-3,2-2 0,0 0 0,3 1-1,1-2 0,0 1 2,1 0 5,0 0-3,0 1 0,-1-1-1,0 0 1,-1 1 0,-1-1-1,-2 1 2,-1 1-1,-2-2 2,-2 2 0,-1 0 0,0-1-2,-2 0-1,-2 2-3,-1-1-1,-1 0 3,-2 1 1,-2 0 2,-2 0 2,-2 1 5,-2-1-1,-1 1-2,-3-1-3,-2 0-1,0-1 1,-2 0-2,1-3 1,-3 0 1,1-1-2,-2-2 0,2-2 1,0-2 1,0-2 0,2-1 0,2-3-2,2 0-4,0-1-23,3-1-55,2 0-89,0-1-115,3 2-118,3-2-122,-2 3-105,2 0-119,1 1-8,1 3 64,-1 0 92,3 2 112</inkml:trace>
  <inkml:trace contextRef="#ctx0" brushRef="#br0" timeOffset="16006">2389 1485 259,'0'-5'306,"0"2"38,0-1-36,-1-1-51,1 1-34,-1 1-20,0 0-17,1 1-9,-1-1-10,0 1-6,1 1-8,-2-1-16,1 2-23,1 0-23,0 0-23,0 3-23,0 0-17,0 1-11,3 1-4,-2 4-3,0-1-1,1 4 1,-1-2 2,1 3-2,0 0-1,0 0-1,-1 1 0,0 0-3,0 0-3,1-2 2,-1-1-4,0-2 0,0 1-1,1-5 2,-2 1-1,1-1 1,-1-3 13,0 0 11,0-2 8,-1-1 6,-1 0 0,1-4 0,-1-3-11,0 1-10,1-4-7,0 0-7,0-2-4,1-1-1,1 0-1,0 0 0,1 0 2,1 0 1,1 1 6,-1 1-1,3 1 1,-1 1 0,1 1-3,0 1-1,1 1-3,2 3-1,-2 0-1,1 2 1,0 1 1,3 2 4,-1 2 1,-1 0 1,3 1 0,-2 4 4,0-1 1,2 3 2,-2-1 0,-2 2 1,2 1 3,-3 0-4,0 2 5,-2-1 8,1-1 8,-2 0 10,-1 0 6,0-1 9,-1-2 9,-1 0 4,1-3 16,-2 0 18,0-2 20,0-1 18,-1-2 4,-1-1 5,-1-1-9,-1 1-20,1-5-25,-2-1-24,0-1-18,2-3-19,-1-1-14,1-2-10,2 0-6,1-2-5,1-1-2,2 0-1,2 1 0,0 1 0,4 1 0,-2 1 0,1 1 0,1 1 0,0 2 0,2 1-2,-1 1 0,1 4-1,0 0 3,-1 2-1,1 2-1,-1 0 2,1 4-1,-2 1 1,0 1 0,-1 2 0,-1 2-2,-1 2-4,-2 1-13,1 1-36,-5 1-74,2 1-107,-2 0-104,1 0-107,0-1-94,-1-2-77,1-1-70,0-2 29,1-2 67,1-2 91,0-4 92</inkml:trace>
  <inkml:trace contextRef="#ctx0" brushRef="#br0" timeOffset="16691">2948 1540 203,'1'-7'365,"1"-3"55,-2 3 48,0 0-71,-2 0-69,1-1-47,0 2-36,-3-1-22,2 2-9,-1 0-5,-2 0-4,1 2-2,-2 1-11,1-1-17,-3 2-25,1 1-37,-4 1-18,2 2-21,-2-1-7,0 4 3,1 1 2,0 0 13,-2 3-10,3-1-3,-1 3-8,2 0-16,2 2-17,-1 1-13,1 0-8,5 1-4,-1-1-4,2-1-2,2-1 1,2 1 1,0-3 0,3-1-6,-1-1 3,3-1 4,0-2 1,0-2-2,3 0 3,0-3 0,1-1-1,0-3-3,0-1 0,0 0-1,0-4 0,-1 0 3,-2-2-4,-1 0 1,0-1 0,-4-1 0,1-1 1,-2 0 0,-3 1 3,1 0-2,-2 2-2,-2-1 1,1 3-1,0-1 6,0 2-1,-1 1 4,1 3 10,0-1 0,-1 1 1,0 1-1,1 1-1,1 1-7,-2 1-5,1 3 1,0 1-2,1 0-3,1 3 1,0-1 1,1 3-1,1-1-3,2 0-3,1 2 2,0-1 7,2-1-7,1 1-22,0-1-35,3-1-58,-1-1-78,0 0-87,3-3-76,-2 1-70,2-3-61,0-1-44,-2-1-54,0-1-8,0-1 36,0-1 66,1 0 86</inkml:trace>
  <inkml:trace contextRef="#ctx0" brushRef="#br0" timeOffset="17200">3167 1526 154,'-9'-7'319,"0"-1"39,1 1 33,0-2-78,3 2-78,-1-2-49,2 2-38,1-2-33,2 2-28,2-1-23,2 2-12,-1-1-3,2 1 4,0 0 10,0 1 4,2 2 8,-1-1 3,2 1 6,-1 2-5,1 1-7,1 0-2,0 2-7,1 2-7,-2 0-10,1 1-4,0 2-5,0 0-5,1 3-5,-3-1-9,1 1-3,0 3-3,-3-1-1,-1 0-6,2 1 0,-3 1 2,-1-2 5,-1 1 9,-1 0 10,0-2 14,0-2 13,-1 0 25,-1-2 20,1-1 24,-1-2 20,1-2 21,-1-1 10,0-2-11,0-1-22,-2-2-29,3-2-28,-1-3-36,0-1-26,2-2-13,2-1-5,1 0-3,2-1-5,-1 0-12,3 1-31,1 0-42,0-1-61,1 3-59,0 2-65,1-1-58,0 3-48,0 0-33,1 2-20,0 0-44,-2 1-48,2 1 10,-1 0 47,0-1 59,1 1 68</inkml:trace>
  <inkml:trace contextRef="#ctx0" brushRef="#br0" timeOffset="17593">3432 1333 194,'-3'-7'365,"1"-1"49,-1 1 47,1-1-60,1 1-94,0-1-57,0 2-45,1 0-33,-1 1-36,-1 2-32,2 1-22,0 0-16,2 0-3,-1 2 19,0 2 65,2 1 62,-1-1 50,1 3 42,1 1 28,-1 2-4,1 1-41,-1 2-42,0 1-36,0 0-37,0 3-28,-1 1-28,1 1-29,-1 1-28,2-1-21,-1 1-11,2-2-11,-2 1-5,3 0-6,0-1 0,-1-2-1,2-1 0,-1-1 2,2 0-2,0-4 3,-1 1-2,1-3 0,1-1 1,0-1-3,2-3-16,-1-2-39,1-1-59,-1-2-90,1-1-112,-1 0-106,-1-3-82,0 1-57,-1-2-29,-2 1 7,0 0 21,-5-1-5,0 0 39,-2 0 62,0 0 72,-1 0 74</inkml:trace>
  <inkml:trace contextRef="#ctx0" brushRef="#br0" timeOffset="17912">3552 1418 283,'-17'-1'347,"2"0"53,-1 0-3,2 1-55,2 0-43,0 0-42,4 0-35,1 0-41,1 0-39,4 0-41,0-1-34,2 0-21,2 0-20,1-2-10,4 0-6,2 0-3,2-1-4,1 0-3,2-1-29,-1 1-57,1 1-82,0-1-113,-2 0-149,-1 1-76,1 1-13,-3 0 35,0 0 68</inkml:trace>
  <inkml:trace contextRef="#ctx0" brushRef="#br0" timeOffset="53524">2847 5 68,'0'0'232,"0"-1"22,0 1-17,0-1-45,0 0-41,0 1-27,0-1-18,0 0-12,0 1-6,0 0-4,0 0 0,0 1 3,0-1 6,-1 0 7,1 1 1,0-1 1,0 0-1,0 0 1,-2 0-1,1 1 1,1-1 1,0 1 2,-1-1 0,1 0-4,0 0-2,-1 0-7,1 1-4,0-1-6,-1 1-2,1 0 3,-1-1 1,1 0 7,0 1 13,1-1 11,0 1 14,-1-1 2,1 1-3,0 0-5,0-1-9,1 1-9,0-1-15,-1 1-6,1 0-4,0-1-8,1 1-9,-1 0-12,-1-1-8,1 1-4,0-1 2,2 1 15,0 0 12,-2 0 15,3 0 16,0 0 17,0 0 9,0 0-3,4 0-10,0 0-13,2 1-15,1-1-22,2 1-20,1-1-16,0 0-10,-1 0-3,-1 1-2,1-1-3,-1 0 2,-2-1-1,-1 0 3,-1 0 1,-1 2 6,0-1 3,-2 0 3,2 0 3,-2-1 1,0 2-1,1-1 0,-1 0-4,-1 0-3,1 0-1,0 0-5,1-1-4,-1 1-7,1 0-1,-1 0-1,2 0-3,-2-1 1,2 1 7,0-1 0,0 1 0,-1 0 0,2-1 2,-2 1-2,1-1 4,-2 0-3,1 0-1,0 1 4,-1 0-1,2-1 1,0 1-4,-1 0 3,0-1 2,1 1-3,-1-1-2,1 1 1,-1 1-2,1-1 0,2 0-3,-2 0-1,1 0 1,0 0-1,1 1 2,1 0-2,0 0 4,0 0-1,0-1 0,1 1 2,-1 0-3,-1 0-1,1-1-1,-1 2 0,1-1-1,-2 1 0,1-1 1,1 1 1,-2 0 1,1 1-1,0 0 2,0-2 0,0 2 3,0 0-1,0 0 0,0 0 0,0 0-1,2 0 1,-1 1-3,-1-3-1,1 2 1,1 0 0,-1-1-1,0 1 3,1 1-3,0-2 0,1 2 0,-1-2 1,0 2 0,1-1-3,0 0 3,0-1 0,1 1-2,0 1 0,-1-1-1,1 0 1,-1 0 1,-1 1 1,1-1-1,0 1 2,-1 0 1,0 0 1,0 0-2,-1 0 0,1 0 2,0 1-3,-2 0 1,1-2 0,-1 2 2,1-1-3,0 0 3,-1 0-1,1 0-2,-1 0-1,0 0-1,0 0 0,0-1 0,0 2 0,0-1 0,-1 0-1,1 0 2,0 0 0,-1-2-1,0 4 1,1-2-1,-1 0 0,1 0 1,-1 1-2,-1-1 1,2 1-2,-1-1 0,1 1 2,0 0-1,0-1 0,0 1 1,0-1-1,-1 1 0,1 1 0,-1-3 0,1 3-2,1-1-1,-2 0 2,0 0 5,2 1-3,-2-1-1,1 0 1,0 1 2,-1 0-4,0-1-1,1 2 0,0-2 1,0 3 0,-1-3 0,-1 1-1,2 0 0,-1 2 0,0-2 0,1 2 1,-1-1 0,1 0 0,-1 0 3,-1 0-1,2 0-1,-2-1 1,0 1-2,-1-1 3,2 2-3,-1-2 0,1 2 0,-2-2 0,1 2 1,2-2-4,-2 2 2,2-1 1,-1 1 0,0-1 0,1 0 0,0 1 1,-1-1 0,1 1 1,-2-1-3,2 1 0,-1-1-3,0 0 0,1 1 2,-1-2 1,1 2 3,-1-2 1,-1 0 3,1 1-1,-2 0-2,1 0-2,0 0 0,0-1-1,-2 1 1,2-1 1,-1 2 1,1-2-3,-3 1 0,3-1 0,-2 1 0,1-1 0,0 1-1,-2-1 1,2 0 0,-1 0 0,-1 0 0,1-1 1,-1 0-1,1 1-1,-1-2 1,-1 0 1,1 1 0,1-2-1,-3 2 2,3-1 1,-3 1 1,1-1-2,0-1-1,0 3-1,2-2 1,-3 0 0,3 0-1,-3 2 2,1-2 4,0 2 2,0-2 0,0 2 0,-1-1 2,0 0-1,2 0 0,-2-1-1,0 2 1,0-1-1,1-1-1,-1 2-1,2-2-2,-3 1-1,3 1 0,-1-2-1,-1 0 0,1 1 2,0 0-1,0 1 2,1-2-2,-2 2 1,1-2-1,-1 2 1,0 0-2,1-2-2,-1 2 3,0-2-1,1 1 0,-1 0 1,1-1 0,1 1 2,-1 0 0,0 1 1,0-1-2,2 0-1,-3 2 2,0-3-3,2 1-1,-1 1 3,1-2 1,-1 1-2,2-1 1,-3 1 1,2 0 0,0-2 1,-1 2-2,-1-1 2,1-1 0,0 1 0,1 0 1,-2-2-2,2 1 1,-1 1 1,-1-1 1,0 1 0,0 0-1,1-1 2,0-1 2,-1 3 2,2-1 1,-1-1 2,0 2 0,0-1 0,0-1-2,1 1-3,-3 0-4,2 0 0,1-1 0,-2 1 0,0 0-1,0-1 1,0 0 0,-1 0-1,1 0-3,1 0 2,-2 0 1,3 1-2,-2-2 1,-1 2 0,1-1-2,1 1 1,-1-1-2,0 2-1,1-1 0,-1-1-1,0 3 1,1-1 1,-1 1 0,0-1-2,1 3 2,-2-3 0,1 3 1,1-1 1,-2 1-1,2-1-1,-2 2 1,2-2 0,-2 0-2,1 0-2,0-1 0,0 1 1,0-1-1,1 0 1,-2 0 1,0-1 0,0 1 2,2 0-1,-2 2-1,0-1-1,0 1 0,-1 1 0,2 0-4,-1 1-14,0 2-27,0-1-35,0 2-46,2-1-65,-3 1-120,2-1-188,2-1-201,-2 0-195,0-1-135,0-3-31,-1 2 70,1-3 176,-1 0 212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4:05.8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965 593 103,'-1'0'159,"1"0"-12,-1 0-20,1 0-17,0 0-14,0 0-8,-1 0-3,1 0-3,0 0 4,-1 1 1,0-1 5,1 1 1,0-1-2,0 0 0,0 0-2,0 1 0,0-1 2,0 0 0,0 0 3,-1 0 2,0 0 2,1 0-1,0 1-2,-1 0 0,1-1 2,0 1 0,-2-1 3,1 1 8,1 0 7,-1-1 10,1 1 9,0 0 13,-1-1 20,0 0 32,1 0 34,-1 0 12,1 0-8,0 0-19,0 1-33,-1-1-54,1 0-52,0 1-35,0 0-18,0-1-11,0 1-2,0 0 0,-1-1 1,1 0 6,-1 0 5,1 0 7,0 0 3,0 0-1,0 0-1,0 0-5,0 0-3,0 0-9,0 0-3,0 0 0,1 0 0,-1 0-1,1 0-5,-1 0 3,1-1-3,0 1 1,1-1 1,2 1-1,0 0 5,1-1 5,2 0 6,1 1 8,0-1 5,1 0 5,-1 0 2,3 1 1,0-1-3,0 0-2,0 1-5,0-1 1,1 1-2,0-1-1,1 0-3,-2 0-3,1-1-1,0 1-3,-1-1-2,-1 0-3,0 0-3,0 0-2,-2 1-4,2 0-3,-3 0-2,0-1-2,-1 1 1,1 1-3,-3-1 3,2 0-2,-2 0 3,-1 1-2,0-1-1,0 0 1,1 0 0,0 1 0,-1-1-1,0 0 0,2 1 2,-1 0 0,1 0 2,-1 0-1,2 0-1,-1 0 0,2 0 2,-1 0 0,0 0-3,2 0-2,-1 0 2,1 0-1,-1 0 0,2 1 0,-1-1 0,1 1-1,0-1 0,-1 1 1,2 0-1,-1 0-1,0-1 1,2 1 1,-1 0 1,0-1-1,1 1-1,0-1 2,2 1-1,-2 1 0,1-1-1,1 0 1,-2 1 0,3 0 0,-2 0-1,0 0 1,1 0 1,1-1-3,-2 1 1,0 0-1,1-1 1,-1 1-1,0 0 1,1 0 2,-2 0-1,3-1-1,-3 1-1,1 0 1,1 1-3,-2-1 1,2 1 2,-2-1 2,0 0 0,2 1 1,-1 1-1,0-1-2,0 0-2,-1-2 0,3 2 2,-1-1 0,-1 0 7,-1 1-1,1-1 1,0 1-4,0-2-2,0 1 0,-1 0-7,0 1 2,1-1 4,-1 1-1,-1-1 1,1 0-1,0 1 2,-1-1 0,0 1 0,0 0 4,0-1-3,0 1 1,0 0-2,0 0 2,0 0-3,0-1 0,0 0 1,0 0 0,0 0 2,-1 2-1,1-1 0,-1 0-1,0-1 1,1 1-1,0-1-1,-1 2-1,1-2 1,-1 0 0,0 1-2,0 0 2,-1-1 1,2 1 1,-1 1 0,0-2 0,0 1 2,-1 0 0,2 0-1,-2 1 1,2-1 0,-3 1 3,2-1 2,1 1 2,0-1-2,-1 0 2,1 1 2,0 0-4,0-1 0,1 0 0,-1 1 1,1 0-2,0-1-1,-1 1 1,-1 0-1,2 0 0,-1 0 1,-1 0 1,1 1 0,0 0 0,0-1 4,1 1 0,-2 0 0,0 0-2,1 0 0,-1 0 0,1 0-4,-1 0 3,0 1-3,1 0-1,-1 0 1,0 0-3,1 0 1,-2 0-5,1 1 2,0-1 2,-1 0-1,1 2 2,-1-1 2,-1 1 3,1-1-2,1 2-1,-2-1 0,2 1-1,0-1-2,-1 0-3,0 1 3,0 0 0,0 1 0,-1-2-1,1 1 0,0 1 0,0-1 0,-1 1-1,0 0 3,0-1-1,1 2 1,-2-2 0,1 2-1,0-1 1,-2 2 0,2-2-3,-2 0 2,1 2 1,1-2-1,-2 1-2,1-1 0,-1 2 0,0-2 0,0-1-2,1 2 2,-1-2-2,1 0 1,-2 1 2,2 0-2,0-1-1,-1 0 1,0-1 4,0 2-1,-2-2-1,3 2-1,-2-2-1,1 0 1,0 2-2,2-2 0,-2 2 0,0-2 2,-1 1 0,1-2 0,-1 1 2,2 0-3,-2-1 3,0 1-2,1 0 1,0 0 1,-1-1-1,1 0 4,-1 0-2,-1 1 0,2-1 0,-2-1 0,2 1 0,-3-1-1,1 1 1,0-1-5,1 1 1,-2 0 3,1 0-3,-1 1 1,2 0-2,-2-1 7,3 1-2,-3-1-1,1 0-2,0 0 0,0 1 0,0-1-2,0 0-1,0 1 1,0 0 3,1-1-2,0 1 3,-3-1-1,2 1 1,0-1-8,1 2 2,0-2 2,-3 2 0,3-1 2,-2 0 1,2 1 5,-1 0-5,-1 0-2,2-1-1,0 2-3,-1-2 0,0 2 2,1-1 0,-1-1 1,0 2 0,1 0 1,-2-1 3,1 1-2,0 0 0,0 0-1,0 1 2,0-1 0,0 0-2,-1 1 1,1 0 0,-1-1-1,1 1-1,-1-1-1,-1 0 1,0 0-1,1-1-1,-1 0 1,2 2 2,-2-1 1,1 0-2,-1 1 1,1 0-1,-1-1 0,-1 0-1,3 3 0,-2-2 1,0 0-1,1 1 1,-1 0 2,1 1 0,-1-1 0,2-1-1,-2 0 1,1 2-1,-1-2 2,0-1-1,1 0-2,1 1 1,-1-2-2,-1 1 0,1-1 0,-1 0 0,2-1 0,-2 1-1,1-1 0,0 1 1,0-1 0,0-1-2,1 1 3,-2 0 2,0 0 2,1 1-1,0-1 0,1 1 0,-1-1-3,-1 1 1,0 0 1,0 0 1,0 2 0,0-1 2,2 0 0,-2 2-2,1 0 0,-1-1 0,0 0 2,0 1 0,0 1 2,0-1 0,-1 1 0,2-1 1,-1 0-1,-1 0 0,0 0 1,0 0 1,0 1-2,0-1 2,-1 0 0,-1 2 1,0-1-3,1 1-2,0 0 1,-1 0-3,0-1 2,-1 1-2,2 0 1,-1 0 0,-1-1-1,-1 0 0,2 1 1,-1-1-2,2 0 2,-3 0 2,1 0 0,1-1 0,0 0-2,-1 1 3,2-1-4,-1-1-3,0 0 2,0 1 1,-1-1 1,0-1 0,1 0-2,1 0 3,-2 0-2,0-1 1,1 2-1,0-2 1,0 1-1,-1 0-1,0-2 1,1 2 1,-2 0-3,0-1-1,2 2 1,-2-1 0,1 0 0,0 1-1,-2 0 2,3 1 1,-1-2 0,-1 2-1,0-2 1,2 0 0,0 1-3,-2-1-1,1 0 1,0 0 1,-1 0-1,1-1 1,0 1 2,-1-1-1,0 1 1,2 0 0,-2 0 1,0-1-2,-1 1 0,2-1 1,-1 0-1,-2 0-1,3 1 2,-3 0-1,1-1-2,1-1 0,-1 2 0,0-2 0,1 2-1,-1-1 1,0 0 1,0 0-4,1 0 1,-1 1 1,0 0 2,2-1 0,-4 2 0,1-2 6,3 0-5,-2 1-1,-1 0-1,1-1 1,2 1-1,-1-1-1,0 1 2,0-1 1,0 0 2,-1 0 2,2-1-1,-1 1 0,0-1 0,0 0 1,1 1-4,-1-1 2,-2 0-2,2 1 2,-2 1 2,1 0-2,1-1-1,-1 1-4,0-2 4,0 1-1,2 1 0,-3-1 0,2 0 1,-1 0 4,1-1-2,-2 2 0,1-2-1,-1 2 2,2-3-3,-1 2-1,1-2-1,-2 1-1,3-1-1,-3 1 0,1-1 1,0 1 1,0-1 0,-2 1-1,4 0 1,-3-1 0,2 1 1,-1 0 0,0 0 0,0-1 0,1 1 1,-1-2-2,1 0 0,1 0 5,0-2-4,0 2-1,1 0 1,-1-1 4,-1 0-3,2 1-4,-1-1 2,-2 1 0,2-1 0,0 1-3,-1 0 1,0 0 0,-1 2 0,2-3 0,0 2 0,-3 0 0,2-1 1,-1 1 0,0 0 0,-1 1 0,2-1 1,-3 0 0,2 0 0,0 2-1,-2-2 1,2 2 1,-1-1-2,0 0 1,0 1 0,-1-2-3,2 2 2,-1-2 2,0 2-1,-1-2 1,0 1 0,1-1 0,-1 2-1,0-1-1,-1 1 0,2-1 0,-3 0-1,1 1 2,0 0 1,1 1-1,-2-2-1,2 1 1,-2 0 0,1-1-1,1 2 0,0-2 0,-2 1 0,1-1 0,1 1 1,0 0-3,-1 0-4,0 1 2,1 0 2,0-2 1,-1 2-1,1-3 3,1 3 5,-1-3-1,0 2 0,2-1-2,-2 0-1,1 1-2,0-1 1,-2 1-2,3-1 0,-3 2 1,2-2 0,-1 1 1,1 1 3,-2-2 1,2 1-1,-2-1-2,1 0-1,0 0 3,0 1-6,1-1 0,-2 0 2,3 0-2,-1-1 2,0 0 0,0-1 1,1 1-1,0-1 0,-1-1-1,0 2 1,1-2 0,-1 1 0,-1 0 2,0 0-2,0 0 2,0 0-2,-1 1 0,-1-1-1,0-1-1,1 2 1,-1-2 1,0 2 0,1-1-1,0-2 1,-1 2 2,0 0-2,1-3 2,-1 2 0,-1-1 0,1 0-2,0 0-1,-1 1 0,0 0-1,0-1 2,0 1 1,-1 0 1,1-1-1,-1 0 0,0 1 0,1-2-3,0 2 1,-3 0 0,2 0 2,0-1 0,0 1 0,-2 1 2,2-1-2,-2 0-2,1 1 5,-1 0-2,-2 1 0,2-2-2,-1 2 1,0-3 1,-1 2-6,0-1 2,0 0 0,0 0 0,0-1 1,0 1-1,1-1 4,0 0 1,0 0-1,1 0 1,0 0 1,-1 1-1,1-1-6,1 0 2,-2 0 0,2 1-2,0-2 2,1 1 0,0 0 2,-1-1 0,0-1 2,2 0 0,0 0 0,-1-1 1,1 0 1,1 0 0,-1-1-3,1 1 2,0 0-1,0-1-2,0 1-1,-1-1-1,1 0 2,0 1-4,-1 0 1,1-1 2,-1 1 0,1 0 2,0-1 0,-1 0 1,1 0 0,0 0-1,1 0 3,0 0-3,-2 0 0,2-1 0,-1 0 0,0 1 0,0 0 1,0 0 0,0 0 0,-2 0-5,1 0 4,-2 0 0,1 0 0,-2 0-1,-1 0 2,1 0 4,0 0-2,0 0 0,-2 0 0,1 0 0,-1-1 0,1 0 4,1 0 0,-2 0-1,2 0-1,-2-1 1,1 1-1,1 0-2,-2 0-1,1 1 1,-1-2 0,0 2-3,-1-1 1,-1 0 1,0 1-3,0-1 2,-1 1-1,2-1 0,-2 0 0,1-1 0,-1 1 1,2 0-3,-2 0 1,0 0-2,1-1 1,0 1 0,0 0-1,0-1 4,1 1 0,-1-1 0,2 1-2,-3 0 0,2-1-1,0 1-2,-1 1 0,0-1 2,1 1 1,-1 0 0,0 0 2,1-1 0,-2 1-1,-1-1 0,0 1-1,-1-1 0,-1-1-1,0 0-1,-2 0-5,-1-1-21,0 0-14,-3 1-23,3-1-25,-2 0-39,2 0-42,-1 1-67,2-1-165,2 1-188,1-1-189,1-1-189,3 0-76,1-1 22,1-1 148,1-1 190,2-2 207</inkml:trace>
  <inkml:trace contextRef="#ctx0" brushRef="#br0" timeOffset="11922">1959 1689 86,'0'-2'243,"-1"-2"23,1 1-14,-2 0-54,2 0-46,-1 2-29,1-2-12,-1 1-5,0 0-3,1 1 4,-1 0 3,1 0 7,0-1 7,0 1 8,0 1 7,-1-1 6,1 1 4,-2 0 11,2 0 0,0 1 11,0-1 7,0 0-1,0 1 0,0-1-21,-1 1-16,1 0-34,0 1-20,0-1-6,0 3-1,0-1 12,0 3 15,0 2 20,0-1 8,1 3-6,1 2-10,-1-1-12,1 2-17,0 1-17,0 0-16,1 1-16,0 1-12,-1 0-9,1-1-5,1 0-7,-2 1-1,0-1 1,2-1 0,0-1-1,-2-1-8,0 1-28,1-4-63,-1 0-81,0-1-94,0-3-89,-1-1-104,-1-1-91,-2-1-70,-2-1-46,-1-1 23,-1-1 54,-1-2 90,1-2 106</inkml:trace>
  <inkml:trace contextRef="#ctx0" brushRef="#br0" timeOffset="12330">1887 1723 119,'1'-6'321,"-1"-2"37,1 2 37,1 0-56,-1-2-95,1 2-56,1-1-37,2 2-31,0-1-28,2-1-19,2 2-9,0 0-8,2 0-5,0 0-4,0 1-5,0 0 0,1 2-14,-2 0-4,0 1-5,0 0 1,-1 1-3,-1 1 1,1 1 3,-1 0 8,-1 1 8,-1 1 5,1 0 9,-2 0 13,-2 2 8,1 1 10,-1 0 6,-1 0 7,-2 1 3,0 1-2,-2 0-8,-1 0-11,-3 1-15,1 0-14,-3 1-13,0 0-14,-1-1-8,1-1-5,0 1-1,-1-2-2,1 0-13,-2-2-46,2-1-71,-1-2-98,2-2-115,-1-1-142,0-1-110,1-2-18,3-2 39,-1-1 76,2-3 106</inkml:trace>
  <inkml:trace contextRef="#ctx0" brushRef="#br0" timeOffset="12718">2223 1483 252,'-1'-5'407,"-2"1"45,1-1 39,0 1-64,1 2-152,0 1-94,1 0-52,0 1-42,0 1-37,0 0-16,0 2 5,2 1 21,0 2 24,1-1 26,0 3 34,0 0 36,-1 2 21,0 0 9,2 0 3,-2 2 0,1 2-19,1 0-22,-3 1-36,2 1-31,-1 0-31,3 1-24,-2 1-15,-2 1-19,3-1-4,-2-1-5,1-1-4,-1 0-2,0-2-1,0 0 0,0-3 3,-1-3-1,0-1 2,0-1 1,0-1 2,-1-1 0,1 0 2,-1-3 7,0 0 9,-1-1 1,0 0 1,0-2 6,-1 0-5,1-1-9,0-2-10,-1 0-2,1-2-6,-1 0-6,2 0 2,0-2 0,0 1 4,2-1-5,1-1 4,0 2-1,1-1-3,1 2 1,-2-1-1,3 3 6,-1-2-6,0 3 3,0 0-2,1 2 1,-2 0-1,2 0-2,0 2 4,0 1-3,2 1 1,-2 1 8,1 1 0,0 0-5,-1 3 2,1-2 4,-1 3-2,-1 1-3,0 0 0,-2 1 3,1 0 8,-1 3-5,-1-1 0,0 0-5,-2 1-30,0 0-68,-2-1-108,1 1-100,0-1-112,-2-2-113,2-1-100,0 0-67,0-2 24,0-2 67,1-3 90,2-3 105</inkml:trace>
  <inkml:trace contextRef="#ctx0" brushRef="#br0" timeOffset="13239">2541 1724 87,'1'-6'375,"-1"2"57,-1-1 51,1 2 11,-2 0-133,2 3-96,-1-1-61,0 1-55,1 0-50,-1 1-38,0 1-17,1 3 0,-2 2 3,0 0 14,1 2 14,0 0 14,0 0 3,0 2-2,0-1-2,-1 0-10,0 1-9,1 0-14,1 0-13,3-2-11,-1 2-12,0-4-10,0 2-4,3-3-3,-1 1 3,2-3 0,1 0 0,1-2 5,1-1 0,1-2 4,0 0-2,1-3-5,-1 1-1,-1-2-3,0-2-1,-1 2-3,-2-3 1,0 2 12,0-3 37,-2 2 37,-1-2 36,-2 1 35,0-1 28,-2 1 21,-1 0-9,-1-1-24,0 2-19,-3-1-23,-1 0-16,0 1-25,-1 0-25,0 1-13,-2 1-14,1 2-15,-2-2-12,1 2-9,1 1-4,-2 2-21,1 0-45,1 2-86,0 0-126,3 1-126,0 0-120,1 0-105,2 1-102,1 1-33,1 0 63,2 0 93,2-1 105,1-2 115</inkml:trace>
  <inkml:trace contextRef="#ctx0" brushRef="#br0" timeOffset="13660">2721 1703 77,'2'-1'413,"0"1"53,-2-1 34,0 1 27,0 1-169,0-1-141,1 1-78,0 2-48,0 2-31,1 2-24,0 2-15,2 1-1,-2 1-1,0 1 6,2-2 14,-2 2 20,0 0 23,-1 0 17,1-1 17,-2-2 13,1 0 2,0-3-3,-1 0 0,0-1 15,0-3 10,0 0 11,0-2-2,0 0-10,0-2-19,0-1-33,0-3-26,0-1-32,0-3-19,0-1-9,1-1-7,0 0 0,1-2-7,-1 1 0,1 1-2,0 1 2,1 1 2,-1 0-1,-1 3 1,1 0-2,0 1-2,2 3-1,-2-2-3,1 3 3,1 1-4,-1 0 2,1 2 2,1 1 6,-2 2 0,3 1 9,-3 1 13,1 2 12,0 1 2,0 1 4,1 1 2,-2 1-9,1-1-9,1 1-6,-2-1-6,1-1-6,0 0-4,0-2-5,1 0-1,-1 0-2,2-3 2,-2 0 1,1-1 3,1-2 5,1-1 1,1-1 1,1-1 0,1-3-3,-1-1 2,1-1-3,1-2-2,-2-1-1,0-1-2,0 0 1,0 0-2,-1-3 2,-2 2 7,-2 2 18,-1-1 17,0 1 24,-2 1 16,-1 0 14,0 1 8,-2-1-8,-1 2-15,-1 1-17,-2-1-13,1 3-13,-2-1-13,0 1-4,1 1-3,0 0-4,-3 0-9,3 2 2,-2 1-2,2 1-2,-1 1-3,0 1 0,1 0 3,1 4-2,0-2-1,1 2-2,1 0 0,-1 2-1,2-1 1,2 1-1,0 0 0,2-1 1,2 2-2,1-2 0,1 0-1,2 1-1,-2-2-1,5 0 3,-1-1 2,1 0 3,3-3-1,0 1 1,1 0 2,1-3-5,0-1-17,0-1-39,1 0-80,0-3-130,-1 0-149,0-2-169,-2 1-181,0 0-123,-3-1-3,-2-1 82,0 1 127,-3-1 158</inkml:trace>
  <inkml:trace contextRef="#ctx0" brushRef="#br0" timeOffset="20072">1342 120 156,'0'-1'197,"0"0"-23,0 0-33,0 0-30,0 1-27,0-1-22,0 0-15,0 0-11,0 1-7,0-1-2,0-1 1,0 1 4,1 0 4,-1-1 7,0 0 7,0 0 7,0 0 8,0 0 9,0 1 7,0-1 9,0 0 8,0 0 4,0 1-1,0-1-6,0-1-7,0 1-12,0 1-9,0-2-2,0 1 1,0-1 3,-1 1 4,1-1 6,0 0 3,0 0-1,0-1 7,0 0 12,0 1 10,0-3 15,1 1 23,-1 1 22,0-1 14,0 0 28,0 1 8,0 0 15,0 0 4,0-1 6,0 3 0,0 0-20,0 0-3,0 0-26,-1 1-30,1 0-33,-1 1-29,0 0-31,1 0-26,0 0-17,0 0-13,0 1-8,0 1-6,1 2 4,0 0 1,0 3 4,1-1 3,0 4 4,2 0 2,-2 1-3,1 2-1,0 1-4,-2 0-4,1 2 0,1 0-3,-1-1-1,1 2-3,-1 0-6,-1 1-24,1-1-58,0 0-119,1 0-153,0-2-159,-1-1-149,0-1-135,-2-1-94,0-2 37,0 0 114,1-5 135,1 0 142</inkml:trace>
  <inkml:trace contextRef="#ctx0" brushRef="#br0" timeOffset="20589">1712 201 37,'5'-7'378,"-2"1"72,-1 0 69,-1-1 60,-2 2-127,0-2-77,-2 2-41,2-2-14,-2 1-12,1 0-20,-2 1-22,0 0-10,-1 1-11,1 0-35,-3 0-42,2 2-27,-3 0-21,0 2-22,-2 0-25,-1 0-14,-1 3-14,0 0-10,-2 2-6,3 0-7,-1 3-5,2 0-4,0 2-4,1 0-2,3 0-2,-1 3-1,2-2-4,2 1-2,1 0-1,2-1 1,2 1 0,1 0 0,2-3 0,0 2-1,3-3 3,2-1 0,0-1-1,2-1 3,1-3 3,0-1 1,1-2-1,0-1 0,-1-3 1,0 0-1,0-2-2,-1-2 0,-2-2 0,-1 1 2,-3-2-3,0 0 0,-1 0 1,-1 0-1,-2 2 1,-1-1-2,0 1 2,-1 2 11,-1 0 11,1 2 12,-1 0 2,0 2 3,1 1-3,-1 1-8,1 0-11,0 1-11,0 2-6,0 1-2,0 2 1,0 2-2,0 1-3,1 3 1,1-1-2,2 2 3,0 1 1,0 0 0,4 0-1,0 1 1,3-1-14,-1 0-38,1-3-62,3 0-63,-1-1-87,1-3-101,1-1-81,-1-1-40,2-3-10,-3-2 11,0-1 48,0-2 76,-3-1 80,-2 0 73,-1-2 67,0-1 52,-4-1 43,-1 0 41,-2-1 34,0 0 30,-2 1 36,1 0 39,-2 0 36,-1 1 28,2 1 29,-1 1 36,2 1 40,-3 0 31,2 2 20,0-1 9,0 3-14,-1-1-39,2 2-59,1 0-58,-1 0-57,0 1-50,1 1-32,1 0-6,0 3 4,0 1 8,2 2 13,-1 1 11,1 4 5,2 0-8,-2 3-16,3 1-16,-2 1-16,0 2-10,1 1-9,0 1-5,0 0-4,0 0 0,1-2-1,-2 0-2,1-2 0,-1-1-2,1-2-3,-2-2-23,1-2-28,1-2-25,-3-2-20,0-2-13,1-1-16,-2-3 2,0-1 14,-1-3 12,-1-1 14,0-3 6,-2-2 22,1 0 19,-1-3 12,-2-1 12,1-1 3,-1-1 10,0 1-4,-1-3 3,3 0 1,-1 1 2,0 0 2,1 1-2,1 0 3,2 1 1,0 1 5,0 1 4,3 2 5,2 1 2,0-1 2,1 3 0,1 0-2,1 3-5,3 0-6,0 1 3,0 2-4,1 1-1,0 1-1,1 2 1,-1 1 0,-1 0 1,1 2-6,-1 0 5,-1 2 6,-3-1 7,1 2 8,-3-1 4,-1 1 18,-1 0 1,0 1-3,-4 0-6,-2 0-6,-2 0-3,-1 1-15,-4 1-7,1-1-5,-2-1-2,-1 1-7,-1-2-36,-2 0-86,2-2-129,-1-2-137,0-2-143,0-1-140,-1-3-131,3 0 0,-1-2 81,2-1 113,1-1 130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7:18.2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41 514 294,'-3'-3'401,"-2"0"68,0 0 67,1 1-79,1-1-43,0 0-8,1 2 4,0-1-5,-1 1-11,1 1-14,1-1-24,1 1-32,-1 0-40,1 1-39,-1-1-35,0 1-35,1-1-31,-1 2-24,0-1-22,1 0-19,-2 1-12,1 0-9,1 0-9,0 1-9,1 1-4,1 0 0,0 1 1,1 3 2,2-1-2,0 4 0,1 0-2,0 0-4,1 0-6,-3 1-5,3-1-7,-1 0-2,0-1-2,0-1-3,-3-2-2,3 0-1,-2 0 1,-1-3 1,0 0-1,-1-1 4,0-1 1,-1 0 6,2-2 5,-2 1 8,0-2 5,1 1 5,1-4 10,5-1 14,4-5 8,6-5 7,4-7 3,6-5 0,4-6-5,4-2-15,1-3-13,2 0-11,1-1-10,0 1-8,0 1-7,-1 3-3,1 1 0,-3 1-3,1 1 1,-4 4 1,1 0 0,-3 5-1,-3 0-3,-3 3-2,-1 2-1,-8 3-7,0 2-7,-4 1-17,0 3-23,-4 1-35,-2 2-48,-2 2-77,-3 0-170,-3 1-242,-5 4-271,-4 1-186,-2 2-69,-1 3 20,-3-1 144,1-4 242,-2-3 285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4:02.3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2878 5 145,'0'0'178,"-1"0"-11,0-1-21,1 0-20,-1 1-14,-1 0-10,1-1-6,1 1 0,-1 0 4,0 0 10,1 0 6,-1 0 9,0 0 12,1 0 7,-1 0 3,0-1 3,0 1 1,-2 0-2,2 0-2,0 0 7,0 0 3,0 0 10,0 0 13,0 0 16,-1 0 9,1 0 1,-1 0 6,0 0-1,-1 0-7,0 0-9,1 0-6,-1 0 1,1 0-1,-2 0-6,0-1-10,2 1-13,-2 0-18,1 0-23,-1 0-25,-1 0-21,1 0-15,-2-1-10,2 1-6,-2 0-7,-1 0-3,2 0 1,-1 0-4,1 0-1,-2 0 2,0 0-1,2 0 0,-1 0-2,1 1-3,-3-1-4,1 1-3,1-1-3,-1 1-2,1 0 1,-1-1 2,1 1 1,-1 0-1,1-1-1,0 1 3,1-1 1,0 1-2,0-1-1,-1 1 2,1-1-1,-1 0-2,-1 0-1,2 0-1,-2 0 2,2 0 2,-2 0 1,0 0 2,0 0-2,0 1 2,-1 0-1,0-1-1,-2 1-3,3 0-1,-3 0-3,1-1-2,0 1-2,-2 0-3,2-1-1,-1 1-2,-1 0 0,2-1 0,-1 1 1,-1 0-3,2 0 0,-1-1 2,-1 1 1,2 1-1,-2-2-1,0 1 4,0 0-2,-1 1-1,1 0 0,-2 1 1,2-1-3,-1-1 2,1 2 1,-2-2 0,0 2-1,2 1 2,-1-1 2,-1 1-1,2-1-1,-2 0-1,0 1 0,-1 0-2,0 0-1,-2 1 0,0 0 0,-1-1 1,-2 3 1,-2-1 1,1 0 2,-2 1-1,-1-1-1,0 1-1,-1 0-2,-1 0 1,1-1-1,0 1 0,-2-1 2,3-1 0,-1 1 2,3-1 0,0-1 2,1 1 3,0-1 0,1-1 1,3 0 2,-2 1 1,1 0-1,2-1-2,-2 1 0,-1 0-1,2-1 0,-1 1-4,-1 1 0,0-1-2,2 0-1,-3 0 1,1 2-1,0-1 0,1-1 2,-1 1 0,2 0-1,1-1 0,-2 1 0,1 1 0,0-2-1,-1 2-4,2 0 3,-2-1 0,-1 2 0,2-2 0,0 2 0,0 0 4,1-1-3,0 1 0,-1-1 0,0 2 0,0-1 1,0 0 2,-1 1 1,2 1-1,-2-1-1,-1 1-3,1 0 1,0-1-1,0 2-2,-1-1 1,1 0 0,0 0 3,0-1-1,2 2 0,-1-2-1,1 2 0,0-3 0,1 2-1,-1-1 2,1 1-1,0 0 1,-1 0 0,0 1 0,-1 2 0,-1-2 0,2 1-1,-2 1 1,2 1 1,-1-1-1,1 0-1,0-1 0,0 1 2,0-1-1,0 1 0,0-1 0,1 1 1,-1 1-1,1 0-1,-1-1 1,1 1 0,0 0 0,-1 1-1,0 0 1,0-1 1,2 1-1,-1 0-1,1-1 2,1 0 0,0-1 3,-1 0-3,2-1 0,1 0 0,-1 0-1,1-1 0,0 2-5,0-2 4,0 0 0,1 1-1,-1 0 1,3 0-1,-2-1 0,1 2 0,0-2 1,-1 1 1,3 0 0,-2 1 1,1-1 3,-1 0-1,2 0-2,-2 2-1,1-2 0,0 1 1,-1 0-2,-1 0 0,1 1-1,0-1 2,1 0-1,-2 1-3,2 0 2,-1-1 1,2 2-1,-2-2 2,1 0 2,0 1 1,2-1-2,0-1 1,0 2 1,-1-1-2,1 0-3,-2 1 0,2 1 0,-1-1 1,1 1 0,0 0 0,-1 0 0,1 0 0,-1 0 0,1 1 0,0-1 1,1 1-1,0 0 1,-2 0 0,3 0 1,-3 0 0,2 0 0,0-1 0,0 1-1,-1-1 1,2 1-1,1-1-2,-3-1 1,2 1 3,0 0-2,-1 0 0,3 0 0,-2 1 1,1-1-1,-2 0-3,2 0 2,0 1 0,1 0 1,1-1 0,-2 2 0,2 0 0,-2-1 1,1 1 1,1 1 0,0 0 0,0 2-1,0 0-1,0-2 1,0 2-1,0-1 0,0-1 0,0 0 1,0 0 1,1-1-2,1 0 1,-2 0-1,1 0-1,0 1 0,-1-2-1,1 0 0,0 1 1,0 1 1,0-1 0,2 1 1,-1 0 0,0 0 0,0 0-1,-1 1-1,0 1 1,2-1 0,-1 0 0,0-1 1,0 0 1,2 0 0,-2-1-1,-1 0-1,2-1 0,0 1 0,0 1 0,0-1 0,-1 0 0,1 1 0,1-1 0,-1 0 0,1 1 0,-2 0 2,1 1 0,2 0 1,-2 0 1,0 0 1,1 1 3,0 0-1,-1 0 0,1-1-1,-1 2 1,0-1 0,2 0-2,-1-1 0,-1 1 4,1 0-1,0 0-2,1-2-1,-1 2 0,2 0 0,-2-1-5,2 0 0,-1 0 2,0 1 1,0-1-3,2 0 2,-2-2 1,0 2-2,1 0 0,-1 0 1,2-1 2,-2-1-2,1 0 0,1-1 3,-2 1-1,2-1-1,-2 0-1,1-1 3,1 0-1,-3-1-1,3 1 2,-2 0-3,1-1 0,0 1-1,0 0 2,1-1-3,-2 1 1,1 0 3,0 1 0,0-2 1,1 1-3,-2 0 3,1 1-3,2-1-1,-4 0 1,3 1 0,-1-1-1,1 0 2,0 0 1,-1 0-1,2 0 0,-1-1-2,2 0 3,-2 2 0,1-2 1,0 1-1,0-1 1,1 0 2,0 0-1,1 0-1,-2 0 0,4 0-1,-1 1-1,0-1 1,1 2-3,1-1 1,1 2-2,0-1 2,3 0 0,-1 1 0,2 0 2,-1-1 0,1 1 1,-1-1-1,2 0-2,0 0 1,0-1-1,-1 0 0,2 0-2,1 0 3,-3-2-2,3 0 2,-1 0-1,0 0-1,1 0 1,0-2 0,-1 0 2,1 2-1,0-3 0,0 1 1,1 0 2,-2 0-4,1-2 2,0 2-2,1-2-1,0 2 0,-2-2 0,1 0-1,-1 0 0,1-1 0,-1 0 2,-1 0 1,2-2 1,-1 2-1,-2-2 2,2 0-2,0 0-1,-1 0 0,0-1-1,1 0 3,1 0-1,-2-1 1,1 0 0,1 0 0,-2 0-2,2 0 3,0 0-2,-2 1 3,2-1-4,-1 1 3,2-1-2,0-1 0,-2 1-1,1-1-1,-1 1 1,2-1-2,1 0 0,-2-1 2,1 0-1,0 0-1,0 0 1,0 0 1,0-1 0,-2 1-1,1 0 0,0-1 1,-2 1-3,1 0 2,0 0 0,-2 1 0,0 0 0,1 0-1,0-1 2,0 1-1,0-1 3,2 1-2,-1 0 0,1-1 3,0-1-2,0 1 2,2-1 0,-2 0 2,2-1-2,-1 1 0,2-1 1,-2 0 0,1 0 1,-1-1-3,2-1 1,-2 2 0,3-3 0,0 1-3,0-1-2,2 1 1,1 0 1,-2-1-2,2 0 1,-1 0 2,0 2-1,0-1-1,-1 0 0,-1 1 1,0-1-2,0 1-1,0-1 3,-1 0-2,0 0 0,-1-1 0,2 0 0,0 0 0,-1-1-1,1 1 1,-1-1 1,2 0-1,-3 0 0,0 1 1,3-1 1,-2 0 1,0 1-2,2-2-13,-1 0-18,0 1-27,1-3-30,-2 1-41,1-3-62,-1 0-95,-2-1-181,2-2-204,-3-3-217,-1-2-147,-1-3-37,-3 0 57,0-4 169,-3-4 214,-2-1 240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4:28.36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4028 68 224,'1'0'263,"-1"0"23,0 0-45,0 0-44,-1-1-30,1 1-17,0-1-9,-1 1-6,-2-1-4,2 0 3,0 0 8,-1 0 13,0 0 9,-2 0 14,3 0 16,-3-1 23,1 0 23,-2 0 20,2 1 26,-2-2 16,0 1 6,-1-1-19,0 1-22,-2-1-22,1 2-35,-1-2-38,2-1-27,-3 1-17,1 0-21,1 1-17,-2 0-11,2-1-4,-2 1-10,2-1-8,-2 0-5,0 1-3,1 0-7,0 0-4,-1 1-1,-1-1 0,1 0-2,-1 1-5,1-1-4,0 2-5,-2-1-4,1 0-2,0 1-1,0 0-1,1 0 1,0 1 2,-1 0-1,1-1-2,-1 1 2,2-1-2,-1 1-2,-1-1-2,1 1-2,0-1 3,-2 1-3,3 0 1,-1 1 3,0-2-1,0 1 2,-2 1-3,1-1 0,0 0 0,-2-1-1,0 2 2,0-1 0,-1 0-1,-1 2 3,-1-2-2,1 1 2,-1 0-4,-1-1 0,-1 1 1,0-1 1,-2 0-1,2 1 0,-2 0-1,1 0-1,1 0 1,-2 0-2,2 0-1,-2-1-5,1 2 3,1-1-2,-2 0 2,1 1 0,-1-1-3,0 1 7,0-1-2,2 1 0,-2-1-1,1 0-2,0 0 2,2 0-2,-1 0-1,1 1 0,0-1-1,1 1 5,-3-1-3,2 1-2,-1-1 0,-1 2 2,-1 0-1,2 1-3,-2-2 1,0 2 0,-1 1 1,1-2-2,-1 2-2,1-1 3,0 1 0,-1-1 1,0 1 1,0-1 2,0 1 1,0-1-2,0 0 2,1 2-3,1-2 1,-3 2-1,2-1 1,-1 0-2,-1 1-1,0 0-1,2 0 1,-1 0 0,0 0-1,0-1 2,0 1 1,0-1 0,0 1 1,0 0 0,1-1-1,-1 0 0,0 0-1,0 0-1,-1 1-3,0-1 3,1 1 0,-2-1 0,2 2 5,-1-1-6,0 1 2,1-2 0,-2 2 0,2-1 0,-2 0-6,0 1 8,2 0 2,-3-1 0,2 2-1,-1-2 2,1 1 0,-1-1-1,1 1-1,1 1 1,0-1-1,0 0 0,2 0-2,-1 0 4,1 0-3,-1 0 4,2-1 0,1 0 1,-2 0 3,2 0 2,0 0 0,-1-1-2,3 0 2,-2 0-3,0 0-2,0 1-1,0-1-2,0 2 0,-1-3-2,1 2-1,-1 0 0,0-1 0,1 0 0,-1 2-1,-1-1 1,1-1 1,0 1-1,1-1 0,0 0 0,-1 0-2,0 0-1,1 1 0,0-2 3,-1 2-1,3-1-1,-1 0 1,-1 1 1,2-1-1,-1 1-1,0-1 5,0 2-2,1-2-2,-1 2 0,2-1 0,-2 0 1,2 0-5,0 1 1,-1-1 2,0 1 1,2-1 0,0 1 0,-2-2 1,2 2-1,0 0 3,-1 0-2,-1 0 0,1 1 0,0 0-1,0 0 1,0 1-1,0-1 0,-1 1 0,1-1 0,0 1 0,-1 0-1,2-1 0,0-1-2,0 2 1,0-2 1,-1 2 1,1-2-2,1 2 2,-1-1 0,0 1 1,-2 0-2,2-1 0,0 0 1,-2 2 0,0-2-1,1 1 0,-2 1 1,1-1-1,-2 0 0,2 1 1,-1-2 0,0 1-2,0 1 0,1-1 2,-1 0-1,0 0 0,2 1 0,-2-1 0,1 1 1,0 1 0,1-1 1,1 1 0,0-2-1,-1 2 1,1-2-1,1 2 0,1-1-1,-1 1-1,-1 0 2,0 0 0,0-1 0,1 1 0,0 1 0,0-1 1,0-1 0,2 0 0,-2 1-1,2 0 1,0-1-1,0 1 0,0-1-1,2 3-2,-1-2 1,0 1 0,1 0 1,-1 1-1,1 0 1,0-1 1,1 2 0,-1 0 0,0 0 1,2 1 0,-2-1-1,1 1-1,0 1 1,0-2 1,1 1 3,0 0-3,0-1 0,3 1 0,-3-1-2,1 1-2,0 0-3,0-1 3,-1 0 3,1 0 0,1 0 0,-1 1 1,0 0-1,-1-1 0,2 1 0,-1 1 0,0 1 0,1 0 0,0 1 1,-1-1 0,1 2 0,0 0 0,-1 0 0,1 1-1,0 1 1,-1-2-1,1 1 1,1 0 1,0-1-1,-2 2 0,2-2-1,0 1-1,0 0 0,-1 1 1,3 0 0,-1-1 1,0 0 1,0-1-1,1 1-1,-1-1 0,1-2 0,0 2-1,0-1-2,0-1 2,1 0 0,-1-1-1,1 0 2,0-1 1,-1 0-1,1-1 0,-1-1 0,2 0 0,-1 1 0,0-1-2,1 2 0,-1 0 1,0 1 0,0 2 1,0-1 3,0 0-2,1 2-1,-1 0 1,0 0 0,-1 2 0,1-1-1,0 1 2,-1 1 1,1-1-1,0 1-2,-1 1 0,1-1 0,-1 1 0,1 0 1,-1-1 0,2 0 1,-2-1-1,1-1 2,0 0 2,0-1 1,0-2 0,1 2 1,-1-1 2,1-1-1,-1-1-1,1-1-2,0 0-2,0 1 2,0-2-4,1 1-1,-2 0 1,1 0-1,0-1 1,2 1-1,-2 1 2,1 1 0,-1 0 1,1 1 0,0 2 0,-1-2 0,0 2-1,-1 0 1,2-1-3,-2 0 4,1 0-1,0-1 1,0 0 0,1 1-1,-1-1 3,0 1-1,0-1 1,-1 1-1,2-1 0,-1 1 2,0 0-3,0-1 0,-1 1-1,2 0 2,-2-2 2,1 2-2,0-2-1,2 1 0,-2-1 0,0 0-3,0 0-1,0 0 2,1 0-1,0 0 1,-1-1-1,1 1 1,0-1 1,-1 0-1,1-1 1,0 0 0,0 0 1,0-1-3,-2 1 0,3 0 1,0-1 0,-1 0-1,1 2 2,-1-1 1,2 0-2,-1 1 0,2-1 0,-1 1 0,2-1 0,-3 0 0,4 0 0,-2 0 0,1 0-1,0 0 1,2-1 0,-2 0-1,1 1 1,0 0 0,0 0 0,1 1-1,0-1 0,0 0 0,-2-1-1,3 2 0,-1-1-3,1 0 1,-1 0 1,1-1 0,1 1 3,0-1 0,2 2 5,-1-2-3,1 1-1,0 0-1,3 0-1,-2-1 0,3 1-1,0-1 2,0 1 0,1 0-1,1 0 0,-1-1 1,1 1 0,0 0-2,0 0 0,2 1 0,-1-1-2,0 0 0,2 0 1,0 1 2,1 0-1,2 2 1,0-1 2,2 1-1,1 0-1,2 0 0,2 1 0,2 1-6,2 2-10,4 0-13,4 2-19,4 4-25,4 0-41,5 2-60,3 1-114,3 3-181,4-1-182,3 0-171,1-2-176,0 0-51,0-4 62,-4-3 163,-5-6 181,-4-4 189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4:33.03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 4113 21,'0'-1'262,"-1"-1"35,0 1 32,1 0-44,-1 1-55,0-1-38,1 0-26,-1 1-20,0-1-17,1 1-17,-2 0-13,2 0-8,-1 1 4,1-1 6,0 1 11,0 0 8,0-1 19,0 1 29,0 0 36,1-1 35,-1 1 24,2 1 21,-2-1 9,2 0-3,-1 0-22,1 1-23,-1-2-25,0 2-25,0 0-30,1-1-28,0 1-23,1 0-17,-1 0-17,2 2-13,-1-2-10,0 1-11,2 1-8,-2-1-11,-1 1-7,3-1-2,-1 1-4,-1-1 4,1 0 1,-1-1 1,2 2 1,-2-1 1,0 0 2,2 0 3,0-1 3,0 1 1,1 0 1,1 2-3,0-2-3,2 0-5,-2 1-7,1-1-5,2 1-1,-1-2-3,2 1 0,-2 0-3,0 0 1,1-1 2,-1 0-3,-1-1 3,2 0-3,-3 1 3,2-2 0,0 1 2,0 0 0,-2 0 1,1 1 0,0 0 1,0-1 0,0 1 1,0 0 0,-1-2-3,0 2 2,1 1 0,-1-2-2,0 1 0,1 0-1,0-1 1,-2 1-4,1 0 1,1-1-2,-1 1 0,0 0 2,1 0 1,0 0 1,0 0 1,0 0 1,1-1 0,-1 0 1,2 1 1,-2 0-1,1-1-2,0 1-2,0 1-1,1 0-1,0-1-7,0 0 4,0 0 0,0 1 2,-1-1-1,3 1 0,-2 0 6,0 0-3,1 0 1,0 0-1,0 1 1,1-2-1,1 1 1,1 0 1,-2 1-3,1-1 0,1-1 1,-1 0 0,2 1 1,-1-1-2,-1-1 0,2 1-1,-1-1 1,0 0 2,0 1-3,0-1 0,1 1 3,0 0-2,-1-1 1,0 1 1,-1 1 0,2-1-3,-2 0 1,1-1-1,-2 1-1,1 0-3,0 0 3,2-1-1,-1 1 1,0-1 1,-1 0 1,0 0 4,1-1-7,-1 0 5,0 0-1,1 0 3,-1 0-1,0 0-5,-1 0 6,1-1-4,0 1 0,-1-1-4,2 0 0,0 1 1,-1-1 0,2 0 0,-1 1 0,1 0 0,-1 0 2,0 0 1,2 0 1,0 0 0,-1 0-2,0 0 2,0 0 0,0-1-1,0 1-2,2-2-1,-2 1 3,2 0-3,0 0 0,-1 0 0,1 0 1,0 0 2,-1-1 0,2 1 0,-2 0 1,0-1 1,2 1-1,-1 0 1,2 0 1,-2-1 0,1 0 0,2 1 0,0-1 1,-1 0-1,0 0 0,1 0 0,-1 0 1,-1 0-2,0 0 1,0 1 1,1-2 0,-1 1 1,-2-1 1,0-1 1,2 2-1,-2-1-1,1 0-1,0 0 0,-2 0-2,2 0-2,-1 0 0,0 0 0,0 0 5,0 1-3,0-1-4,0 2 1,-1-2 1,1 0-1,-2-1-7,2 1 4,-1 1 4,0-2 0,-1 0-1,2-1 1,-2 2 0,2-1 1,-1-1-1,1 1 0,-2 1-1,1-1-1,-1 1 0,2 0 1,-2 0-1,0 0 0,1 1-1,-1-1 0,2 1 1,-2-1-3,0 1 1,-2 1-1,1-3 2,-1 2 1,2-1 1,-1 1 0,-1-1 0,3 1 1,0-1 1,-2 0-3,1-1-1,0 1 2,-1 1-1,0-1 1,0 0-1,1-1 0,-2 1 1,2 1 0,-1-2-1,0 0-2,0 0 1,0 1-1,1-1 0,-1 1-1,1-1 4,0 1-1,0-2-1,0 0 0,1 1 0,-2 1 1,2-2-1,-2 0 1,2 2 0,-1-1-1,-1-1 0,2 0-2,-2 2 1,2-1-1,0 0 0,0-1 2,0 0 2,0 0 0,-1 1-1,0-1 2,2 0 0,0 0 0,0 0-2,0-2 0,0 2 0,0-2 1,1 1 0,-2 0-2,1 0 0,-2 0 0,3 0-1,-2 0-2,1 0 0,1 0 2,-1 1 2,1-1-1,1-1 3,-1 2 0,2-2-2,0 2 1,0-1-2,0 0 0,0 0 0,1 0 0,-1 1 0,0-2 0,-2 1 0,1 2-6,-1-1 3,-2 0 1,1 1-2,-1-2 3,0 0 0,-1 1 5,2-1-2,-3 0 0,2 0-2,-2 0 2,1 0-2,0 0 1,1 1-2,-1-2 0,0 1 2,-1 0-1,2 0 2,-1 0-2,0 0 2,0 0 0,-1 0-1,2 0 0,-2 0 1,0-2 2,2 2 0,-2-3-3,2 1 0,-2-1 1,0 1-8,1 0 2,-1-1-2,-1 0 3,0-1 0,1 2 2,-1-1 5,-1 1-4,0-2 2,0 3-1,1-2 2,-1 0-3,-1 1 2,1-1 1,1 1-4,-3-2 1,1 2 1,0-1 0,-2-1-2,2 1-1,-1 0 4,0-2-1,1 0-1,-1 3 1,-1-3 0,-1 2 2,0-1-2,1 2 0,-1-1-1,-2 0-1,3-1 1,-2 1-5,1-1 2,0 0 2,0 0 1,0-1 0,0 1 0,0-1 6,-1-2-3,1 0 0,0 1-4,-1-1 0,1 1 0,0 0-1,-1-1 0,0 0 0,0 1 3,-1 1-1,1-1 0,0 0 1,-1 0 0,1 0-1,0 0 0,0-1 0,-1 1 3,1-2-2,1 1-1,-1-1 0,2 0-3,-2 0 3,0 0-4,1 1 3,-2 1 0,2-1 1,-2 0 0,0 2-1,-1-1 1,1 0-1,-2 1 0,1-1 1,0 1-1,0-1 0,0 0 1,1 0 1,0-1 0,-1 0-1,2 0 2,-1 0-1,0 0-4,1 0 2,1-1 0,-2 0 2,3 0-2,-2 2 1,-1-1 4,1 1-2,1 1 0,-1-1-1,0 2 1,-1-1-2,1 0 1,-1 0-1,2 0-1,-2 0 1,1 0-1,1-2-2,-2 2 0,2-1 3,-1 1-1,0-1 0,0-1-3,-1 1 3,2 0 1,-2 0 0,1 1-1,0-2 1,-2 2 1,2 0-1,-1 0 0,0-1 0,1 1 1,-1-1 1,-1 2 0,1-2-1,0 2-3,-1-1 1,1-1-2,1 0 1,-2 0-1,2 1 1,-1-1 3,0 0-1,1 0 4,-1 0-2,0 0-2,0 1 0,0-1 0,-1 2 0,0-1-3,-1 0 3,0 0 1,-1 0 0,1 0 0,1-1-1,0-1 2,-1 1-2,2-1 2,-1 0-1,1 1 0,-2-1-1,1-1 1,0 1 0,-1 1-1,-1 0 0,1 1-1,0 0-1,-1 0 0,0 1 0,1-1 2,-1 0 0,-2 1 1,2-1 4,0 0-1,0-2-1,1 1-3,0-1 0,-1-1 0,0 0-1,2-1 0,-2 1 1,1-1 0,-1 0 1,1 1 0,0-1-1,0 0 1,0 1-1,-1 1 1,0-2 2,0 0 0,-1 0 3,2 0 0,-1 0 1,0-1 1,0 1-2,0-2-1,1 1-2,-2 1 2,0 0-2,1 0 2,0 0 0,0 1 2,-1 0-1,0 0 1,0 1 0,-1-1 0,1 1 1,-1 0-1,1 0 1,-1-1-2,0 0-1,0-1 0,0 0-3,0-1 0,0 0 0,1-1-1,-1 0 0,1 0 0,-1 1-1,0-1 0,1 0 0,1 1 1,-2 0 0,1-1 0,0 1 1,-1 1 2,0-1 0,0 0 1,0 0-2,0 0 3,0-1 0,0 2-1,0-3-3,0 0 1,0-1 1,0 0-5,-1 1 1,0-1 0,1 1-2,-2 0-1,2 1 3,-1 1 3,1 1 0,0-1 1,-1 1 2,-1 1 0,1-1 0,0 0-1,0 0-1,0 0-1,-1 0-2,2-1 2,-1-1-2,0-1-1,1 1-2,0-2 0,0 1 2,0 1-1,0-1 2,-1 0 2,0 0 2,1 1 3,-1 1-1,0 0 0,1-1-1,-3 0 1,1 1 0,0-1-1,-1 0 0,-2-1-1,1 0-2,-3-1-2,3-1 1,-4-1-2,1 1-1,0-2-1,-1 0 2,1-1 0,2 0-4,-1 0-2,0 0-11,0 1-13,0 0-25,0 2-31,0 0-35,-2 2-49,2 1-94,-3 2-189,2 0-209,-2 1-193,1 0-171,1 2-56,0-1 47,0 1 174,3-2 215,-1 0 219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4:45.6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4841 64 137,'0'0'236,"-1"-1"11,1 0-28,-1 1-32,0-1-28,1 1-17,-1-1-11,1 0-5,-1 1-2,0-1-3,1 0 4,-1 1 3,0-1 6,1 0 6,-1 0 8,0 1 8,1 0 6,-1 0 8,0 0 8,-1 0 1,1-1-1,-1 1-9,1-2-4,-2 0-8,0 0-9,0 0-12,0 1-10,0-1-10,-1 0-11,0 0-7,-1 0-12,2 1-12,-2-1-13,1 0-5,-1 0-9,2 0-9,-2 0 1,0 0 4,2 2 5,-3-1-1,2-1 1,-2 0 5,1 1-2,-2 0-4,2 0 0,-2-1 5,0 1 6,1 0 3,-1 0-2,0 0-1,0 0-5,0 1-7,-1 0-13,1 0-9,0 0-8,0 0 5,-2 0 2,1 0 1,0 0 1,0 0-1,-1 0-1,-1 1-4,1 0-1,0-1 4,-2 1 1,1-1 1,-1 1 2,-1 0 1,-2-1-2,1 2 1,-2-1 0,1-1 5,-1 2 2,-1-2-1,-1 2-3,1-1-5,-1 1-4,-1-2-5,0 1-2,1 0-5,-1 1-1,1-1-1,-1 0 0,2 0-1,-1 1-1,0-1 3,2 1 0,0-1 2,1 0 0,2 0-1,-2 0 1,2-1 3,0 1-3,1-1-2,0 1-4,0 0 1,1-1-3,-1 1-1,-1 0 0,0 0 0,1 1 0,0-1 0,0 0-1,-1 0 2,-2 1 1,1-1 2,0 0-4,-1 2 3,2-1-3,-1 0-1,1-1-1,-2 2-2,0-1 2,1 0 1,-1 0 1,1 1 0,0 0 0,-1-1 4,0 1-3,1 0 0,-2 0-1,0 0 6,0 2-2,1-3-4,-1 2 1,1 0 1,-2 0 0,1 0-5,-1 1-1,2-1 2,-1 0 2,0 0-1,-1 1 0,1-1 0,-1-1 1,-1 2 0,2 1 1,-2-1-1,-1 1 1,0 2-1,1-3 0,-2 2 0,-1 0 0,1 0 0,0-2-2,0 3 2,1-2 0,0 0-1,1 1 0,-1-2 1,1 1 0,-1 0-1,-1 0 0,1 0 1,0 1 0,-1 0 0,0-2 0,0 2 2,-1-1-1,0 0 0,0 2 2,1-3-2,-1 3-1,1-2 1,1 1-1,-1 0-1,1-1-1,0 2 1,0-2 1,1 1 0,-2-1 1,1 1 2,0-1-1,0 2 1,0-1-2,0 0-1,1 0 1,-2 1-3,0-1 0,0 2 0,0-2 2,-1 2 1,1-2-1,0 1 1,-1 0-1,1 0 1,-1-1 0,2 1-1,-1-1 0,1 1-1,0-1 1,-1 2-1,-1-1-1,2 1 2,0 0 0,-1-1 1,0 2-1,0-1 0,1 0-1,-1-1 1,2 0 0,-1 1-1,0-2 1,2 1 3,0-1 1,0 1-2,1-2 1,-1 2-1,1-1 0,0 1-2,1-2-1,-1 2-1,0-1-1,0 1 0,1 0 3,-2 0 0,1-1 1,-1 1 2,2-1-3,-2 2 3,1-2-1,-1 2-2,1-3 0,-1 2 0,2-1 1,-1 0-1,2-1-1,-2 1 1,1-1 0,1-1-1,-2 3 0,1-3 0,-1 1 1,2 2 0,-1-3 1,-2 2 0,2 0 0,-1 1 0,1-2-2,0 2 1,1-3-1,-1 3 0,0-1 1,0 0 0,0 0 0,1 1-2,-1-1 2,0 0-1,2 1 0,-1-1 2,1 0-1,-2 0 1,2 1-1,-1-1 1,1 2 0,-2-2-1,2 1-1,0 0 1,-1-1-2,0 2 1,0-2 0,1 1 1,-1 0 0,0 0 2,1-2-1,0 1 0,0 1 0,-1-1 5,2 0-3,-1 2-2,0-2 0,0 1-1,0 0-1,2 0-4,-1-1 2,-1 0 0,3 0 2,-1 1-1,0-2 1,1 1 0,0 0 0,-1 0 3,2 0-2,-2 0 0,0 1 0,1-2-2,-1 2 2,1-2-2,0 1 1,0-1 1,-1 2 1,0-2-1,1 2 1,0-1 0,-1 1 1,0-1-1,0 1-1,0 0 0,-1 1-1,1-1-1,-1 0 0,1 0-1,0 1 2,0-2 1,0 1 0,1-2 1,-1 2 4,2-2-3,-1 1-2,0-1-1,0 1 1,-1 0-1,1-1-1,1 1 1,-2-1 1,1 2 2,-1-1-2,1 0 0,0 0-1,-1 1-2,0 0 1,1 0 1,-2 0 1,2 1 1,-1-1-1,1 1 0,0 0 0,-2 0 0,2-1 0,0 1 0,-1 0 0,2 0 0,-1-1 0,-2 2-1,3-2 2,-2 2-2,1-1 1,1 0-1,-1 1 2,0 0 0,-1-1-3,2 2 3,-1-2-1,0 1 1,1-1-1,-2 0 0,4 0 1,-3 1-1,1-1-2,-1 1 0,1-1-1,1 0 1,-3 0-2,2 0 4,-2 0 5,3-1-4,-2 1 3,1 0-2,0-1-2,0 2-1,0-2-2,-2 2 1,3-1-2,-1-1 1,0 2 2,-1-2 3,2 2 0,-2-2 1,3 1 1,-2-1-1,2 0-3,-1 0 0,1-1-2,-2 1-1,3-1 1,-2 1 0,-1 0 2,3 0-1,-3-1 1,2 1 0,-1 0 1,1 0 0,-1 0-1,1-1 0,0-1 0,1 1-2,0-1 0,-2 1 2,2 0-1,-1 1 1,1-1 0,-1 1-1,0-1 1,-1 1 0,1 0 1,1 1 1,-1-1 0,0 1 1,-1-2-2,1 2-1,1-1 0,-1 1-1,-1 1 0,0-1 1,0 1 0,1-2-2,0 1 2,-1 1-1,2-1 0,-2 0 1,0 0 0,1 0 1,-1 1-1,0-1 2,1 1-1,-1 2-1,-1-1 0,1 1-1,-2 0 0,1 1 1,0 1 0,1 0 0,1-2 0,0 2 0,0-1 2,0 0-2,2 0 2,-2 1-2,2 0-1,1 0 0,-1 0-2,-1 1-1,2-1 1,0 1 0,1-1 2,-1 0 1,0 0 2,1-1 1,0 1-2,-1 0 0,2 0-1,-1 0 0,0 0 1,0 1-1,-1-1 1,1-1 1,1 1-2,0 0 3,0-1-3,0 1-2,0 0-2,-1 0 3,1-2 0,0 2-2,0 0 3,0 0 1,1-1 1,-1 1 0,0 0-1,1 1 1,-2 0-2,1-1 1,-1 1 0,2-1-1,-2 0 1,2 0-1,-1 0 0,0 0 1,1-1 0,-1 0 0,1 1 1,0 0 0,0-1-2,-1 1 0,1 1 2,-1-1 3,0 0-1,1 1 0,-2 0 2,1 0 1,1 1 0,-1-1-2,0 0-1,0 1 2,1-1 0,-1 0-4,1-1 1,0 0-1,0 0-2,-1 0-2,1-1 2,-1-1 1,1 0 0,-2 0 1,1-1 3,1-1 1,0 0-4,-1 1-2,1-1 0,0 0 0,0 1-1,0-1 1,0 0-1,0 1 1,0-1 2,0 0-1,0 0 1,0 0 0,0 1-1,0-1 0,-1 0 0,0-1 1,1 2-1,-1-2 1,1 1 1,-1 0-1,1-1-2,-1-1-1,0 3 1,1-3-2,-1 2 3,1-1 1,-2 0-1,2 1 3,0 0 0,0-1-1,2 2-4,-1-1 0,-1 0 1,0 1 0,0-1 0,0 1-1,1 0 4,0 1-3,-1 0 1,2 0 1,-1 0-2,0 0 1,0 1 0,2 1 0,-2-2 0,0 2 0,0-1 1,1 0-1,-1-1 0,0 1 0,1 0-1,0 0-1,0 0 0,0 0 2,0 0-2,0 0 2,0 1 1,0 0 2,1-1-1,-1 1-3,2-1 1,-2 0 0,1 0 0,1 1-3,0 1 0,0-1 2,0 0 0,0 1 1,1 1 0,-2 0 1,0-1-3,2 1 1,-1 1 1,-1-1-1,2 1 1,0 0-1,0-1 2,1 2-1,-1-1 1,0 0 0,0 0-1,1-1 0,-1 0 3,1 0-1,-2 0-1,1-1 1,0 1-1,0-1 1,-2 0 1,2 1-1,0-1 0,-2 0 0,2 0-2,0 0 1,-1 0 0,1 0 0,0 1-2,-2-1 1,0 1 0,2 1-2,-1 0 1,1 0 1,-2-1 0,2 1-1,-2 0 3,0 0 1,-1-1-2,2 1 3,0 0 1,-1-1 0,0 1 0,0-2 0,2 0-2,-2-1-3,-1 0 0,1 0 0,0-1-3,0 0 2,1 1 0,0 1 0,-2-1 2,1 0 0,2 1 2,-2-1-3,0 1 1,2 0 0,-1 0-3,1 1 1,-1-1-1,2 0 0,-1 1 2,1-2-1,-1 1 4,0-1-1,0 0-1,1-1 2,-2 1 0,3 0 0,-1-1-1,-2 0 1,3 0-2,-2 1 1,1 0-1,2-1 0,-3 0 3,3 1-1,-3-1 1,3 2-2,-1-1-2,0 1 0,-1 1-2,2-1 1,-1 2 0,0-1-2,1 0 2,-2 1 2,1-1 0,-1-1-1,2 0-1,-1 0 3,-1 0 0,1 0-2,0-2 1,-1 0 2,2 0 0,-1 0 1,0 0-2,1 1-1,0-1-1,0 0-1,1 1 0,-2-2 1,1 0 2,0 1 0,1 0-1,-2-1 1,0 1-1,0-1-2,1-2 1,-1 2 1,1 0 2,-1-2 0,1 1 0,-2-1 1,2 0-3,-1 0 0,1 0-2,-2 1 0,2-1-1,-1 1 0,0 0 2,1 1 3,1-2-2,-1 1 1,2 0 1,-2 1-1,0-1-2,1 1 1,0 1-1,1-1 0,-1-1 0,1 1 0,0 0 0,-1 1-1,1-1 2,-1-1 1,0 0 1,1 1-2,-1 0 3,1-1-3,1-1 1,-2 1-1,2 1 1,1-2 1,-1 2 0,0 0-1,0 2 1,1-2-1,0 0 0,-2 1-1,2 0-1,0 0 0,2 0 2,-1 1 0,-1 0-1,0-1 1,2 0 0,-1 0 1,1-1-1,0 1-2,0 0-1,0 1 1,1-1 1,0 0 1,1 0-1,2 0 3,0 0-3,1 1 0,3 0 0,2-1 0,-1 1-1,4 0 0,1-1 1,2 1 2,2 0-1,4 0-3,1 1-9,2 0-8,3 2-11,3 0-19,3 0-23,0 0-16,4 2-19,1-1-40,2 0-68,3-1-95,1-1-131,1 0-134,1-1-120,1-1-124,2-1-57,-2-5 39,-2-2 115,-3-3 132,-3-4 137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4:50.41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 0 14,'-2'1'88,"0"0"-29,1 1-25,0 0-15,0-1-10,1 0-4,-1-1-2,0 0-2,1 1 1,-1-1 2,0 0 10,1 0 16,0 0 21,0 0 28,-1 0 27,0 0 24,1 0 16,0 0 10,-2 0 0,2 0-6,-1 0-9,1 0-12,0 0-14,0 0-12,0 1-13,-1 0-11,1 0-9,0-1-4,0 1-5,0-1-1,-1 1 5,1-1 7,0 0 8,0 0 10,0 0 7,0 0 8,0 1 7,0 0 9,-1-1 5,0 1 6,1 0 1,-1-1-4,0 1-9,1-1-18,-2 1-17,1 0-20,1-1-19,0 1-15,0 0-10,1-1-8,1 0-6,-1 1 0,1 0 0,0 0 3,2 1 5,0 1 5,1-1 8,-1 0 18,1-1 15,1 1 9,-2-1 2,3 1 4,-1 0 2,-2-1-9,2 1-1,-1 0-4,1 0 0,-1 0-6,0-1-6,0 1-9,0 0-8,-1-1-4,2 1-5,0-1 1,-1 0 5,3 1 1,-3-1 0,3 0 1,0 0 0,-1 0 9,2 0 1,0-1 2,-1 1-7,2 0 1,-2-1-2,1 1-10,1-1-7,-1 0-6,0 0 2,0 1-5,0-1-1,1 1-2,-1-1 1,0 0 1,1 0 2,-1 0 1,2 0 4,-2 1 6,2-1 8,0 0 10,1 0 7,1 0 7,-1 0 0,1 0-3,0 0-9,1 0-11,-1 0-8,0 0-7,0 1-2,-1-1-4,-1 1 0,0 0-3,1 0-2,-2 1-1,0-1-3,0 0 3,-1 0 0,0 1 0,1 0 1,-1 0-1,1 0 1,1 0-2,-2 0-2,1 0 0,1-1 3,-2 1 0,2 1-1,-1 0-1,1-1-2,-2 0 1,2 0-1,-2 0-1,0 0 0,1 0 3,-3 0-2,1 0 2,-1 0-2,1 1 1,-1-2-1,0 2 0,0-1 2,1 1 0,-2-1 1,2 1-2,0-1 2,1 0-1,-2 0 1,2 0 2,-1 0 0,2 1 4,-1-1 1,-1 0 3,2 1 2,-1-1 3,1 0 3,-1 0 0,0-1-1,1 0-3,-3 1-1,2-1-4,0 0 0,-1 0-2,1 0-3,0 1-2,-1 0-2,1 0-1,0 0 0,-1 0-1,0 0-1,1-2 1,0 2 2,1 0-2,-2 0 8,1 0-6,2 0-1,-2 0-3,0 0 1,2-1 2,-2 0-11,1 1 6,0 0 2,-1 0 3,1 0-1,-1 0-1,0-1 4,1 1-1,-1 0-4,0 0-1,1-1 2,0 1 0,0 0-3,0 1 1,0-1 0,0-1 0,1 1 0,-2 1-1,2-1 1,0 1 0,-1-1 4,1 1-3,0-2-1,-1 2 3,1-1-1,-1 1 0,1 0 0,0-1 0,-1 0-2,1 2 1,1-1 1,-2 0-2,0 1-1,2-1-1,-2 1 1,1-1 1,1 1-1,-1-1 1,-1 1 0,1 0 3,0-1-1,0 0-2,0 0 0,-1 0 1,-1 1 2,2 0-3,-1-1 3,-1 0-3,1 1 1,1 0 2,-2-2-1,0 2-1,1 0 2,-1 0 1,1-1-3,1 1-1,-2 1 0,1-1 1,1 0-1,-1 0 0,-1 1 0,1-1 4,-1 2-2,0-1-2,2-1 1,-1 1 0,-1 1-2,2-2 0,-2 1-1,1 1 1,-1-2 1,-1 1 0,2 1 2,-3-2-2,3 1 4,-3 0-3,2 0-2,-1 0 1,0 0 2,-1-1-1,1 0-1,1 1 1,-2 0 1,0-1 0,0 2-3,2 1 1,-2-2 1,0 1 1,1 1 0,1-1 0,-2 0-1,1 2 0,0-1 2,0 1 2,0-1 0,1 0-1,-1 1 1,-1-2-1,1 1-2,0-1 0,0 1 0,-1-2 1,0 2-2,1-1 0,-3 0 4,3 1-2,-1-2 4,-1 1 0,1 1 1,0-2 1,-2 2 0,4-1 5,-2 1-1,1-1 1,-2 1-1,2 0 3,0 0-3,0-1-4,-1 0-1,1 2-1,-1-1-2,1 0-4,-2 0 2,1 1 0,1-1 1,-3 0 0,2-2 2,-1 3 1,0-1 2,0 0-2,-2 1 0,2-2 0,-1 2-2,0-1 1,0 0-2,0 1 1,-1 0 1,2 0-3,-2 0 3,0-1-2,0 1-2,0 0 1,1 0 0,-1 2 0,2-1-1,-2 1 1,1 2 1,-1-2-2,2 0 1,-3 2 1,4-1-1,-2 0 0,-1 0-1,1 2 2,0-2 0,-1 0 0,0 1-1,2-1 1,-3 2 0,3 0 0,-2-1 0,1 1-1,-1-1 3,1 0 1,-2 2-2,0-1 0,2-1 2,-1 0 5,1 1-5,-2 1 2,1-2 4,1 3 2,-2-2 0,1 0 0,-1 1 5,0 1-2,0 0 2,1 0-3,0 0 2,1 0-3,-1 1-3,0-1 0,0 0 0,-1 0 0,1 0 0,0 1 4,1 0 1,0-1-1,-2 1-1,3-1-2,-2 1-2,1 0-2,-1 0 3,0 1-2,0-1-1,-1-1 0,2 0-1,-1 2 2,0-1-2,-2 1 1,2 0 2,0 0 3,-1-1 1,-1 0 1,0 0-2,2 1 1,-2 1 1,2-1-4,-1 1 0,0-1-1,0-1 1,-1 1-1,2 0 0,-2-1 3,-1 0 1,1 0-1,2 1-2,-2 0 0,1 0-4,-1 0-2,0-1-1,0 1-1,0-1-1,0 0 2,2 0 1,-2-1 2,1 1 2,-1 0-1,1-1 2,-1-1-1,1 1 1,-1-1 1,1 2 0,-1-2 0,0 1-1,0-1-2,0 0 0,2 0 0,-2-1-1,-1 1-2,1 0-1,1-1 1,-1 1-1,0 0 1,0 1 1,0 0 4,0 2 2,0 1 0,0-1-1,0 2-1,0-1 0,0 1-4,-1-1 1,1 1 3,0 0 0,-1-1-2,1 0 1,1-1-2,-1 1 0,-1 0 1,0 1 1,1-1 1,-1 1 1,0 0-1,1-1 1,-1 1-3,0 0 1,0 0 0,1 1 2,-1-2 3,2 2-10,-1-1-6,0 0 0,-1-1 0,0 0 0,0 0 0,2 0 0,-2 1 0,1-1 0,0 1 0,0 0 0,0 0 0,0-2 0,-1 0 0,1 1 0,0 0 0,0 0 0,0-1 0,0 2 0,-1 0 0,1 1 0,-1-2 0,1 2 0,1-1 0,-2 0 0,0-2 0,1 1 0,-1 1 0,0 0 0,-1 0 0,1 1 0,0 1 0,-1-1 0,1 3 0,-1 0 0,0 2 0,0-1 0,0 1 0,0 1 0,0-1 0,0 1 0,0 0 0,-1 1 0,1 0 0,0-1 0,1 0 0,0 0 0,-1-1 0,1 2 0,-1-1 0,1 1 0,0-1 0,1 0 0,-1-1 0,0-1 0,0 0 0,1 1 0,-2-1 0,1 0 0,-1 1 0,0 0 0,0 0 0,-1-1 0,1 0 0,-2 2 0,1-1 0,0 2 0,0-1 0,-1 2 0,1-2 0,0 0 0,0-2 0,-1 2 0,0-1 0,0-1 0,-1 1 0,-1 0-96,1 0-210,-2 0-149,-3 0-223,0-1-248,-2 1-175,-5-2-56,-2 0 22,-3-4 136,-2-3 240,-6-2 283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24:55.04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 2767 85,'0'-4'180,"-1"0"-14,1 0-34,-1 0-29,1-1-18,0 1-8,-1 0-2,1 1 2,0-1 4,0 1 7,0 0 8,0 1 6,-1 1 7,0 0 4,1 0 5,0 0-1,0 1-3,0 0-4,-2 0-2,2 0-3,-1 0-2,1 0-2,-1 1-2,0 0-3,1 0-5,0 0-1,1 0 2,0 1-3,-1 0 4,3 1 10,-2 0 17,0-1 20,1 0 17,-1 0 28,2 1 11,0-1-3,-1 1-12,0-1-16,-1 0-16,2-1-14,0 1 5,0 0 8,0 0-1,2 1-2,-2-2-1,2 2-12,-1-1-20,-1 0-14,1 2-12,1-1-4,0-1-12,-2 1-5,3-3-6,0 2-7,1 1-2,1-2-8,1 0-4,0 0-9,0 0-8,0-1-4,1 0-3,0 0 0,-1 0-4,1 0-2,-2-1-1,1 0 1,-2 1-1,1 0 0,-1 0 2,0 0 3,-1 0 1,0 0-1,0 0 1,0 0 3,1 0 0,-2 0-3,3-1 3,-1 1-2,2 0 1,0-1-2,-1 1-1,1-1-1,1 0-1,0 0-1,0 1-3,0-1-3,1 1 1,-1 0-2,2 0 0,-1 0 6,0 0-3,-1 1 1,-1-1-2,2 1 0,-1 1-2,1-1-5,-1 0 2,1 1 2,0-1 0,-1 1 2,2-1 0,-1 1 2,1-1-1,-1 1 1,1 0 0,-1-1-3,1 2 3,0-1-3,1-1 0,0 1-1,1-1 2,0 1 0,-2 0 0,1 0-1,-1 0 2,1 1-1,-1 0 1,2-1 0,-1 1 0,-1 0-1,0 0 1,0 0 0,0-1 0,2 1 0,-2-1 3,-1 1 3,0-1 0,0 1-1,1-1 1,0 0-3,-1 1-2,0-1 0,2 0 1,-2 0 1,1-1 2,1 0 0,-1 1 2,1-2-4,-1 2 0,1-1-2,-2 0-1,1 1 0,0-1 0,0-1 0,1 2 0,-2-2 1,0 1 0,1-1 1,-2 1 1,0 0 4,1-1-2,0 2 1,-1-1 0,1-1-1,-1 0-1,0 1-2,0-1 0,0 0-3,0 0 0,0 0 1,1 1 6,1 0-3,-1-1-2,0 0 0,1 1-2,-1-1-1,0 1-4,0 0 0,1-1 2,1 1 2,-1 0-1,-1-1 5,1 1-2,2-1 0,-1 0 0,-1 0-1,0 0 1,2 0-4,-3 0 1,2 0-1,0 0 1,0 0-1,-1 0 1,2 0-1,0 0 0,0 0 0,-1 0-1,0 1 3,0 0-1,-1-1 0,0 1 1,1-1 0,-2 0 0,2 0-2,0-1 0,0 1 0,0-2 0,0 1 2,2 0-2,-2-1 1,1 0 0,0 0 0,-2 1 1,2 0 0,0-1-1,-2 0-1,0-1-1,-1 2 0,2-1 0,0 0-3,0 0 3,0 1 2,1-1 1,-1 0 0,0 1-1,2-2 2,-2 0-2,2 1-1,-1 1-1,1-1 0,-1 0 1,2 0 0,-2 0 0,0-1 1,1 1 1,-1-1 0,1 1 0,0 0 0,0-1-2,0 1 1,0 0-1,-1 0 0,2 1-1,-1 0-1,0-2 1,0 1 1,1 1 1,-2-2 1,2 1-2,0-1 0,0 2 0,1-2-1,0-1 1,0 1 1,1-1 2,0 1 1,-2 0-1,1-1 1,1-1-4,-1 3-3,1-2 3,1 0-3,-2 1 1,1-1 1,-1 1 1,0-1 1,1 0-3,-2 1 2,1-1 1,-2 0 0,1 0-1,2 1 1,-1-2-1,-1-1 0,1 2 1,0-1 0,0-1 0,0 1-1,0 0 1,0-1 2,1 1-3,-1-1-1,0 0 0,-1 1 1,0-1 1,0 2-2,0-1 1,0-1 0,-1 2 1,1-1-1,-1 0 0,2 0 0,-2 1-1,2-2 1,-1 1 0,0-1-1,2 0 1,-1 0 0,-1-1 1,1 1-1,1-1 1,0 1 0,-1 1-1,0-1-1,0 0 1,-1 0 0,0 0-1,-1 1 0,1-1 2,-1 1 1,0 0-2,0-1 1,0 1 2,0-2 0,0 1-2,0 1 1,0-2 0,0 1-2,1-1 1,-2 0-2,2 0 1,0-1 0,-1 0-2,1 1 4,-1-2 0,0 2 2,0-2-3,0 1-1,-1 0 2,2 0-1,-1 0 0,0 1-1,0-1 2,0 0 1,0-1-3,0 1 1,0-1 0,1 0 2,-1-1-1,1 0-2,-1 1 1,1 0 0,-2-1-1,2 2-2,-1-1 1,0 0 1,-1 1-1,2-1-1,-2 0 1,1 0 3,-1 0 0,2 0-1,-1 0 0,2 0 8,-1-1-4,1 1-2,0-1 0,-1 0-1,1 1-1,-1 1-8,-1-2 3,0 3 1,-1-2 0,0 1 2,0-1-2,0 1 2,0 0 1,-1-1 2,1 0-2,0-1 0,-2 2 2,1-1-2,1 0-1,0-1-1,0 0 1,0 1 1,-1-1-1,2-1 1,-2 2 0,-1-2-1,1 1 1,-1 0-1,1 1 1,-1-2 0,-1 0-1,1 2 3,0-2 0,0 1 0,-1-1-1,0 1 1,0-2-1,2 2-1,-2-1 0,1 0 0,-1-1 0,0 0 0,0 2 0,0-2 2,0-2-1,1 3 2,-2-1 0,0 0 1,0 1-1,0-1 1,-1 0 3,1 0 1,-1 0 0,0 0 2,1-1-1,-2-1 1,2 1-2,-2 1-1,-1-2 1,1 0-1,0 0 2,0 1-2,-2-1 2,2 0 1,-1 0 1,-1 1 0,1 0-3,-2 0 0,1 2-1,0-1 0,-2 0-2,3 0-1,-3 0 2,2 2-2,-1-2 1,1 2-1,1-2 0,-1 1-1,-1-1 0,2 1 0,-1 0 0,0 0-1,0 0 1,0 2 0,0 0 0,0-1 1,0 1-2,0 0 1,0 1-3,0 0 2,1 0 0,0 0-1,-2 0 6,2 0-3,0-1-1,-2 1 1,3-1-1,-2 2 2,1-2-8,-1 1 3,0-1 0,1 0 0,0 1 0,1-1 0,-3 1 0,3-1 0,-2 1 2,1 0 1,-1-1-2,2 0 0,-3 0-1,3 0 1,-1 1-1,-1-1 1,2 1-2,-1-2 3,0 2 0,0-2-1,1 2-1,-3 0 0,3-1 2,-2 2-2,-1-2 1,1 3 2,-1-2 1,0 3-1,0-2-1,-1 0 1,1 1-1,1 0-2,-2 0-2,2-1 0,-1 1 2,1-2 0,0 2 0,-1-1 1,1 0 1,-1 0-1,1-1-1,0 2 0,0-1 0,-2 1 0,3-1 2,-3 0 2,1 0-3,-1 0-1,2 1 3,-4-2 1,4 2-1,-2-1 0,0 0 3,0 1 1,-1-1-1,2-1 0,-2 2-2,0-2 2,2 1-4,-1-2 1,-1 1 0,1-1-3,0 1 3,1 0-1,-2-1 0,0 1-2,1 0 2,-1 1 0,-1-1-3,2 1 3,-1-1 2,0 1 1,1 0-2,-1 0 1,-1 1 4,2 0-2,-2 1 2,1-2-3,0 1-2,0 1 1,-1-2-3,1 2 0,-1-1-4,2-1 3,-2 2-1,0-1 1,2 0 2,-2-1-1,1 0 1,0 1 1,-1-1-1,1 1 0,-1-1-1,1 1 0,0-2 2,0 1-3,-1 0 3,2 0 0,-2-1-2,1 2 4,0-1-4,-1 0 0,0 2-1,1-2 0,-1 2 2,1-1-2,-1-1 3,0 2 1,-1-1-1,1 1-1,1-1-2,-1 1 1,0 0-1,0-2-3,0 1 1,0 1 2,0-2 0,1 2 0,-1-1-2,0-1 3,1 2 1,-1-1-1,-1-1-1,2 0 2,0 1 0,-1-2-2,1 1 0,-1 0 0,1-1 0,-1 1-1,1-1-2,0 0 0,0 0-6,-1 0-8,-1 1-11,1-1-14,-1 1-18,2-2-24,-2 2-28,0-2-34,0 1-55,1-1-94,-1-1-154,0-1-156,0-1-156,-2-2-172,-1-1-62,-1 1 40,-2-1 138,-1-2 162,-2-4 178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30:44.03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28 376 217,'-3'-2'346,"0"0"54,2 0 59,-1 0-73,-1 1-38,1 1-7,1-2 7,0 1 13,0 1 2,0 0 3,1 0-4,-1 0-7,1 1-10,-1 0-29,0 0-36,1-1-40,0 2-36,-1-1-39,0 0-33,1 0-26,-1 1-16,1-1-10,0 0-4,-1 0-2,1 1-5,-1-1-6,0 0-4,1 0-8,-1 0-9,1 0-5,0 1-4,0 1 7,2 2 4,1 0 4,1 4 2,1-2-3,1 3-3,-2-1-13,2 1-13,-1 0-6,0 0-5,0 1 0,1 0-3,-2 0-1,2-1-1,0 0 1,-2 0-1,1-1-2,0-1 2,-1-1 0,1 1 0,0-2 1,1 0 6,-1-2 8,1-2 10,0 0 11,1-2 14,2-2 7,4-3 6,3-6-3,4-4-4,2-4-8,4-4-9,2-3-8,0-1-7,3-2-4,2-2-2,-2-1 0,3 1-3,0 0 0,-1 2-4,0 0-3,1 1 0,0 1-4,0 0-2,0 2-8,-1 2 2,-3 2 2,-2 2 0,-5 3-4,-3 3-4,-4 3-4,-3 1-11,-3 2-12,-2 1-25,-2 2-45,0 1-54,-4 2-73,-2 2-151,-2 2-230,-4 2-243,-1 5-195,-4 3-70,-3 2 13,0 0 123,-1-2 224,1-2 256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06.0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417 107 309,'0'-6'394,"-1"1"64,0-2 66,-1 1-91,2-1-48,-1 1-11,0 0 3,1 0 0,-1 1-3,0 2-6,1-1-14,-2 1-34,1 1-45,1 1-52,-1 0-55,1 1-53,0 1-28,0 1-8,1 1 2,2 3 2,-1-1 4,0 2 7,2 2-2,0 2-12,-1 1-12,0 1-10,1 1-13,-1 2-7,0 2-10,1 0-8,-2 1-5,1 2-5,1-1-1,-1 1-3,1-1-2,0-2-2,-1-1-1,1-3 0,1 0 1,-2-3-1,1-4 1,0 0 2,-1-3 2,1-3 1,1-1-1,2-6 1,2-3 0,1-5-2,1-2 0,1-3-1,0-2-1,1 1-1,-2-1 1,0-1-2,-1 2 2,0 0 1,1 0 0,-2 2 1,-3 1 0,3 2 1,-3 2-1,-1 2 1,-1 2-1,0 2 1,-2 1-2,1 2-4,-1 2-1,1 0-1,-1 3 1,3 1-2,-2 3 2,3 2 4,0 3 1,-1 1 1,3 2 4,-2 1 1,3 2-2,-1 1-1,1 0-5,1 1-1,0-2-4,0-1 3,1 0-1,0-2 1,0-1 2,1-3 3,-1 0-3,1-4 1,-1 0-2,0-3 1,-1-2 3,-1-2-2,2-3 4,-1-1-1,-1-5 1,-1 0 0,0-3 1,-1-2 5,-1-1 1,-1 0 6,-2-1 1,0-1 0,-3 0-5,0 0-3,-3 3-4,1-1-4,0 2-3,-1 1-2,0 1-1,1 3-6,0 1-21,1 2-43,0 1-68,0 2-102,1 1-151,1 3-153,0 1-132,1 3-89,0 1-43,2 2-24,0 0 62,3 3 112,-1-3 125,3 3 119</inkml:trace>
  <inkml:trace contextRef="#ctx0" brushRef="#br0" timeOffset="606">1050 131 96,'5'9'274,"-2"-1"47,1 0 10,-1 0-36,0 0-30,1 0-19,-1 0-21,2-2-19,2 2-8,-1-1 9,1 0 16,1-2 20,1 1 36,0-2 30,1-1 29,1 0 19,0-2 2,0-2-17,2-1-40,-1-1-39,1-3-52,0-2-58,0 0-48,-2-1-38,0-3-22,0 1-14,-2-2-10,-1 0-5,-4 0 7,2 0 5,-3 0 3,-2-1 5,-1 3 7,-1-1 5,-4 2-2,0-1 0,-1 2 2,-2 1-7,-3 3-6,0-1-5,-1 3-4,-2 2-10,0 1-4,-1 1 0,0 4-2,0 0-2,-1 2-4,2 4 2,-1 0-4,3 2 0,1 2 0,2 1-2,1 2 1,3 0-1,3 2 0,2 1 1,2-2-1,3 2 3,3-1-3,3-1 2,2 0 1,1-1-1,3-3-1,1-1-2,1-2-1,3-2-1,-1-3 1,2-2 0,1-2-1,2-5-16,-3 0-34,-1-2-73,-3-1-161,-2-1-227,-6-1-262,-1 1-191,-5-1-76,-3 2 17,-3 0 128,-1 0 210,-3 1 255</inkml:trace>
  <inkml:trace contextRef="#ctx0" brushRef="#br0" timeOffset="38628">8 243 149,'1'-2'298,"0"0"36,0 0 9,-1 1-72,1 0-59,0-1-45,-1 2-36,1 0-29,0 0-24,-1 0-19,3 0-12,-2 0-7,0 1-1,0 0 4,1 1 4,-2-1 8,1 1 9,-1 0 7,1 0 2,-1 0-2,0 0-4,-1 1-4,1 0-10,-1 0-11,1-1-6,0 0 2,-1-1 5,0 0 8,0-1 14,-1 0 17,0 0 8,1-1 6,-1-1 2,0 0-6,0-1-10,1-2-7,-2 2-6,1-2-9,1 0-8,-1 0-4,2-1-5,0 0-6,0 0 5,2 0 9,-1 0 9,1-2 9,1 2 21,-2 2 1,1 0-6,1-1-11,1 3-10,-2-1-18,1 1-20,-2 1 2,4 1 6,-2 0 7,0 1 5,1 1 11,0 1 2,1-1-1,-1 3-5,-2 1-5,3-1-5,-2 3-7,-1-3-2,0 3-1,0-1-4,-1 1-4,-1 0 0,0 0-3,-1-1-2,1 1-4,-2-2-3,0 1 1,1-1-1,0-2 0,-1-1 6,0 0 12,-2-1 11,3-2 4,-2 0 5,1-2 5,-3-1-5,2-1-12,1 0-10,-1-3-5,0 1-10,2-2-4,-1 1-3,-1-1-2,3 0 0,-1 0-4,2 2-1,-1-1 0,3 2-2,-1 1 0,0 0-1,1 0 3,1 2-3,-1 0 1,0 1 0,1 0 0,-1 1 0,0 1-1,2 0 1,-2 1-11,1 0-27,-2 2-62,-1 0-134,0-1-164,-3 3-188,0 1-208,-4 0-93,0 1 1,2-2 99,-3 0 146,1-3 182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07.36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61 114 31,'-4'-11'352,"0"0"63,-1 0 65,-1-1 59,2 1-104,-2 1-27,1 0 15,1 1 19,0 2 11,2 0-9,-1 1-29,1 3-51,0 0-73,0 1-76,1 1-70,-2 1-60,2 1-37,0 2-21,0 1-14,1 5-4,0 1-2,0 3 1,0 4 2,0 1 0,0 4 6,1 1-3,-1 2 0,0 3 2,0 2-2,1 0-4,-1 0-6,2 0 2,0 0-2,-1-2-4,-1-2 1,2-2 0,-1-1 2,0-4-2,1-3 2,-1-2 1,1-3-1,-1-3 13,-1-1 18,1-3 15,-1-2 11,-1-4 3,1-1 4,-1-5-12,-2-2-15,3-2-16,0-3-14,1-2-3,2-1-3,1-2 2,1 1-3,3-2-2,0 1 2,2 2-1,0-1 0,1 3-2,2 1 0,-1 2 1,2 2 1,-1 2-2,1 2-1,-1 1 0,2 3 0,-1 2-2,0 2 1,1 3 1,-1 1 2,1 2-1,-3 2 1,-1 4 1,1 1 0,-3 1 0,-1 3-1,-2 1-13,-2 2-30,-1 0-61,0 1-112,0-1-152,-1-1-148,1-2-130,1-1-101,-1-2-80,0-2 1,3-3 92,1-3 116,5-3 127,1-3 122</inkml:trace>
  <inkml:trace contextRef="#ctx0" brushRef="#br0" timeOffset="468">580 384 89,'7'-12'367,"-2"-1"61,-3 1 53,-1 1 2,-2-2-76,0 4-45,0-1-27,-4 1-4,1 2-14,0 1-12,-1 1-22,-2 0-37,1 2-41,-2 1-46,0 1-33,-2 2-31,0 2-22,-2 1 1,0 2 0,-3 2-1,0 1 4,0 1-5,0 2-6,1 0-19,2 1-15,2 1-4,1 0-8,3 0-10,1-1-5,3 1 0,3 1 2,1-2-4,4-1 1,-1 1 0,3-3 1,1 0-2,3-3 4,1 0 0,-1-4-2,1 0 0,2-3-2,-1-3 1,0-1-3,2-3 0,-2-1-1,0-3 0,-1-2 0,-1 0 2,-3-2-1,0-1-1,-2 1 2,-2-2 0,-1 2 12,-1-1 20,-1 1 15,-2 1 18,0 2 14,0 0 13,-2 3 0,1 0-10,0 3-10,0 0-13,-1 1-13,1 2-9,0 1-12,1 1-9,-1 1-9,0 1-5,0 2-2,0 3-2,1 3-1,0 1-1,0 2 2,2 1 1,0 0-1,3 2-1,1-1 1,1 1 1,3-2-1,1 1 0,3-1-1,-1-2 1,1-1-3,2-1-4,1-2-2,-2-2-4,1-2-2,-2-1 0,-1-2-1,0-2 4,-3-3 5,-2-1 5,1-2 0,-2-2 2,1-2 2,-4-1 0,1-1 1,-2 0 3,-1-1 6,-1 1 9,-1 1 13,-1 0 10,0 2 5,0 0 5,0 2 1,0 1-7,0 2-9,1 0-11,0 2-7,0 1-8,0 1-8,1 0-4,1 3-3,1 1-1,2 2 2,3 1-1,-1 4 2,3 1-2,-1 1 0,2 2 3,0 1-1,2 1 1,-3 0-1,1-1 2,-1 0-2,0-1-2,-1-2 0,-1-2 1,-1 0 4,0-3-3,-2-1 4,0-2 1,-1-1-1,2-2 0,-2-2-2,2-2 3,-1-2-2,1-2 0,1-1-1,-2-3 1,2 0-1,-2-2 0,2-1-4,-1-1-5,-1 1-14,1 0-26,-1 1-44,-1 2-84,0 1-147,0 1-161,0 3-149,-1 0-121,0 3-74,2 1-61,-2 2 75,-2 2 126,3 2 141,-1 2 134</inkml:trace>
  <inkml:trace contextRef="#ctx0" brushRef="#br0" timeOffset="1228">1151 344 104,'3'10'267,"0"0"37,2-1-10,-2-1-38,3-1-39,0 0-30,1-3-16,2 2-11,0-2-3,2-2 1,2-1 6,0-1 7,3-2-1,0-1 15,0-3 3,0 1 8,-1-2 8,1 0-4,-2-3 0,1 0-17,-3-1-9,0-2-12,-3 1-16,-1 1-8,-2-1-8,0 0-10,-2-1-5,0 2-2,-3 1-4,-1 0 1,-1 0-5,-1 1 4,-2 2-1,-1 1-16,-3 1-7,0 2-16,-2 0-10,-3 2-14,1 1-10,-2 3-8,1 1-9,0 2-7,0 2-2,2 1-5,-1 3 4,2 1-2,2 0-3,0 3 1,4 1-1,1 1 0,3-2-7,1 3 3,3-1 0,2 0 2,3 0-1,1-1 3,4-1 1,2-2 1,0 0-1,3-3-1,2-3-1,-1 0-1,3-4-1,-2-1-1,-1-2-18,0-1-43,-3-2-107,0-1-173,-4-3-207,-2-1-241,-3 0-137,-3-2-38,-5 2 64,-5-1 151,1 1 195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10.36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82 149 69,'-7'-4'287,"1"1"42,-1-3 44,0 1-46,1 1-49,-1-1-14,1 0-2,0 1 6,0 0 6,3 1 9,-2-1 7,2 2-16,0 1-26,1 0-42,0 1-43,1 0-51,0 0-46,-1 3-29,2 2-19,-1 1-7,1 2-4,0 3-1,1 1 1,0 2-2,0 2-2,1-1-3,1 1 1,0 0 1,0 0 5,1-2-4,-1 0 4,0-1 0,0-3 3,-1-1-3,0-1-2,0-3 35,0-1 52,-1-1 61,0-1 55,0-2 38,1-2 25,-1-1-15,1-3-44,0-3-54,3-2-53,-2-2-34,2-1-20,0-2-15,1-1-10,2 1-4,-1-1-3,2 1-6,0 1-4,0 1-4,1 2-3,-1 1-2,1 0-1,-1 4 1,2-1 0,0 4 0,0 0 0,1 3 0,-1 1 0,3 3 0,-2 1 0,1 4 1,-1 0 0,0 3 1,-2 0-1,1 2 1,-2 2-2,-2 0 1,0 0 2,0 0 0,-4 0 0,1-1-2,0-3 1,-1 1-1,-1-4 2,-1 1 2,0-4-1,1 0 2,-2-1 1,0-3-1,0-1 0,-2 0 0,0-4 1,-1-1 0,-1-2-1,0-3-2,1-1-1,1-2-1,1-1-2,1-2-2,1 1 2,2-1 2,1 0-2,3 0 1,0 2 3,2 1-3,0 2-2,1 1 1,1 2-3,0 2 0,2 1 0,-1 4-2,2 1 1,-1 1 0,1 4 2,0 1 2,-1 2-3,-1 2 3,-1 2-8,-1 1-11,-1 2-24,-2 2-47,0 2-74,-3-1-121,-1 2-126,0 0-119,-1-1-106,0 0-79,0-1-72,3-2 19,-3-2 79,5-4 102,2-2 113,3-5 118</inkml:trace>
  <inkml:trace contextRef="#ctx0" brushRef="#br0" timeOffset="642">846 183 46,'7'-16'386,"-4"0"67,-2 1 56,-3 0 62,-1 2-115,-2 1-59,0 1-27,-1 2-18,-1 1-10,1 1-27,-1 1-42,-1 2-37,1 1-37,-2 0-40,0 3-36,-2 3-26,0 2-16,-2 0-14,1 4-4,1 1 4,-2 2 0,2 1 0,2 2-3,-1 1-10,2 0-12,1 1-12,4 0-9,0-1-6,2 0-5,3 0-1,1-1 0,2-1 1,3-2 0,1-1-1,4-1 2,1-2-2,2-2 1,1-3-2,2-2-1,1-2 0,-1-2-4,0-2 2,-1-1-1,-3-3 0,1 0-2,-3-4 1,-1-1 2,-1-1-3,-1-1 2,-3-1 8,0 0 14,-3 0 17,0-1 15,-2 1 13,-2 2 8,0 1 2,0 1-2,-2 2-7,0 2-10,0 2-8,1 1-6,-1 1-9,0 3-15,-1 0-8,0 3-7,0 1-4,1 2-5,-2 4-2,1 1 3,1 2 0,1 2 0,2 2 1,1 0 0,1 0-1,2 0-1,1 0-3,2 1-10,2-2-21,2-1-26,2-3-33,0-1-33,2-3-38,0-2-32,2-2-17,-1-3 8,-1-2 18,1-3 27,-3-2 37,0-1 40,-3-2 35,-1-1 24,-1-2 13,-3 0 19,0-1 24,-2 0 27,-1 1 32,-1 0 34,-1 1 36,0 4 14,-1 0 0,0 2-15,0 2-25,0 0-32,0 3-35,0 0-23,0 2-17,0 2-14,1 4-8,-1 0 1,2 4-4,1 3-2,-1 2 1,0 1 2,0 1 0,2 2-4,0 0 0,0-1-3,0-1-1,-1-1 3,2-1 0,-2-3-1,-1-3 1,0 0 1,1-3 3,-2-1 1,1-1 8,-2-3 9,0-1 3,0-2 6,0-4-3,-1-2-2,0-3-6,1-1-8,1-2-3,0-3-5,2-2 1,1 0-1,0-1-1,3 0 1,-2 1-2,3 2 0,-1 0-1,1 3-1,-2 2 1,2 1-5,-1 3 2,0 2-1,0 2 3,1 3 1,0 2-3,0 1 3,-1 3 0,3 3 0,-2 1-4,2 2 4,-1 2-3,-1 3-4,2 1-9,-3 0-20,1 1-29,-1 1-48,2-3-67,-3 1-86,2-3-92,-1-1-68,1-3-42,-1-2-9,2-2 29,0-3 70,1-4 87,2-3 81,-3-3 70,1-3 54,0-2 36,-2-1 23,1-2 27,-2-1 28,-1-1 41,-1-1 53,-1 1 54,-1 1 54,1 2 62,-2 2 50,-2 2 27,1 1-9,-1 3-27,0 0-42,0 3-68,0 2-64,0 0-61,0 2-40,0 3-21,0 3-12,1 2-3,0 3-3,0 1-4,2 1-1,0 1-3,0 0-5,3 0-2,2 0-2,-1-1-1,4-2-2,1-1-1,1-1 2,2-3-1,2-1-1,0-5 2,1-1 1,0-2-2,1-5-1,-1 0 1,0-5 1,-3-1 0,0-2-1,-2 0 3,-2-2 22,-1 0 29,0 0 29,-2 0 23,0 0 26,-4 3 20,1 1 2,-2 1-9,-1 3-13,-1 1-15,2 2-14,-2 1-20,0 1-17,-1 1-20,0 1-17,0 1-10,0 1-10,0 1-6,0 2-2,0 1-1,0 3 1,1 1 0,-1 5 2,0 1 1,0 1 1,0 3 1,0 4-1,0 1 0,1 4-2,0 1 0,1 3-1,-1 1 1,1 2-2,0 2 4,-2 0-2,1-2-1,0 0 1,1 0-1,-1-3-1,0-2-1,-1-2 0,0-3 1,0-2 2,0-2-1,-2-3 2,0-1 0,0-3 2,0-1 0,-4-2-2,-1-2 1,-2-1-1,-3-2 0,-2-2-1,-2-3-1,0 0 1,-2-4-2,0-2 0,3-5 0,0-2-2,2-3-5,4-4-6,1-2-10,4-4-26,1-1-31,5-2-50,0 0-82,1 0-173,3 0-197,0 0-182,2 2-148,2 0-98,3 4 5,3 0 138,5 1 185,2 1 194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12.49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102 211 23,'3'-13'352,"-3"-1"45,-2 1 49,1 0 53,-1 1-108,0 2-42,-1 0 6,0 2 25,0 1 11,1 2-11,1 0-27,0 2-56,-1 1-57,1 1-61,-2 1-52,-1 2-37,-1 4-19,0 2-5,-3 2 7,0 2 12,-1 2 11,1 1 0,1 3-9,0 1-10,0 1-18,3 1-19,-1 1-18,3-2-6,2 0-5,2-1-4,3-2 0,-1-2-2,4-1 2,0-1 0,2-3 2,2-2-1,1-3 2,2-2 1,0-3 0,1-3-1,0-2 0,0-3 1,-2-2 0,0-3 1,-3-1 4,-1-1 11,-1 0 6,-4-1 6,-2-1 4,-2 0 3,-1 0-2,-4 1-8,1 2-6,-3 1-4,0 1-5,-3 1-6,0 2-2,-3 2-6,-3 2-7,1 1-14,-2 3-38,1 2-81,2 1-139,-1 3-157,3 0-154,1 1-145,0 1-143,2 2-36,2-1 78,3 0 124,2-3 140,4 0 149</inkml:trace>
  <inkml:trace contextRef="#ctx0" brushRef="#br0" timeOffset="409">370 115 392,'9'-8'612,"-5"-2"148,0 1 142,-1 2 66,-2 0-180,1 1-123,-2 3-113,1-1-133,-1 1-133,0 2-111,0 1-79,1 0-41,-1 2-25,3 2-13,-3 2-4,1 3 4,1 4 5,-2 1 4,1 3 0,-1 2 0,0 2-3,0 2-5,-1 0-6,1 1-3,0 1-2,1-2 0,-1-1-3,1 0-2,0-2-1,1-1-10,-1-2-25,0-2-46,0-1-73,-1-2-122,1-3-144,0-1-151,-2-4-136,-2-1-108,-2-2-84,0-2 39,-2-2 102,0-1 134,0-4 149</inkml:trace>
  <inkml:trace contextRef="#ctx0" brushRef="#br0" timeOffset="645">304 317 224,'-10'-11'391,"3"-2"65,-2 2 67,2 1-52,0 0-74,3 2-51,1 0-60,0 1-56,3 0-60,4 0-58,2 1-43,4 0-31,4-1-18,2 2-8,3-1-7,5-1-9,0 2-44,3 0-64,0-1-64,2-1-74,0-1-89,-1 1-88,-1-1-82,-2 0-3,-4 0 28,-1-1 57,-2-1 79</inkml:trace>
  <inkml:trace contextRef="#ctx0" brushRef="#br0" timeOffset="802">675 40 19,'-1'-6'334,"-1"0"65,-1 0 53,1 0 18,-2 1-90,-1 1-67,1 1-43,1 1-44,0 0-36,0 2-30,0 2-17,0 3-3,1 0 11,0 5 8,-1 1 17,0 2 8,2 2 0,1 1-8,2 1-19,1 1-10,-1 2-17,1 1-14,1 0-16,1 0-22,-1 0-21,2-1-20,-1 0-9,0-2-12,-2-1-4,2-1-7,-1-3 2,0-2 1,-2-2-2,0-1 1,-1-3 18,0-1 29,0-1 25,-1-2 24,0-1 16,0-3 11,0-2-15,0-1-25,2-3-28,-1-1-22,1-3-15,0-1-7,0-1-4,3 0 2,0-1 10,-1 1 8,2 2 5,0 1 2,-2 0 3,2 4-3,-1 0-9,-1 3-12,1 1-6,-1 0-5,1 3-6,-1 2 0,2 1 0,-1 3 4,1 1 0,0 3 0,0 0 1,1 3 1,0 1-2,-1-1-1,1 3-1,0-1-3,1 1 2,-1-1-2,1 1 1,1-1 0,0-2-1,2-1 2,0 0 0,1-3-3,2-1 0,0-2 1,3-2 2,-1-2 0,3-3-3,-1-1 4,1-5-1,0 0-2,-1-4 1,-1 0 0,0-2 0,-3-1 4,-1-1-2,-2 1-1,-2-2-3,-2 1-1,-1 1 2,-2-1-8,-1 1 5,-1 2 8,-2 2 8,-1 0 8,-1 1 4,-1 2 8,0 0 3,-1 4-6,0-1-6,-1 1-7,0 2-6,-1 1-6,0 1-3,-2 1-3,2 0-1,-1 3 0,-1 1 0,0 0 0,2 2 0,0 1 0,1-1 0,0 1 1,3 2 1,-1 0-1,1 0-2,2 3 1,2-1 0,0 0-1,0 0-1,2-1 1,3 0 2,0-1 0,3-1 0,-1 0 0,2-2 1,2-1-1,2-1 1,2-3 1,1-2-1,1-2 5,1-2-1,0-2 0,0-2-4,0-1 2,-1-3 1,0 1-1,0-2-1,-3 0 6,0-2 11,-3 2 10,-1-2 7,-2 1 10,-1 0 9,-2-1 2,-3 2-2,1 1-5,-4 1 1,-1 1-6,0 1-6,0 1-6,-1 1-7,0 2-6,-2 1-5,0 1-6,0 1-4,-1 1-1,-1 3-1,-2 0-1,1 2-3,-1 0 0,1 2-1,1-1 0,0 1 0,3 0 0,1 0-2,2 1 3,1-1 0,2-1-6,0 1-1,3-1-3,1-1-3,2 0-5,1-1-2,2-1 1,1-1 2,1-1 2,0-1 5,0-2 0,-1 0 4,1 0 2,-3 0-1,-1 1 2,-1-1-2,-1 1 2,-2 1-1,-1 0 3,0 2 1,-2 1 0,2 2 1,-1 0 3,0 4 4,0 3 1,-1 1 3,-1 3 2,-1 2 2,-1 2-3,0 1-2,-1 1 0,-1 1-4,0-1-21,0 1-42,-1-1-68,0 0-172,-4-1-288,-2-2-356,-3 0-170,-1-2-61,0-1 16,2-4 141,0-3 272,4-5 348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15.04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361 175 271,'5'-12'329,"-2"2"44,1-2-16,-2-1-58,2 2-38,-2-1-24,-1 2-16,-1-3-10,1 2-9,-2 2-5,1-1-5,-2 1-5,-2 1-9,0 0 0,-1 2-4,-2-1-20,-1 1-20,-1 3-16,-2 0-22,0 1-27,-4 2-24,0 2-10,-1 1-8,-2 1-7,1 3-3,-1 0-1,0 3-1,2 1 0,0-1 0,3 2-1,2 0-1,2-2-4,0 2-2,5 0-5,1-1-1,1 0-2,3-1 1,2 2 6,2-2 6,4 1 14,1-1 4,2 0 6,2-1 3,3 1-4,2-2-4,0 0-14,0 0-9,-1 0-1,2 2-2,-1-1-3,-2 0-2,-1 0 4,-1-1 2,-2 1-4,-3-1-1,-1 1 5,-1-2 7,-2 2 23,-3-1 25,-1 1 31,-3 0 30,-2-1 25,-3 2 10,-3-1-7,-2 1-16,-2 1-19,-3-1-20,0-2-22,-2 2-13,-2-2-11,-2 0-5,-1-3-8,-1 0-4,0-1-3,-2-3-1,3-1-3,-1-4-2,2-1-2,1-1-1,2-5-2,1 0-3,4-2-1,2-2-4,2 0-8,5-2-11,1 2-16,3-2-38,2 1-69,3 1-121,1 1-139,3 2-120,2 0-99,2 2-74,3 0-53,2 3-21,1 0 70,1 2 85,-3 1 95,1 0 98</inkml:trace>
  <inkml:trace contextRef="#ctx0" brushRef="#br0" timeOffset="556">568 232 95,'6'-1'426,"-4"1"54,-2-2 40,0 1 38,0 1-166,-1 0-112,0 0-81,1 0-48,-1 1-37,1 2-38,0 0-30,0 4-19,0 1-3,0 4 12,1 1 21,-1 2 18,1 1 16,0 0 2,0 0-1,0 0-10,3 0-16,-1 0-13,3-1-11,-1-1-5,2-2-3,1 2-2,2-4-3,0-1 6,2-1 5,1-3 5,3-1 2,0-3 0,0-2 0,0-1-1,-2-2 1,0-2 26,-1-2 37,-2-1 39,-2-2 40,-3-1 29,-1-1 19,-2-1-11,-2 0-25,-3-2-37,-2 0-38,-1 1-35,-2-2-28,0 0-15,-3 1-20,0 1-9,0 1-5,-3 2-8,2 1-4,0 3-13,-1 0-2,0 5-16,0 1-39,-2 3-77,3 1-130,-1 5-143,1 1-132,2 3-108,2 1-86,1 2-85,2 0 45,2-1 99,3 0 114,2-1 113</inkml:trace>
  <inkml:trace contextRef="#ctx0" brushRef="#br0" timeOffset="952">969 266 231,'7'-6'483,"-4"-2"77,0 2 93,-3-1 79,0 2-134,0 2-87,0 0-52,-2 1-58,2 0-80,-1 2-100,0 0-84,1 1-61,0 2-34,-1 2-16,0 5-8,1 0-2,0 4 2,0 1 9,0 0-1,1 1 2,0 1-1,3 0-1,-2 0-4,2 0-5,2-2-5,1-1-4,0-1-4,2-1-1,1-2 0,1 0 3,3-4 1,-1 1 2,1-4 5,2-2-2,1-2 1,-1-3-5,2-3 1,-3 0-1,1-4-8,-3 0 9,1-3 18,-4-1 17,-2-2 19,-1 0 22,-1-1 21,-4-1 6,0 1-4,-2 0-4,-2 2-12,1 1-13,-2 2-8,-1 2-8,1 2-8,0-1-9,0 5-7,1-1-5,0 2-10,1 0-8,-1 4-7,1-2-5,-1 2-3,1 2-2,0 2-1,0 4 0,1 2 1,0 2 0,0 2 1,2 2-1,1 0 1,1 1 0,1 0-1,2 0-1,2-1 2,3 0 0,0-2 0,3 0-1,0-4 0,1 1 1,1-3-1,0-3 1,0 0-3,1-3 1,0-1-2,-2-2 2,0-2-2,-2-2-2,0-2 2,-1 0 2,-3-4 0,1 0 0,-4 0 1,-1-2 1,0-2 0,-5 1 0,0-1 1,-1 1 0,-1 1 1,-1 2-1,-2 1-1,0 1 1,1 2 0,-1 1 0,1 2-1,-1 1 1,0 1-1,1 2-2,1 0-2,-2 3-1,1-1 1,2 3 0,1 0-2,0 1-9,1-1-10,2 1-6,2-2-12,-1 1-9,4-2-4,-1-1 4,3-2 6,-1-2 2,2-1 9,0-1 8,0-2 5,0-1 3,0-2 6,0 0 6,-1 0 3,-1 1 1,0-1 2,-3 2 2,-1 1-1,1 0 0,-3 2 1,-1 1-1,0 1 0,0 1-2,0 0 1,0 2-2,-1 0 2,0 3 3,1 2 1,-2 2 4,3 2 0,0 2 0,0 3-3,0 0 1,0 2-3,-1 2-2,1 0 0,2-2-2,-1 2-28,0-1-48,0 0-88,2-2-122,-1-2-130,3-1-109,1-3-70,1-1-42,-1-3 1,2-2 41,1-3 45,1-3 33,1-3 52,0-2 63,1-4 73</inkml:trace>
  <inkml:trace contextRef="#ctx0" brushRef="#br0" timeOffset="1727">1866 360 140,'6'-19'287,"0"0"63,-3 2 26,-2-1-10,-1 2-20,0 1-17,-1 2-1,-1 2 14,-1 0 5,-1 4-6,1 0-5,1 2-11,0 2-35,-2 1-48,2 1-46,-1 2-30,-1 2-16,-1 2 0,0 3 1,0 2 3,0 2 7,0 1-8,0 1-22,2 1-29,0 2-24,0 0-23,2 0-18,1 1-12,1 0-8,3-1-4,1-2-5,2 1-4,2-3 0,3-1-1,0 0-1,3-2 3,0 0-4,2-4 3,1-1-2,3-2 1,1-3 1,0-2-3,3-3 2,1-1-1,-1-5-1,-1 0 2,-2-2-2,0-2-1,-4 0 3,-1-2-3,-4 1 3,0 0-3,-3-1 2,-5 0 1,1 2 1,-4 0 5,-1 0 9,-2 2 11,-1 1 7,-2 3 4,1-1 6,-2 3 2,-2-1-4,2 4-4,-2-1-5,1 2-2,-2 1-4,2 1-7,1 1-5,-1 3-5,0 0-4,-1 2-2,2 1-4,1 4-3,-1 0 1,2 3-3,-1 0 1,4 1-2,1 0 0,2 2 3,2-1 0,1 0 2,4 1-3,-1-1 2,2-1 1,3 0 0,0-1 1,2-1-2,0-2 1,-1-1 1,3-1-1,0-3 1,-1-1-1,2-2 2,-1-2 2,2-2-3,0-1 2,0-4-3,-1-1 0,1-2-1,-1-2-1,-2-1 1,-1-1-2,-1-1 1,-1-2 2,-4 0 1,-2-2-1,0 1 0,-3 0 1,-1-1-1,-2 1 0,-2-1-1,0 3 0,-2 1-1,-2 0 0,2 3 1,-3 3-1,1 0 1,0 4 1,-1-1 0,-1 3-1,1 2 1,-1 2 0,1 0-1,0 4-2,2 0 2,0 1 0,1 2-1,2 1-1,1 1 1,2 0-1,1 0 0,3 1 0,2 0 1,1-1 0,1 1 0,1-1 1,3 0-2,-2 1 0,2-1-4,-1-2 1,1 0-3,-2 1-1,0-2 2,-2 2 0,0-2 2,-1-1 1,-3 1 1,1-2 2,-5 0 0,0 0-1,-3-1-7,-3 3-11,-4-3-23,-5 2-51,-6 2-113,-4-2-208,-3 0-214,-6 1-245,-4 2-137,-2-1-32,-2 1 66,-1-2 188,-2-2 207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17.91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349 125 203,'2'0'323,"-1"-1"35,1 0 33,1 0-86,1-1-69,0 0-33,0-1-8,0 0 2,1-2 9,1 0 19,0 0 43,0-1 49,-1-1 57,-1 1 48,-1-1 24,1 1-6,-4-1-45,0 0-54,0 0-68,-1 1-72,-2-2-52,-1 1-42,-1 2-27,-2-1-16,-1 2-18,-2 0-12,-2 2-14,-1 0-8,-2 3-4,-3 2-5,2 1 0,-3 1-2,1 4 1,0-1 0,2 2-2,-1 2 0,1 1-1,2 1 1,2 1 0,1 0 0,2 2 0,1 0 0,3 1 0,2 2-1,1 0-1,1-1 2,2 3 0,1-1 1,0-1 0,3 2-1,-1-2 0,1 1 1,0-1-2,1-2-1,-1 0 2,1-1 1,-3-1-1,2-1-4,-2-1-14,-1-1-28,-1 0-47,-2-2-79,-1 0-138,-2-1-154,-3-2-129,0-2-101,-2-1-74,-2-2-40,-1-1 28,0-4 101,-1-1 110,0-3 115,0 0 110</inkml:trace>
  <inkml:trace contextRef="#ctx0" brushRef="#br0" timeOffset="371">18 428 242,'-6'-14'322,"1"0"38,2 1 3,0 1-88,2 0-71,1 0-51,2 1-36,2 1-34,2 1-31,3-2-20,1 3-16,3-1-4,3 1-6,2 1-3,0 0 1,1 1-5,3 0-24,0 0-36,1 1-33,-2 2-39,0-2-33,0 1-19,-3 1 11,-1 0 29,-3 0 32,-3 1 47,-1 0 59,-3 0 55,-2 1 48,0 1 35,-2 0 29,-1 0 10,0 0-12,0 2-21,-2 0-22,1 1-9,-1 2-4,0 1 6,0 3 9,1 1 9,0 2 9,1 1-3,2 1-5,-1 1-13,3 1-18,1 0-12,2-1-16,2 1-13,0-2-12,4 0-9,-1-2-2,2-1-5,1-2-7,1-1 1,1-5 1,1 1 4,-2-4 2,1-3 6,0 0 25,-1-4 28,-4-2 45,0-2 49,-1-2 52,-4-1 40,-2 0 23,-2-3-1,-3 0-19,-2 0-33,-2 1-39,-3 1-40,0 0-35,-3 0-29,-2 3-23,-1 0-22,0 3-18,-3 1-9,0 3-10,-2 0-7,1 3-6,-1 2-5,1 2-12,0 1-26,1 2-57,2 2-95,2 0-149,2 1-146,1 1-134,3 1-114,2 0-93,0 1-26,5 0 83,0 0 114,5-2 126,0 0 129</inkml:trace>
  <inkml:trace contextRef="#ctx0" brushRef="#br0" timeOffset="870">682 292 157,'6'-10'401,"1"0"60,-2 1 58,0-2 5,2 2-127,-3-1-74,5 2-44,-1 1-40,1 0-44,1 1-32,0 2-25,1 1-18,2 1-14,-1 2-3,-1 0-10,2 3-13,-2 1-10,3 1-7,-3 2-10,0 3-12,1 0-2,-1 3-2,-1 2-7,-1-1-8,-1 2 0,-1 0-2,0 2 0,-3-1-2,1-1-2,-2-1 9,-1-1 16,-1-2 22,0 0 36,-1-4 46,-1-1 46,1-2 30,-2 0 7,-1-3-2,-1-2-25,1-2-40,-1-3-43,-1-3-37,1-3-25,1-4-23,2-1-11,2-3-8,2-2-5,2 1-5,3-1-5,1-1-7,2 3-27,1 0-56,2 2-105,-2 2-162,-1 1-188,-1 4-198,-1 0-178,-5 4-54,1 2 48,-2 2 134,-2 1 174,-1 1 195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21.53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21 275 181,'0'-5'328,"0"-2"47,0 3 48,-2-2-77,-1 1-47,1-1-19,1 1 2,-1 1 14,0 0 19,0 1 22,1 1 3,0 0-6,0 0-29,1 2-44,-1-1-57,0 1-60,1 1-43,-1 0-28,0 1 1,1 1 6,0 2 14,0 0 15,0 2 13,0 1 4,1 2-13,0 0-16,-1 0-16,1 2-20,0 0-16,-1 0-14,1 0-9,-1 0-8,1 2-4,0-1-4,1 1-1,0-2-2,0 0 1,0 0-2,2 0-2,-1 0 4,-1-1-4,1 0 1,2 0-2,0 0 0,0-1 1,2-1-1,-2 1 4,4-3-3,0 1 5,2-3 2,1-1 0,2-1-2,1-1-7,2-1 2,0-2-20,-1-1-39,1 0-60,-2-1-85,0-1-111,-3 0-115,0-1-95,-2-1-69,-2 1-43,0-3-18,-4 2-15,-1-2 50,-3 1 74,0 1 87,-2-1 93</inkml:trace>
  <inkml:trace contextRef="#ctx0" brushRef="#br0" timeOffset="368">207 418 231,'-10'-3'322,"0"1"35,-1 0 14,0 0-76,1 0-51,-1 1-20,2-1-11,1 1-9,2 1-9,0 0-17,2 0-20,0 0-20,2 0-24,-1-1-23,2 0-23,0 1-22,2 0-20,1 0-11,1 0-7,4 0 0,2-1 0,2 0-1,2-1-4,2 0-24,3-1-56,-2 0-80,2 0-86,-1 0-95,-2 1-117,-2-2-73,-1 1 6,-4 0 49,-1 0 70</inkml:trace>
  <inkml:trace contextRef="#ctx0" brushRef="#br0" timeOffset="592">220 305 79,'-11'-5'325,"-2"-1"43,1 1 43,1-2-23,-1 2-97,2-1-45,1 0-27,0 2-20,3 0-24,1 0-26,-1 1-27,3 1-33,1 0-28,1 0-25,1 1-16,2-1-6,3 0-9,5 0-1,3 0-17,2 0-37,3-1-65,1 0-75,3 0-71,0 1-107,4-1-97,-3 2-21,0-1 33,1 0 52,-3 0 65</inkml:trace>
  <inkml:trace contextRef="#ctx0" brushRef="#br0" timeOffset="800">511 248 371,'-6'4'427,"3"-2"30,-2 1 19,2-1-129,0 1-147,0 1-78,3 3-41,0 2-17,3 3-12,0 3-6,1 2 1,1 1 0,0 2-5,0 0-6,0 2-2,1 0 4,-1-1 2,-1 0 1,1-3 8,0-1 11,-2-2 13,-1-1 13,0-3 26,0-2 45,-2-2 55,1-3 60,-1 1 63,0-3 40,-1-1 8,0-2-28,-2-2-59,2-3-65,-3-1-73,-1-4-60,2-1-37,0-3-21,-1-1-9,2-2-6,0-2-4,2 0-4,2 1-2,0 0-1,3 0-2,-1 1-7,4 2-1,-1 0-1,3 2-3,-1 2-2,1 2-2,1 2 5,0 0-2,1 2 0,0 3 0,2 1 0,-1 2-6,1 2 5,1 1 1,-3 3 1,1 2-1,0 0 3,-1 3 5,-2 2-2,0 2-6,-4 1-6,1 2-25,-3 2-52,0 0-84,-2 1-130,0-1-132,0-2-123,0-2-100,-1 0-74,0-2-73,-1-1 44,1-4 90,0-2 105,-1-4 109</inkml:trace>
  <inkml:trace contextRef="#ctx0" brushRef="#br0" timeOffset="1224">908 324 105,'1'-16'424,"0"1"69,-1 1 74,0 1 85,-1 3-118,0 1-62,1 1-43,0 2-41,0 2-62,-1 0-79,0 2-80,1 1-63,0 1-27,0 2 6,2 2 15,-2 1 27,2 2 16,2 1 15,-1 3-4,0 0-19,0 2-20,0 1-25,0 2-20,2 1-16,-2 1-13,-1 0-14,2 0-8,0 1-6,0-1-4,1 1-4,1-2-1,0-1-1,0-1-1,1-1 1,1-2 3,1-2-2,1-1-1,2-3 0,1-1-3,2-3-18,0-1-37,0-3-62,1-2-116,-2-1-139,-1-2-137,-1 0-124,-1-1-101,-5-2-93,0 1 30,-2-1 99,-2-1 116,-2 1 129</inkml:trace>
  <inkml:trace contextRef="#ctx0" brushRef="#br0" timeOffset="1524">1034 401 91,'-20'-2'400,"2"0"57,-2-1 54,2-1 74,2 0-131,2 1-78,2-2-45,3 2-39,0-1-45,4 1-71,2 1-64,2-1-48,2-1-30,4 0-15,4 2-13,2-3-26,2 1-51,4-2-68,3 2-70,1-3-79,4 0-90,0-1-103,0 2-75,2-1 1,-1 1 36,-4 0 61,1 0 84</inkml:trace>
  <inkml:trace contextRef="#ctx0" brushRef="#br0" timeOffset="1732">1256 365 140,'-5'5'392,"0"0"35,-2 0 23,4-2-18,-1 0-180,2 0-110,0-1-60,3 1-25,1 0 0,2 1 8,0-1 15,3 1 19,0-2 16,0 0 7,1-1 1,1-1-1,-1 0-3,2-1-7,0-1-7,0-2-7,2-1-11,-3-1-11,0 0-11,1-1-2,-4-3-1,3 2 7,-4-3 17,1 1 14,-2 0 12,-2-1 9,-1 0 16,-2 0 3,-2 2-3,-2-2-5,0 4-4,-1-2-2,-2 3-8,0 0-10,-1 1-13,0 2-13,-3 0 2,1 2-12,-1 2-8,0 0-6,-1 3-8,1 1-2,0 1-11,0 0-9,2 4-7,0 0-4,0 2-4,2 2-2,2 0-5,1 1-3,2 2-2,1 0-1,3 0 2,2 0-1,2 0 1,3 0 1,2-2 1,4 0 2,2-2-1,3-1 3,2-2-1,3-2 0,0-2 1,2-3-1,0-1-2,0-3-3,1-3-2,0-1 1,0-4-1,-3-1 0,1-3 0,-4 0 1,-1 0 3,-2-2-1,-4 0 2,-3 0-2,0-1 0,-3 2-1,-2-1 3,-2 2-3,-1-2 4,-1 4 5,-2 1 6,-2 1 4,1 1 2,-1 2 4,0 2-6,-3 1-1,2 0-5,-2 2-6,0 1-3,1 2-1,-3 1-1,2 1 0,1 0-4,0 1 0,0 1-2,3-2-1,1 2 3,1-1-1,3-1 2,0 1-1,3-2-2,2-1-2,0-1-3,2-1 0,2-1-2,1-1 1,1-2 2,-1 0 5,1-1 0,-2 0 1,-1-1 0,1 1 0,-3-1 0,-1 1 0,-1 1 2,-1 1 4,-3-1 3,1 1 3,-1 1 2,0 2-1,-2 0 1,0 0 8,1 3 5,2 1 4,0 3 2,-1 1 3,1 2 3,-1 3-11,-1 1-7,1 2-7,0 1-2,-1 2-1,-1 1-5,-1 1-4,-1 1-10,0 1-35,0 0-86,0-1-173,-1-1-201,-1 0-216,-1-3-213,-2 1-85,1-2 22,-1-2 138,0-4 182,2-4 210</inkml:trace>
  <inkml:trace contextRef="#ctx0" brushRef="#br0" timeOffset="2978">2007 205 268,'-4'-7'375,"2"-2"53,-1 2 55,1-1-73,-2 3-60,1-1-8,2 2 13,-2 1 1,1-1-12,1 2-20,0 0-35,0 1-45,1 0-52,-1 1-43,0 1-37,1 0-26,0 1-7,0 1 16,0 2 28,2 0 24,-1 3 20,1 2 10,2 0-3,-3 2-25,2 3-31,2 0-27,-2 1-22,0 1-17,-1 4-16,3-1-12,-2 1-9,2 1-5,-2 0-3,2 1-4,0 0 1,-1-1 0,2-1-2,1-2 0,-1-1 0,3-2 1,-1-3-2,2-1 2,3-2-2,1-2-2,1-2-6,2-4-5,3-1-11,0-2-21,0-2-37,0-2-54,0-1-91,-3 0-120,-1-2-116,-3-1-103,-2 0-87,-2 0-64,-3 0-56,-3-1 41,-2 1 82,-3 0 100,-1 0 113</inkml:trace>
  <inkml:trace contextRef="#ctx0" brushRef="#br0" timeOffset="3321">2153 380 234,'-19'-5'382,"0"-1"50,3 1 54,-2-2-54,4 3-83,1-2-42,3 0-33,0 3-36,5-1-47,-1 1-51,4-1-48,3 0-38,5 0-27,2-1-11,4 0-8,4 0-9,3 0-40,5 0-60,0 1-74,2-1-80,0 1-63,4 1-62,-1 1-67,1 0-33,0 1 27,-2 1 51,0 0 50</inkml:trace>
  <inkml:trace contextRef="#ctx0" brushRef="#br0" timeOffset="3503">2574 293 116,'1'-1'402,"-1"-1"57,-2-1 54,0-1 34,-3 0-110,0 2-48,1-2-23,-1 1-8,1 1-11,-1-1-24,-2 1-35,2 2-51,-1 0-35,-1 2-31,-2 2-27,-1 1-25,0 1-14,0 3-11,-2 1-8,0 1-17,1 2-6,2 1-11,-1 1-10,4 0-13,-1 0-11,3 0-1,1 1-6,1-1-4,3 1-3,3-1 1,-2-1 0,4-1 1,1-1-2,2-3-1,1 0-1,1-4 2,3-1-3,0-2-4,-1-3 3,2-1-1,-2-3 1,0-1-2,0-3 1,-1 0 3,-1-2-1,-2-2 0,-1 0 0,-1-2 0,0 0 0,-4 0 0,2-1-1,-3 1 2,-1 1 12,0-1 12,-1 2 13,-1 3 12,0 0 15,0 2 9,0 2-9,0 0-7,-1 2-11,1 2-10,0 1-14,1-1-7,-1 2-4,1 0-7,-1 2-1,1 3-1,-1 2-2,0 0 0,2 3-4,0 1 0,0 1-2,2 0 1,3 1-1,0 1-2,1-1 3,2-1-4,2 0-13,-1-1-29,1 0-55,1-1-78,2-2-105,-1-2-111,0-1-85,1-2-46,0-2-4,1-3 46,0 0 88,-1-4 105,-1-1 95,-1-2 72,-1 0 56,-3-4 32,0 1 18,-4-1 13,0-1 18,-1-1 32,-2 1 33,0 0 33,0 0 38,-1 1 52,0 1 60,0 0 49,-1 2 36,1 3 22,-1 2 1,0 1-32,1 0-61,-1 2-68,0 0-64,1 2-47,0 0-28,1 1-4,0 2 2,0 3 3,1 1 7,1 2 4,-1-1-6,1 4-16,2 0-13,-1 0-10,2 2-13,0-2-10,0 1-6,2 1-6,-2-1-29,2-2-64,0-1-103,0 0-130,-2-4-125,2 0-118,-2-3-84,-1-1-55,0-1-43,-3-2 52,-1-1 87,-1-4 98,0-2 98</inkml:trace>
  <inkml:trace contextRef="#ctx0" brushRef="#br0" timeOffset="4213">2907 182 83,'-6'-16'463,"-4"0"64,0 0 42,-1 1 39,0 0-141,2 2-161,1 1-106,-1 1-48,4 2-46,1 3-44,1-1-54,3 2-81,1 2-95,2 2-119,2 1-146,0 1-108,1 2-35,-2 2 30,2 0 68,-1-1 98</inkml:trace>
  <inkml:trace contextRef="#ctx0" brushRef="#br0" timeOffset="4373">3056 193 50,'5'10'417,"-2"-1"49,-2-2 27,0 1 16,0-1-153,-1 1-148,1-1-81,2 3-35,1-1-10,3 1-3,-1 3-1,3-2 2,-2 2 2,2 0 9,-3-2 7,2 1 11,-3-1 17,1-3 27,-1 0 35,-3-2 31,1-1 44,0-2 44,-2 0 37,0-1 9,-1-1-18,0-1-37,-1-1-56,0-4-65,1-1-61,-2-2-46,2-2-32,0-3-18,0-1-9,0-1-3,2-1-5,1-1 0,0 0-3,1 0 0,1 1-1,0 2-2,-1 1 2,2 1 1,-1 3 1,1 1-1,0 2 2,1 1-2,2 2-3,-1 2 0,2 1-2,-1 2 4,-1 3 0,2 0 0,-2 2 1,1 3 0,-2 0-3,0 2-13,-2 2-25,2 1-56,-4-1-128,0 2-155,1-1-150,-2 0-142,0 0-129,0-2-105,-1 0 44,0-1 108,1-3 130,-1-2 140</inkml:trace>
  <inkml:trace contextRef="#ctx0" brushRef="#br0" timeOffset="4746">3429 295 399,'1'-7'503,"-1"-2"58,-2 3 68,2 1-26,-2 0-137,1 1-88,0 2-53,0 0-50,0 1-60,1 2-71,0 2-66,1 2-33,0 2-19,-1 1-11,1 2-7,0-1-3,0 2 2,0 1-9,-1-1 0,0-2-1,0 2 3,0-4 2,0 1-2,0-2 3,0-1 8,-1-1 33,0-2 36,1-1 32,0-1 30,0-1 25,0-1 8,1-3-24,0-1-36,-1-1-31,0-3-24,0 0-21,2-2-12,0 0-3,1 0-4,0-2-3,2-1-8,0 0-3,1 0-5,0 2-1,2 1 0,0 2 1,2 0 0,-1 2 0,-1 1 1,1 2-3,-1 1 2,0 3-3,-1 1 2,1 3-3,-2 2 3,2 0 1,-1 5 1,0-1 1,0 2-2,0 1 3,-1 1 1,-1 0-4,2-1-1,-3 0 2,-1-1-2,2 0-1,-2-2 1,0-2 3,-1-1 2,-1-1-1,1-1 5,-1-2 9,0-2 11,0 0 8,0-1 6,-1-2-1,1-3 1,1-2-9,-1-1-11,1-2-10,0 0-8,1-2-2,1 0-4,1-1-2,0 0 1,0 1 0,1 1 0,-1 2 2,1 1 2,-2 2-4,0 2 0,0 0 1,0 3 0,0 2 1,-1 1-3,2 2 2,0 2 1,0 2 2,-1 2-1,2 1-1,-2 1 3,3 3 1,-2-2-2,1 2-2,2-1 0,-2 0 2,4 0-1,-1-1-1,0-1-1,3-2 1,-1 0-2,3-2 2,0-2-1,2-2-2,2-1 3,-1-3 7,2-1-4,1-3-3,-1-3 3,-1 0 0,-1-3-2,-1-1-9,-1-1 6,-2-1 2,-2-1 0,-2 1 0,-1-1 0,-3 0 2,0 1-1,-3 1 1,0 1 0,-2 1 5,-2 1 6,0 2 7,0 0 5,-3 3 5,1-1 4,-2 3-3,0 2-4,-2 2-5,-1 2-5,-2 3-4,2 0-8,-1 3 1,0 0-3,2 2-2,0 0 0,3 1-1,0 1 0,3-1-4,2 1 3,2-1 0,3 1-1,0-2 2,3-1 0,1 1-2,2-2-5,2-1-6,1-2-11,0-3-7,2-1-5,1-2-3,-1-3 3,2-2 6,-2-1 8,0-3 6,-2 0 4,1-3 5,-2-1 0,-1 1 2,-2 0 2,-2 0 3,1 2 4,-5 1 4,2 2 7,-2 1 3,0 2-3,-2 0 2,-1 3-2,1 1-2,1 3-1,-1 2 0,-1 2 1,0 2-1,0 0 2,1 3-3,-2-1-4,1 0 0,-1 0-1,0 0-1,2-1-2,-1-3-3,-1-1 0,0 1 1,0-4 1,0 1 2,1-2 7,0-1 10,-1-1 5,0-2 2,0-2 2,0-2-3,1-2-6,0-1-8,0-3-4,2-1-3,1-1-2,-1-1-1,3 0-3,-1-1 2,1 1 0,-1 1-2,1 2 1,0 1 1,-1 3 0,-2-1-4,2 3 1,-1 2 0,1 2-1,-1 1 1,3 3 0,0 1 0,0 1-1,0 4 0,1 1 2,-2 2 0,3 2 1,-2 2 4,1 2-2,-2-1-1,0 2-8,-1 1-23,-1 0-44,-1-1-71,0-2-124,2 0-152,-2-3-139,-1-1-125,2-4-89,-2 0-70,1-5 30,1-2 104,-2-2 120,3-3 133</inkml:trace>
  <inkml:trace contextRef="#ctx0" brushRef="#br0" timeOffset="5907">4513 179 230,'3'-22'422,"-1"-3"75,0 4 82,-1 0-1,1 2-41,-2 3-3,0 2-9,1 3-23,-1 2-45,0 2-66,0 1-98,0 2-89,3 2-59,-2 0-33,1 4-14,1 1 7,1 2 4,-1 2 4,3 2-4,-2 2-6,0 2-15,1 2-17,0 1-14,-1 1-13,1 2-4,1 2-12,-2 0-7,0 2-8,-1-2-4,1 1-2,-1 0-4,-2-1-13,1 0-24,-1-2-36,0-2-76,0-2-136,-1-2-173,1-1-152,0-4-140,-2-2-128,-1-2-65,-1-3 61,-2-2 135,0-3 142,-1-3 152</inkml:trace>
  <inkml:trace contextRef="#ctx0" brushRef="#br0" timeOffset="6169">4502 210 51,'-6'-7'484,"0"-1"111,-1 1 114,3 0 98,1 0-58,-1 1-120,4 0-96,1 2-74,4-1-94,3-1-84,3 1-84,3-2-68,2 1-48,3 1-35,-1-1-20,2 1-13,1 0-7,-1 0-23,-1-1-62,-1 1-125,-1-1-162,-4 1-193,-3-2-231,-4 1-126,-4 1-17,-4-1 85,-3 2 139,-3-3 180</inkml:trace>
  <inkml:trace contextRef="#ctx0" brushRef="#br0" timeOffset="8115">4773 330 46,'3'-2'298,"0"-1"38,0 1 31,-1 0-44,2 0-76,-2 1-60,0 0-43,-1 1-26,3 0-17,-2 0-19,0 2-14,0 0-2,0 1 2,-1 2 5,-1-1 1,2 0 12,-2 0 10,0 2 7,-2-2 4,1 0 10,-1-1 11,0 1 12,0-1 20,0 0 25,-1-2 27,2 0 26,-1-1 16,1 0 8,-1-1-13,-1 0-25,2-2-21,0-2-28,0 0-28,0 1-21,1-1-8,0 0-6,0 1-13,0 0-12,1 0-7,-1 0-11,0 2-12,0-1-13,1 2-11,0-1-10,-1 1-9,1 1-7,2 0-3,0 1-2,-1 1 0,3 1-1,0-1 1,0 2-1,-1 0-2,-1 0 1,2-2 2,-3 3-2,-1-2 3,1 0 1,0 1 2,-1-3-2,0 2 0,-1-2 1,1 1-1,-1-2 1,0 2 0,0-2-1,-1-2-1,1 1 0,-1-1 1,0-1 1,1 0-1,0-2 0,0 0 2,0 0 2,0 0 2,0 1-2,1 0 4,0 0 0,-1 1-1,0 1-3,0 1-3,1 0 1,0 2-3,1 1-3,0 2 0,-1 1 2,1 2 2,-2 2 1,-2 2-2,-1 3 2,-5 2 0,-2 2-3,-2 3-6,-6 2-22,-2 3-59,-2 0-132,-3 1-200,-3 0-226,-3 1-247,0-1-118,-4 1-20,-2-2 93,-3-1 178,-4-3 216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31.09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285 143 91,'-4'-2'82,"1"0"-5,1 0 1,-1 1 3,0-2 7,1 1 7,-2 0 3,3 0 1,-1 0-5,0-1 4,-2 0 3,2-2 7,-1 3 9,1-3 4,1 1-1,-2-1-6,0 0 0,1 0 0,0 0-2,-2 1 3,2 0 6,0 0 8,-2 1 3,0-1 0,1 1 10,0 0 12,-1 0 7,0 1-1,0 1-5,-2 0-9,-1 0-17,0 2-17,-2 0-14,0 1-8,-1 2-9,-1 1 1,1 0 1,-1 3-4,-1 1-7,0 1-7,-1 3 0,0 1-10,1 2-10,0 1-6,1 0-4,-1 0-9,4 2-2,0-1-7,4 0 0,-1 0-5,4-2 0,2 0-3,4-1-4,-2-1 0,5-1-2,1-2 3,3-1 2,1-1 19,3-3 22,0-1 15,5-3 14,3-3 8,-1-3 2,0-2-12,2-3-15,-2-2-12,-1-2-2,-3-1 7,-3 1 19,-2-3 15,-2 1 17,-4-1 11,0 0 6,-5-1-3,0 0-15,-3 0-19,-3 0-15,0 0-15,-3 1-17,-1 0-12,-1 1-5,-1 2-5,-1 1-6,-1 1-1,0 2-3,0 0-2,0 3-3,-1 1-1,1 1 0,0 2-2,1 2-2,0 3-7,0 2-14,2 1-37,1 4-75,0-1-122,3 3-138,3 1-126,2 0-121,2 2-110,2-1-90,3-1 36,2-2 94,1-1 109,3-3 121</inkml:trace>
  <inkml:trace contextRef="#ctx0" brushRef="#br0" timeOffset="561">539 70 168,'7'-7'415,"-3"-2"59,0 2 54,-2-1 28,1 2-153,-1 0-68,0 2-40,-2 0-36,2 1-33,-1 1-41,1 1-35,0 1-28,1 2-11,0 1-3,1 2 5,0 1 4,2 3 0,-1 1-9,1 1-12,0 4-19,-1 2-22,0 2-19,0 0-14,-2 3-8,1 0-4,-1 0-4,-1 1-2,-1-1-1,0 0-2,-1-1-4,-1-1-42,-1 0-100,-1-4-108,-2 0-122,1-1-113,-3-2-121,-1-1-105,-2-3 22,1-2 67,0-4 99,0 0 102</inkml:trace>
  <inkml:trace contextRef="#ctx0" brushRef="#br0" timeOffset="799">481 329 85,'-8'-11'327,"-1"1"47,3-1 46,-1 2-20,2 0-102,2 2-63,2-1-44,1 1-42,1 0-40,5 2-37,1-2-27,5 2-18,1-1-9,4 0-8,2 2-3,3-2-2,2 0-2,2 1-12,1-2-46,3 1-63,0-2-81,0 1-109,-2 0-106,-1 0-46,-2-1 15,-1 1 47,-4 0 71</inkml:trace>
  <inkml:trace contextRef="#ctx0" brushRef="#br0" timeOffset="971">916 45 284,'-4'-8'386,"-2"1"34,-3 0 32,2 0-77,-2 2-92,2 2-34,-1-2-21,4 3-17,-2 0-22,3 1-46,-1 3-39,2 1-26,0 2-15,1 3-9,0 4-2,1 2 8,1 3-5,0 4-15,1 1-9,1 3-6,1 1-6,0 2-5,2 0 0,0 1-5,1 0-2,-1-2-4,2-1-2,-2-1-1,3-2-3,-3-2 8,0-2-1,0-2-2,0-2 4,-2-4 9,-1-1 13,-1-3 31,0-2 37,0-3 36,0-2 19,-1-2 7,0-3-1,-1-4-32,1-2-34,2-1-31,-1-4-21,-1-1-15,2-2-8,2 1-7,0-1-4,0 1 1,1 1-2,0 1-3,1 2-3,-1 3 1,0 2 1,-1 1-1,2 3 1,0 2 1,-1 2 0,3 1 5,-2 3 1,1 2 4,0 2 3,0 1 0,0 2 7,0 2-2,0 1-2,1 2-2,-2 1-2,1 1-3,-1 0-6,3 0 2,-1 0-4,1 0-2,1-1 1,1-2 1,0-1 0,2-1-1,0-1 1,0-3 2,2-2-2,0-2 0,1-3 1,2-2-2,-2-3 1,2-3-2,-1-2-1,0-2 2,-1-1-2,-1-2 3,-3 1-1,-1-2 2,-3-1-4,-1 1 3,-4-2 3,-1 1-4,-3 0 3,-3 1 7,0 0 23,-2 0 15,0 3 14,-1 0 20,-1 1 22,0 2 14,-1 0-7,0 2-9,0 2-10,-1 1-10,0 1-22,-1 2-20,0 1-9,0 1-6,1 3-5,1 2-9,-1 0-5,2 2-3,1 1-1,1 0-1,3 0-2,0 1 0,1 1 2,2 1 1,1-1-3,0 0 0,3 0-2,1 1 1,2 0-2,2-2-1,1 1 4,3-3-1,1 0 2,2-2 1,1-1 2,1-2-1,1-1 0,0-1-1,0-2 3,1-1-2,-1-1 1,-1-2-2,-1-1 0,0-1 1,-1-1-2,-3-1 0,0 0-1,-3-2 2,-2 1-1,-1-1 3,-2 0-2,-3-2 3,0 1 1,-3 0 1,-3 0 1,1-1 4,0 1 5,-3 0 5,1 2 4,0 1 0,-3 0 4,0 3-2,2 2-4,-3 0-6,2 2-4,-1 2-3,-1 2-4,1 1-2,2 2-3,0 0 0,2 3-1,1-1-3,2 2 0,1-2 2,2 0-3,3 1 3,0-2 0,4-1 4,4 0-3,-1-2-1,4-2 2,0-1-2,2-2-2,2-1-1,-2-3 0,1 1 1,0-1-2,-3-1 4,-1-2-5,0 0 3,-3 0 3,-3 0-2,0 1 1,-1 0 1,-3 2 5,-1-1-2,0 2-2,-3 2 2,1 0-1,-1 0-2,0 2-1,-1-1-2,0 2 2,0 2 2,0 0-2,1 2 3,-1 1-2,1 2 4,1 2-2,0 2-3,-1 0 4,2 1-1,-2 2 1,1 0-2,1 0 0,0 1-1,0 0-1,0 2 0,0-1 0,0 0-16,-1 0-33,0-1-64,1 0-116,0-1-150,0-1-155,-1-3-142,1 1-134,0-3-86,-2 1 36,0-3 109,1-1 132,1-3 146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33.27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206 110 364,'1'-15'435,"0"0"58,-1 1 61,-1 1-57,1 3-74,-1 1-3,-1-1 22,2 5 10,-1-1-9,1 1-28,0 3-54,-1-1-64,1 2-62,-1 0-57,0 0-47,1 1-37,-1 1-18,0 1-11,1 2-3,-1 1 2,1 2 1,0 2 0,0 1-11,-2 4-5,2 0-11,-1 3-6,0 1-9,0 4-6,-1 0-4,1 2-5,0 0-1,1-1-4,1 0-1,0 0-1,1-3-1,1 0 0,1-1-2,0-2 2,0-2-1,2-1 1,-1-2 0,2-2 1,1-1 1,0-1 0,1-3-1,3-2-3,-1-1-3,3-1-13,0-2-24,-1 0-38,0-1-72,-2 0-137,0-3-179,-2-1-165,-1 1-145,-2-2-150,-1 1-27,-4 0 88,-1 0 152,-1 0 164,-4-1 160</inkml:trace>
  <inkml:trace contextRef="#ctx0" brushRef="#br0" timeOffset="341">160 293 37,'-24'-3'379,"1"-2"58,0 0 50,2 1 55,4-1-124,2 1-86,1 0-53,4 2-45,4-1-43,1 1-51,3-1-49,5 0-39,3 1-25,6-2-15,4-1-8,1 0-7,7 0-25,-1-1-54,4-1-71,-1 1-77,1-1-72,-1 0-42,0 1-26,1-1-17,-3-2-31,-1 2 25,-5-2 45,0 0 32,-2 0 40</inkml:trace>
  <inkml:trace contextRef="#ctx0" brushRef="#br0" timeOffset="503">400 89 151,'0'-7'335,"-2"0"54,-1 0 45,-3 1-39,2 1-72,-1 1-36,1-1-22,0 2-26,0 1-26,2 0-39,0 1-41,0 1-39,0 2-19,1 2 2,1 3 15,0 2 19,0 3 22,3 1 17,-2 4-1,1 2-22,0 2-25,-1 2-21,4 0-26,-1 2-21,-1 0-11,2-1-8,0 0-8,1-1-6,0-2 0,0 0-1,0-5-1,-1-1 1,0-1 2,-1-2 4,-3-4 5,3 0 31,-2-3 50,0-1 59,-2-2 41,0-1 24,0-3 8,-1-2-21,0-1-46,-1-4-53,2 0-41,-1-3-25,1-2-14,1 0-5,2-2-6,1 1-2,0-1 1,2 1-2,2 1-1,-1 0 0,2 2-2,1 2 0,0 1 0,0 2 0,1 1 0,-1 4 2,1 1 0,0 1 0,-1 2 0,1 3 4,-1 1-6,-1 2-1,0 2-2,0 0-1,-3 2-2,1 2-3,-2-1 1,-1 2-1,-1 1 0,0 0-19,-1 0-44,-2 1-85,0-1-135,-2-1-157,-1 0-160,1 0-149,-1-1-125,-1 0-6,1-3 88,0 0 131,2-4 147</inkml:trace>
  <inkml:trace contextRef="#ctx0" brushRef="#br0" timeOffset="979">922 360 191,'1'-13'465,"-1"1"44,-3-1 34,-3-1 34,0 1-186,-1 1-90,0 0-34,1 2-5,1-2 7,0 4 7,1 0-14,-1 2-18,-1 1-14,0 1-14,0 2-18,-2 1-9,-2 1-9,-1 1-17,-1 3-10,-1 1-14,0 1-14,0 1-20,-1 2-24,0 0-18,1 1-15,1 3-13,-1 1-8,4 0-9,-1 0-8,5 1-5,-1-1-1,2 1-3,3 0-1,2-1 0,2 0 4,3-1-4,0 0 0,4-2 2,1 0 1,3-3 0,0-1-3,3-3 2,1-1 2,0-1-3,0-3 1,1-2-2,0-1 1,-1-3-2,-1-1-3,-2-1 1,-1-1 0,-1-1 2,-3-2-1,-3 0 2,-1-1 3,-2 1-2,-1-2 2,-2 1-1,-2 0 0,0 2 5,-2 0 6,0 2 7,1 1 6,-1 2 6,0 2 3,1-1-4,-1 2-10,1 2-1,-2 1-7,2 1-6,0 2-1,-2 2-4,0 2 5,1 1-1,1 2-7,0 2 0,1-1 2,2 1-1,1 2 0,2-3 0,1 2 2,2-1 0,2-1-2,1 0-3,2-2 0,2-1-6,0 0-3,3-3-7,-1-1-4,2-2-2,-1-1-1,0-1 1,1-3 5,-2-1 7,0-3 6,-1 0 3,0-3 3,-1-2 4,-3 0-2,0-2 0,-2 1 0,-1 1 2,-2-1 5,-2 2 3,0 2 5,-1 0 5,0 3 4,-1 0 1,-2 2-5,2 3-4,-1 0-4,0 2-6,1 2-3,1 2-4,-1 3-1,1 1 0,0 4 0,1 0 4,0 2-1,1 1 1,-1-1 0,1 1 1,-2-1-1,0-1-4,1 0 0,0-2 1,-2-1 0,2-2 0,-3 0 0,0-3 2,0 0 2,0-2 0,0-1 1,-1-1 0,-2-2 0,0-3-1,1-1-2,-3-2-1,0-2 1,1-2-1,0-1 0,0-3 0,1-1 2,1 0 1,1-2 1,0 0 4,1 2 2,3-1 1,0 1 0,1 0-1,2 1-1,-1 2-4,3 0-1,0 3-2,1 1-3,1 1-1,0 2 1,2 3 0,-2 1-2,1 2 1,1 2 3,-1 3 5,2 2-2,-3 2 1,0 5 1,0 0 3,-1 2 0,-1 1-4,0 2 2,-2 0-1,-1 1-1,-1 0-1,-2 1-3,-2 0-15,-1 0-32,-1 1-72,-2-2-166,0-1-233,-2-1-263,-2-1-204,-3-2-83,1-3 9,-2-3 134,2-4 216,-1-4 252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35.93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31 301 232,'1'-12'438,"-1"-1"67,-2 1 82,0 2 57,-2 2-56,3 0-9,-2 2-3,0 1-24,1 2-50,0 0-105,0 1-112,1 2-96,0 0-72,1 2-38,0 3-22,0 1-7,2 2 1,-1 4 3,1 3 2,-1 2 3,1 2-6,0 1-9,-1 4-9,0-1-9,1 3-8,-2-2-8,1 2-2,1 0-3,1-2-1,0-1-2,0 0-11,0-3-23,1-3-44,0-2-68,1-2-112,-2-2-128,1-5-119,-1-3-91,0-3-58,-1-4-18,-2-3 33,0-3 55,-1-4 34,-2-3 47,-1-3 64,-1-2 66,1-1 68</inkml:trace>
  <inkml:trace contextRef="#ctx0" brushRef="#br0" timeOffset="247">26 340 198,'-3'-26'321,"-3"3"56,2 1 42,0 3-70,0 3-55,1 1-32,1 4-31,2 1-38,1 1-30,2 2-18,2 0-3,5 3-1,0-2-2,2 1 1,3 2-8,2-2-12,1 2-24,2-2-25,-1 2-15,2-1-14,0-1-15,-1 1-14,1 2-8,-1-1-29,-1 2-70,-2-1-84,-2 2-86,-2 0-95,-3 3-117,-4 0-102,-4 2-3,-2 1 45,-1 0 69,-3 3 86</inkml:trace>
  <inkml:trace contextRef="#ctx0" brushRef="#br0" timeOffset="466">154 323 281,'-11'10'369,"0"-1"45,2-2 39,0-1-120,2 1-80,2-2-53,2-1-30,2 1-22,2 0-17,3-2-5,3 1-5,0 0-3,4-2-15,3-2-18,1-1-18,1-3-22,3 0-19,1 0-13,1-1-10,-1-2-31,2 2-47,-1-1-58,0 0-71,1-1-83,-1 1-97,-1 1-96,-3-1-21,-1 1 22,-1 1 53,-1-1 73</inkml:trace>
  <inkml:trace contextRef="#ctx0" brushRef="#br0" timeOffset="649">518 277 83,'0'-2'415,"-1"2"65,0-1 51,0 0 38,-1 1-149,1 0-117,0 2-67,1 0-25,1 2-3,1 2-1,1 1 8,1 4 12,0-1 9,0 2-22,0 1-37,0 0-37,1 1-34,-2 1-35,0-1-30,1 1-16,0-2-12,1 1-7,-2-1-15,0-2-58,2 0-93,-3-2-104,0-1-113,-1-1-121,-1-2-118,-2-2-85,-1-1 18,-2-2 63,1-2 92,-2-1 111</inkml:trace>
  <inkml:trace contextRef="#ctx0" brushRef="#br0" timeOffset="887">531 150 98,'-2'-17'379,"1"1"44,-1 2 38,2 1 10,0 3-168,2 0-97,1 4-60,-1 0-40,3 2-33,1 3-23,-2 0-12,2 2-6,-1 1 4,-1 1 11,-1 1 17,-1 0 29,-1 0 41,-1 2 45,0-1 52,-2-2 49,-1 2 28,0-1 13,-2 0-12,-1-2-22,0 1-32,-1 0-35,1-2-37,-1-1-33,1 0-26,0-2-24,0-1-28,2 0-25,0 0-14,0-3-12,2 1-10,1 0-9,0 0-11,1-1-37,1 2-75,0 0-124,1-1-142,1 2-135,2 0-129,-1 1-108,3 0-75,0 1 45,1 0 100,1 1 117,1-1 127</inkml:trace>
  <inkml:trace contextRef="#ctx0" brushRef="#br0" timeOffset="1201">774 42 282,'-1'-4'555,"-2"-3"57,1 1 67,-1 1 98,1-1-182,0 2-123,0 1-67,1 0-35,1 1-57,0 1-88,0 0-54,3 2-25,-1 0-4,2 1 8,-1 2 13,1 1 10,0 2-16,1 0-22,0 3-24,-2 0-19,1 2-14,0 3-15,0 2-15,-1 3-13,0 0-5,1 4-9,-1 1-8,-1 2-7,1 1-2,-1 1-1,1 0-3,0-1-7,1-2-14,1-2-28,0-1-51,0-2-87,1-2-150,0-4-161,0-2-145,2-2-114,-2-4-91,3-1-50,-2-4 76,1-2 125,0-2 140,-1-5 132</inkml:trace>
  <inkml:trace contextRef="#ctx0" brushRef="#br0" timeOffset="1466">1007 318 337,'1'-11'478,"-1"1"65,-1 3 60,1 1-47,-1 1-149,0 1-102,1 2-64,0 1-42,2 2-37,0 3-24,0 2-1,0 3 11,1 1 14,1 1-3,0 2-7,-2 2-17,0-1-22,2 0-20,-2 1-20,1-1-13,-1 0-13,0-3-6,0 0-6,0-2-6,-1-1-10,1-2-2,-1-2 16,0-1 22,-1 1 26,0-3 24,0-1 19,0-1 4,0-3-12,0-1-20,0 0-25,0-3-22,0-1-16,3-3-12,-1 0-8,-1-3-4,1 1-2,2-1 0,0 1 2,1 1 5,-1-1 3,1 3 4,1 0 0,-2 1-1,2 3-3,-1 0-4,-1 2-5,1 2-4,1 2-4,-2 1 0,3 2 0,-1 2 0,1 3 0,0 1 3,0 4 2,-1 0 0,1 1 1,0 1-1,-2 1 0,2-1-2,-2 0 1,-1 0-2,0-1-2,0-1 0,-1-2 2,-1-3-2,-1 1 1,1-2 1,1-3 5,-3 1 7,1-1 8,-1-1 7,0-1 5,-1-3 3,0 0-5,-1-2-5,0-2-13,2-2-3,0-1-5,0-3-3,2-1-1,3-2-2,-1-2 0,2 1 0,2-2 0,-1 1 0,1 3 0,0 0 0,0 1 0,-2 2-3,1 1 1,0 3-2,-1 2 1,0 0 2,0 3 0,0 1 2,0 2-1,0 3 2,1 1 1,-1 1-2,1 3 0,-1 1 3,2 1 0,-3 1 1,3 3 1,-2 0-1,0 0 2,1 0-3,0 1 1,-1 0 0,1 0-3,1-2 3,-2 0-2,3-1-2,-1-1 1,1-1-2,1-3 0,0 0-5,1-2 3,1-2 4,2-2-1,0-2 0,3-3 2,-1-1 4,1-3-3,1-1-4,-2-3 5,1-1-2,-1 0-1,-3-2 0,0-1 0,-2 0 1,-3 1-5,-1-2 4,-3 0 0,-2 1-2,0 0 1,-2 2-2,-3 0 1,1 1 0,0 3 0,-3 1 1,0 0 0,1 3 0,-1 1 2,-2 1 0,2 2-1,-2 1-1,0 1-1,1 1 1,-1 1-1,3 1 0,-2 1 0,2 0 0,2 0 1,0 1-2,2 0 0,0 1 1,2 0-2,2-1-1,1 2-1,1-2 3,3 3 0,-1-2-2,3 1 1,-1-1 4,0 1-3,1 0 2,0 0 1,0-1-1,0 2 0,1-2-1,0 2 2,-2-2-2,0 0 1,-1 0 1,-1 0 0,-1-2-2,-1 1 0,-1-1 1,-2-1-2,0 0-1,-2 1-2,-4-2 5,0 2 1,-2-2-2,-1 2-3,-3-3-9,-2 2-26,-2 0-43,-2 0-73,0-1-137,-2-2-170,2 0-159,0-2-151,2 0-147,2 0-28,1-1 84,4-1 142,2-1 157,3-1 166</inkml:trace>
  <inkml:trace contextRef="#ctx0" brushRef="#br0" timeOffset="2497">1931 436 322,'11'1'709,"-3"0"105,0-1 89,0-1 91,-2 0-165,0 0-240,0 0-163,-1-1-91,-1 1-85,1 0-86,-1 1-78,-2 0-66,0 0-99,-2 0-225,-3 2-306,-4 0-259,-5 2-131,-4 0-49,-2-1 38,-3 0 189,0-1 290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0:42.1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42 484 55,'-4'-2'328,"-1"-1"59,1 1 64,-1 0 2,2 1-53,0 0-17,-1-1 11,2 1 5,0 1-10,0-1-16,1 1-38,-2 0-46,2 0-49,0 1-44,0-1-27,1 1-18,-1 0-9,0 0-4,1 1 2,1 0 0,0 3-3,1-1-5,2 0-8,-1 2-11,3 0-12,-1 0-14,1 2-13,0-1-14,1 1-16,0 0-9,-1 1-8,2-1-6,-1-1-5,-1 1 1,2 0 4,-1-1 1,-1-1 1,0 0-2,1-1 1,-2-2 3,0-1 2,0 0 5,2-2 10,2-1 16,2-2 11,3-3 10,7-6 4,5-4-2,5-6-10,5-3-14,4-6-9,3-5-8,2-1-7,2-2-4,0-1-2,-1 2-2,1 1-7,-3 2-5,0 2-3,-4 2-3,-2 3-3,-4 2-2,-4 5 0,-4 2-1,-4 3 1,-5 3-1,-2 3 2,-3 1 0,-3 3-4,-1 1-6,-1-1-11,-2 3-21,-1 0-34,1 1-37,-1 1-43,0 1-51,-2 3-90,0 2-169,-2 0-173,-2 4-177,-3-1-178,0 2-60,-2 2 38,-2-3 156,-1 1 190,1-2 204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1:03.01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211 271 147,'1'-3'332,"-1"-1"57,0 0 60,-1 0-46,0-1-62,1 0-15,-2 0 18,2 1 30,-1 0 20,0 1 21,1-1 21,-2 2 2,1 0-30,1 1-50,0 0-57,0 0-54,-1 1-56,0 1-46,0 0-40,0 0-33,-1 0-23,1 1-19,-1 0-10,2 3-7,0-1 0,2 3-2,-1 3 3,1 1 5,0 4 3,0 2 2,-2 2 0,4 3 0,-1 2-3,-1 1-4,0 2-4,1 0-5,-2 0-1,1 0-3,0-1 1,0 2-1,1-4-1,-2 0 2,1-1-6,0-2-21,-1 0-32,0-2-53,-1-2-90,0-3-143,2-2-152,-2-3-134,-2-1-119,1-4-108,-3-2-40,-1-2 75,0-3 121,0-5 134,0-2 140</inkml:trace>
  <inkml:trace contextRef="#ctx0" brushRef="#br0" timeOffset="316">173 459 311,'-2'-24'424,"0"1"78,-1 0 73,1 2-61,2 0-60,2 1-10,1 1-7,1 1-24,5 1-27,0 0-40,3 2-40,1 0-54,2 2-54,2 0-47,-1 2-41,2 2-32,1 2-29,0 0-25,-1 2-10,1 3-5,-3 1-3,1 2 0,0 1 0,-3 1 6,-1 2 0,0 2-3,-2 1 6,-4 1 7,1 1 4,-1 1 5,-3 1 2,0 1 6,-4 1-4,-2 0-6,-1 0-3,-2 1-3,-2 0-5,-2 1-1,-1-1-2,-1-1-1,-2 1-6,-2-1 0,0 0-2,-2-1-2,1-1-4,0-2 0,1-1 2,1-2-2,2 0 4,0-3-2,2-1 5,2-1 4,0-2 5,2 0 3,1-2 0,2-1 1,-1 0-3,2 1-4,1-3-4,2 0-5,0 1-2,1-1-1,2-1-2,-1 3-2,0 0-3,1 0 0,1 1-1,1 2 3,-1 0-2,3 1 2,0 1 0,1 2 2,2 0 1,0 3 0,1-1 1,0 4-1,1-1 4,-1 1-1,0 3-1,0 0-1,0 2 0,1-1 1,-1 1-1,0 0 1,-1 0 2,1 0-2,1 0 1,-1-1 2,0 0-5,1-1-21,0-1-43,0-1-60,0-2-93,1-1-118,1-2-110,0-2-89,1-1-53,1-4-13,1-2 21,-1-2 54,-1 0 55,0-3 60,-3 1 63,-2-1 75,-2 1 98,-2 0 110,-3 1 114,-1 2 107,-1 1 85,-2 0 51,1 0 16,-1 2-6,0 0-17,0 0-20,-1 0-23,1 1-26,0 0-31,0 1-27,0 0-31,0 0-26,1 1-6,0 0 11,1 1 19,1 0 11,1 0 16,0 0 17,-1 0 7,3 0-2,0 0-6,1-1 0,2-2 2,0 0-3,2 0-14,2-4-25,2-1-18,0-1-16,1-2-21,-1-1-23,-1-2-16,-1 0-7,0 1-1,-4-3 7,-1 0 3,-1-2 5,-3 0 8,-2 0 7,-1 1 5,-2 0-3,-2 1 1,-2 1 1,-1 1-3,-3 0-5,0 3-8,-3 0-6,0 2-3,-2 2-10,0 1-6,-2 2-3,0 2-5,-1 3-2,0 1-4,1 1-2,-1 5-1,2 0-1,-2 2 1,3 2-2,1 1-1,1 1 4,4 1-3,1 0 1,4 0-4,1 1 0,4-1 0,3 0-2,3-1 3,3-1-1,2 1 3,4-2 1,3 0 0,1-2 4,4-1-4,1-3-1,0-1 1,2-2-6,0 0-2,2-3-12,-3-3-1,-1-1-6,0-2-7,-1-2-2,-2-1 1,-2-3 3,-4-1 3,-1-1 4,-2-2 7,-2-1 7,-5 0 3,0 1 4,-2-1 5,-2 0 14,-2 1 18,0 1 16,-1 0 18,-1 2 16,1 2 14,-2 0 5,1 3-4,0 0-9,0 1-12,1 1-11,-1 1-18,0 1-16,1 1-12,-1 0-9,0 0-6,1 3-5,0 2-1,0 2-1,0 3-1,1 4 1,-1 2-1,0 3 0,0 2 2,0 3 0,0 3-2,0 2 1,0 2 2,1 0 1,0 0 1,1 0 5,0-2-6,0-1-19,2-3-27,1-1-31,-1-4-41,1-1-56,-1-3-78,-1-2-111,2-5-130,-1-1-124,0-4-122,-2-4-102,-2-2-69,0-4 48,-2-3 112,-2-4 132,0-1 150</inkml:trace>
  <inkml:trace contextRef="#ctx0" brushRef="#br0" timeOffset="1502">1158 678 331,'-1'-25'431,"0"2"60,2 1 55,2 1-87,0 1-71,0 1-42,4 3-31,0 1-31,3 1-25,1 1-31,3 1-38,3 2-37,1 2-33,0 3-21,1 0-22,1 2-22,-1 3-15,-2 2-9,-2 3-3,0-1-3,-1 3 3,-2 1 7,-3 0 11,0 1 15,-3 1 13,-2 1 16,-2 0 10,-3 0 9,-2 2 3,-4-1-6,0 2-7,-5-1-21,-1 0-20,-4 0-19,1 1-13,-3-2-12,-1-1-13,1-2-9,0-1-40,1-2-120,2-3-162,1-2-168,2-3-161,2-2-178,1-1-61,4-3 61,2 0 133,3-2 147,3-1 157</inkml:trace>
  <inkml:trace contextRef="#ctx0" brushRef="#br0" timeOffset="1848">1527 565 84,'-4'8'394,"0"-2"40,1 0 24,0-2 11,1 0-192,0-2-124,1 0-68,2 1-38,2 1-23,1-2-4,0 0 13,1 0 20,2 1 21,-1-1 27,2 0 28,-1-1 34,2-1 36,0-2 38,-1 0 32,0-1 19,2 0 8,-1-2-12,0-2-31,0 1-42,-1-3-40,-1 1-29,-1-2-25,-1-1-24,0 0-15,-2-1-5,-1 0-11,1-2-14,-3 1-3,-1 0-2,-2 0 0,1 0-4,-1 2 7,-3-1 8,1 3 3,1 1 2,-1 1 6,-1 1-9,0 2-11,-2 1-5,1 1-8,-2 3-9,0 1-14,0 2 1,-2 0-5,1 4-5,-1 1-8,1 3 3,-1 2 3,2 2-5,0 1 5,2 2 0,0 1 5,1 0-3,2 1 1,1 0-1,0-2-1,2 1 2,2-1-1,3-1 0,1-3 0,0 0 2,4 0 3,1-4-4,1-1 9,4-2 0,2-3-6,3 0-12,3-4-23,3-2-54,4-4-152,2-2-173,2-3-174,3 0-172,-1-2-162,-1 1-40,-2 0 92,0 0 148,-3 1 163</inkml:trace>
  <inkml:trace contextRef="#ctx0" brushRef="#br0" timeOffset="2288">2129 539 314,'-4'-6'486,"-1"-3"67,-1 2 68,-2-3 22,0 1-108,0 0-50,-1 1-42,3 0-26,-3-1-34,2 3-58,-1-1-76,3 2-47,-2 2-29,2 0-29,-1 0-24,-1 2-28,0 1-24,-1 1-19,-1 2-16,-2 1-11,-2 4-6,-2 1-5,0 3-4,0 3-2,0 0-1,0 1 2,3 1-3,1 0 0,2 0-3,0 0-1,5 0-1,0-2 1,2-1-3,3 0 2,1-2 3,3-2 0,1 0-1,3-4-2,1 0 8,3-3 2,1-3-5,0-1 6,4-4 3,-1-2-2,0-5-4,0 0-4,1-3 1,-2-2-3,-2 0 0,-1-2 3,-1-2 4,-3 1 4,-2 0 8,0 0 4,-2 2 15,-2 2 14,-1 2 7,-1 0 7,0 4 2,-1 1 0,0 2-11,0 0-13,-1 4-12,1-1-10,-1 3-8,1 1-7,-1 2-4,-1 3-2,-1 2-2,0 2 1,0 4 0,0 2 0,1 0-1,2 2 0,0 1-1,2 0 0,2 1-2,2-1 1,0-1-1,3-1-1,0 0-5,1-2-6,2-1-7,-1-2-4,1-3-6,3 0 0,-1-4 2,3-4 5,-2 0 6,2-4 4,0-4 4,-1-2 5,1-3 3,-3-2 3,0-2 1,-2-2 1,-1-1 2,-2-3 1,-2-1 0,-2-2 0,-1 0 1,-2 0 5,-1 0 10,-1 0 11,-2 3 10,0-1 7,0 4 9,-1 0 9,-1 3 3,0 3 0,2 2-3,0 1-5,-1 3-7,1 2-11,1 0-17,0 1-12,0 3-5,0 0-5,1 1-3,-2 1-2,1 2-2,0 1 0,0 4 1,-1 2-1,1 4 1,0 1-1,-1 2 1,1 3 2,0 3 0,1 1 0,1 2 0,0 0 1,1 1 0,2-1-2,-1 1-1,3-2 1,0-1 0,1-2-2,2 0 1,0-2 1,1-3-6,1-1-10,2-1-10,-1-3-13,1-2-16,2-2-19,-1-2-21,1-2-22,0 0-44,0-3-76,-1-3-130,-1 0-136,0-3-136,-1-2-121,-2-2-126,-4-2-21,1 0 85,-1-1 124,-4-2 144,-2-1 145</inkml:trace>
  <inkml:trace contextRef="#ctx0" brushRef="#br0" timeOffset="3067">2486 432 51,'-19'-6'407,"0"0"79,1-1 73,0 2 95,3-1-65,1 2-54,2-2-29,3 2-37,-1 0-48,5 2-79,-1-1-100,1 0-85,2 1-62,2 1-43,1 0-25,3-1-16,3 0-15,2 1-18,4-1-25,3-1-60,2-2-89,6 1-117,2-1-127,3-1-126,1 1-144,1 1-57,0 0 26,-4 1 85,0 1 116,-1 1 131</inkml:trace>
  <inkml:trace contextRef="#ctx0" brushRef="#br0" timeOffset="3268">2747 458 47,'-6'15'396,"2"-2"43,-2-1 27,1-3 21,2 1-154,-1-3-137,2 0-78,-1-2-35,3 1-16,3 0-4,-1-3 7,2 1 14,1-1 14,3-1 20,-1-1 15,2 0 15,1-2 20,0 0 21,1-3 21,1-1 15,1-1 12,-2-3 11,0 0-1,0-1-14,-2-3-3,-1 0-12,-1-1-19,-1 0-27,-3 0-18,0 1-16,-2 0-25,-2 0-21,-2 1-14,1 0-6,-3 2-13,-2 1-13,0 0-6,-2 3-2,1-1-5,-3 3-6,0 1-3,0 1-3,-1 2-4,0 1-5,0 1-2,-2 4-3,2 1-1,0 1-4,1 1-2,1 3 1,-1 1-1,3 1 0,0 2-2,3 0 1,-1 0 1,4-1-3,2 0-1,2 1 4,2-1-1,3 0 1,3-2-2,2 0-5,4-1-7,3-3-20,1 1-27,4-3-48,1-2-84,0-1-133,2-3-146,2-2-131,1-3-110,0-3-88,-1 0-62,-3-2 61,0-3 113,-2-1 128,1-3 125</inkml:trace>
  <inkml:trace contextRef="#ctx0" brushRef="#br0" timeOffset="3651">3190 410 273,'5'-16'448,"-2"2"97,-2 0 113,-2 1 24,-2 3-56,0 0-39,-1 2-31,-1 1-47,0 2-82,-1 0-96,-1 3-81,0 0-71,0 2-54,-1 2-46,-2 1-31,1 2-19,-1 4-10,1-1-6,0 3-5,1 0 0,0 4 0,0 0-4,1 0-4,2 1-3,0 1 0,3-1 2,2 0-2,0 0 2,2-1 0,3-2 1,0-1 1,2 0-3,1-5 0,1 0-4,2-3 0,1-3-1,0-2-2,2-2 3,-1-4-1,0-2 2,0-3 1,-2-3 0,0-2 3,-1-1 0,-3-2 12,1 0 19,-2-2 21,-2-1 21,0 0 19,-3-1 21,-1-2 5,-1 1 2,-2 0 0,1-1-4,-2 2 5,-1 0-2,-1 2 0,1 2-1,1 4-5,-2 1-2,3 2-10,1 2-16,-2 3-16,2 1-17,0 1-36,0 3-15,2 1 0,-2 1 0,1 1 0,-1 3 0,2 1 0,0 6 0,0 2 0,1 5 0,0 3 0,0 2 0,1 4 0,0 2 0,1 4 0,0 2 0,2 2-13,-1 0-62,1 1-36,1-2-40,0-1-42,2-2-45,-2-2-82,3-5-154,0-2-156,1-3-162,1-4-173,0-3-75,1-4 40,-2-5 145,3-4 173,-1-5 190</inkml:trace>
  <inkml:trace contextRef="#ctx0" brushRef="#br0" timeOffset="4166">3472 222 250,'0'-18'626,"-1"2"129,0 1 104,1 2 85,1 1-164,1 3-157,1-1-141,4 3-108,1 0-90,2 3-77,3 1-63,2 2-43,1 2-27,2 3-13,2 2-3,1 3-2,-2 1-5,1 4-10,-1 2-5,-3 3-6,0 1-5,-4 4-5,-2 1-1,-3 2-3,-4 2-2,-3 3-4,-5 1-9,-4 2-23,-5 0-44,-4 0-104,-5 1-197,-2-3-218,-5-1-218,-5-1-177,-2-1-63,-6-1 45,-2-3 167,-6-2 203,-5-4 213</inkml:trace>
  <inkml:trace contextRef="#ctx0" brushRef="#br0" timeOffset="4782">181 47 231,'-5'-5'416,"0"0"72,-2-1 75,1 0-17,0 0-76,-2 1-20,3 1-12,-3 1-31,3 0-43,-3 1-44,2 1-66,-2 1-75,2 1-56,-1 3-42,-1 1-29,-1 5-25,1 4-13,-2 4-5,0 6-3,0 4 1,0 5 1,1 4 3,0 6 0,4 3 2,3 4 1,2 4-1,6 1-5,2 0 6,5-1 0,5-2 1,4-2-3,7-3 2,4-5 2,7-4-9,4-3-31,5-7-99,5-4-159,2-7-205,6-4-248,3-7-127,-2-5-40,0-5 60,-5-3 139,-6-6 191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2:18.28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55 420 269,'-2'-8'342,"0"0"46,-1 1 40,-2-2-94,1 3-40,1-2-4,-2 2 34,2 1 37,0 0 29,0 1 21,1 1 12,0 0 2,0 0-22,1 1-42,-1 0-46,1 1-50,-1 1-43,1-1-40,0 0-36,0 1-27,1 0-21,-1 0-15,-1 1-12,1 0-12,1 0-10,-1 0-10,0 0-8,1 1-8,-1 0-9,1 1-5,0 0-1,1-1-2,0 3 1,1-1 0,1 1 0,0 1 5,0 1 4,2 0 3,-1 1 4,1 0 5,-1 1 7,2 2-3,-2-1-1,2 0 1,-1 1-4,0-1-5,1 1-4,-1 0-2,-1-1-3,2-1-4,-2 0-4,0-2 0,0 1-1,-1-3-1,1 0 0,-2 0 3,1-3 6,2 0 8,-2-1 11,3 0 7,0-1 7,3-2 8,3-1 4,4-3 3,3-2-3,4-2-1,3-2-4,3-3-6,4-2-5,4-3-10,4 0-28,3-3-4,1-1 0,2 0 0,1-3 0,0 0 0,-2 1 0,2-1 0,-3 1 0,-2 2 0,-2 1 0,-1 0 0,-5 2 0,-1 4 0,-4 1 0,-4 2 0,-1 0 0,-5 3 0,-2 2 0,-2 0 0,-2 1 0,-3 2 0,-1 0 0,-4 1 0,1 1 0,-2 1 0,0 0 0,-1 0 0,0 0 0,-1 1 0,-1-1 0,1 2 0,-1-1-122,0 0-104,-2 0-79,0 1-187,-3 1-235,-3 3-243,-1 1-137,-2 1-41,-2 2 43,0 0 184,1 0 253,-2-2 275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2:47.8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25 109 5,'-1'-12'351,"-1"2"57,-1-1 60,1 2 60,-1 0-95,0 3-51,-1 1-34,3 0-33,-1 2-46,1 1-58,-2 2-66,3 0-62,-1 1-41,1 2-23,1 4-14,-1 1-4,3 3-1,-2 1-13,0 2 5,-1 1 3,1 1 0,0-1 3,-1 1 2,1-1 10,0-1-3,-1 0-4,2-3 2,-1 0-2,-1 0-3,1-4 3,0-1 1,-1-1 22,0-2 55,1 0 75,-1-2 76,0-1 56,0-2 34,0-2 2,0-3-45,0-2-66,0-2-69,1-2-54,-1-1-30,0-2-21,1 0-10,-1 0-4,1-1-3,0 2 0,0 2-2,1 1-2,-1 2-1,-1 1-4,1 3-4,0 0-5,0 2-5,1 2-2,3 1-1,-1 1-3,2 2 0,1 2 0,2 3 2,1 0 2,3 3 1,-2 2 1,2 2 1,-1 0-2,2 1 2,-1 0-2,0 0 0,0 0 2,0-1 0,-2-2 1,-1-1-1,0-1 2,-3-3 0,0 0-1,-2-2 3,-1-2 16,-1 0 13,1-2 13,-2-1 14,-1-2 6,1-2 4,1-3-15,-1-2-8,0-3-14,0-1-12,-1-2-6,0-2-7,0-1-3,-1 0-4,0-2-1,0 0-2,0 1-5,0 3-14,1 0-25,-1 3-47,1 1-90,0 2-159,1 3-172,0 2-144,3 2-107,-1 2-112,2 3-28,0 3 98,1 2 143,0 2 141,-1 1 124</inkml:trace>
  <inkml:trace contextRef="#ctx0" brushRef="#br0" timeOffset="563">465 247 59,'3'12'319,"-1"-3"31,0-1 27,-1-2-14,0 1-112,1-3-66,0 0-27,0 0-8,2-1-5,-1-1-7,3-1 3,-1-1 22,2 0 19,0-2 22,0-2 23,2 0 25,-1-1 12,1-2-3,-2-1 6,2 0-5,-2-1-6,1-1-13,-4 0-6,2-1-7,-3 0-24,-1-1-28,-1 1-30,-2-1-28,0 0-27,-2 0-26,-2 0-15,1 3-5,0-2 3,-3 3 3,0 1-6,-1 1-4,2 1-7,-4 1-9,2 3-7,-2 1-11,0 1-8,0 3-3,-1 2-2,-1 1 0,2 3-1,0 0-7,1 2 5,1 1 3,1 1 0,3 0-2,2 1-1,1 0 8,1-1-3,3 0-4,0-1 0,4 0 3,2-2-3,2 0 1,3-1 0,2-2-2,3-1-2,2-2-9,1-1-13,3-2-28,-2-2-48,2-2-88,-1-1-142,-1-1-143,0-1-131,-1-2-114,-2-1-93,-2 0-39,-2-1 75,-3 0 116,-2-1 126,-2 3 131</inkml:trace>
  <inkml:trace contextRef="#ctx0" brushRef="#br0" timeOffset="953">799 193 145,'-6'-5'439,"2"1"106,0-1 108,-1 0 73,1 1-75,0 1-53,2 1-52,-1-1-74,2 1-89,-2 1-102,3 0-90,0 0-69,2 1-43,0 1-22,2 0 2,1 1 12,2 0 5,1 2 2,1-1-5,1 2-7,0 0-21,2 2-19,1 1-10,-1 0-4,0 3-5,1-1-1,1 1-13,-2 1-55,1 0-112,-2-1-151,-1-1-149,0 1-143,-1-3-122,-2 0-107,-3-1 2,0-1 90,-3-2 117,0-2 127,-1-2 126</inkml:trace>
  <inkml:trace contextRef="#ctx0" brushRef="#br0" timeOffset="1183">972 213 2,'-3'-13'438,"-2"1"119,0 1 147,-2 1 130,3 2-26,-1 0-86,0 2-79,1 2-87,1 1-127,1-1-122,-1 2-102,-1 1-81,3 2-53,-3 1-31,-2 3-19,1 2-7,-4 4-7,0 0-1,-1 4-3,0 1-10,0-1-19,0 2-42,2-1-71,0-1-105,2 0-130,0-1-121,3-2-100,2-1-73,0-2-51,2-2-34,0-2 58,4-4 86,2-3 101,1-4 101</inkml:trace>
  <inkml:trace contextRef="#ctx0" brushRef="#br0" timeOffset="1399">1024 109 258,'5'-12'535,"-1"0"142,0 2 127,-2 2 61,0 1-115,-1 2-95,-1 2-100,0 0-120,0 1-116,0 1-102,0 1-79,0 1-55,0 1-29,1 1-5,1 1 4,1 3 11,0 1 9,0 3 3,1 2 0,0 2-9,0 1-13,0 0-15,0 3-10,1 1-6,0 1-8,-1 0-6,2 1-3,0-2-1,-2 0-2,3 0-3,0-3 0,-1 0 4,2-1-1,-1-3-3,1-1 2,2-4 0,-1-1 1,2-2-1,2-3 0,1-2-6,1-2-17,0-1-23,0-4-45,-1 0-76,-2-2-139,0-1-160,-2-2-145,-3-1-124,0 1-107,-5-2-72,-1 1 63,-2 0 125,-1 0 138,-4 1 137</inkml:trace>
  <inkml:trace contextRef="#ctx0" brushRef="#br0" timeOffset="1695">1160 191 32,'-16'-2'420,"2"1"106,1 0 113,0-1 116,6 1-72,-1-1-77,3 1-73,0 0-79,2 1-101,1-1-104,2 0-88,5 0-63,0-1-41,5-1-22,2 0-12,2-1-12,2 1-23,0-1-129,1 1-177,-2-1-208,0 0-229,-2 0-122,-1 2-43,-1-2 89,-2-2 157,-2 1 197</inkml:trace>
  <inkml:trace contextRef="#ctx0" brushRef="#br0" timeOffset="2526">1702 167 28,'0'-8'391,"0"2"77,0-2 82,-2 2 90,0 0-70,-1 0-39,2 2-21,0-1-21,-1 1-34,1 2-54,1-1-72,-1 1-70,0 1-64,1 0-54,-1 1-45,1 1-35,0 0-28,1 2-13,0 0-6,1 2-7,0 1 1,0 1 0,3 3 3,-3 0-3,2 2 1,1 2 1,0-1-1,-1 2-2,1 1-1,0 0-4,-3 0-25,1 0-81,1-1-130,-2 0-148,-1-1-147,-1-1-138,0-1-122,-1 0-64,-2-3 53,-1-1 111,1-4 123,-2-2 128</inkml:trace>
  <inkml:trace contextRef="#ctx0" brushRef="#br0" timeOffset="2783">1693 222 191,'-2'-14'439,"1"0"69,0 0 63,0 0 30,2 1-128,1 0-75,2 0-39,2 0-35,1 1-38,2 0-41,1 0-36,4 2-26,-2 0-29,4 3-26,-2 0-22,2 1-27,-2 3-24,-1 1-23,1 1-16,-1 3-8,-1 1-2,-2 0-5,0 3-1,0 1 1,-3 2 3,1 0 3,-4 2-1,1 1 1,-3 1 0,-1-1 0,-2 1-5,-3 1 2,0 0 0,-2-1 1,-1 1 1,-2-2-3,0-1 2,0 0 0,0-1 0,-1-2-3,1 0-1,0-2 0,-1 0 2,4-3 0,-2 1-1,2-1 3,1-1 2,0-1 3,2-1-4,2-1-1,-1-1 2,2 0-4,2-2-4,0 1-1,4-1 0,0-1-2,2 1-3,2-1 4,1 0-1,1 2 2,2 0-4,-1 1 0,2 1 1,0 0-2,0 2 4,-1 1 1,0 0 2,-1 1-1,-1 2 3,0 1-2,-2 0-1,-1 1 0,-1-1 2,-2 3-1,-3-2-2,0 3 5,-2-2 0,-1 2 2,-3-1-1,-1 2 2,-2-1 2,-3 2 7,-1-2-3,-3 0 6,-1 1-4,-2-1-1,-1-1 0,-2 0-7,-1-2 3,-1 0-5,1-3 5,0-1-1,0 0-3,2-3-36,2-1-84,0-2-126,5-2-133,1-3-149,3-1-150,4-2-123,2-1 0,3-1 78,2 0 109,6 0 138</inkml:trace>
  <inkml:trace contextRef="#ctx0" brushRef="#br0" timeOffset="3354">2160 163 104,'3'1'494,"-2"-1"98,-2-1 83,0 1 77,1 0-119,-1 0-152,0 1-109,1 0-86,-2 1-78,2 0-74,0 2-55,0 2-31,0 2-9,2 1 2,-2 2 14,1 2 6,0 1 8,0 0 6,0 0-9,1 1-10,0 0-17,2 0-8,0-2-7,1 0-10,0-1-2,3-1-4,-1-1-1,0-2 1,1-1 1,2-3 0,-1-1-2,0-3 0,3-1 4,-2-2-1,0-3-2,1-3-2,-1-1 0,-2 0 2,1-4 0,-2 0 12,-1-1 22,-1 0 26,-2-1 24,-1 1 21,-1 0 24,0 2 6,-2-1-4,1 3-9,-2 1-14,1 1-16,0 3-19,0 0-16,0 1-15,1 1-14,0 1-11,-1 1-10,1 0-5,-2 1-7,2 2-3,-1 1-3,1 1 1,0 3-2,0 0 0,0 3 4,0 1-1,3 0 0,-2 2-1,1 1 2,2 0 0,0 0-3,0 1 3,1-2-1,2 1 3,0-2-2,2 0 1,-1-2 2,2-1-2,0-2 0,1-1-2,1-3 3,2-2-2,1-2 2,0-2-3,0-3 1,0-1 2,0-2 0,-2 0-2,0-3 0,-1 0 4,-2 1-2,-3-2-2,0 0 1,-1 1 2,-3 0 0,-1 0-3,-2 1 1,0 2 0,0 0-1,0 2 2,-1 2 1,0 0 0,-1 1 2,1 2-2,-1 1-1,0 1-4,1 1 1,-1 2-1,0 0-3,-1 2 1,0 2-1,1 1 3,1 0-4,1 2 0,0-1 1,1 1-2,1 0 3,3 0 0,0 0 3,3-1-1,1 1 0,2-1 1,1-1-1,3 1-2,0-2 2,3 0 1,-1-1 2,0 1 0,1-1 1,-2-1 1,-1 1-2,-3-1-1,-2 1-1,0-2 1,-4 0-2,-1-1 2,-1 1 0,-3-1-2,-4 1-9,-5 0-31,-4 2-51,-6 2-122,-3-1-209,-6 2-251,-3-2-246,-1 3-105,-2-3-21,0 1 81,0-2 188,1-4 246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2:28.88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69 118 161,'-1'-2'297,"-1"0"39,0 1-1,-1-2-46,1 1-45,0-1-31,0 0-23,0 1-12,0 0-10,0-1-3,0 0 2,1 1 3,-1-1 18,1 1 21,-2 0 20,2 2 24,0-2 25,-1 1 14,0 0 4,-1 1-5,1-1-18,0 1-24,0 0-29,1 0-30,-1 0-29,1 0-27,-1 0-24,1 0-22,0 0-18,-1 0-12,1 0-12,0 0-10,-1 0-6,0-1-7,1 0-3,1 1-6,-2 0 0,1 0 3,0 0-1,0 0 0,-1 0-2,2 0 0,-1 0-3,1 0-5,0 0-3,0 0-3,0 0-3,0 0-5,1 0 1,2 1-1,1 0 0,3-1 2,2 1-2,4 1 1,1-1 5,3 0 1,1-1 1,1 0 1,1 0 4,-2-1-1,0 0-4,1-1 2,-2-1 1,-2 1-1,-1-1 1,-2 0 0,-2 2 1,-2-2 0,-1 1-4,-2 0 0,-1 0 1,0 0 2,-2 0 0,-1 1-1,1-1 6,1 0-2,-3 0 0,1 1 0,-1-1 1,0 1 4,0 0 2,0 0 4,0 0 1,0 1 0,0 0 0,-1 0-5,1 1-3,-2-1-4,1 1-4,1 1-3,-1 0-3,0 2-2,1 1 0,0 2 0,0 3 1,0 1 5,0 3 0,1 1 4,0 0-2,0 1 1,1 2 1,0 1-2,1 0-14,-1 0-25,2 3-34,-1-2-67,0 0-129,2 0-169,-2-1-144,2-1-123,-1-2-120,-1-1-90,1 0 48,0-4 124,-1-3 135,3-2 136</inkml:trace>
  <inkml:trace contextRef="#ctx0" brushRef="#br0" timeOffset="638">522 255 251,'3'-1'362,"-2"-1"26,-1 2 15,1 0-112,-1 0-113,0 0-72,1 1-40,-1 0-24,2 1-14,-1 0-8,1 1-5,0-1 11,0 1 13,-1 1 20,0 0 22,0-1 26,0-1 30,-1 2 29,0-2 32,0 0 53,0 0 50,-1 0 48,0-1 33,1-1 16,-1 0-9,0 0-39,-1 0-55,-1 0-62,1-1-60,-1-1-51,-1-1-41,1 1-26,1-1-27,0 0-13,-1-1-11,0 0-21,0 0-48,1 0-109,0 0-156,2-2-172,0 2-166,0-1-158,0-1-92,3 2 31,0 0 124,1 0 150,1 0 160</inkml:trace>
  <inkml:trace contextRef="#ctx0" brushRef="#br0" timeOffset="976">979 37 182,'3'-7'446,"-2"1"54,0 0 41,-1 0 21,0 2-182,-1 2-113,1-1-67,0 1-50,0 1-37,0 1-37,0-1-31,0 2-21,-1 0-11,0 1 1,1 2 9,-2 0 18,-2 3 31,0 0 34,0 3 38,-3 0 27,-2 1 20,-1 1 7,-1 1-10,0-1-24,-3 0-25,2 1-24,-2 0-23,2-1-22,-1 1-20,1-2-10,1-1-9,1 1-7,1-3-6,0 0-9,3-1-2,0-2-5,3-1-1,-2-1-2,3 0 1,1-1 3,-1-1 2,2-1 3,-1 1-1,1-1-3,1 0-2,0 0 0,2 0-2,3-1-2,-1 1 0,5-1 2,0-1 1,4 1 0,2 0 1,3-1 2,1 0-2,2 0-2,1 0-7,0 0-28,-2 0-59,1 1-74,-2-1-88,0 1-93,-1-1-91,-1 1-67,-4 0-44,0 1-56,-3 0-7,-2 0 42,-2 0 69,1 0 83</inkml:trace>
  <inkml:trace contextRef="#ctx0" brushRef="#br0" timeOffset="1382">1111 114 220,'-8'-4'500,"-2"-3"89,2 2 100,0-1 102,2 1-148,-1 1-83,2 0-50,0 1-56,2 1-83,1 0-101,-2 1-89,2 0-69,1 1-48,0 1-33,0 1-19,0 0-9,1 2 0,1 1-3,0 3 1,1 1 2,-1 3 3,3 0 1,-2 2 1,1 2 3,0 1-1,-1 0 3,0 1-1,0 1-3,0 0-1,1 0-1,-2 2-3,1 0-37,-2 0-89,1-1-146,-1-1-157,-1-2-160,-1 2-171,-2-2-123,0 0 6,-2-2 101,0-3 132,0-2 149</inkml:trace>
  <inkml:trace contextRef="#ctx0" brushRef="#br0" timeOffset="1726">1360 162 144,'-3'-7'451,"0"-1"78,0 1 88,0 0 95,-2 2-134,4 0-75,-1 1-52,-1 1-53,2 1-76,0 1-90,0 1-83,-1-1-61,1 2-37,0-1-27,-1 3-8,1 2 1,0 2 6,0 1 8,0 2 11,0 2 15,-1 2 3,1 1-1,0-2-3,-2 3-10,2-1-10,-1-1-9,2 0-11,-1-2-4,1 0-6,0-2-5,0-2-1,0-1 1,1-1 1,-1-2 1,0 0 4,1-2 5,0-1 8,2 0 14,0-1 19,0-1 18,1 0 11,3-1 5,1-2-2,2-1-11,0 0-17,2 0-18,1 0-15,1-1-7,-1 1-9,1 0-5,-2 1 1,1 0-3,-2 2 1,1 0-4,0 1 1,-4 1-1,2 1-2,-1 1-1,-1 1 2,1 1 1,-2 2 2,-1 0 5,1 1 2,-3 1 3,2 0 1,-2 1 6,-1 0 4,-1 0 5,-1 2 8,-1-2 2,-1 0 5,-1 0 0,-1-1 2,0 2-7,-4-1-2,1 1-2,-4 0-4,-1-1-5,0 1-10,-3-1 3,0 1-6,0-1-5,-1-1 0,0 0-2,1-1 2,0 0-2,0-2-6,2 0-21,0-2-41,1-1-84,-1-2-165,3-2-198,0-3-194,1-2-173,1-2-112,2 0 5,0-4 120,2-1 177,1 0 185</inkml:trace>
  <inkml:trace contextRef="#ctx0" brushRef="#br0" timeOffset="2268">1266 193 385,'-2'-5'542,"1"2"99,-1-2 94,1 2-7,0 1-130,1 1-90,0 0-68,1 1-75,2-1-70,1 0-62,3 1-46,3-1-29,3 1-22,3-1-15,1 0-16,1-1-23,0 1-23,1-2-19,1 1-15,0 0-9,0 0-7,-1 0-2,0-1-1,0 0-1,-2-1-5,-3 2-23,-2-1-44,-2 1-67,0-1-101,-3 1-136,-1-1-136,-1 1-117,-4-2-103,-1 0-96,-4 1 13,-4 1 88,-2 1 114,-2 0 127</inkml:trace>
  <inkml:trace contextRef="#ctx0" brushRef="#br0" timeOffset="3088">68 125 112,'-4'-1'244,"-1"0"23,0 0-20,0 0-53,1-1-33,0 1-19,1 0-5,0-1-3,-1 0 10,3 1 2,-1 0 2,0 0 7,0-1 1,1 1 2,0 0-12,0 0-15,0 1-20,0 0-22,1-1-23,0 1-22,2-1-18,1 0-11,3 1-4,3-1-8,3 0-2,1 0 2,2 0-2,2 1 1,0-2-2,1 1 0,1-1 2,0 0-3,0 0 0,-1 0-2,0 0 2,-3 0 2,0 0 0,-2-1 0,-1 1 2,-1-1 2,-2 1 7,-1 0 24,-4 1 26,2 0 37,-3 1 44,0-1 42,-1 0 32,0 0 19,0 0 6,-1 0-2,0 1-17,0-1-21,-1 1-22,0 0-25,0 0-26,0 0-25,-1 1-26,0-1-20,1 2-18,0-1-14,-1 0-10,1 0-8,0 0-5,-1 2-2,1 2-4,-1 2-2,1 1 2,0 1 2,0 4 4,0 2 3,0 0 6,0 4 5,0 1 4,0 1 6,0 1 5,0 1 6,-1 2 2,0 0-2,1 0-2,-1-3-7,1 1-7,0 0-6,0-2-6,0-2-4,0 0-1,0-3-2,0 0 0,0-3 0,0 0 0,0-1 1,0-3 0,0 0-1,0-2 2,0-2-3,0 0 0,0 0-2,0-2 2,0-2-12,-1-1-55,0 0-158,-1-2-191,-2-3-205,-2-2-234,2-2-115,-2-1-10,1-3 121,3-2 172,0 0 197</inkml:trace>
  <inkml:trace contextRef="#ctx0" brushRef="#br0" timeOffset="4006">1887 252 149,'0'-7'318,"0"-2"44,0 1 41,0-2-63,1 1-47,-1 0-14,1 0 12,1 1 24,0-1 41,-2 3 49,1 0 39,-1 2 28,0 2-8,0 0-34,-1 1-64,1 0-83,-1 1-80,0 1-73,-1 0-53,1 0-38,1 2-18,0-1-14,0 4-2,3 2 1,-2 4 4,1 1 0,0 2 3,0 4 0,2 0 0,-1 4-3,0 0-3,1 2 0,-2 1-3,0 0-2,1-1-1,1 1 3,-3-2-1,1-1-1,0-1-14,0-2-33,0-2-60,-1-3-97,0-1-124,0-4-125,1-2-108,-2-1-84,0-3-51,-2-3-19,-1-2 4,-2-3 66,0-3 87,-2-2 100,1-2 101</inkml:trace>
  <inkml:trace contextRef="#ctx0" brushRef="#br0" timeOffset="4282">1855 406 309,'-4'-20'388,"-2"1"58,2 0 31,1 1-77,1 1-46,2 1-31,0 0-25,2 1-24,2 1-24,2 2-30,2-1-25,2 2-37,1-1-22,3 3-23,-2 1-17,3 0-3,0 2-23,-1 3-9,1 0-20,-2 2-10,0 3-7,0 0-21,-2 1 4,-1 3 1,1 1 5,-3 0 0,-1 2 2,-1 0 6,-1 0-5,-2 2 7,-2-1 3,-1 1 11,-1 2 9,-3 0 8,-1 0 2,-3 0-1,-2 1-8,-2 0-8,-2-1-15,0 1-11,0-2-3,-1 0-12,2-2-64,-1-2-124,1-1-130,1-3-136,3-3-135,1-1-157,2-3-30,1-3 69,4-1 105,3-3 121</inkml:trace>
  <inkml:trace contextRef="#ctx0" brushRef="#br0" timeOffset="4596">2117 234 361,'6'0'451,"-3"0"33,0 1 16,0 0-112,-1 1-161,1 1-100,-1 1-54,3 0-24,-1 3-2,1 1 1,1 3 1,0 0 10,0 2 13,-1 0 17,1 2-4,-1 1-4,0 0 0,-1 0-7,-1-1-5,1-1-5,-1-1 8,-1 0 16,0-1 19,0-2 22,-1-2 17,0-1 25,0-1 34,-1-4 41,1 2 38,-1-3 28,0 1 10,0-2-14,-1-2-38,1 0-52,0-2-59,-1-2-52,1-4-38,0 1-31,1-3-11,0-1-5,1 1-1,0-2-1,1 0-1,1 1 2,-1 0 0,3 0-6,1 2-5,-3 0-5,4 0-1,0 2-6,-1-1-3,2 4 1,0 0-3,0 2 4,1-1-2,0 3 5,0 1-2,0 1 2,1 1 4,-1 2-2,1 2-1,-1 1 0,1 2 4,-2 2-6,0 0-2,1 2-1,-2 1 1,1-1 2,-4 1-4,2 0 5,-1-1 3,-3 0 1,0 0 2,1-3-4,-2-1-1,0 0 3,-1-2 2,-1-2-2,0 1 1,0-2 4,0-1 2,0-1-5,-2-1-1,-1-1 0,-1-1 0,1-1 0,0-2-3,-1 0 2,1-3 0,0 0 7,2-2-5,1-1-3,1 0 2,2-1-3,1-1 0,0 2-11,1 0 4,2 2 0,0-1-1,0 3 1,1-1 2,0 4 3,1-1 0,-1 2 0,2 1 1,-2 1-3,3 3-2,0 1 0,-1 1 2,0 2 2,0 2 0,-2 1 3,0 2 2,-3 3 0,-2 2-12,-2 1-36,-3 4-101,-2-1-233,-3 2-292,-1 0-267,-3-2-129,0 0-41,1-1 61,-1-4 211,3-5 280</inkml:trace>
  <inkml:trace contextRef="#ctx0" brushRef="#br0" timeOffset="16630">3116 635 253,'0'-2'386,"0"2"60,-3-1 55,3 1-78,-2-2-66,1 2-34,-1 0-14,1 0-10,0 0 0,0 0 3,-2 2 6,2-2-3,0 0-8,0 0-12,0 1-16,1-1-19,0 1-28,-1 0-23,0-1-22,-2 1-21,2 0-23,0-1-19,1 1-15,-1-1-14,0 0-11,1 1-12,-1-1-9,0 1-9,1 0-6,-1-1-7,0 1-4,1-1-2,-2 1-1,2 0-1,0-1 1,0 1 1,0-1 2,-1 1 1,1-1-1,-1 1 1,1-1-1,0 1-1,0-1-2,0 0-3,-1 1 0,1-1 0,0 0 0,0 1 0,0-1-4,0 1 1,0 0-3,0-1-2,0 0-5,0 0-1,0 0 1,1 0 2,0 0 0,-1 0 4,0 0 4,0-1 5,1 1 1,-1-1-2,3 0 0,0 0-2,-1 0-3,1 1-4,0 0-4,0-1 1,2 0-4,-1 1-2,0-1 3,2 1-1,-1-1 0,0 0-1,1 1 2,-1-1 0,1 1-2,1-2 1,0 1 1,1 1 0,1-1 2,1-1 1,0 0 1,0-1 2,1 0 0,3 1-1,1 0-1,-2-1-1,3 0-1,-1 0-2,0-1-1,0 2-3,-1 0-1,1-1 0,0 0-1,1 1-2,1-1 2,-1 1 1,2 0 3,0-1-3,-1 1 2,0-1 0,1 1 0,-1-1-3,1 2 1,-2-2 2,1 1-2,-2 0 0,2 0-1,-1 0 1,-2 1 0,0 0 1,1 0-2,-2 0 0,2 0-1,-2 0 0,2 1 0,-2-1-2,0 0 2,0 1-1,0-1 3,-1 0-1,1 0 0,-1 1-1,2-1-1,-1 1 2,0-1-2,1 0 2,0 0 3,-1 0 0,2 0 0,-1 0-3,-1 1 0,0 0-2,0 0-1,1 0 0,0 0 1,0 0 1,1 0 1,-2 0 2,2 0-1,-2 0-1,1-1 0,0 1 0,-1 0 1,0 0-1,1 0-1,0 0 0,0 0 0,0 0-2,1 0 2,0 0-1,-2 0-1,2 0 2,-2 1-2,0-1 2,2 0 0,-2 0 0,2 1 2,-2-1-2,0 1 0,2-1 1,-2 1-1,1 0-1,1-1-1,-2 1 3,0 0 0,1-1 0,-1 0 1,1 0 0,-2 1-1,0 0-1,1 0 2,-1 0-3,0-1 1,-1 1 0,0 0 0,-1 0 1,0 0-1,0 0 3,1-1-2,-1 0-1,0 1 3,1-1-1,0 1-1,-1 0 2,1-1-1,-1 0-1,0 0-3,1 0 1,-1 0-1,0 0 0,1 0 1,2 0 0,-2 0 2,1 0 0,0 0 1,-1 0-1,1 0 1,0 0 0,0 1-1,-1-1 0,2 1-1,1-1 0,-2 0 0,1 0-1,0 0 1,1 0-1,-1 0 0,0 0 2,1 0 1,0 0 0,1 0-1,-1 0-1,0 0 0,1 0 0,-1 0-1,2 0-3,-2 1 1,2-1 3,-2 1 0,3-1-2,-2 1 2,2 0 3,0-1-2,0 2 0,0-1 0,1 0-2,0 0 0,0-1 0,1 1 2,-1-1 0,2 0 0,-2 1 1,2-1 0,0 1-1,-1-1 0,1 0 1,0 0-2,0 0 1,-1 0 1,0 0 1,1 0-2,-1-1-1,2 1 0,-1-1 0,-1 1-1,2-1 0,0 0 1,-1-1 2,1 1 1,-1 0-1,2-1 1,-1 1 0,-1-1-1,1 0-2,0 0 0,0 1 1,1-1-1,-2 0 3,1-1-1,0 1 0,-1-1-2,1 1 1,-1 0 1,0 1-5,-1-1 2,-2 0 2,-1 0-1,-2 0 1,0 0-2,-3 1 1,-2 0 0,-1 1 0,-2 0-1,0 0-2,-1-1 3,-1 0 0,-1 1 0,-1 0 0,0 0-2,1 0-7,-2-1-19,1 0-24,-2 1-34,0-1-41,-2 1-46,-2-1-53,-2 0-81,-3 1-144,0-2-149,-3 0-115,1-1-87,0 0-50,-1-2-14,0 0 61,-2-1 123,1-2 129,-1 1 118,1-2 104</inkml:trace>
  <inkml:trace contextRef="#ctx0" brushRef="#br0" timeOffset="18038">5869 387 88,'-3'-8'311,"-1"1"54,1 1 57,1-1-26,-1 2-48,2 1-18,-1 1 0,1 0 8,0 0 10,0 1 9,1 1 7,-1 1 7,0-1 2,1 1-5,-2 0-25,2 1-36,0-1-42,2 1-45,-1 1-47,1 0-47,0 0-33,3 1-23,-2 1-16,2-2-12,3 3-10,0 0-6,0 1-6,2 0-2,0 1-2,1 1-2,3 0 1,0 1-1,0-1-1,2 3-3,0-2 0,0 1-2,1 0-1,-1 0-3,1 1-1,-1 0-1,1-1 0,0 0 1,-2 0-1,0 0 0,-2-1-2,-2 0 1,0-2 1,-1 1 0,-2-3 4,0 0-1,-3 0 8,0-2 2,-1 1 5,-2-1 4,0 0 4,-1 0 4,-2 1 1,-3 2-4,-1 0-5,-5 3-5,-4 1-5,-3 2-3,-3 2-14,-4 1-29,-2 2-52,-1 1-99,-1 0-193,2-1-234,0-1-249,1 0-169,1-1-56,0-2 40,3-3 162,0-3 219,3-5 245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2:52.50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183 184 122,'-2'-3'432,"0"-1"85,-1 0 98,1 1 96,0 0-84,0 0-33,0 0-19,-1 1-28,2 1-56,0 0-88,0 1-91,-1 0-88,1 0-68,0 0-56,0 2-37,0 0-27,1 1-15,-1 2-11,1 2-6,0 2-3,1 1-1,-1 2 2,2 1 0,-1 1-1,0 1 0,1-1 2,-1 2 1,1 0 0,1 1-16,-2 0-58,0-1-115,1-1-163,-2-1-165,1-2-165,-1 0-142,-1-2-101,-1-1 34,-3-2 115,1-3 142,-1-1 151</inkml:trace>
  <inkml:trace contextRef="#ctx0" brushRef="#br0" timeOffset="261">45 253 115,'-4'-12'421,"-1"1"99,-1 0 141,-2 2 94,4 1-98,-3 1-65,4 0-63,-1 3-76,2 0-128,0 0-112,3 0-74,2-1-45,1 1-36,3-1-21,3 0-17,3-1-7,2 1-4,3 1-3,2-2-2,1 2-3,1 2 5,2-1-1,2 1-3,0 1-4,-1 0-72,2 0-136,-3 1-144,-1 0-136,-1 0-119,-3 2-116,-2-1-62,-1 2 66,-2 0 104,0 1 117,-3 1 108</inkml:trace>
  <inkml:trace contextRef="#ctx0" brushRef="#br0" timeOffset="469">489 186 336,'1'3'421,"0"1"43,-1-1 36,0 0-107,0 0-97,0 2-48,1 2-15,-1-1 6,1 4 3,0 0 11,1 1-6,-1 0-24,1 3-41,0 0-40,-1 0-32,-1 1-50,1 0-22,1 0-18,-1 1-4,0-1-5,2 0-46,-2-1-77,1-1-95,0-2-91,-1-2-103,0 0-99,-1-3-90,0 0-26,-2-3 33,-1-2 65,-2-2 82,2-4 91</inkml:trace>
  <inkml:trace contextRef="#ctx0" brushRef="#br0" timeOffset="702">409 113 154,'-7'-16'412,"3"1"55,1 0 42,0 1 1,2 4-180,1 0-108,2 1-68,2 2-49,1 1-42,4 2-27,-3-1-16,3 3-8,-1 2-2,0 1-8,0 2 0,-3 0-2,1 1 0,-2 1 5,0-1 2,-2 2 11,-1-1 14,-2 1 16,-1-1 19,-2 0 16,0 0 16,0-2 11,-2 2 2,-2-2-2,2 0 8,0-2 13,0-1 7,1 0-3,-1 0-10,2-2-12,-2-2-22,2-2-32,1 2-39,1-2-47,2-1-66,0 2-84,2-2-100,0 2-109,2 0-97,2 0-101,-2 3-46,4 1 26,-1 2 66,1 2 91,1 1 98</inkml:trace>
  <inkml:trace contextRef="#ctx0" brushRef="#br0" timeOffset="1018">757 262 236,'0'14'390,"-1"-1"25,-1-2 16,0 1-65,-2 0-148,1 1-81,0-1-44,2 0-20,0-1-11,1 0-15,0 0-13,0-1-1,0-1 7,0 0 7,0-3 15,0-1 26,0 0 45,0-2 63,0-1 70,0-1 46,-2-1 18,1-2-6,-1-1-29,1-3-60,0 0-78,-1-1-50,1-2-33,-1-2-21,4 0-18,-1-1-10,1 0-5,1-1-6,1-1-4,0 3-3,0 0-3,2 0-4,-2 1 0,2 3 0,-1 0-6,1 2 0,1 1 0,-1 2 0,2 0 2,0 3 1,1 1 3,0 3 1,0 0 1,-2 4 1,2-1-1,-1 3-2,-1 1 2,0 1 1,0 0-1,-1 1-1,0-1 3,-1 1 0,-1-1-2,0-1 1,-1 1 0,-1-4 2,-1-1-5,-1-1 3,1-1 8,1-3 18,-2 0 24,-2-1 13,1-1 6,0-2 6,-2-2-1,1-1-17,-2-4-19,2 0-12,0-4-6,2-1-11,0-1-7,1-2-3,1 0-5,3 1-1,0-1 1,1 1 0,1 2 0,0 0-1,1 3 3,0-1-2,-1 4-1,1 0-3,1 5 3,-1 0-3,1 2 3,0 2 4,-2 1 0,3 3 6,-3 1-2,2 3 3,-2 0-2,0 2-5,-1 1-10,1 1-35,-2 1-67,0-1-106,-1 0-121,2-1-120,-3-1-119,0 0-91,2-2-94,-2-1 20,-1-2 75,3-2 99,0-3 113</inkml:trace>
  <inkml:trace contextRef="#ctx0" brushRef="#br0" timeOffset="1583">1206 294 165,'-1'-8'538,"-1"0"124,-1 3 118,1 0 93,0 0-138,0 3-148,1 0-121,0 1-115,1 1-113,0 1-89,0 1-66,0 0-39,2 3-17,0 0-4,1 0-4,0 4-2,0-1 2,-1 4-3,-1-2-5,1 2-2,1 0-2,-2 0-2,1 1-32,-1-1-73,0-1-116,-1-1-127,1 0-126,0-3-125,-1 0-104,-2-3-76,0-1 35,-1-1 86,-1-3 104,2-2 113</inkml:trace>
  <inkml:trace contextRef="#ctx0" brushRef="#br0" timeOffset="1828">1154 127 218,'-3'-12'392,"0"2"34,2 0 20,0 2-66,1 3-159,1-2-94,0 4-53,3 0-33,1 2-16,0 1-11,1 1-5,0 2 2,-2 0 9,0 3 11,0-1 12,-2 0 21,-1 1 28,-1-2 30,-1 1 36,-1 1 49,-2-2 36,0 1 27,-1-1 16,-2-2 9,0-1 2,0 1-10,1-2-9,-1 0-21,2-2-27,0 1-36,0-3-47,0 0-46,3-2-41,0 1-31,0 0-27,-1-2-44,3 0-75,2 1-119,-1 0-136,1 1-144,0 0-135,0 3-111,2 0-61,-1 1 46,1 2 96,1 1 129,3 0 136</inkml:trace>
  <inkml:trace contextRef="#ctx0" brushRef="#br0" timeOffset="2140">1357 280 159,'-6'12'444,"1"-2"41,0-1 18,0 0 12,2 0-222,-2-1-137,4 3-77,0-2-37,1 3-17,1 1-12,0-1-5,3 1-3,-1 0 5,-1-2 8,1 0 8,-1 1 13,0-4 13,-1 0 17,0-1 35,-1-2 50,1-1 75,-1-3 69,0 1 51,-1-1 32,0-2-10,-1-1-44,-1-2-74,1-2-69,0-2-61,1-2-43,-1-1-29,2-1-15,1-2-9,1 0-11,1-2-6,2 0-7,0 1-2,3 0 1,0 1-5,-1 1 1,2 1-3,0 2 1,1 2 0,0 0-2,0 3 2,0 2-7,0 0 7,0 3 1,1 1 0,-1 1 2,-1 2 1,1 2 7,-1 2-2,-1 1-3,-1 3-26,-2 0-60,-1 2-109,0 1-131,0 1-143,0-1-141,-2 2-123,-1-1-82,1-1 34,1 0 90,2-2 121,1-3 133</inkml:trace>
  <inkml:trace contextRef="#ctx0" brushRef="#br0" timeOffset="2531">1827 322 343,'-3'-8'580,"-2"0"58,-3-2 65,-1 2 72,-1-1-231,2 2-109,-2-1-42,0 3-20,1 0-33,0 0-54,-1 3-54,1 1-69,-1 1-51,-1 2-35,0 1-26,-2 2-18,1 2-7,-1 3-3,-1 0 3,0 2 2,2 1-1,0 1-3,2 0-2,0-1-5,3 1-6,2-1-7,2 0-2,3-1 1,3-1-1,1 0-2,2-2 0,2 0 3,2-3-2,2-1-3,2-2-4,0-1-9,2-3-4,-1-2-6,0-1-4,0-3 2,-1 0 5,-3-2 8,-1-1 3,0 0 8,-3-1 5,-2-1 9,0 1 20,-2 0 21,-1 0 19,-1 0 13,1 2 9,-2 1 7,0 0-8,0 2-8,0 2-10,0 0-8,0 1-10,0 0-11,-1 1-14,1 2-11,0 0-10,0 0-5,0 1-4,1 1-1,1 2 1,-1 2-1,1 1 3,-2 3 1,3 2 2,1 2-2,-1 3 1,1 2-1,0 4 0,-1 2-3,1 3 1,1 2 2,-3 1-3,4 2 0,-2 0 0,2-2 1,-2 0-2,0-3 0,0-1 3,-1-2 1,1-1-1,-3-3 2,0-1 1,-2-2-1,0-3 0,-3-2 2,1-2-1,-5 0-2,0-3 1,-2-2 1,1-2 1,-2-2 0,-1-2 1,1-2-1,-1-2-1,1-4-1,-2-2-3,3-3-5,3-3-15,0-3-22,5-4-29,2-2-53,5-2-94,3-3-161,4-1-177,2-1-177,1 1-179,2 0-85,-2 2 21,2 1 127,-1 1 170,0 2 187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3:02.79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201 181 103,'0'0'129,"1"1"-9,0-1-16,-1 2-19,1-2-12,0 1-5,1 0-2,-1-1-1,0 1 4,0-1 9,1 1 8,0 1 10,-1-1 12,1 1 16,-1-2 14,-1 1 14,1-1 13,-1 1 15,1 0 10,0-1 14,2 0 16,-2 0 16,0-2 20,1-1 23,-1 0 21,1 1 5,0-3-2,0-2-7,0 0-8,0-1-17,0-2-21,-1 0-17,2-2-17,-3 0-22,0 0-30,0 0-34,-3 0-22,1 0-21,-1 1-14,-1 2-12,0-1-11,-1 2-10,-1 1-11,2 1-8,-3 1-7,-1 1-8,0 0-4,-1 2-4,-1 1-2,-1 1-3,0 2-2,0 3 2,-1-1-1,-2 2 1,0 3 2,1 1 0,0 0 0,0 1 1,1 1 2,2 1 1,0-1 1,2 0 0,1 0-2,2-2-1,1 2 1,1-4 1,2 1-2,1 1 5,1-2 5,2 1 1,1-2-1,1 2-2,2-2-2,1 1 1,2-1-1,0-1-1,2 0 1,1 0 0,-1 1 0,1-2-3,1 2 0,1-2-4,-3 2 4,1-1-3,1 0 1,-3 1 1,0 0 1,1 0 4,-1 0-5,-1 1 4,1 0-3,-2 1 2,0-1-1,0 0 0,-2 1-1,-1 0-3,0 0 3,-3 1 0,1-1 1,-3 0 0,-1 0 2,-1 2 0,-3-1 1,1 0-2,-3 0 2,1 2-2,-2-2 0,-3 0 5,0 1-1,0-2-2,-1 0-2,0-1 2,1-2 1,0 0-1,0-2 1,0-1 5,0-1 1,0-2 0,0-2 2,0-2-1,0-2 1,0-1-2,0-2-4,2-2-2,1 0-1,1-2 0,0-2-4,3 0 1,3 0 0,0-2 2,1-1-3,5 0 0,0 0-3,3 1-3,2-2-3,2 2-8,1 0-13,3 0-28,2 2-43,-1 0-76,1 0-114,-1 2-132,1 1-113,-1 2-89,-1 0-60,0 5-18,-2 0 34,-1 1 19,-2 3 58,0 1 81,0 2 87,-1 1 85</inkml:trace>
  <inkml:trace contextRef="#ctx0" brushRef="#br0" timeOffset="795">509 310 45,'2'4'263,"-1"-2"25,0 0 23,2 0-60,-1 0-64,1-2-39,1 2-18,-1-1-12,1 0-11,0 0-6,0 1-9,0-1-5,0 1-1,-1 0 4,1 0 2,-2 0 0,-1 0 3,0 1 0,0-1 3,0 0 7,0 0 16,-1 0 21,0-1 31,-1-1 37,0 1 33,1-1 27,-2 0 9,1 0-1,0 0-22,0-1-30,-2 1-36,1-2-40,0 0-31,2 0-33,-2 0-26,0-2-20,1 1-14,-1 0-12,2 0-8,0-2-2,0 1-3,2 0-8,-1 0-19,1 0-66,0 1-113,-2 1-132,0-1-133,2 1-120,-1 2-107,0 0-82,2 1 37,-1 1 89,1 2 113,-1-3 115</inkml:trace>
  <inkml:trace contextRef="#ctx0" brushRef="#br0" timeOffset="1159">880 235 224,'1'-3'492,"0"-5"76,-2 1 83,0 0 97,0 0-167,0 2-72,1-2-19,0 2-22,-1 0-45,1 1-66,0 1-66,0 1-63,0 1-56,0 0-41,0 1-31,0 0-23,0 0-16,-2 0-9,1 2-4,1-2-6,-1 2-2,0 0-5,1 0 0,0 2-2,1 1-1,0 1-4,2 2-1,-2 1 0,-1 3-4,1 1-3,1 2-4,-2 0-4,1 1-3,0 2-1,-1 0-1,0 2-2,0-2-2,0 3 0,0 0-3,0-2-1,0 3-4,1-3-3,0 0-5,-1 0 0,2-1-11,-1-3-30,0 0-53,0-2-105,0-1-175,1-3-180,-1-3-172,2-1-167,0-2-80,1-3 35,0-1 140,2-5 163,2-1 173</inkml:trace>
  <inkml:trace contextRef="#ctx0" brushRef="#br0" timeOffset="1519">1188 243 133,'1'-11'481,"-4"2"82,1 0 92,-1-1 109,0 4-108,1-1-116,0 3-69,0 1-63,1 0-80,-1 2-98,1 0-77,-1 2-56,2 1-31,0 2-14,2 0-6,-1 4-5,0-1-6,0 4-2,1 0-5,-1 0-2,0 1-2,0 0 4,1 2 5,-1-1 4,0-1 1,1 1 1,-1-1-7,0-1-8,0 0-9,2-3-6,-2 2-4,1-4 2,0 0 7,-1-1 6,1-1 3,2-1 7,-1-1 9,2 0 2,-1-2 1,2 0-2,0-2-1,2 1-5,0-1-5,0 0-4,0 0-6,2 1-2,0-1-2,-1 1-1,2-1-1,-1 1-2,-1 1 4,2 0-1,-1 0-1,-1 2 1,1 0 0,-1 1 1,0 1-2,1 0 0,-1 0-1,1 2 2,-2 0 0,0 0 2,-2 2-1,1-2 0,-3 3 2,1-2-3,-2 1 3,-1 1 1,-1-1 0,-1 1-1,-1-1 1,-2 1-1,-3-2-2,1 3-2,-4-2 0,0 3-2,-1-3-3,-2 2-1,0 0 0,-2-1-5,1 0-1,0 0-1,0-2 0,0 0-4,2-1-5,1-3 0,1 1-12,0-3-28,0 0-58,0-2-122,3-3-177,-2-1-173,2-4-143,0-2-112,-1-2-107,2-1 37,-1-3 136,0 0 149,0-1 142</inkml:trace>
  <inkml:trace contextRef="#ctx0" brushRef="#br0" timeOffset="2022">38 330 133,'1085'-12'368,"-1090"1"62,0-1 55,1 2-11,0 2-82,2 1-34,1 0-18,1 2-12,0 0-9,1 1-9,3 2-2,1-1 2,1 0-4,0 1 3,3 0-14,2-1-21,0 1-34,4-1-42,0-1-42,3 0-46,1 0-31,1-2-23,2 0-21,-1 0-9,0-2-7,1 3-6,-1-1-6,-1 0-7,-1 1 4,-2 0-8,0 0-5,-4 3-3,0-2-10,-2 1-46,-4 1-97,1 1-152,-1-1-159,-2 0-149,1 0-144,-4 1-137,1 0-2,-1 0 100,-2 1 135,0 0 139</inkml:trace>
  <inkml:trace contextRef="#ctx0" brushRef="#br0" timeOffset="2443">1879 411 77,'-2'-5'401,"0"0"73,-1 1 64,1-2 63,-1 1-102,0 1-34,2-2-19,-1 1-5,0 1-1,1 1-13,1-1-34,-1 2-50,0 1-43,1 0-49,-1 0-48,0 1-44,1 0-37,-1 1-28,1 0-17,0 0-13,-1 1-9,1 2-6,0 0-9,0 3-6,0 1-5,1 3-6,-1 2-8,0 3-4,1 2-3,-1 3-2,1 2 0,-1 1-1,-1 2 1,1 1-4,-1 0-3,1-1-4,0 0-3,0 0-6,0-3-6,1-1-16,-1-3-29,1-2-49,0-3-82,1-2-127,-1-4-148,1-3-133,-1-3-116,-1-2-85,-1-3-66,-2-3 47,1-2 108,-1-3 126,1-2 135</inkml:trace>
  <inkml:trace contextRef="#ctx0" brushRef="#br0" timeOffset="2732">1804 552 313,'-6'-22'377,"2"-1"55,2 3 25,-1-1-85,3 1-57,0 1-28,4 2-25,-1-1-15,3 1-11,2 1 8,1 1 8,3 2 8,-1 0 3,2 2-11,2-1-12,0 4-27,2-1-34,-2 4-25,2 0-29,1 2-23,-1 1-25,1 2-18,-2 1-10,-1 1-18,-1 3-6,-1 0-4,-2 0 1,-2 4-2,0-1-1,-4 1 4,1 1 2,-3 0 1,-3 0 0,-1 2 3,-2-1-1,-4 1-2,-2 0 4,-2 1-9,-2-1-2,-3 1-6,0-1-3,-2 0-3,0-1-14,0 1 5,-1-2-1,1-2-4,1 1-6,1-3-40,2 0-91,3-2-154,1-3-167,2-2-163,3-3-167,2-1-100,3 0 20,3-3 117,1 0 144,4-2 158</inkml:trace>
  <inkml:trace contextRef="#ctx0" brushRef="#br0" timeOffset="3076">2134 338 379,'4'0'497,"0"-1"41,-2 1 28,0 0-71,0 0-172,0 1-104,1 2-57,-1 1-21,2 2 1,1-1-10,-1 5-5,1-1-7,0 3 11,0 0 5,-1 2-10,1 0-11,-1 1-8,-2 0 13,3-3-14,-3 1-5,0-2 1,0-1 1,-1 0 1,2-4-7,-3 0 10,0 0 13,0-3 18,1-1 23,-1 0 15,0-1-1,0-2-15,0-1-26,0-2-26,0 0-29,0-3-20,0-1-16,1-3-13,1-1-2,0-1-8,3-1 1,-1-2 1,2 0 2,0 0 3,1 0 1,2 1 3,-1 0 1,1 1 0,0 0-3,-2 3-2,2 1 0,0 0-5,0 3-6,-1 1-4,1 1-2,-1 3-5,1 0-1,1 1 3,1 2-3,1 1-1,-1 2-2,1 2 0,-1 1 3,0 1-4,0 2-1,0 1 2,-1 1-1,-1 1 2,1 1-2,-3 0 1,0 1 0,-2 0 0,0-3 2,-1 1-2,-1-3 0,-1-1-1,0-2 1,0-1 2,0-2-2,-1 0 1,0-2 1,-1-1 1,0 0 1,0-2-3,-2 0-1,1-2 2,-1-1-1,1-2-1,-1 0-1,1-3 0,1-1 0,0 1-4,0-3 1,2 0 1,1 1 1,2-2 1,2 0-2,0 2 4,2-2-2,3 2 0,-1 0-3,0 1 1,1 2 1,1 1-2,-1 1 3,-1 2-2,0 1 1,0 1 0,0 3-1,-1 1 0,0 2 1,0 2 1,-3 1 1,2 2-2,-5 1 1,1 2-5,-4 1-11,-2 2-34,-4 1-71,1 2-166,-6 0-226,0 0-229,-3 0-230,-2-1-95,-2 1 4,-2-2 131,-1 0 206,-5-2 225</inkml:trace>
  <inkml:trace contextRef="#ctx0" brushRef="#br0" timeOffset="4491">581 367 228,'-1'-1'330,"-1"0"47,2 1-8,0-1-42,0 0-47,-1 1-38,1-1-23,-1 1-15,1 0-7,0 0 6,0 0 19,0 0 24,-2 0 33,1 0 28,1 0 30,0 1 22,-1-1 9,0 1-16,0 0-29,0 0-29,0 0-41,-1-1-43,-1 2-35,2-1-22,-1 0-14,0 0-14,1 1-9,-1-1-8,-1 1-10,1-1-11,0 0-8,0 1-7,-1-1-13,1-1-9,0 0-11,0 0-6,0 0-7,0 0-1,0 0-3,0 0-2,0-1 1,0 0-3,0 0-4,1 0-5,-1 1-6,2-1-3,-1 1-8,1-2-26,0 1-47,0 0-71,1 1-114,-1 0-234,2 0-274,-1 2-269,1 1-109,-2 1-12,0 3 71,-2-2 212,0-1 269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8:58.78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27 0 23,'-2'1'210,"0"0"20,1-1-16,1 1-43,-1-1-36,0 2-25,-1-1-15,2 0-10,-1 0-7,0-1-7,1 1-6,-1 0-3,0 1-2,1-1 2,0 0 3,0 0 5,0 1 11,-1-1 12,0 1 13,1-1 11,-1 0 4,1 0 4,-1 0-6,0 0-7,-1 0-13,2 0-15,0 1-12,-1-1-12,0 0-13,1-1-9,-1 1-7,0-1-4,1 2 6,-1-1 9,1 0 20,-1 1 25,1-2 26,0 1 20,-1 0 14,1 0 13,0-1 3,0 1 1,0 0 2,0-1-2,0 1-11,0-1-10,0 1-13,0 0-9,0-1-3,1 1 7,2 1 4,0 0 3,2-1 8,0 0-3,1 2-13,3 0-19,0-1-13,1 1-11,0-1-12,1 0-9,1 0-10,2 1-7,2-1-2,0 0-7,1 0-5,1 0-7,-1 0-1,2-2-7,-3 2-2,1 0-3,0-1-3,0 1-3,0 0-2,2-1-1,-1 1 3,-1 0 0,3-1 2,0 0 1,2 1 1,0-1 0,0 1-1,2-1-2,1 0 2,-1 0 0,3 1 0,-2-1 0,2-1-3,-1 1 0,0 0-2,0 0 0,-2-1-1,1 0-2,-3 1 2,0-1 1,-3 1 1,-1 0 2,-3-1-1,0 1 0,-2 0 0,-1-1-2,-3 1 0,-1-1-2,-2 1-1,-1-1 0,0 0 1,-1 0-1,-2-1-1,2 1-2,-2-1-2,0 0-4,-1 0-12,0-1-38,0 1-66,0 1-116,-2-2-149,0 1-147,-1 1-129,-4 0-88,0 2-69,-1 0 1,-1 1 88,1 0 119,-2 0 122,1 0 117</inkml:trace>
  <inkml:trace contextRef="#ctx0" brushRef="#br0" timeOffset="1896">1140 992 31,'0'-2'255,"-2"1"37,2 0 20,-2 0-38,1-1-43,0 1-26,1 0-15,-2 1-9,2-2 2,-1 2 9,1-1 21,-1 1 36,0-1 59,1 0 60,-2 1 53,1-1 41,0 0 11,-2 1-20,2-1-50,-1 1-66,0-1-72,1 0-66,-1 0-47,-1-1-38,1 1-23,0 0-17,1 1-12,-1 0-10,0 0-11,2-1-5,0 1-5,-1 0-6,1 0-3,0 0 0,0 0 0,0 0-3,1 0-1,4-1 0,2 1-1,3-2 1,4 1 2,4-2 3,3 0 1,2-1 0,3 1 1,2-1-3,2 0-2,1 0-3,2 1-1,1-1-3,1 1-4,3 0-2,-1 1-1,2 1-1,0-1-2,0 1-1,-2 0 1,-1 1 1,-1 1-4,-4 0 0,-2-1 0,-1 1 0,-3 0 0,-2-1-1,-2 1 2,-1-1-1,-2 0 1,-1 0 1,-4 0 1,0 0-1,-1 0 0,-5 0-2,1-1 0,-2 1-1,-1-1-1,0 0-5,-2 1-10,-1-2-22,0 1-36,0-1-53,-1 1-91,1-1-188,-2 0-215,0 0-202,-2-2-186,-1 1-64,-1 0 30,-2 0 158,-2 1 208,-1 0 215</inkml:trace>
  <inkml:trace contextRef="#ctx0" brushRef="#br0" timeOffset="16598">2675 347 198,'-1'1'256,"1"0"4,-1-1-25,0 0-35,1 1-27,-1-1-23,0 1-17,1-1-12,-2 1-8,1-1-4,1 0-2,-1 1-1,0-1 1,1 0 1,-1 1-1,0 0-2,1 0 2,-1-1 4,1 1 3,0-1 4,-1 0 3,1 0-1,-1 0 3,-1 1 1,2-1-3,0 1 5,0 0 15,0-1 5,0 0 2,3 0-2,-2-1-1,3 0-2,3 0-10,1-1-1,2 0-14,0-2-10,2 0-9,0 0-20,0-1-21,2 0-15,-1 0-9,-1 0-7,0-1-10,1 1-2,-1 1-1,0-1 1,-2-1 4,-1 3 5,1-1 4,-3 0 2,0 1 2,-1 0 3,-1 0 0,1 0 0,-2 1 4,0 0 6,0 0 4,0 0 5,-1 1 4,1-2 6,0 0 0,-1 1-2,-1 0-2,0 0-5,1 0-4,-1 1-5,-1 0-6,1 0-3,-2 0-7,1 0-4,0 0-1,-1 0-6,0 1-3,0-1-4,0 1-6,0 0 1,0 0 0,0 0 1,0 1-1,0-1 0,0 1 3,0 0-3,0 0-1,0-1-1,0 1 6,0 0-7,0-1 1,-1 1-4,2-1-1,1 2-1,0 0-8,3 2 4,3 0-1,-1 1 4,2 1 2,3 1 1,-1 1 1,2 1-3,2 1-1,1 0-8,2 1-44,0 0-85,-1-1-154,-2-1-177,2-1-188,-4-1-198,0 2-108,-3 0 3,-3 0 113,-1 0 156,-2-1 180</inkml:trace>
  <inkml:trace contextRef="#ctx0" brushRef="#br0" timeOffset="18011">413 1177 98,'-1'0'238,"1"0"22,0 0-26,0 0-38,-2 0-38,2 0-30,-1 0-22,1 0-13,0 0-8,0 0 2,0 0 5,0 0 9,-1 1 11,0-1 12,1 1 11,-1 0 10,0-1 8,1 1 4,-1-1 4,0 1 7,1 0 7,-1-1 2,1 0 1,-1 0-5,-1 0-7,2 0-19,0 0-22,0-1-20,0 0-22,0 1-12,2-1-17,0 1-4,0-2-10,2 1-9,-1-2 0,3 0-5,1 0 0,1-2-4,1 1 2,2-3 4,0 2 4,0-3 3,1 2 3,-1-1-2,0-1 2,1 2-2,-1-1-5,-1 1-4,-2 0-2,1 1 1,-2-1-3,0 1 2,-3 2-1,1 1-3,-2-1 0,-1 1-2,1 0 3,-1 1 0,-1 0 4,1 0 4,-1 0 4,0 0 4,-1 1 7,1-1 2,-1 1 4,1-1 1,-1 1 2,1 0-2,-1-1 1,0 0-2,2 1-3,-1-1-2,-1 1-5,1-1-2,-1 0-6,1 0-4,-1 0 0,1 0 5,0-1-1,-1 2 0,0-1 0,0 0 1,0 1-3,0 0-2,0 0-1,-1 0-1,1 0-2,0 0-3,0 1-3,0 0-5,0-1-2,0 0-3,-1 1 2,1 0-2,0-1-1,0 0 1,0 1 0,0-1 1,0 1-3,1 0 1,0-1-1,0 2 1,3-1 4,0 1 0,1-1 0,2 2 1,3 0 3,1 1 7,0 0-5,3 0-4,-1 2 0,2-1-3,0 1-3,2 1-10,-1-2-3,1 2 1,-1 0 0,-1 1-1,-2-1-11,1 3-25,-2-1-50,-1 1-133,-1 1-190,-1-1-209,-1 0-239,-5 3-119,0-1-23,-1-1 93,-5-1 167,1-1 198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8:55.5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782 3 98,'-1'-1'157,"0"1"-26,1-1-26,0 1-26,0-1-23,0 1-17,0 0-14,0 0-6,0 0-1,0 0 2,0 0 5,0 0 8,-1 0 11,1 0 14,0 0 12,0 0 12,-1 1 10,1-1 3,-1 0 0,0 1-6,1-1-7,0 0-7,0 1-5,0 0-3,0-1 1,-1 1 3,1 0 4,-2-1 1,2 1 2,0-1 2,0 0 0,0 1 0,0-1 3,0 0-4,0 1 3,-1-1 5,1 1 4,-1 0 3,1 0 0,0 0 9,-1-1 1,1 1 1,-1-1 5,1 1 2,-1 0 5,1-1 7,-1 1 8,1-1 14,0 0 12,0 0 19,0 0 12,-1 0 6,0 1 1,1-1-6,0 1-7,-2-1-13,1 1-10,1-1-16,-1 1-13,1-1-17,-1 0-22,0 1-15,1-1-18,-1 0-10,1 1-12,0-1-4,-1 1-1,0-1-9,1 1-4,-1-1-2,-1 1-4,2-1-2,-1 0-4,1 1 6,0-1 6,-1 1 0,0-1 4,1 0 3,0 0-1,-1 0 0,1 0-2,0 0 1,-1 0-3,1 0-1,-1 0-2,0 0-5,1 0-2,-1 0-3,-1 0-2,1 0-3,0-1-1,0 1 4,0 0-3,-1-1-2,1 1-4,0 0 2,1-1 1,-2 1-6,1 0 4,0-1 0,1 1 5,-1 0-1,0 0-1,1 0 2,-1 0-2,1 0 3,0 0-2,-1 0-1,1 0-1,0 0 3,0 1-2,0-1-2,0 0-1,0 0 1,0 0-2,0 1-2,1-1 1,-1 0 2,1 0 2,1 0 1,2 0-1,0 0 0,3 0 2,2 0 1,2 0-2,1 0-1,3 0 3,2 0 1,2 0 0,1-1-1,1 1 0,2-1-1,0 0-1,-1 0-1,0 1-1,-1-1 1,-1 0-1,-2 0 0,-1 1 3,-4 0-1,-1 0 1,-1 0-1,-4 0 1,1-1-3,-4 1-9,2-1-20,-3 0-58,-1 1-130,-3-1-192,-2 1-213,-5 1-223,-1 2-144,-2 0-30,-1 0 84,-2-1 168,1 0 201</inkml:trace>
  <inkml:trace contextRef="#ctx0" brushRef="#br0" timeOffset="1304">55 748 78,'-2'2'106,"0"-1"-8,0 0-10,0 1-10,0-1-8,0-1-5,-1 1-2,1 0-5,1 0-3,-2-1 2,1 2 7,-1-1 6,1-1 9,0 1 9,1 0 7,0-1 2,-1 1 0,0-1 2,0 1 7,0-1 12,1 0 17,0 1 17,0-1 13,-2 0 10,2 1 8,1 0 4,-1-1 6,0 1 5,0-1 5,0 1 1,0 0-3,1-1-3,-1 1-3,-1-1 3,2 0 1,0 1 0,0-1-2,0 1-6,0 0-16,0 0-19,0-1-20,0 1-15,2 0-15,0-1-5,2 0 1,2-1-7,3 0 0,2 0-2,4-1-1,2 1-11,3-2-14,3 0-11,2 0-14,-1-2-14,3 3-9,-1-1-8,1 1-7,-1 0-1,0 0 0,-2 1-2,-2-1-1,-3 2 1,0-1 1,-4 0 1,-2 1-6,-1 0 3,-2 0 2,-4 0-1,1-1-3,-2 0-2,-1 1-3,-1-1-17,-1 1-37,-2 0-92,-2 0-169,-3 1-188,-4 2-198,-1 1-207,-3 2-81,-1-1 29,2 1 139,0-1 174,0-2 194</inkml:trace>
  <inkml:trace contextRef="#ctx0" brushRef="#br0" timeOffset="12402">416 223 122,'0'0'125,"0"0"2,-1 0-5,1 0-11,0-1-15,0 1-16,0-1-12,0 1-13,0 0-9,0 0-7,0 0-2,0 0-2,0 0-2,0 0 0,-1 0 0,0 0 2,1 0-3,0 0-2,0 0-2,0 0-3,0 0 1,-1 0-1,1 0 0,-1 0 1,0 0 0,1 0 1,-1 0 0,0 0-1,1 0 2,0 0 0,0 0 0,-1 0 0,0 0-1,1 0 1,-1 0 0,0 0 3,1 0 1,0 1 1,-2-1-1,2 0 0,0 0-3,-1 0-3,1 0-5,-1 1-2,1 0-1,-1-1-4,0 1 0,1 0 0,0-1-1,-1 1-3,1-1 1,-1 1-1,0 0 0,1-1 3,-1 1 4,-1 0 2,1 0 2,1-1 4,-2 1 1,2 0 1,-1-1-1,0 1-1,1 0 0,-1 1-3,0-1 0,0 0-1,0 0-1,0 1-3,1-2 2,-1 1-3,0-1-4,1 1-2,0 0 1,0-1 2,0 1 4,-1-1 10,1 0 11,-1 0 10,1 0 9,0 0 6,0 0 1,0 1 3,0-1 3,0 1-1,1-1-1,0-1-4,-1 1 2,0-1-2,1 1-1,0 0 4,-1-1 7,1 1 5,0-2 9,0 2 6,0-1 5,0 0-1,0 0-2,0 1-7,-1 0-10,0 0-14,0 0-15,0 0-11,0 0-12,0 0-4,0 0-9,0 0-7,0 0-2,0 0-3,0 1-2,0 0-2,0-1-2,-1 1 6,0-1-1,1 1-1,-1 0 0,1-1-1,-1 1 1,1-1 0,0 0-1,0 1-1,0-1 3,0 0 5,0 0-4,0 0 3,0 0 0,0 0-1,1-1 2,0 1 1,-1 0 6,1-1 4,0 1 8,1-2 3,-1 1 1,2 0 5,-1 0 0,-1-1-5,1 0-4,2-1-1,-2 1-2,1 0-5,0-1-4,-1 0-1,1 0-3,0-1-4,2 1 4,-2-1-1,1 0-1,0 0-3,0 2 3,-1-3 1,-1 2-4,1 0-3,-1 1 0,0 0 0,1 0-1,-2 0-2,0 0 1,0 1-2,0-1 3,0 1 0,-1 0 1,1 0 3,0 0-1,2 0 0,-2-1-2,0 0 1,1 0 0,0 0-4,0 0-1,0-1 1,0 2 2,-1-1-2,1 0-1,-1 0 3,2 0 0,-2 0-1,0 1-2,1-1 1,-1 0 3,2-1 0,0 1-1,0-1 0,1-1 4,-1 1-5,0 1 1,0-3-3,2 2 2,-3 0 3,0 1 1,0 0 3,2-1-6,-2 0 1,0 1 0,0 0 1,-1 0 5,0 1-4,1 0 0,-1 0 0,-1 0-3,1 1 0,0-1-9,-1 1 5,1 0 1,-1 0 3,0 0 2,1 0 0,-1 0-2,0 0 0,0 0 0,0 0 0,0 0-2,0 1 0,0-1-2,0 1 3,0 0-1,0 0-1,0-1 0,-1 1-1,0 1 2,1-1-3,0 0-2,1 0 4,0 2 0,2-1 2,-1 1 1,0 0-3,1 1 3,2 0-2,-1 1 2,2-1 0,-1 2 0,2-1 4,0 1-8,0 1 0,0-1 2,2 2 0,-2-1 1,0 2 1,0-2 5,0 3-1,-1-3-2,1 2-13,0 0-73,-2-1-108,2 1-116,-5-1-137,3 1-194,-4 0-101,-2 0 16,-1 0 76,-1-2 100,1-1 128</inkml:trace>
  <inkml:trace contextRef="#ctx0" brushRef="#br0" timeOffset="16048">10 1054 99,'0'1'154,"0"-1"-8,-1 1-15,1-1-16,0 0-14,0 0-11,0 0-7,-1 1-6,1-1-2,0 0 2,0 0 3,0 0 3,0 0 1,0 0 5,0 0 2,1 0 4,-1 0 2,1 0 3,-1 0 2,2 0 2,-2 0-1,1 0-4,-1 0-3,1-1-7,-1 1-5,0 0-7,0-1-4,0 1-4,1 0-6,-1 0-4,1 0-4,0 0-6,-1 0-7,0 0-7,0 0-5,0 0 0,0 0-6,0 0-7,0 0-1,0 1-3,0-1 1,0 1-2,0-1 4,0 0 3,0 1 3,0-1-1,0 0-1,0 0-1,0 0-5,0 0-1,0 0-2,0 0 0,0 0-3,0 1 0,0-1-1,0 0 0,0 0-2,0 0-1,1-1 1,0 1-1,-1-1 6,2 1 9,-2 0 9,2-1 10,-2 0 8,1 0 10,1 0 3,0 0 0,2 0-2,-2-1-7,2-1 2,-2 1-5,2 0 0,0-2-5,1 0-3,-2 0 4,4 0-7,-2 0-2,1-1-3,-1 0-2,1 0-6,-1-1-3,1 2 4,0 0-2,-1-1-2,-1 0 2,1 2 2,-1-1 0,1-1-4,-2 1 2,2 0 0,-2 0 4,0 0 4,1 1 0,-2 0 1,1-1 6,-1 1-7,2-1-5,-1 2-10,-2-1-3,0 0-2,1 0-10,0 1 1,-1 0-1,1 1 0,-1 0 2,0-1 0,0 1 2,1-1-2,0 0 0,0 0 2,0-1-1,0 1-2,0 0-1,0 0 4,0 0-1,-1 0 4,0 1 3,0 0 7,0 0 4,0-1 3,0 2 6,-1-1 3,2 0 3,-1 1-4,-1 0 0,0-1-4,0 1-1,0 0-2,0 0-4,1 0-1,-1 0-3,0 0 1,0 1-2,0-1-2,0 0 0,0 1-1,0 0 3,0-1-5,0 1-3,0 0 1,0-1-5,-1 0-2,1 0-2,-1 1 0,-1-1 2,1 1-1,1 0 0,0 1-1,1-1-1,2 0 1,-1 1-3,0 0 1,1-1-1,2 2 1,0 0 2,1 1-2,0 0 2,0-1-1,1 2-5,1 0-1,-2 0-4,3 1-4,-1 0 1,0 2-31,-2 1-102,2 2-127,-1 0-123,1 2-118,-2 1-144,2 2-98,1-1 36,1 0 92,1-1 108,0-2 112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28.71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20 270 21,'0'-6'406,"0"2"73,-1-1 64,0 0 67,0 3-51,1 0-48,-1-1-8,0 1-3,0 1-8,0-1-29,1 2-74,-1 0-79,-1 0-73,2 0-56,-1 0-36,0 0-27,1 1-12,0 0-8,0-1-3,0 1 0,-1-1-1,0 1 1,1-1 0,-1 1-2,1-1-2,-1 1-2,1 1-2,-1-2-4,0 1-7,1 0-8,-2-1-7,1 0-9,1 2-11,0-1-8,1 1-6,1 0-3,-1 1-6,1 0-2,1 0-2,-1 2-2,3 1-2,-1-1-1,1 3 0,-1-2 2,2 3-3,-1-2 0,0 1-1,0 0 0,-1 0 0,-1-1-3,1 0 1,0-1 0,-1 1 0,-1-1-1,2-2 1,-2 2-3,1-2 0,-1-1 1,1 1-3,-2-2 0,0 1 0,0-1 1,0-1 0,0 0 0,-1 0 3,1-1 3,0-1 0,0 0 1,1 0 1,0-1 1,1 0-8,4-2-2,3-1 0,4-4 0,7-3 0,4-4 0,5-2 0,5-3 0,3-3 0,1 0 0,1-1 0,1 3 0,-2-1 0,-1 0 0,-2 2 0,0 4 0,-5-1 0,-1 2 0,-3 2 0,-5 1 0,-1 1 0,-3 3 0,-4 0 0,-2 2 0,-2 1 0,-1 2 0,-2 0 0,0 0 0,-3 1 0,2 1 0,-2 0-118,-1 0-91,-2 0-90,-1 1-189,0 1-224,-3 2-228,-1 0-156,-2 1-44,3-1 42,-2 0 175,1-2 234,1-2 259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31.3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40 35 297,'-2'1'379,"0"-1"46,0 0 13,0 0-74,0 1-61,1-1-37,-1 1-23,1-1-3,0 0 4,0 0 12,0 0 18,1 0 18,-1 0 13,0 0 6,1 0 1,-1 0-6,1 1-17,-3-1-27,3 1-27,-2 0-34,1-1-31,0 1-36,-1 0-22,1-1-15,0 1-13,0-1-8,-1 1-9,1-1-6,0 0-6,-1 1-11,2-1-7,-1 0-8,0 1-8,1 0-6,0-1-5,2 1 0,2-1 2,3-1 6,3 0 9,3-1 8,2 0 3,2 0 6,1-1 3,3 1-1,0-2-4,2 0-3,0 1-3,4 1-5,-1-2-6,1 1-2,1-1-2,0 1-2,0 2 1,1-2-1,-1 1-3,0 1-3,1 0 3,0 0-5,-1 1-4,2 0 0,0 0-2,0 1-2,-2 0-5,1 1 2,-1 0 0,-1 0 2,0 0 7,-2 1-3,0 1 0,-2-1-3,0 0-1,-1 0 4,0 1-9,-2 0 4,1 0-1,-2-2 2,1 1-1,-1 0-1,0 0 0,-2-1 0,-1 0 0,0 0 0,-2-1 1,0 0-1,0 0 2,-2-1-2,-2 0 0,-1 1 2,1 0 0,-4-1-1,0 0-1,-1 0 1,-2 0-3,-1 0-8,0 0-10,0 0-18,-2 1-24,-2-1-34,-1 2-42,-4 0-60,-2 1-124,-4 1-202,-2 1-225,-4 0-241,-3 1-99,-3 2-9,-1-2 91,-1 1 200,1-3 238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33.5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8 133 247,'0'-7'350,"0"-2"56,0 0 46,-1-1-81,1 1-34,0 0 12,1-1 36,-1 2 32,1-1 32,0 2 18,0 1-7,1 1-33,-2 2-57,0 0-64,-2 1-66,1 1-60,1 1-46,0 0-34,0 1-23,0 2-18,0 1-10,1 1-4,1 4-6,-1 3 3,1 2-3,0 2-2,1 4-9,-1 3-4,1 1-4,-1 1-9,0 1-4,0 0-2,1 0-1,-1 0-3,-1-1-1,2 1 0,0-2-2,-1-1 0,0 0-4,0-2-3,0-2-26,-1-1-56,0-3-106,0-3-146,0-2-145,0-4-155,-2-2-129,-1-2-123,0-3-6,-2-3 87,-2-3 114,2-4 145,0-3 144</inkml:trace>
  <inkml:trace contextRef="#ctx0" brushRef="#br0" timeOffset="313">5 172 353,'-1'-16'445,"-1"1"75,1 2 83,0 1-53,1 1-82,1 1-34,0 0-13,4 2-27,-2-1-41,5 1-49,-1 1-48,4 0-44,1 0-48,1 2-41,4-1-39,1 1-30,0 1-17,3-1-17,0 0-7,-1 2-5,2 0-3,-2 1-4,0 1-20,-1 0-50,-3 2-99,0 0-123,-4 1-114,-1 1-115,-2 1-110,-4 3-114,-3 1-10,-3 2 65,-2 0 84,0 1 102,-3 0 118</inkml:trace>
  <inkml:trace contextRef="#ctx0" brushRef="#br0" timeOffset="550">128 289 385,'-8'9'452,"0"-1"61,3-4 68,-1 1-66,2 0-62,1-2-27,-1-2-16,2 1-18,1-1-38,0 0-58,1-1-68,2-1-55,1 0-44,3-2-36,3 0-29,2-2-19,2 0-14,3 1-14,0 0-9,3-1-19,0 1-52,-1 2-105,2-1-122,-1 2-108,1 0-109,0 2-104,0 1-93,-1 1-6,0 0 63,-1 4 78,1-1 95,0 0 108</inkml:trace>
  <inkml:trace contextRef="#ctx0" brushRef="#br0" timeOffset="759">626 389 33,'6'-4'394,"-2"2"74,-3-4 81,-1-1 91,-3 0-56,1-1-60,-1 0-13,-2-1-7,1 1-31,-2 0-50,0 0-78,0 1-52,0 0-60,-1 0-52,-1 3-38,0 0-31,0 1-26,0 1-17,-2 2-13,0 0-10,-1 2-7,-2 2-9,1 1-7,-2 1-8,0 3-6,1 0-2,1 2-3,1 2-3,1 0-1,1 2 2,2-1 1,1 2-3,2-1 0,2-1 0,2 0 1,2 0-1,3-2 2,0 0-3,2-2 1,3-1 2,2-1-2,1-2-3,3-1-1,-1-3 2,3-2-1,-1-2 0,1-2 0,-2-2 1,0-1-1,-2-3 2,1 0-2,-3-2 2,-1-1 0,-2-1 1,-2 0 1,-1 0 0,-1 0 2,-2-1-1,-2 2-1,-1 1 1,0 0 1,0 3 1,0 0 3,-1 3 5,0-1 4,1 3 1,-1 1 0,0 1 0,1 1-3,-1 1-4,0 0-4,1 0-3,-2 3 0,2-1-1,0 4 0,0 1-1,2 1 0,-2 2-1,2 1 0,0 1-1,0 1 1,0-1 1,3 1 0,0 1 1,1-2 0,2 1-1,-2-1-1,4-3 0,2 1-3,-1-3-4,0-2 2,3-1-2,-2-2 0,3-2-1,-1-2 1,-2-2 0,2-3 0,-2 0 4,-1-3-1,-2 0 2,-1-1-1,0-1 2,-3-1 0,0 0-2,-2-1 0,-1 1 0,-1-1 2,-1 2 1,0 1 0,-2 0 2,1 3-1,0 0 3,0 3-2,0 1-2,1 0 1,-2 2-1,2 2-2,0 0-1,0 2 1,0 1 1,2 2-1,-1 0 1,1 3 1,1 0-1,1 1 0,0 1 1,3 1 1,-2 0-6,3 0-7,-1-1-16,2 0-28,-2-1-52,2-1-89,-1 0-138,1-3-138,0 1-126,1-3-118,-1-2-114,-2-1-40,1-2 75,-1-1 109,-1-3 123,-1-1 135</inkml:trace>
  <inkml:trace contextRef="#ctx0" brushRef="#br0" timeOffset="1492">889 187 63,'-9'-12'367,"1"2"43,1 1 37,2 1 22,0 3-182,3 0-102,1 1-57,2 1-41,1 0-33,2 3-22,-1 2-13,2 1-6,-2 0 2,0 0-4,1 1-1,-3 0 3,0 0 8,-1 0 10,-1-1 12,0-1 29,-2 2 21,-1-2 23,-2 1 20,1-1 16,-2-1 12,0 0 10,-1-1-1,1-1-7,-1 0-14,3-1-12,-2-2-22,1-1-30,3 1-21,0-2-16,-1-1-18,3 0-18,1-1-15,1 3-39,0-2-69,2 1-80,-1 2-86,1 0-87,1 3-94,0 1-96,-1 1-51,0 3 15,-1 2 54,1 0 74,-1 2 90</inkml:trace>
  <inkml:trace contextRef="#ctx0" brushRef="#br0" timeOffset="1814">962 381 70,'-1'8'398,"1"-1"42,-2-2 21,2-1 14,-1 0-174,1 0-129,1 2-70,1 1-40,2 0-16,0 3-10,1 0-9,2 1-6,-1 1-1,-1 0 2,0-1 8,-2 0 15,1-2 20,-2 0 27,1-2 33,-1-2 50,-1 0 65,-1-2 56,0-1 44,0-1 26,0 0-2,-1-2-29,-2-1-59,-1 0-64,1-2-58,-1-3-44,0 0-34,1-3-24,0 0-12,-1-2-10,3-1-12,1-1-4,0-1-1,1 0-1,4 1 1,-1 0-1,2 0 5,0 1 3,2 2 0,2 1 2,0 1 3,1 0 1,1 2-3,-1 2-4,3 1-2,-2 1-5,1 3-2,1 1-2,-1 2 3,0 3 2,0 0-2,-2 3 1,-1 3-2,0 2 0,-3 1-4,1 2-2,-3 1-4,-1 0-11,-1 1-24,0-1-51,-1-1-91,-1-1-144,-1-2-139,2-2-131,-1-2-124,0 0-123,1-3-15,0-2 86,0-3 114,0-4 126,3-2 139</inkml:trace>
  <inkml:trace contextRef="#ctx0" brushRef="#br0" timeOffset="2223">1387 338 106,'4'-14'468,"-2"2"96,-1 2 105,0-1 113,-1 1-102,0 2-98,0 1-60,0 1-60,0 2-82,0 0-95,0 2-74,1 1-46,0 1-38,2 0-23,-1 2-9,0 1 2,3 2 0,-2 0-5,1 3-5,0 0-3,-1 3-8,1 1-12,-1 1-13,-1 3-11,0 1-7,0 2-9,1 1-7,-1 1-3,-1 0-1,2 0-4,-1 0-8,1-2-1,0 0 0,3-2-1,-2-1 1,3-2 0,0-1 3,1-2 0,1-2 0,2-2 2,1-2-5,2-2 0,1-3-1,2-2-4,0-1-7,-1-3-18,0 1-17,-1-2-40,-2-1-63,-3 0-111,-3 0-153,0-1-153,-3-1-141,-1 1-122,-4-1-87,-1 3 32,-3-1 118,-1 1 147,-3 0 147</inkml:trace>
  <inkml:trace contextRef="#ctx0" brushRef="#br0" timeOffset="2548">1465 456 117,'-15'-3'444,"1"-1"88,1 0 98,3 1 112,1 0-127,2 0-82,1 1-70,2-1-68,4 0-84,3 1-93,2-1-67,3-2-42,3 1-25,2-1-16,1 0-15,1 0-15,2 1-14,1-1-15,-2 0-53,0 2-138,-2-1-168,0-1-203,-4 1-210,-4 1-108,1 0-10,-4-2 104,-2 0 151,-2 0 192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40.57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159 85 168,'1'0'173,"-1"-1"0,1 1 5,0-1 5,0 1 4,0-1 2,1 1 2,-2 0 3,1-1 0,0 0 3,-1 0 4,2-2 9,-2 1 12,1-1 19,0 0 31,-1 0 40,0 0 35,0-2 26,-1 2 7,0 0-10,-1-1-33,0 0-47,-1 1-51,0-1-50,0 1-41,-2 0-34,2-1-23,-2 2-19,1 0-12,0 1-11,-2-1-8,2 2-7,-3 1-5,1 1-6,-1 0-4,-1 2-5,-1 1-3,0-1-3,0 4-2,0-1-1,0 2-3,0 0-1,2 3-1,-2-1 2,2 2-2,-1 1 0,3 1 1,1 1-3,2 0 2,0 0 0,3 0 2,2-1-1,1 0-1,4-3 2,-1 0 0,4-2-5,3-1-2,2-4-2,3-1-13,2-2-23,3-4-70,2-2-113,2-1-136,0-4-137,1 1-111,-1-3-82,-1 1-29,1-1 7,-1 1 18,-2-1 76,0 1 92,-1-1 86,-2 2 90</inkml:trace>
  <inkml:trace contextRef="#ctx0" brushRef="#br0" timeOffset="375">603 81 224,'5'-8'379,"-4"2"65,1-2 62,-2 1-63,-2 1-65,1-2-30,-2 3-12,0-2-6,-1 3-5,-1-2-6,0 2 1,-2 0-11,1 2-28,-3 0-38,1-1-37,-2 3-23,-3 0-24,2 2-23,-1 1-17,-1 0-14,-3 4-13,2 0-19,-2 3-25,1 1-15,0 0-8,2 2-5,1 1-6,2 0-4,1 0-2,2 1-1,3-1-1,0-2-3,3 1 1,1 0-2,5-2 1,-1 2-3,4-3 0,2-2 0,1 1-1,2-4 1,2 0-1,1-3 1,1-1 1,2-3-2,0-1-1,-1-2 0,-1-3 5,1 0-1,-1-3-2,-1 0 1,-2-1 0,-1-1 1,-2 0-1,-1-1 1,-3 0-2,-2 2 3,-1 0 3,-2 0 6,-1 2 6,-2 0 8,0 2 12,-1 0 6,-1 3 9,0 0-1,1 1-1,-1 1-6,0 2-9,0 1-10,-1 1-9,-1 4-8,2 0-4,-2 2-5,1 4 2,1-1 0,1 3-1,1 0 0,2 1 0,2 0-1,1 0 1,4 0 0,0 0-1,2-2 1,3-1-3,1-1-4,1-1-11,1-3-14,2-1-8,1-1-10,0-4-5,1-1 2,-2-3 5,0-1 12,-3 0 7,0-4 7,-4 1 7,0-2 5,-3-1 4,-2 0 5,-1 0-1,-1-1 2,-1 2 0,-1 1 4,-1 1 6,-1 1 7,0 0 8,0 3 4,0 0 5,-1 2-3,1 0-6,-2 2-6,2 1-7,0 3-6,0 1-2,0 4-3,2 1 1,-1 2-1,0 2 0,0 2-1,0 0 0,2 0 4,0-2-3,0 1 1,-1-2-1,1 0 0,-1-2-1,0-2-3,0-1 1,-1-3 1,0 0 0,1-1 0,-2-2 0,0-1 5,0-3 0,-2-1-1,0-2 0,0-1-2,-1-2-1,-1-1-1,0-2 0,-1-1 0,2-1 0,0 0 0,-1 0-2,2-2 1,2 1-1,0 1 1,2 0-1,3-1 2,-2 3 1,4 0 0,1 2 0,1-1-3,1 3 1,2-1-2,1 3 1,0 2 0,-1 1 6,2 2 2,-1 2-4,0 1-1,0 2-1,0 2 1,-3 0-8,0 4 1,-1 0 0,-3 2-9,1 1-22,-4 2-42,1 0-85,-2 1-158,-2 1-176,0-2-185,0 1-205,0-1-85,0 0 17,0-4 122,2 0 160,0-6 187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41.86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35 98 350,'-2'-15'608,"-1"0"81,-2 0 83,0 2 94,0 2-219,1 1-151,1 3-92,1 2-69,1 0-77,0 3-88,2 2-71,1 3-38,1 2-18,1 3-5,1 1 3,-1 4 4,0 0 2,2 4-3,-2 0-4,0 3-5,0 1-11,1 1-7,-2 2-7,0-1-4,1 1-2,-1-1-1,1 0-1,-1 0 2,-1-2-2,0-2 0,0-2 3,-2-2-2,0-3 0,0-1-2,0-3 4,-1-1 2,0-2 4,0-2 8,-1-1 5,0-1 8,0-2 0,-1-1-2,0-2-7,2-1-5,-2-3-5,3 0-7,4-4-2,0 0-2,3 0 1,3-1-1,1-1-2,2 0 0,3 2-2,-2-1 2,3 2-3,-2 2 1,1 1 2,0 1 0,-1 2 0,0 2-1,-1 2 1,-2 2 1,2 0-1,-3 3 0,-1 1 0,-4 1-1,1 2 0,-3 1 1,-1 0 2,-3 2 1,-3-1 3,-1 2 4,-3-1 1,-2 1 2,-1-1 1,-4-1 2,-2 1 0,1-2-3,-5 0-2,-2-1-3,-1 0-4,0-1-3,0-1-1,0-4 0,3 1 0,1-4-14,1-2-38,3 0-89,3-4-157,3-1-150,4-3-143,4 0-120,4-1-96,3-2-51,5 0 81,0 1 109,3 0 122,1 2 122</inkml:trace>
  <inkml:trace contextRef="#ctx0" brushRef="#br0" timeOffset="523">343 280 55,'4'7'407,"0"-1"48,-2-2 30,-2 0 24,1 0-158,1-1-138,-1 1-79,3 0-39,0 0-23,-1 0-14,4 0-4,-1 1 7,0-1 14,3-1 11,-1 0 17,2-2 20,1 0 24,0-2 23,1-2 23,0 0 21,0-4 11,-1-1 4,-1 0-6,0-1-14,-2-3-24,-1 1-12,-2-1-5,0 0-5,-1-1-9,-3 1-9,-1 0-3,-1 0-6,-2 0-20,-1 1-17,-3 0-9,1 2-7,-3 0-10,-1 1-13,0 2-2,0 2-5,-2-1-9,2 3-8,-2 1-10,1 2-4,-1 3-8,1 1-6,0 2-3,0 2-3,1 2 4,1 1-5,0 2-1,3 1 5,2 1-2,1 2-1,2 0 0,3 0-1,2 1 1,2 1-1,2-2-1,2-2 2,2 0-1,2-2 0,2-4-1,3-2 0,3-3 2,2-2 1,2-3-3,2-1-7,-1-3-19,1-1-34,-1 0-70,-3-2-154,-4 0-188,-2-1-210,-4 1-243,-5 0-101,-4 2-6,-4 0 114,-4 2 168,-4-1 207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43.18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29 503 187,'-6'1'363,"2"-1"42,-1 0 35,1 1-61,1 0-113,0-1-66,1 1-44,1 0-29,0 0-24,0 0-12,2 2 1,0 0 0,1 0 3,1 1 4,1 1 5,0-1-1,3 0-6,-1 0-3,2-1-3,1-1-2,0-1-8,3-1-8,-1-1-10,2-2-3,-1-2-2,1-1 8,-1-2 17,-1 1 22,-1-5 15,-1 2 17,-1-3 14,-1-1 7,-4-2-6,0-2-6,-3 0 0,-1-1-10,-2 0-9,-2 0-12,0 0-6,-2 2-8,-2 1-10,3 2-3,-3 1-9,1 3-7,-1 2-8,2 2-12,0 1-9,0 4-13,-1 2-9,2 3-8,-2 2-2,1 2-4,2 1-4,-1 3 0,4-2-1,1 1 2,1 1-3,2-1-1,2 0-2,3-1 2,2 0-1,2-2-1,3-1 0,1-1 0,3-1-2,-1-3-3,3-1-4,0-1-4,-1-3-5,2-1-5,-1-1-1,-3-4-1,1 0 2,-3-2 5,1-3 4,-4 1 6,0-2 3,-3 0 5,-2 0 2,0 1-2,-3 1 4,-1 1 7,-1 2 8,-1 1 7,-1 3 7,0-1 8,0 3 3,-1 2-4,1 1-4,-2 1-8,2 3-6,-1 3-5,-1 3-7,0 3-1,0 3-2,-1 0-3,1 3-1,2 2 1,0 0-1,2-1-2,1 3-1,1-1 1,1-1 1,2-1-1,0-1 0,4-1 1,1-2 0,2-1 1,0-2-1,2-4 0,1-1 2,2-2-2,0-4 0,1-2 0,1-1-2,-1-4 0,0-1 0,0-4 3,-3 1 0,-2-3 1,1-1-1,-3 1 0,-3-3 0,-3 0-1,-2 1 0,0 0 2,-5 2 5,-1-1 9,-3 2 13,1 1 7,-2 1 6,-2 1 6,0 2 1,-2 0-3,2 3-10,-3 2-5,1 1-5,-1 2-6,-1 1-6,-1 4-5,2 1-3,-1 2-2,1 2 0,3 1-2,-2 1-1,2 1-1,2 0 0,1 1 0,2 1-1,2 0 0,1 0 0,4-1-2,1 0 2,3-1-2,1 0-3,2-1 4,3-2-1,1-1 1,3 0-6,1-3-5,1-2-16,3-2-31,-2-2-45,3-2-62,-1-1-99,0-2-134,1-2-121,-3-2-101,1-1-77,-3-2-44,-1-1-36,-2 0 56,-3-2 96,-2-1 105,1-2 108</inkml:trace>
  <inkml:trace contextRef="#ctx0" brushRef="#br0" timeOffset="837">978 286 252,'-7'-22'425,"1"2"83,-1-1 98,2 2 13,-2 2-65,3 2-16,0 0-8,1 3-22,0 2-56,0 2-82,0 3-67,1 0-74,1 2-69,1 1-54,0 2-29,0 1-13,1 2 1,1 3 5,2-1 7,-1 4 4,0 1-4,0 2-10,1 4-12,-1 2-12,1 3-11,-1 0-11,-2 3-5,3 0-7,-2 1-3,1 1-3,0-1-3,0 1 0,0 0-5,0 0-12,1-2-30,0 1-47,-1-4-88,1 0-145,0-3-163,0-2-143,1-3-119,2-3-100,-3-2-45,3-2 76,1-3 130,3-3 138,1-3 137</inkml:trace>
  <inkml:trace contextRef="#ctx0" brushRef="#br0" timeOffset="1111">1211 467 322,'-1'-11'434,"-3"-2"51,-2 1 66,-1 2-40,-1-1-75,1 1-34,-1 2-5,1-1-1,0 2-18,1 1-39,2 2-51,0 0-37,0 1-41,2 1-38,-1 1-37,1 0-30,-2 2-28,0 1-17,-1 3-16,-2-1-12,0 4-9,1 1-9,-1 2-2,3-1-7,-2 1-4,3 1-1,1 2 0,1-2 2,1 2-1,1-1-2,3 0 1,1-1 1,0 0-1,3-1-2,0 0-1,2-1 4,0-1-2,0-2 1,2 0-1,0-3 0,0-1 0,1-1-2,-2-2 1,1-2-1,1-1 1,-2-2 1,-1-2 1,0 0 2,-2-2 7,0 0 21,-2 1 27,-2-2 18,-1 2 18,-1-2 17,0 2 8,-2 0-6,0 2-13,0 0-8,-1 1-9,0 0-10,1 1-6,-1 0-9,0 2-10,0-1-7,0 1-7,1 1-3,-1 0-6,0 0-1,0 1 0,-1 0 0,-1 0 0,1 0 0,1 0-1,-1 0 1,1 0-1,0 0-1,-1 0-1,1 0-3,0 0-4,1 0-3,0 0-3,0 0-5,0 0-2,0 0-1,0 0 2,0 0 0,0 0-1,0 0 0,0 0 4,0 0-2,0 0 0,1 0-2,0 0 3,-1 0-3,0 0 0,0 0 2,0-1 1,0 0 0,0 1 1,0-1-1,0-1 1,0 1-4,-1-2 0,1 0-2,-1 0-1,1-1 2,-1 2-1,0-2 1,0 0 0,0 0 2,0 1 0,-1-1-1,1 0-1,0 0 2,-1 1 0,0 0-2,1 1 1,0-1 0,0 1 1,-1 0-2,1 1 1,0 0 0,0 1-1,1 0 0,-1 0-2,1 0 3,0 2-2,-1 1 0,0 2 1,0-1 1,1 3 1,0 0 0,0-1 2,0 2-2,1-2 3,0 1-3,0-2 0,0 1 0,1-1-1,1-1-1,-1 0-1,-1-1 2,1-1 1,-1 0-3,0-1 1,-1 0 1,1-1 1,0 0 1,0 0 0,0-1 3,0-1-2,-1 1 0,1-1 0,0 0-3,-1 0 0,1 1 1,0-1 0,-1 2-1,0-1-1,0 1 0,0 0-1,1 1-3,0 0 0,1 2 2,0 0-2,0 3 2,0 1 1,2 2-4,0 0 3,1 1 1,0 1 3,3 0-1,0 1 0,-1-2 6,2 1-3,2-1 0,1-2-3,2 0-3,-1-3-6,2 0-17,-1-2-3,2-3-3,-1-1-6,0-2-3,0-1 5,-2-4 11,2 0 3,-2-4 6,-1-1 4,-2-2 6,0-1 2,-3-2 3,-1-1-1,-2-1-1,-2-1 3,-1-2 0,-1 0 0,-1 1 1,-1 0 5,0 2 7,-3 1 3,1 1 7,0 2 4,-1 3 6,1 2 1,1 2-4,0 1-1,0 2-5,1 2-5,-1 1-6,1 2-5,0 1-4,1 2-3,-1 4 0,-1 2 0,2 2-1,-1 2 0,0 3-2,1 1 1,0 1 1,1 2-1,1 1 1,0-1 1,1 1 1,0 0-1,0-1-2,2-1 3,-1-1-2,3-1-2,0-1 0,0-2 0,3-1-2,-1-1-4,2-2-7,1-2-13,1-1-15,1-2-17,1-1-19,0-2-22,-1 0-32,1-2-45,-2 0-75,-2-2-138,-1 0-143,0-2-129,-5-1-99,2-1-87,-4 0-40,-1-1 84,-2 0 128,0-1 135,-4 1 130</inkml:trace>
  <inkml:trace contextRef="#ctx0" brushRef="#br0" timeOffset="2314">1532 427 212,'-20'-3'449,"3"-2"62,0-2 78,3 3 55,1-1-113,4 1-67,1 0-63,2 1-48,3 1-70,1-1-97,5 1-82,3-1-53,3 2-23,3-2-25,5 0-2,1 0-1,2 1-3,1-1-37,2 2-83,-2-2-74,3-1-100,-2 2-106,-1 0-109,-3 1-96,0 2-28,-3 1 31,-1 0 64,-1 2 85,-3 0 102</inkml:trace>
  <inkml:trace contextRef="#ctx0" brushRef="#br0" timeOffset="2497">1760 457 232,'-2'8'335,"0"-1"34,0 1 32,1-1-104,2-1-86,2 1-49,-1-2-24,2 1-15,1 0-25,0-2-15,2 0-1,2-1 6,0-2 7,1 1-2,2-4 5,0 1 13,2-2 2,-1-2 2,0-1-5,1-2 2,-1 1 3,1-4 0,-3 2 11,-2-2 25,1 0 22,-3-2 22,-2 1 32,-1 1 15,-3-2-7,-2 2-11,0-1-12,-5 2-19,-3 1-36,0-1-24,-3 3-12,-1-1-18,-3 4-15,0 1-10,-2 1-6,0 2-8,0 2-9,3 1-11,0 2-10,1 2-8,1 1-10,0 2-3,3 2-5,1 2-2,4 0-3,-1 2 1,3 0-4,3 1 0,3-1 0,4 2-3,1 0 2,4-1-1,1-1 1,4-2-4,3 0-16,1-4-32,0 1-57,5-5-92,1-1-117,2-2-113,1-3-95,1-1-66,1-2-36,-1-2 6,-1 0 36,0-3 31,-2 0 19,-2-2 50,-3 0 66,1-2 73</inkml:trace>
  <inkml:trace contextRef="#ctx0" brushRef="#br0" timeOffset="2856">2293 484 235,'10'-10'372,"-3"-1"76,-3 2 53,-3 0-26,-2 1-40,-2-1-27,-4 3-5,1 0 1,-4 2 0,1 2-17,-2 0-29,-1 1-38,-1 2-45,1 1-45,-1 2-45,-1 3-34,1-1-32,1 3-24,-1 0-21,2 3-19,1-1-16,1 2-12,2 0-7,1 1-8,4 0-6,2 1-3,1-1-3,1-1 0,4 1-1,0-1 1,2-4 0,2 0 0,1-2 0,2-2-2,1-4 2,0-1 0,2-2 0,2-4 0,-2-1 1,1-4 0,-1-2-1,-1-1 0,0-3 0,-1-2 9,-1-1 18,-1-3 22,-1 0 26,-2-3 23,0-2 18,-2-1 10,-1-2-4,-3-1-6,-1-1-10,-4-1-7,-1 0-3,-2 2 3,0 2 7,-3 1 0,1 5 2,1 1 1,0 5-6,3 1-22,-2 4-81,1 1 0,1 5 0,0 0 0,0 2 0,1 2 0,1 3 0,1 1 0,0 5 0,2 3 0,1 4 0,1 5 0,0 3 0,3 6 0,-1 3 0,2 3 0,1 3 0,0 2 0,0-1 0,-1 1 0,0 1 0,-1-1 0,-1 1-36,-2-1-164,-3 1-98,-2-2-182,-1 0-222,-3-2-239,-1-1-159,-2-2-54,-1-2 39,-1-4 163,1-3 241,-1-5 271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47.26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0 222 34,'3'-8'280,"0"-2"42,-1 1 42,0 1-32,-1-2-43,0 2-29,0-1-9,0 3 4,-1-1 10,1 2 12,-1 0 1,0 1-1,0 2-15,0 0-26,0 1-35,0 2-37,0 1-19,0 1-15,0 3 12,0 2 20,1 1 9,0 5 6,2 0-8,-1 2-12,0 0-27,3 2-33,-1 0-23,2 1-23,1 0-14,2-1-11,1 0-7,0-2-5,1-1-2,2-2-2,0-2 2,2-2-4,0-3 6,0-4 0,0-2 2,0-2 1,2-5-1,-2-2 3,0-5-4,0 0-4,-2-2 0,-1-1 2,-2-1 5,-2 0 12,-2 0 9,0 2 13,-3 1 6,1 2 6,-2 2 1,-1 2-8,0 2-5,-1 1-8,1 3-7,-1 0-10,0 0-6,-1 3-8,1 3-4,-1 1-2,0 2-4,1 3-1,0 3-2,0 1 0,2 1-1,0 2 0,2-1-2,-1 2 5,4-2-1,-1 1-1,4-1 0,-1-3 1,2 0 1,2-2-4,-1-1 1,0-4 0,1 0-1,1-3-2,-1-4 2,0-4-1,2-1 1,-3-3 0,-1-3 2,-2-2-2,1-2 0,-3-1 3,-2-1 0,0 0 2,-4 1-1,0 0 4,-2 1-1,0 1 2,-3 3 1,1 1-3,0 1 0,-1 3-2,1 0-7,-2 3-20,2 1-40,-1 3-69,1 2-140,-1 2-179,2 2-169,-1 4-146,0 0-141,2 3-45,1 0 78,1-1 148,3 1 158,2-2 154</inkml:trace>
  <inkml:trace contextRef="#ctx0" brushRef="#br0" timeOffset="573">712 221 127,'7'-5'475,"-1"1"88,-3 0 88,0 1 74,-1 0-141,-1 3-122,0-2-87,0 2-72,-1 1-67,2 0-48,0 3-36,1 1-15,1 1-7,2 3-6,-2 0-13,1 3-23,-1 1-23,2 0-22,-3 2-15,1 0-12,1 0-6,-2 0-6,1-2-8,-1 0-40,0-1-90,-1-1-122,-1-2-125,-1-3-127,-1 0-120,-3-1-108,-2-3-18,0-1 66,-2-3 97,2-4 110,-1 0 120</inkml:trace>
  <inkml:trace contextRef="#ctx0" brushRef="#br0" timeOffset="798">679 135 330,'-1'-20'410,"-1"3"47,0 1 37,2 3-108,0 1-117,2 3-65,0 0-52,0 3-41,1 1-34,1 1-27,1 2-20,0 2-10,0 0-5,0 3-1,0 0-1,-2 2 4,0-1 8,-2 2 4,1 0 10,-4-1 10,0 1 19,-1 0 19,-2-1 17,-2 1 28,0-1 32,-2-1 29,0 1 14,-1-2 2,1 0 14,0-3-2,1 0-24,0 0-30,0-3-25,2 0-20,1-3-35,2 0-33,0-1-18,3-1-13,1-2-13,4 1-16,3 0-36,-2-1-59,5 3-91,2-1-92,0 4-86,1 0-79,3 2-60,-1 1-42,0 3-27,0 2-23,1 0 27,-1 2 58,2-1 73,1 0 93</inkml:trace>
  <inkml:trace contextRef="#ctx0" brushRef="#br0" timeOffset="1095">990 44 22,'7'-2'405,"-2"0"81,-2 0 83,0 1 90,-1-1-63,-1 1-67,0 0-41,-1 0-37,0 1-50,0 0-58,1 1-54,0 1-40,1 0-30,0 3-15,0 1-10,2 1-17,-1 3-22,2 1-30,-1 3-27,0 1-26,0 2-19,0 3-15,-1 1-15,2 1-11,-2 0-5,2 2-2,-1-2-4,0 2-1,-1 1-2,0-2-7,0-1-24,1-1-44,-2-2-75,-1-3-136,0-2-171,0-4-155,-2-3-136,-1-3-110,0-4-57,-3-3 67,-1-4 134,1-2 145,-1-3 147</inkml:trace>
  <inkml:trace contextRef="#ctx0" brushRef="#br0" timeOffset="1317">1010 304 134,'-12'-17'377,"1"1"77,1 2 89,-1 0 51,1 2-31,2 0-26,2 4-32,1 0-42,1 2-71,0 1-102,4 1-99,3 1-77,1 0-49,3-1-30,4 2-19,2-1-10,2 2 0,3 0-5,2-2-11,2 1-52,3-3-95,1 1-97,1 0-86,0-3-81,2 1-65,-4-2-10,-1 2 46,-2-2 66,-4 1 69,-3-2 78,-4 2 84,-3-2 93,-3 3 91,-3-1 82,-2-1 72,-1 2 65,-3-1 65,0 2 55,2 0 37,-4 0 18,2 3 2,1-1-20,0 0-50,0 2-66,1 1-66,-1 2-55,1 2-32,0 1-14,2 4-7,0 2-3,0 2-2,2 3-8,0 3-16,1 1-16,0 2-15,0 1-15,2 2-11,0 1-10,1-1-7,-1 3-9,2-3-3,0 0-2,-1-1 1,0-3 1,1-1 2,-2-3 0,0-3 0,-1-2 1,-1-3 10,1-1 17,-2-3 13,-2-3 11,0-1 12,0-2 7,-2-2-5,-1-4-10,-1-2-9,1-2-6,-1-2-8,0 0-4,2-1-4,-1-1-4,2-1-5,2 1-5,2 1-4,0 1-1,2 1-3,0 0-2,3 2 1,0 1 0,0 1 2,2 2-1,0 1 3,2 2 2,1 3 1,-1 1 3,1 3-1,1 2 3,0 1 2,1 3-1,-1 3-2,-2 2-3,1 1-1,-2 3-4,-3 2-3,-1 0-6,-2 2-19,-1 0-35,-3 1-64,-2-1-145,-1 1-251,-3-3-300,-4 1-214,-2-3-88,-1 0-1,-2-3 109,-1-3 234,1-3 293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49.48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80 274 372,'-6'-1'444,"1"1"53,1-1 44,0 1-110,0 0-112,1 0-75,1 1-54,2-1-50,-1 1-39,1 0-30,1 0-8,0 0 16,2 0 25,3 1 22,1 0 36,2 0 25,0-1 15,1-1-6,3-1-12,-1 0-7,-1-2-19,0 1-15,1-3-10,-2 0 0,0-1 3,-1-1 3,-2-1 1,1 0-1,-5-1-10,0-1-16,1 1-12,-3-1-9,-1-1-11,0 1-6,-3 0-5,-1-1-3,2 2-2,-5 1-6,2-1 1,-1 2-4,-2 1-1,2 1-5,-3 2-8,0 0-7,-1 2-10,-1 1-4,0 3-8,-3 1-5,1 4-5,0 1-2,-1 2 0,2 3 0,1 1 0,0 2-1,1 3 6,2 3-3,1-1 2,3 2-4,1 0 0,3 0 0,2 0-2,3-2 0,3 0-2,2-2 0,5-1 8,2-2-3,7-2 1,0-4-5,4-3-1,2-4-6,2-4-16,0-2-11,1-5-15,-1-3-14,-2-2-12,0-3-20,-4-2-19,0 0-12,-4-2-7,-3 1-3,-2 0 3,-4 2 19,-2 0 23,-3 0 22,-2 2 25,-2 1 26,-1 0 20,-2 2 28,0 2 26,-1 0 30,-1 3 22,0 0 14,1 1 6,-1 3-8,0-2-15,1 3-25,-1-1-16,0 1-17,1 1-10,-1 1-7,1 1-6,0 1 5,1 1-1,0 2 2,1 2-2,0 0-1,1 1-4,0 2-3,0 1-7,1 2-3,0-2-3,1 2-3,-1 0 0,1 1-4,-1-2-15,0 2-33,0-1-59,-1-1-81,-1-2-156,0-1-173,0-2-160,-3-3-143,0 0-117,-2-3-11,0-2 106,-1-2 148,1-4 163</inkml:trace>
  <inkml:trace contextRef="#ctx0" brushRef="#br0" timeOffset="664">482 104 28,'-3'-16'397,"1"1"59,0 2 48,1 2 40,0 0-128,1 3-129,2 1-78,0 2-53,0 1-42,2 1-36,0 1-27,2 1-15,-1 2-5,0 1 0,-1 1 2,0 0 6,-2 2 9,-1-1 13,0 1 18,-2 0 31,-1-1 43,-1 2 42,-1-1 33,-2-2 17,-1 2 13,0-1-5,-3 0-18,2-2-29,-2 0-21,4-1-20,-2-1-25,1-1-28,0-2-23,3 0-21,0-2-19,-1-1-16,2 0-12,2-2-9,1 2-25,1-1-36,1 1-64,1 0-104,1 1-135,0 2-127,-1-2-112,3 3-94,-2 2-100,0 2-8,0 3 77,0-1 100,0 1 111,0 1 118</inkml:trace>
  <inkml:trace contextRef="#ctx0" brushRef="#br0" timeOffset="1006">635 118 119,'2'-5'422,"-1"1"57,-1-1 53,1 0 56,1 2-165,-2-1-103,1 2-63,0 0-44,0 1-37,1 0-24,0 1-6,0 1 29,1 1 64,1 0 52,1 1 40,0 1 14,-2 1-2,1 1-32,0 0-57,0 2-45,-1-1-45,0 5-38,1-2-30,-2 3-23,1 1-21,0 1-18,1 1-9,-1 1-8,0 2-8,1-2-6,-1 1 2,0 0-1,1 0-1,-1 0-2,0-2-1,0 0-4,0-1-16,-1-3-29,0-1-49,-1-1-86,0 0-154,0-4-172,-1 0-168,-1-3-150,-1-3-117,-1 0-1,-1-3 107,-1-2 155,2 0 170</inkml:trace>
  <inkml:trace contextRef="#ctx0" brushRef="#br0" timeOffset="1294">653 319 7,'-5'-8'404,"0"2"77,-1-2 77,2 3 79,-1 0-77,2-1-113,1 3-85,1 0-65,2-1-74,3 0-75,4 0-63,1 0-42,4-1-20,4 2-13,2-1-2,2 0-13,4-1-38,3 0-59,1-1-69,2-1-72,0 0-79,1-2-74,-1 1-60,-3 0-67,-2 1-9,-3-1 32,-2-1 58,-3 2 70</inkml:trace>
  <inkml:trace contextRef="#ctx0" brushRef="#br0" timeOffset="1468">1072 69 202,'-8'-6'383,"-1"0"57,-2 1 62,2 1-18,0 0-73,1 0-12,2 2 1,1 1-16,-1 0-30,2 0-38,2 2-35,-2 1-33,1 2-14,1 3 1,1 1 2,0 3-3,1 3-16,1 0-27,0 3-37,2 1-36,1 3-28,-1 0-20,0 3-20,3 0-14,0 2-9,1 0-10,1-1-6,-1 0-6,0 0-2,-1-1-2,2-2 1,-3-2 0,1-2 0,-2-3 0,0-2 2,0-2 0,-1-4 7,1-1 8,-2-2 10,-1-4 3,-1-2 1,1-4 1,0-3-7,1-3-8,1-1-9,-1-3-4,1-1-3,-1 0 0,2-2-2,-1 2-1,1 0 0,1 2 1,-3 1-1,3 2 1,-1 2 0,0 0 0,0 4-1,0 0-3,1 1-1,-2 3 1,3 2 2,-1 0-3,0 0 2,1 2 3,1 3 3,-2 0-4,3 1 1,-1 2 1,2 0 1,-1 2-3,-1 0 0,2 1 2,0-1-1,1 2-1,-1-3 0,1 1 3,0 1-2,1-3 0,0-1-2,1-1 0,2-1 0,0-3 1,1-2 0,2-2-1,-1-2 1,3-2 3,-1-2-1,0-1-2,-1-2 0,-1-3 1,-2 2-1,-3-3-1,-1 0 0,-1-1 0,-4 0 0,-2 1 1,-2 1 2,-1 0 0,-2 1 3,-2 1 5,0 1 10,-3 2 1,2 0 7,-3 2 9,1 2 3,0 0-1,-1 2-6,-1 2 0,0 2-7,-2 0-8,1 3-3,0 1-4,0 1-2,1 2-2,0 1-2,1 0-1,2 4-1,0-1-3,2 1 1,2 0-1,0 2 0,5-1 1,1 0-2,2 1 0,0-1 1,3 0 0,1-2 0,2 2 2,2-2 0,2-2 2,2 0 0,2-2-1,0-3 1,3-1-1,2-3 1,0-2-2,4-3-1,-2-1 2,1-3 1,-3-2-1,1 0 0,-2-2-2,-4-2 3,-1-1 0,-3 0 1,-3-1-3,-2 0 2,-2-1-1,-4 0 1,-1 1 4,-3 0 5,-2 2 8,-1 1 5,-1 1 5,-1 1 5,-2 3-2,2 1-3,-2 2-2,0 0-4,0 3-6,-2 1-5,1 2-5,-2 1-3,1 2-4,0 0-2,3 2 0,0 0 0,2-1 0,1 2 0,2-1-1,0 2 0,3-2-3,1 0-2,4 0-4,0-2-6,3 0-5,1-2-6,2 0-1,1-2 0,2-2 4,1-1 6,-1-1 6,0-2 4,-1-1 5,-3 2-1,0-2 1,-2 0 2,2 0 0,-6 1 4,1 0 1,-2 2 1,-1 0 3,-1 3 1,-1-1 2,1 2 8,1 1 6,-2 2 8,2 3 10,0 3 8,0 2 5,-1 3-3,0 1-4,1 3-7,-3 0-8,3 2-11,-1 1-8,-1 1-6,1 1-4,-1 0-19,0 1-46,1 0-72,-2-1-138,0 0-281,-2-2-364,-1-1-214,-2-3-80,-3-2 7,0-4 104,1-5 262,-2-2 356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39:52.48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16 279 208,'-2'-1'341,"-1"0"50,1-1 38,0-1-65,2-2-61,-2 1-27,-1-1-10,1-1-1,2 1 14,0-3 22,0 1 34,0 1 29,2-3 22,1 2 5,-1-1-20,2 1-38,1-1-49,0 0-50,1 1-44,2-1-42,-1 1-32,2 1-22,1-2-20,0 2-14,0 0-17,1 2-9,-2 0-11,1 1-8,-1 1-7,1 2-3,-1 0-2,-1 1 0,0 2 2,-1 0 2,1 3 7,-1 0 4,1 1 7,-3 3 4,0 0 4,-1 1 3,-1 2-2,-3 1 1,0 1-7,0 0 0,-3 0-1,-1 1-1,-2 0-4,-1 2-3,-1-1 2,-1 1-5,-1 0-3,0-1-6,0-2 0,0 1 0,0-2 1,0 0 3,1-2 0,0-3 14,2 1 2,1-3 5,-1 0 3,2-3 4,0 1 3,0-2-3,3 1 0,0-2 0,0-1-6,0 1-6,0-2-7,1 1-7,0-1-4,0 1-6,2 0-7,0-1 2,4 0 0,0 0 0,2 0 3,3-2 3,3 1 6,3-2 1,2 0 1,5-2-4,-1-1 0,4 1-1,-1-2-1,1 1-4,-1-2 0,1 1 2,-4 1-3,0 0-3,-3 1-12,-3 0-19,-1 0-28,-4 2-30,-2 0-35,0 0-40,-3 2-43,-2-1-72,1 0-143,-2-1-145,1 1-129,2-3-112,-3 0-120,3 0-20,0 0 110,0-2 144,3 2 147,0-2 147</inkml:trace>
  <inkml:trace contextRef="#ctx0" brushRef="#br0" timeOffset="658">898 248 95,'0'-8'341,"-1"0"51,1-2 54,-2 2 2,1 0-83,1 0-30,-1 2 27,0 0 35,1 0 30,0 2 18,0 1-1,-1 1-11,0 0-48,1 1-60,-1 0-65,0 1-59,-1 1-51,0 0-40,-1 2-29,0 0-20,-2 4-13,-1 2-9,0 2-6,-2 1-6,3 1-4,-1 1-4,1 1-6,0 2-5,3-1-2,1 0-3,2 0 2,1-2-4,1 1 0,4-2-1,1-1 0,2-2 1,0-1 1,1-4 0,2-1 2,2-2-1,-1-2-2,2-3 2,-1-2-2,1-3 1,-2-1-1,0-3 2,-1 1 0,-2-3 3,-2 0 2,-1-1 1,-4-1 16,1 1 8,-4-1 5,-1 1 4,-3-1 8,-1 3 5,0 0-10,-4 1-8,-1 2-4,0 1-5,-2 2-8,-1 1-8,-1 3-6,0 2-12,1 2-20,-1 1-35,0 3-51,3-1-82,1 2-149,2 1-161,1-1-133,4 2-108,0 0-91,1 1-72,1 1 71,1-1 125,2 1 129,2-2 128</inkml:trace>
  <inkml:trace contextRef="#ctx0" brushRef="#br0" timeOffset="1109">1139 223 130,'4'-6'479,"-2"1"90,0-1 104,-1 0 116,1-1-109,-1 2-101,1 0-68,1-1-63,1 2-89,-1 1-106,2-1-81,-1 2-64,1 1-37,1 0-24,1 2-9,0 1-7,1 2-1,0 0 3,1 3 1,0 0-1,-1 1 0,-1 1 0,0 2-3,0 0-5,-2-1-1,0 1-3,-1-1-1,-2 0 2,1 0 4,-3-2 6,0 0 1,-2 0 8,0-2-1,-1 0-2,0-1-1,-2-1-4,0-3 0,-2 1 1,1-3 2,1-1-2,-1-2 0,1-3-3,0 0-5,3-3-8,2-1-7,2-2-1,3-2-4,1-1-3,2 1-2,1 0-1,3 1 2,2 1-3,-1 2-14,-1 1-22,1 3-35,1 0-54,-3 2-94,1 2-129,-1 1-121,0 1-101,0 2-81,-1 0-58,-2 1-41,1 1 19,-3 0 74,-1 2 91,1-1 98,-3-2 105</inkml:trace>
  <inkml:trace contextRef="#ctx0" brushRef="#br0" timeOffset="1479">1444 106 99,'-3'-11'407,"-1"-1"60,2 0 61,-1 2 58,2 1-105,0-1-64,1 3-34,1-1-21,0 3-24,1-1-36,1 1-41,4 1-18,0 2-7,2 0 5,1 1-11,0 1-7,2 1-14,1 2-25,0 0-27,1 2-31,-1 3-19,0-1-17,1 3-17,-2 1-16,0 2-10,-1 1-6,-2 3-10,0 0-10,-2 3-7,-2 1-2,-3 2-6,0 0 0,-4 1-4,-2 1 0,-3-2-5,0 1-10,-5 1-19,0-2-35,-3 0-50,-1-2-81,-3 1-132,-2-3-145,1-1-119,-3-2-103,1-2-87,-4-2-76,1-2 52,-2-4 111,-1-2 112,0-3 124</inkml:trace>
  <inkml:trace contextRef="#ctx0" brushRef="#br0" timeOffset="1811">795 170 17,'-12'-18'384,"-1"3"61,0 0 60,-2 1 69,3 3-77,1 0-56,1 4-7,0-1 9,3 3-8,-1 1-34,4 1-53,-1 1-67,1 1-62,0 2-41,1 3-23,-3 2-8,0 4-5,1 2 0,-2 2-7,2 2-17,0 2-19,-1 1-20,3 2-16,0 4-13,-1 0-13,2 4-9,0 2-8,1 3-9,2 2-5,2 2-3,3 0-4,1 0-14,4-3-22,3-2-39,3-2-69,5-5-128,2-1-156,5-6-141,3-3-136,3-5-144,1-2-65,1-4 55,0-4 122,-2-2 133,1-3 149</inkml:trace>
  <inkml:trace contextRef="#ctx0" brushRef="#br0" timeOffset="2193">2258 262 18,'8'-7'370,"-3"-1"49,-1-1 53,-1 1 67,0-2-81,-1 1-28,-1-1 14,-1-1 32,0 1 21,-1 1 6,-1-2-34,0 1-60,-1 0-61,-1-2-58,-1 2-51,-2 1-59,1 0-33,-4 0-22,0 1-22,-3 1-12,0 0-10,-1 2-10,-4 1-11,1 1-6,-3 2-8,1 2-7,-3 1-5,1 3-5,0-1-2,0 4-5,2 0-3,1 2-4,3-1-6,0 3-2,4 0-2,2 1-5,3 0 0,2 0-1,2 1 1,4-1-1,2 1 0,2-2 0,3 0 1,4-2 1,2 0 1,2-2 0,-1-2-1,3-1-1,1-2-1,0-1-1,0-3-1,1-1 1,-1-3 2,1-1 0,-2-2 0,-1-1 0,-1-2-1,-2-1-2,-1 0 2,-1-2 2,-3 2 10,-2 0 18,-2-1 24,1 3 24,-4 2 18,1 0 15,-2 1 2,0 2-7,0 2-41,-1 0-64,-1 0 0,1 2 0,0 1 0,-1 0 0,1 1 0,0 1 0,-1 2 0,1 2 0,0 3 0,1 1 0,0 4 0,1 1 0,-1 1 0,0 3 0,-1 2 0,1 0 0,1 3 0,-1 0 0,0 2 0,0 0 0,0-2 0,-1 1 0,1-1 0,0-2 0,0-2 0,1-2 0,0-2-38,0-2-157,0-3-87,1-1-126,0-3-176,1-2-185,1-5-168,1-3-128,0-2-13,1-2 83,1-4 178,0 1 209,3-2 208</inkml:trace>
  <inkml:trace contextRef="#ctx0" brushRef="#br0" timeOffset="2784">2677 357 238,'4'-4'632,"1"3"128,-1-3 102,-2 1 86,1 0-173,-1 0-193,1 1-169,-1 0-121,3 0-110,-3 0-154,1 1-212,0-1-243,-2 1-298,-4-1-157,-2 2-71,-3 0 26,-2 0 135,-3 1 201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0:35.71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2770 1056 139,'0'0'273,"0"-1"34,0 0-12,0 1-49,0-1-46,0 1-29,0 0-21,0 0-16,0 1-12,0-1-10,0 1-2,0 0-1,-1-1 5,1 1 11,0 0 19,-1-1 30,0 0 41,1 2 48,0-2 40,-1 1 31,1 0 17,-1-1-4,-1 1-19,2-1-36,-1 0-37,0 0-44,1 0-38,-1 0-35,1 0-33,0 1-26,0-1-23,0 0-17,0 0-10,0 0-7,0 1-5,0-1-4,0 1 0,0-1 0,0 0 2,0 1 0,0-1 0,-1 0 1,1 1 3,0-1 5,0 0 1,-1 0 3,1 0 2,0 0 2,0 0-1,0 1-3,0-1-1,0 0-4,0 0-3,0 0-3,0 0-4,0 1-2,0-1-1,0 0-3,-1 1-1,1-1-2,0 0 0,0 0-1,0 1 1,1 0 2,-1-1 1,1 0 2,-1 1 1,1 0 2,0 1-1,-1 0 0,2 0-1,0 0 3,-1 1 0,0-1 0,1 1-1,0 0-1,0 1 2,1-1-1,-1-1-4,0 1-1,0 0 0,2 0-3,-2 1-3,1-2 1,-1 2 0,2 0 1,-2-1-1,1 1 3,1 0-3,0-1 0,-1 1-1,2 0 1,-2-2-1,2 3-1,-1 0 0,2-2 0,0 1 0,0 2 0,2-1 1,-1-1-1,2 1 3,2 1-1,1-2 0,0 1 0,2 0-1,1-1 1,2 0-6,2-1 4,1-1 1,1 0 2,3-1 0,-1-1 0,0 0 4,2-1-2,-2 0-1,1-1 0,-1 0 0,0-1-1,-2 0 0,1 0-2,-3-1 1,1 1-2,-1-1 1,-1 0-1,-1 0 3,-2-1-1,0 1 0,-3 1-1,-1-2 1,-1 1 1,-1 0-1,-1 2 1,-1-2 0,-1 0 6,1 0-5,-2 2-2,1-1 0,-2 0-2,0 0-4,-1 1-13,0 0-18,0 0-25,1 2-34,-3-1-49,1 0-77,-1 1-123,-1 0-142,0 1-122,-1 0-100,-5 1-89,0 3-80,-1 2 48,-1 1 115,0 0 126,-2 3 124</inkml:trace>
  <inkml:trace contextRef="#ctx0" brushRef="#br0" timeOffset="920">3041 1641 112,'-4'-1'319,"3"-2"48,-3 1 42,2-1-55,-1-1-60,1 1-42,-1-1-21,3-1-14,-1 0-6,1-1 5,1-1 8,-1 0 7,3-1 7,0 0 11,0 0 2,2-1-7,-2 2-23,4-2-17,-1 1-26,2-1-26,-1 2-32,3 0-27,-3 0-16,3 1-15,-1 1-16,0 1-15,1 0-10,0 1-8,0 0-5,0 2-7,-2 1 0,2 0 0,-3 1 2,1 2 2,-1 1 1,0 1 1,-2 0 3,1 1 2,-2 1 1,0 1 1,-2 0-1,0 3-1,-1-1 3,-1 0-3,-2 2-3,1-1-3,-2 1 0,-2 1-2,0-2-6,0 2 0,-1-2 1,-2-1 1,2-1 1,-2 0 1,4-2 1,-3-1-3,2-1 4,1-1 2,0-1-3,1 0-1,-1-1 0,3 0 2,0-2-4,0 0 0,1 0 0,0-2 0,1 0 0,1-1 0,3 0 0,0 0 0,2-1-2,1-1 1,1 1 6,1 0 0,2 0-2,-1 2-3,0 0 0,1 1-4,2 0-6,-3 2 2,0 0 4,-1 0 1,1 2 1,-3 0 5,1 0 0,-3 1-1,1 1-2,-3 2 1,1-2 1,-1 2 1,-2-1 1,0 1-1,-2 1 0,-2 1 0,0-1-2,-2 1-1,-2 0-1,0-1 1,-3 2 2,-1-2 0,-1 1 1,-2-2 3,-1 0-2,-1 1 1,0-2-2,-2-1 1,1 0 1,-1-1-3,0-1 3,1-1-4,1-1-7,2-1-21,0-1-50,1-1-89,2-1-117,4-1-111,-1-1-105,3-2-87,4 1-48,-3-1-32,3 0 13,3 2 59,-2-2 82,3 1 90,2 0 91</inkml:trace>
  <inkml:trace contextRef="#ctx0" brushRef="#br0" timeOffset="1600">3443 1631 72,'5'-3'404,"-2"-2"62,-2-1 59,0 2 67,-2 0-116,0 0-68,0 1-33,0 0-25,0 2-39,0 0-51,-1 0-58,2 1-51,-1 1-44,0 0-37,1 0-12,-1 2-6,1 1-8,0 0-7,0 1-2,0 2 5,0 0-7,0 1-6,0 2-2,0 1-7,0 1-6,2 0-2,1-1-5,0 1-4,1 1-2,0-2 1,2 0 1,1-1-1,0 1 2,1-2 3,1 0-5,0-1 2,2 0 2,-1-2-1,1-1 4,2-2 0,-1 0 3,0-2 0,-1-2 1,0-2 2,1-2 7,0-1 18,-1-1 26,-1-3 33,1 1 34,-4-2 26,0-2 17,-2 1 0,-2-1-18,-1 0-28,-2 0-24,-1 0-20,-2 0-19,-2 0-19,-1 1-3,-2 2-4,-2 1-9,0-1-8,-1 4-3,-3 0-3,0 3-6,0 0-7,-2 3-8,0 3-21,1 0-41,-1 3-69,2 0-127,1 4-164,2-1-153,3 1-141,2 0-138,3 0-67,4-1 54,3 1 129,3-5 137,3-2 148</inkml:trace>
  <inkml:trace contextRef="#ctx0" brushRef="#br0" timeOffset="2540">3559 1179 52,'0'-1'210,"-1"0"9,-1-1-11,2 1-8,-1-2-13,1 0-13,0 1-6,-1-1-1,1 2 6,0-1 5,0 1 13,0 0 11,0 1 2,0 0 4,0 1 2,-1-1-4,0 1-6,1-1-9,-1 1-8,0 0-8,0 0-22,1-1-12,-1 1-8,1 0 0,0 1 12,1 0 4,1 1 16,-1 0 12,2 0 6,1 2 6,0-1-2,3 2-9,0 1-11,0 0-20,2 1-20,2 0-27,0 1-26,2 0-7,0 2-15,0-2-15,3 1-10,0 0-2,3 0-5,1 0-10,1 1 4,4-3-1,0 0 0,2-1-1,-1 0 1,2-3-2,-1 0-3,1-3 2,1 0 0,-1-2-2,0-2 0,1-2 0,1-1-1,-1-1-2,-1-1-2,1-1 1,-2 0 1,0-2 0,-1 1 3,-3-1-1,-1 1 3,-1 0-3,-2-1-3,-1 2 0,0-1-2,-3 0 0,0 1 0,-2-1 0,-1 2 1,-1 1-2,-2-1-1,0 2 1,-2 1-2,-1 0 1,-2 0-1,0 2 1,0 1-2,-1 0-4,-1 0-12,-1 1-22,0 0-38,1 1-57,-2 0-90,-2 2-130,0 0-128,0 0-111,-2 2-97,-2-1-86,0 3-54,0-1 56,0 0 99,1 2 112,0-3 124</inkml:trace>
  <inkml:trace contextRef="#ctx0" brushRef="#br0" timeOffset="4285">4795 1483 288,'-4'-4'379,"0"2"52,0-1 41,-1 0-91,2-1-61,-2 2-30,1 0-17,0 1-13,-1 0-11,2 0-10,-3 1 2,3 0-2,-2 1-6,1 0-10,0 0-10,-1 2-16,-2 0-27,1 2-17,-3 0-10,0 3-6,-1 0-8,-1 2-9,1 1-7,-1 1-12,1 1-14,1 1-19,1 2-15,-1 1-10,3 1-12,-1 1-9,2 1-6,2 0-5,0-1-1,3 0-4,1-1-2,1-1 0,1 0-4,4-3 3,0 0-3,3-1 10,1-1-5,0-3-2,2-2 0,0 0-3,1-3 3,-1-1-9,1-2 5,0-1 2,-1-1 2,-1-1 1,-1-2-2,0 0 3,-3-1 3,-1 0 1,-1-1 4,-1-1 4,0-1 3,-3 0-1,-2-2-1,0 2-2,-1-1 0,-2 0 2,-3 1 0,0-1 0,-3 2-1,-3 0-2,-2 2-4,-4 0-6,-3 3-15,-1 2-30,-3 2-61,-1 3-113,1-1-158,2 3-166,0 0-168,4 1-183,2 0-56,3 1 52,4-3 125,3 1 150,1-3 169</inkml:trace>
  <inkml:trace contextRef="#ctx0" brushRef="#br0" timeOffset="5120">4258 1613 39,'-2'0'263,"0"-1"36,1-1 10,0 0-33,0 0-52,-2 0-34,1-2-23,1 2-9,0-2 0,0 0 5,0 1 6,1-1 9,-1 0 11,1 1 8,0 0 6,1-1 1,0 1 0,0-1-3,1 0-9,1 0-17,0 2-17,1-2-23,1 0-22,1 1-23,0 0-19,2 0-12,0 0-13,1 0-11,1-1-9,0 3-6,0 0-12,0 1-5,0 0 1,-1 0 1,0 1-1,-1 2-4,0 0 8,-2 1 1,0 0 4,1 2 3,-4 2 5,1-1 9,0 2 8,-2 1 1,-2 0-2,-1 1 0,-1 2-1,-2 0-7,0-1-6,-1 1-4,-2-1-8,0 0 1,-2 0-6,0-1 2,0-2-2,1 1-4,1-3 4,-1 0-2,1-2 0,3 0-1,-2-2 4,2-1 9,2 0 4,-2-1 1,1-1 2,1 0 2,1 0-3,0 0-6,-1 0-4,2 0 6,-1-1-5,1 0-7,1 1-3,2-1 1,0-1-8,2 0-8,1 1 4,2-1 4,0 0 2,2 0 0,1 1 6,0 1-3,0 1 0,2 0-2,-2 1-2,2-1-1,-2 2 1,-1 1-1,0-1 2,-1 3 1,-2-1-1,1 0 0,0 3 2,-4-2 1,1 2 1,-2-1-3,-1 1 3,0-1-1,-2 0 0,-2 1 0,0-2-1,-2 1 1,-1-1-1,-3 1 2,1-2-1,-4 0-1,-1 1 0,-1-3 4,-2 1-1,-2-1-2,-2-1 0,1-1-3,0-1-12,-2-2-66,2 0-104,-1-2-119,0-1-129,1-2-142,0 0-169,3-2-49,-1 1 46,2-2 90,0-1 112,2-1 136</inkml:trace>
  <inkml:trace contextRef="#ctx0" brushRef="#br0" timeOffset="6672">1819 1132 175,'-1'-3'254,"-1"0"18,1 0-30,0 0-44,1 1-25,-1 0-14,0-2-8,0 2 0,-1 0 4,1 0 9,1 0 11,0 1 9,0 0 9,-1 1 3,1-1 6,0 1 4,-1 0 5,0 1 5,1-1 5,-1 1 3,0-1 0,1 0-12,-1 1-18,1 0-26,-1 0-27,1 0-31,0 0-28,0 0-22,0 1-17,1-1-9,0 3-3,2-2 3,-1 1 14,4 2 21,1 1 21,-2 0 9,3 0 3,0 0-1,1 1-18,-1 0-18,1 1-18,2-2-10,-1 2-8,2-1-3,0 1 2,1 0-1,1 0-1,1-2 0,0 1 4,1 0-4,0-2-3,2 2-2,1-3-3,4-1-3,-1-1-1,1-2 1,4 0-1,-2-2-3,2-1 1,0-1-2,-1-2 1,1 0-3,0-2 0,-3-1 4,2 1-3,-4-1-2,-1 1-1,-2 0 0,-3 0 2,-1 2-1,-2-1 1,-1 1 6,-2-1-1,0 1 0,-2 0-2,0 0-1,-1 2-3,-1-1-2,-1 0-1,-1 2-3,1-1 4,-2 1-1,-2 1-1,1 0-7,0 1-13,0-1-34,-2 2-70,0 0-136,0 0-170,-3 2-162,-1 0-148,-1 2-154,-2 2-52,0 1 74,0 1 136,2-1 149,-1 1 153</inkml:trace>
  <inkml:trace contextRef="#ctx0" brushRef="#br0" timeOffset="9031">2592 1481 204,'0'-4'273,"0"0"31,0-1-33,0 1-42,-1 0-28,0 1-17,1-1-16,-1 0-12,0 3-4,1-2 0,-1 1 7,0 1 10,0 0 8,1 0 13,-1 1 15,-1 0 23,1 0 28,-1 1 24,1-1 18,0 1 4,-1 0-9,1 1-26,-1-1-39,2 1-44,-2-1-44,-1 2-35,0 0-28,-2 1-23,1 1-18,-4 2-10,0 1-7,-2 2-4,0 1-7,-1 1 0,-1 0-3,-1 2-1,1 1-1,0-1-1,1-1 1,0 0 1,-1 0 0,3-2-2,0 0 0,0-2-1,3-1 4,1-2-5,1-1 0,0-1 2,2-1 0,0-1 3,1 0-3,0-1 4,1 0 1,-2 0 3,1-1 0,1 0-3,0-1 0,1 0 1,1 1-1,0-2-6,0 1 1,2-1 0,4-1-3,2 1-1,1-2 0,4 1 3,0 0-3,3 0 0,2 0 1,-1-1-3,3 0 6,-1 1-2,0 0 0,2 2-9,-5-1-38,1 1-62,-1-1-107,-2 1-120,-3-1-109,-1 0-98,-1 1-74,-2-1-41,-2 1-33,-3 0 32,0-3 62,-2 1 87,-2-2 96</inkml:trace>
  <inkml:trace contextRef="#ctx0" brushRef="#br0" timeOffset="9494">2647 1516 63,'-8'-5'373,"1"0"60,0 0 65,-1 2 39,2 0-111,0 1-82,3 0-53,-1 1-45,2 0-52,-2 1-49,2 2-37,1-1-13,0 2 8,1 2 26,1 3 29,0 2 13,1 3 10,1 2-6,0 1-25,0 1-42,0 2-40,0 0-25,1 1-21,0 0-14,-2-2-9,1 2-29,2-2-81,-2 0-115,-1-2-151,-1-1-182,-2 0-165,-2-2-60,-2-2 31,1-1 89,2-3 138</inkml:trace>
  <inkml:trace contextRef="#ctx0" brushRef="#br0" timeOffset="13193">2122 1554 195,'-2'-4'348,"0"0"46,0-1 44,0 1-66,1-1-86,0 0-50,-1 0-27,2 1-31,0-1-26,2 2-27,-2 0-21,1 0-19,0 0-12,0 1-13,1 0-3,2 0-1,0 0 20,1 0 14,2-2 24,2 1 29,0 0 21,2 0 19,0 0 7,0 0 7,0 0-5,2 0-16,-1 0-25,-2 1-24,0-1-28,0 2-26,-3-1-20,2 2-12,-2 0-7,1 1-5,-4 1-2,3 0 0,-2 1 2,1 1 2,0 3 8,-2-2 5,0 3 6,1 0 7,-3 2 5,0 0 4,-1 2 0,-1 0-3,-1 2-5,-1 1-5,-2 0-5,-2 0-9,1 0-5,-3 1-6,0 0-6,-1-1-5,0-1-5,-1 1-4,0-1-1,0 0-2,0-3 1,0 0-1,4-2 1,-3 0 4,3-3 2,1 0 5,-1-1 8,4-1 3,0-2 1,-1 1-1,1-2-6,0 1-4,2-2-5,-1 1-3,0-1-3,1 1-5,0-1 4,1 0-4,0 0-1,1 0-3,3 0 1,0 0 2,4-1 0,2 0 1,1-1 1,3 1 1,-1-2 0,3 1-2,2-2 2,0-1-1,0 0-1,-1 1-1,2-1 0,-2 0 2,0 1-2,-4 0 0,0 0-6,-3 1-19,-3 1-36,-1 0-61,-1-1-108,0 1-167,-1-1-191,-3 0-187,-2 0-147,-2-2-34,-3 2 57,-1-1 138,0 1 185</inkml:trace>
  <inkml:trace contextRef="#ctx0" brushRef="#br0" timeOffset="14391">1156 1050 133,'1'0'171,"-1"0"-1,0 0 0,0 0-1,0 0 1,0 0-2,0 1-2,0-1-6,0 0-1,0 1-3,0 0 2,-1-1-8,1 1-3,-1 0 3,1 0 2,-1 1 5,0-2 5,1 2 15,0-2 17,-1 1 14,0 0 16,1-1 6,-1 1 1,0-1-2,1 1-10,-1 0-16,0-1-24,1 1-19,0-1-22,0 1-21,0-1-20,-1 1-19,0-1-13,1 1-14,0 0-14,-1-1-3,1 1-7,-1-1-2,1 1 0,0 0 0,0-1 2,0 0-1,0 1 1,0-1-1,0 0 0,0 1-2,0-1 0,0 0 4,0 0 6,0 0 6,0 1 3,0-1 4,0 0 0,-1 0-2,1 0-4,0 1-5,0 0-2,0-1-3,0 0-7,0 0-2,0 0-7,0 0-5,0 0-3,0 0 0,0 0-1,-1 0-2,1 0 1,0 0 2,0 0-2,-1 0-3,1 0 2,0 0-2,0 1 0,0-1-3,0 0-2,0 1 2,0-1-1,0 1 2,1 0 0,0-1 2,-1 1 3,1 1-1,0 0 0,0-1-2,1 1 5,0 1-3,1 1-3,0-1-4,-1 0 2,2 0 0,-1 1-6,1 0 3,-1 0 4,0-1 2,1 2 1,0-1-3,0 1 3,1 0-3,-2 0-2,3 0 2,0 2-1,1-1 3,1 0-3,0 1 0,2-1 0,2 1 1,0-1 0,2 1-2,3-1 3,0 1 4,1-1 1,0-1 0,2 1-1,-1-1 0,1-1 1,0-1-2,0 1 1,0-2-2,0 0 1,0-2 0,0 0 0,1-1 2,-1-1-1,1-2 2,-1 0-2,-1-1 1,0-1 0,-1-1 1,-2 0 1,-1-1-2,-1 0 1,-1 1 2,0-2 3,-1 2-2,-2-1-1,0 1 1,0-1 2,-2 1-5,0 0-5,1 1-1,-3 0-1,0 1-1,1 1-3,-4 1 0,1-1 1,0 2-2,-1 0-8,-1 0-18,-2 1-29,1 0-53,0 1-97,-1 0-152,-1 1-156,0 1-159,-2 1-157,-3 3-88,0-1 20,0 2 114,-1-2 144,2 1 164</inkml:trace>
  <inkml:trace contextRef="#ctx0" brushRef="#br0" timeOffset="20677">1621 1577 192,'-1'-2'274,"1"-1"32,0 1-32,0 0-47,0 0-37,0-2-24,0 2-16,1 0-13,-1-1-16,0 1-15,1-2-9,0 0-6,0 0-9,0 1-7,-1 1 1,1-1 3,0 0 7,-1 0 6,0 0 6,0 2 11,0-2 8,0-1 7,-1 1 0,0 0 3,0-1 1,-1 1 0,0-2-8,-1 2-6,1 0-9,-1-2-8,1 2-11,-1 0-13,0 0-10,-1 2-12,0-2-7,-1 1-15,0 1-9,1-1-6,-2 2-2,1 0-3,-1 0-6,-1 2 2,2 0 1,-1 0-2,-1 1-3,1 0 1,-2 2 1,3 0-2,-2 0-1,0 0-2,3 2 0,-3-2 2,3 0 0,0 0 1,1-1 2,0 1-1,1-2 5,-1 0-6,2 1 3,-1 0 1,1 0-1,1-1 7,0 0-11,0 1-1,1 0-3,1 0-2,-1-1-1,3 1-6,0 0 9,1 0 3,-1 0 0,3 0 1,-1 1 1,2-2-1,0 2-1,0-1 3,1 1-2,-1-2-1,1 2 3,1-1 0,-1 0-2,0 0-5,0 1 3,-1 0 2,2 0-3,-1 1 2,-2-1 1,3 1 3,-3 0 2,1 0-2,-1 1 2,-1-1 2,0 1 0,-1-1 1,0 2-5,-2-1 0,0-1-3,-1 1 3,0-1 6,-2 0 6,0-1 12,0 1 9,-2-1 3,-1 0-1,-1 1-2,-2 1-7,1-3-6,-3 2-2,1-1-1,-3-1 2,1-1 5,-1 0 12,2-1 13,-1-2 18,-1 0 9,1 0 3,0-1 3,1-1-5,0-1-7,1-1-21,0 0-12,2-2-5,1 0-11,0 0-11,1-3-8,2 1 0,1-1-4,1-1-3,2-1 0,1-1 1,2 1-3,-1-3-26,3 3-62,-3-1-105,3 0-122,-1 1-130,-2 0-138,2 4-134,-4-1-68,2 2 35,-2 0 85,1 0 109,-2 1 132</inkml:trace>
  <inkml:trace contextRef="#ctx0" brushRef="#br0" timeOffset="25460">1292 1544 104,'-1'-2'305,"0"0"36,1 0 30,-1 0-62,1-1-71,-2 0-39,1 1-22,0-1-8,0 1-4,1 0-1,-1 0 1,0 0 2,1 1 10,0 0 12,-1-1 20,1 1 21,-1 0 25,0 0 18,1 0 14,-2 0 7,2 0-8,-1 0-14,1-1-25,0 1-29,0 0-30,0 0-32,0 0-25,0-1-26,0 1-17,-1 0-15,1 0-9,0-1-9,0 2-9,0-2-8,0 0-8,1 0-4,0 0-4,-1 0-3,2 0-3,-2 0 0,1 1 3,-1 0 2,0 0 2,0 0 3,0 1 1,0-1 0,0 1-5,0 0-1,0 0-5,0 0-4,-1 0-3,1 1-2,-2-1-1,2 1-3,-1 0-3,1 0-2,-1 0 1,1 2-6,0 1 3,1 3 1,0 0 3,-1 3 4,2 1-1,-2 1 6,1 2 0,0 1 0,-1 2-2,0 0-2,0 1 1,0 0-2,-1 1 2,0 0-2,1-1 0,-2 0 2,2-1-2,-2 0 1,2-1-2,-1-1-1,0-2 1,1 0-1,-1-2 0,0 0-1,1-2 3,0-1-2,0-2 1,1 0-1,0-1-2,-1-2-17,1 0-29,0-1-38,-1-1-61,0 1-133,-1-2-209,-2 0-229,0-2-225,-3 0-99,0 0-10,1-1 96,-2 0 191,2-2 233</inkml:trace>
  <inkml:trace contextRef="#ctx0" brushRef="#br0" timeOffset="29850">4665 1143 154,'-1'-1'225,"0"0"-2,-2 0-43,2-1-46,1 1-35,-1 0-19,0 0-14,1 1-6,0-1 1,0 0 3,0 0 8,0 0 3,0 0 10,0 0 9,0 1 6,0-1 8,-1 1 7,1-2 7,-1 1 1,0 1-2,1-1-5,-1 0-11,1 1-13,0-1-17,0 0-15,0 1-16,0 0-14,-1 0-10,1 0-8,0 0-5,0 0-3,0 1-3,0 0 1,-2-1-1,2 1 0,0-2-1,0 1 1,0 0 2,0 0-1,-1 0 2,0 0 0,1 0-2,-2 0-1,2 0-1,-2 0 2,1 0-3,0 0 1,-1 0 0,1 0 1,0 1-1,0-1-2,-1 0 2,1 1-1,0-1 0,0 0-2,-1 0 3,1 0 3,1 0-2,-1 0 0,0 0 2,1 0 2,0 0 9,-1 0 14,1 0 21,-1 0 23,1 0 26,-1 0 28,1 0 19,0 0 22,-1 0 23,1 0 13,0 0 11,-1 0 5,1 0 1,-2 0-7,2 1-17,-1-1-6,0 1-12,1-1-16,-1 1-16,0-1-15,0 1-13,0-1-18,0 1-13,0 0-12,1-1-6,0 1-5,-2 0-6,2-1-6,-1 0-6,1 0-7,-1 1-9,0 0-8,1-1-7,0 1-5,0 0-3,0-1-4,0 1 1,0 0-3,1 0 1,0 1 1,-1-1 1,1 1 4,1 1 3,0-2 9,1 3 4,0-1 1,2 0 4,-1 1 3,1-1 0,0 0-4,0 2 0,1-1-3,0 0-3,-2 0-6,3 1-3,-2-2-2,1 1-5,0 1 1,-1-1-1,2 0 2,-1 0-1,0 1-1,2-1 0,-2 1-1,0-1-3,0 1 0,1-1 0,-1 1 0,2 0 1,-2-1 1,1 1 2,1 1-2,-1-2 3,1 1-2,0 0 0,1 0-1,1 0 3,-1 0-1,1-1-1,0 1 2,0 0-1,0-1 1,0 0-2,0 1 1,0-1 0,1 0 0,-1-1-1,0 1 0,1 0 1,0-1 1,0 0 1,1 0 0,0-1 1,1 1 2,-1-1-1,2-1 1,-1 0-1,0 0 1,2-1 0,0 0-1,2-1 1,1-1-1,1 0 0,1-1 3,1-1-2,1 0-3,0 0-1,1-2-2,0 0 1,-1 1-4,0-2 2,0 2 2,-1-3-2,3 1 2,-3-1-2,1 0 0,-2 0-2,1 1 3,0-2 1,-3 1 1,1-2 0,-3 3 0,2-2 0,-2 2-4,-1-1 1,0 1-2,-2-1-1,-1 2 1,-1 0 0,1 0 0,-4 0-1,0 1 0,1 2 0,-2-1 0,-2 1-1,1-1-2,-2 2 2,1 1 3,-3-1-3,1 1 0,-1 0 0,0 0-2,-1 1-6,0-1-21,0 0-23,0 1-38,-2 1-48,-1 0-80,-2 1-156,-1 0-183,-2 0-173,-4 1-165,0 1-108,0-1-4,-1 1 118,-3-2 175,3 0 189</inkml:trace>
  <inkml:trace contextRef="#ctx0" brushRef="#br0" timeOffset="33605">5922 1666 139,'-2'-1'348,"-1"-2"53,1 1 50,-1-1-41,1 0-68,0-1-42,-1 0-25,2 1-15,0-1-12,0-1-12,1 1 7,0 1 10,0-2 8,0 0 4,0 1 5,0 1-4,0 0-10,0-1-19,0-1-21,0 2-27,0-2-27,0 1-26,2-1-34,1 0-29,1-1-19,0 1-17,1-2-12,2 1-7,-1 0-2,3-1-2,-1 2 0,2 0-1,-1-1 0,-1 3 1,0-1-3,0 1 0,0 2-4,-1-1 0,-1 2-3,2 2 0,-2-1 1,-1 2-3,1 1 0,0 0 1,0 2-1,-2 0 0,1 0-3,-1 2 2,-1 0 1,0 2 0,-1 0-1,-1 2 1,-1 0 2,-1-1 0,0 2 0,-1-2 0,-2 2 0,0-1 2,-2-1 1,0 2-3,-2-1 1,0-1 1,-2 1 0,-1 0-3,0-2 0,0 1 2,0-2-2,1 0 3,0-1-2,1 0 0,1-1 1,0-1-1,3-1 1,0-1 0,1-1 1,1-1-2,1 0 3,0-1 1,2 1 3,0-2 1,4 1 4,0-1 6,5-1 1,4 0 1,4-2-3,2 0-2,4-2-3,2 0-7,0 0-1,2 0-2,-3-1-3,1 0-5,-1 2 1,-3-2-1,1 1-5,-2 1-13,-3 0-28,-4 1-42,-1 0-74,-3 0-128,0 1-164,-3-1-154,-1-1-129,-2 1-113,-5-1-60,0 0 57,-4 1 131,0 0 146,-2 0 148</inkml:trace>
  <inkml:trace contextRef="#ctx0" brushRef="#br0" timeOffset="34359">5542 1571 201,'3'-3'327,"-2"1"53,0-2 21,0 1-54,-1 0-43,0 0-22,0 1-6,0 0 0,0 0 14,1 1 19,-1-1 15,0 2 2,-1 0-15,1 0-31,-1 0-46,0 1-48,0 1-46,-1-1-37,1 1-24,0 0-16,-2 0-10,-1 3-13,-1 0-5,0 1-2,-1 2 2,-1 1 7,-2 2 10,0 1 17,-2 1 11,1 0 6,0 1-4,-1 0-10,0 0-12,1-1-17,1-1-13,-1 1-13,2-4-6,1 1-2,1-2-5,1-1-3,-1-1 1,3-1 3,0-2 1,0 0 0,1-1 3,1 0 4,0-1 1,1 0 1,-1 0 1,1-1 4,0 0 0,0 0-4,1-1-3,0 0-2,2 0-6,3-1-10,0 1 1,5 0 1,3-1 2,2 0 1,3 1 1,5-2 6,-1 1-5,1-1-2,2 1-6,-2-1-19,0 1-37,-1 0-55,-1-1-79,-1 1-109,-2-1-109,-2 1-82,-4 0-58,-1 1-36,-2-1 0,0 0 22,-4 0-10,-2 1 32,0-2 56,-3 0 69,0 0 72</inkml:trace>
  <inkml:trace contextRef="#ctx0" brushRef="#br0" timeOffset="34788">5698 1631 304,'-7'-6'450,"0"-2"95,1 3 111,0-1-4,1 0-25,0 3-15,2 0-32,0 0-55,-2 2-86,3 1-108,0 1-93,2 0-75,-1 1-56,1 2-33,1 1-16,-1 3-9,1 2-5,1 2-3,0 3-4,-1 1-3,2 2-9,-3 1-5,0 1-7,0 1-1,1 0-5,0 1-6,-1 0-16,1-1-63,0 0-149,0-2-206,0-1-225,-1-1-242,0-1-115,-1-1-7,0-1 110,0-3 184,0-2 216</inkml:trace>
  <inkml:trace contextRef="#ctx0" brushRef="#br0" timeOffset="48331">345 1102 158,'-3'-3'330,"0"0"48,1-1 53,-1 0-54,1 2-62,0-1-32,1 0-11,0 1-5,-1-1-10,2 1 4,-1 2 8,-1-2 17,2 2 17,-1-1 19,1 1 13,0 0-1,-1 0-13,0 0-22,0 0-31,-1 1-40,2-1-39,-1 0-35,0 1-27,-1-1-19,1 0-15,0 0-12,1 1-11,-1-1-8,0 0-9,1 0-8,0 0-8,0 0-9,0 0-7,0 0-7,0 0-5,0 0-3,0 0-2,0-1-1,0 1-1,0-1 0,0 1-1,0-1 4,0 1 2,0 0 6,0 0 4,0 0 4,0 0 5,0 0 1,0 0 0,0 0-4,0 0-3,0 0-1,0 0-2,-1 0-1,1 0 0,-1 0-1,1 0 1,0 0 0,0 1-3,0-1 0,0 1-1,0 0 3,0-1-4,0 0-2,0 0-2,0 0-1,0 0-4,0 0-4,0 1 0,0-1 0,1 1 1,0 1 0,1 0 1,0 0 0,2 0 0,0 2 0,1-2 0,0 3 4,1 0-1,2-1-2,0 2 1,2-1 2,0 1 0,3 0-2,-1 0-1,2 0 0,1 0 2,0-1-1,0 2-1,0-1-1,0-1 0,0 2 1,0-3-1,-1 1 2,1 0-2,-1 0-1,-2-2 2,2 1 1,0-1 0,-1-1-1,3 0 5,1-1-1,0-1-2,2 0 2,-1 0-3,1-1 4,0-1-3,1 0 1,1-1-3,0-1 0,-1 1 1,1-2 0,-1 0 0,0 0 1,1-2 1,-1-1 1,1 1-2,0-1-1,-2 0-1,2-1 1,-2-1 1,0 1-3,-2 0 1,-2 0 1,0 2 1,-2-1-2,0 0-1,-3 2 2,-1-1 1,1 2-1,-3 0-2,-1 0 1,-1 1 0,1 0 0,-2 2-2,-1-1 0,-1 1-6,0 1-12,0 0-15,-1 0-14,0 0-14,0 1-12,0-1-6,-1 1 3,1 0 5,-1 0 11,1 0 11,-1 0 12,0 0 10,0 0 9,0 0-2,0 0-20,-1 0-25,0 1-70,-1 0-176,-2 0-239,-3 1-253,-3 0-193,-1 2-84,-1 3 9,-1-3 147,1 2 221,0-2 255</inkml:trace>
  <inkml:trace contextRef="#ctx0" brushRef="#br0" timeOffset="50542">570 1528 161,'-2'-4'357,"-2"1"62,1-1 65,0 0-33,-2 1-39,2 1-3,1 0 23,0 0 14,-1 0 9,2 1-1,-1 0-18,1 1-36,0-1-60,0 1-53,-2 0-57,3 1-53,-1 0-43,0 0-34,1 0-27,-1 0-21,0 1-12,0 1-6,1 1-3,0 3 2,0 0 6,2 4 3,-1 1-3,-1 1-1,2 3-8,0 0-9,0 2-7,0-2-4,0 3-2,0-1-6,1 1-1,-2-1 1,1-1-13,1 0-28,0-2-41,0-1-63,-1-2-102,0-2-152,2-2-130,-2-2-109,1-2-88,-1-2-70,-1-2-47,1-2 71,-1-2 101,0-2 112,2 1 119</inkml:trace>
  <inkml:trace contextRef="#ctx0" brushRef="#br0" timeOffset="50845">657 1626 97,'3'-12'375,"-1"3"67,0-1 63,1 1 5,-2 1-59,1 0-37,0 0 0,1 1 4,0 1-4,1-1-3,-2 3-14,3-1-36,0 1-47,0-1-48,0 2-44,2 0-44,-1 0-45,0 1-34,1 1-26,2 1-18,-3 0-16,2 0-10,-1 0-7,1 1-3,-2 1-3,3 1-3,-1 0 0,0 1 0,-2 1 0,0 1 0,0-1 0,-1 3 7,0-2 5,-2 3 3,-1 0 5,-2 1 1,0 2 1,0 0 0,-3 1-4,-2 0-2,-1 1-3,0 0-4,-3-1-3,0 1-4,0 0-3,-2-2-2,2-1-3,1 0-1,0-1-1,0-1-2,0-1 1,2 0-2,0-1 0,2-2 0,0-1-1,2 0 0,0-2-1,0-1 2,0 1-2,1-1 0,1 0 1,0-1 1,1 0 1,2 0-1,1 0 0,2 0 1,3-1 0,2 0 2,1-1-2,2 1 1,1-1 0,-1-2-1,2 2-2,-2 0 3,2-1-2,-1 1-2,0-1 2,-2 1 1,0 0-1,1 0-2,-3 0 0,-1 1 0,-1-1-3,-2 1-15,-1 1-18,-1 0-39,-2-1-56,-1 1-131,-1-1-209,-3 1-234,-4 1-240,0 0-100,-6 0-16,-1 2 93,1-1 192,-1 1 237</inkml:trace>
  <inkml:trace contextRef="#ctx0" brushRef="#br0" timeOffset="69437">16 3 111,'-1'0'219,"0"0"6,-1 0-37,2 0-42,-1 1-40,0 0-28,1-1-19,0 1-11,0-1-8,-1 1-1,0-1 1,1 1 4,0-1-2,0 0 8,0 0 10,0 0 10,0 0 13,0 0 15,0 0 23,0 0 14,0 0 17,0 1 13,0-1 12,0 0 7,0 0 9,0 0 7,-1 0 7,1 0 14,0 0 11,0 0 6,0 0-2,0-1-3,0 1-7,0 0-14,0 0-10,0 0-5,-1 0-2,0 0-5,1 0-12,-1 0-9,1 0-17,-2 0-20,2 0-19,-1 0-16,1 0-15,0 0-15,-1 0-12,1 0-11,0 0-12,0 1-8,0 0-9,0 0-5,0-1-4,0 0-3,0 0-2,0 0-1,0 1 0,1-1-2,-1 1 0,3-1-2,-1 1 2,1 0-1,4 1 0,1-1 2,3 1 2,2 0-1,3-1 0,0 0 2,2 1-1,2 0-1,0 0 2,0 0-1,0 0 1,0-1-1,-1-1 0,-2 1-1,-2 0 0,-1-1 1,0 0-1,-3 0 1,-3-1 1,-1 0 2,-1 1-2,0-1 2,-2 0 2,-1 0 0,0-1 1,-1-1 6,0 1 7,-1 0 7,0 1 6,0-2 5,-1 1 5,0-1 0,-1 1 2,0 0-3,1 0-1,-1 1 0,0 0-2,-1 0-2,1-1-4,-1 1-1,1 0-3,0 1-3,1-1-1,-2 1-2,2 0-2,-1 0-3,0 1-3,0-1-1,0 2-4,-1-1-2,1 1-2,0 0-2,-1 1-2,1 1-2,0 2 0,0 0-1,-2 3 1,1 1 1,0 1 1,0 1 0,-2 1 0,3 0 0,0 1-1,-2 1-1,1-1 0,-1 2-1,1 0-1,0 1 1,0 0-9,-2 0-18,2 0-27,1 0-40,-1-1-60,0 0-118,-1-2-208,1-2-242,0-2-250,-2-3-106,-1-3-17,2-3 78,2-4 193,0-4 250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1:12.4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89 98 147,'1'-3'351,"-1"-2"61,0 0 56,-1 2-34,0 0-63,1 0-22,-3 0-2,2 1 8,0 0 0,1 1-2,0 0-15,0 1-29,0 0-41,-1 0-50,1 0-43,-1 0-40,1 2-18,0 1 2,0 2 6,0 0 4,0 3 6,0 1-3,0 3-15,0 0-28,0 2-25,0 1-17,0 0-21,1 2-8,-1-1-10,1 0-2,0 0-4,0-1-1,2 0-4,-1-1-16,-1 0-39,0-3-75,1-2-120,-1 0-139,2-4-133,-3-1-124,0-1-80,-3-2-51,0-2 6,-1-3 76,-1 0 104,1-3 121,-1-2 112</inkml:trace>
  <inkml:trace contextRef="#ctx0" brushRef="#br0" timeOffset="264">20 169 205,'-6'-12'346,"2"-1"47,1 2 42,-1-1-87,1 2-59,2-1-35,1 1-23,1 2-12,2-2-6,2 1 5,1 0 9,3 1 23,1 0 22,1 1 12,3 0-5,-2 0-17,1 1-24,3 2-41,-2 1-30,4 1-28,-1 1-15,2 1-16,-1 1-16,0 0-10,0 2-18,1 0-17,-3 2-17,2 1-10,-2 1-8,-2 2-5,0 1-2,-2 2 0,-2-1-3,-1 2 3,-3 2 2,-1 0 3,-2 1 8,-2 1 7,-3 0 6,-2 2 5,-2-1 7,-4 0 2,-2 0-3,-2 1-2,-2-1-1,-1 0-7,-2-1-7,-1-2-5,-1 0-6,1-1-8,-3-1-2,1-2 0,1-4-2,1 0-2,1-2-1,2-2 1,1-3-8,1-2-18,3-3-47,0 0-80,3-2-139,0-2-151,5 1-145,2-2-133,1 0-127,3 1-32,0 1 81,2 1 123,1 0 134,2 2 139</inkml:trace>
  <inkml:trace contextRef="#ctx0" brushRef="#br0" timeOffset="707">575 198 77,'7'0'490,"-2"-1"87,-2 0 70,-1 0 65,-2 1-94,1 1-171,-1-1-103,0 2-74,0-1-58,0 2-61,1 2-48,1 2-25,1 1-18,-1 2-11,2 3-5,-1-1-1,0 2-10,1 0-8,0 0-7,-1 0 0,0 0-6,1 0-5,-2-1 0,1 0-16,-1-1-30,-1-2-83,0-1-113,-1-1-132,-1-3-145,-2-1-166,-2-1-76,-1-3 24,-1-1 83,1-3 118,0-2 137</inkml:trace>
  <inkml:trace contextRef="#ctx0" brushRef="#br0" timeOffset="943">531 101 252,'-1'-17'413,"1"2"46,0 2 38,0 1-68,0 2-134,2 1-89,-1 2-61,2 1-43,1 3-35,0 1-22,0 1-20,1 0-6,-1 3-1,2-1-1,-3 2 3,2 1 3,-2-1 11,0 1 4,-1-1 10,-1 1 18,-1-1 20,0 2 24,-2-2 23,0 1 30,0 0 15,-2-2 8,-2 0 9,2-2-14,-2 1-19,0-1-28,1-1-23,-2 0-23,3-1-33,-3-1-16,3-1-17,0 0-23,1 0-59,0-1-95,2 0-107,0 1-123,2 0-113,1 1-89,1 1-77,2 2 1,1 0 60,2 1 94,2 1 102</inkml:trace>
  <inkml:trace contextRef="#ctx0" brushRef="#br0" timeOffset="1248">983 101 34,'11'0'434,"-5"0"83,-1-1 89,-3-1 103,-1 1-48,0-2-97,-1-2-39,-1 1-27,0 1-50,-1 0-75,0 0-78,-1-1-61,0 2-56,0-1-41,0 2-33,-2 0-20,2-1-15,-2 2-14,-1 0-12,-1 2-11,-1 0-7,2 0-5,-4 2-4,3 2-3,-2-1-2,1 3 0,1 0-2,0 2-2,0 1-1,2 0-4,0 1 0,1 2 3,2 1-3,1 1 2,0-1-1,1 1 4,1 1-2,1-1-3,-1 1 2,2 0 1,0 0-2,0 0-1,-1-1 1,0 0-2,1 0 2,1-1-3,-2-1 0,0-1 1,0-1-1,0-1 3,-1-2-3,1 0 1,-2-2 2,0-1 1,0 0-11,-3-2-39,-2 1-80,-2-1-170,0-1-192,-4-3-180,-2 0-140,0-3-113,0 0-29,-3-3 108,1 0 162,0-4 160,1 1 144</inkml:trace>
  <inkml:trace contextRef="#ctx0" brushRef="#br0" timeOffset="1584">707 370 197,'-5'-10'359,"0"-1"55,2 0 47,1 2-67,1 0-87,1 1-64,2 1-48,3 0-43,1 1-41,3 0-36,4 1-22,1 1-17,1 1-12,3 1-10,0 1-6,3 0-6,0 1-33,1 0-65,1 0-84,0 0-101,-1 0-141,1 0-72,-1-1-10,0 0 43,-1-1 72</inkml:trace>
  <inkml:trace contextRef="#ctx0" brushRef="#br0" timeOffset="1763">1239 170 167,'2'-9'438,"-4"2"83,1-2 92,-1 3 59,-2-1-101,0 1-59,-1 1-16,1 0-20,-1 2-45,0 0-57,2 1-67,-1 1-64,0 0-59,1 1-55,1 1-44,-3 1-26,0 1-22,0 2-3,0 2-3,-1 0-2,2 2-2,-2 1 2,2-1 2,0 4-5,2-1-3,0 1-1,1 1-1,0 2-3,0-1-5,2 1 1,0 2-1,1-1-2,0 1-2,2 1-1,0 0 3,1-1-4,-2-1-3,1 1-1,2-2 0,-2 0-2,-1-1-2,1-2 1,0 1 0,0-2-1,-3-1 1,2-2-2,-1 0-22,0-1-39,-5-1-81,0-3-131,-1 0-157,-4-1-146,-1-2-113,-2-3-83,-3-1-44,1-2 25,-1-1 100,-1-3 119,1 0 117,0-2 113</inkml:trace>
  <inkml:trace contextRef="#ctx0" brushRef="#br0" timeOffset="2057">1032 434 5,'-6'-13'290,"2"1"59,-1 0 56,2 1 10,2 2-71,1-1-59,0 0-44,1 1-37,2 0-41,3 1-39,-1 0-29,3 0-24,0 2-18,3 0-14,1 0-11,0 1-11,4 2-17,1-1-41,0 0-68,2 0-85,0 1-84,1 0-85,2-1-100,1 0-22,1 0 34,0-1 66,1 0 75</inkml:trace>
  <inkml:trace contextRef="#ctx0" brushRef="#br0" timeOffset="2291">1555 334 90,'-13'9'419,"0"-2"43,1-2 25,2 0 19,0 0-178,3-3-145,2 0-78,0 1-39,3-1-27,1 0-17,1 0-7,1 1-1,0-2 15,3 1 21,-1-1 31,0 1 37,1-2 40,0 0 44,2 0 29,-2-2 23,1-1 8,1 1-13,-1-3-15,-1-1-29,2 1-33,-2-2-29,-1 0-23,2 0-7,-2-1-2,-1 0 1,-1 0 0,-1-2-3,-1 2-4,-1-1-10,-2 0-11,-1 0-9,1 0 2,-3 2-2,2 0-3,-2 3-2,-1-1-6,0 2-8,1 0-13,-2 2-11,0 1-9,-1 0-7,1 3-6,0 1-3,-1 2-4,1 1-1,0 2-1,2 2-1,-1 0 1,2 2-1,1 0 0,0 1 0,4 0 1,1 0-2,0 1-1,2-1 1,3 1 1,3-1-1,0-1-2,4-1 0,1-2 3,1 0 1,4-2 1,2-1 1,1-4 3,2-1 0,1-2-2,1-3-1,0-1-1,-2-3-1,0-1 2,-1-3 0,-2 0 0,-2-1-1,-1-2 1,-1 1 1,-5-2-4,-1 0 0,-1 0 1,-5 1 0,1 1 1,-2 0 3,-2 1 2,-2 3 4,0-1 2,-3 4 6,1 0 1,1 1-1,-3 1 0,0 2-4,1 1-4,-2 1-5,0 1-1,3 1-4,-1 0 0,0 1-1,2 1 1,1 1-1,0-1-2,2-1 1,0 2 0,2 0-3,2-2-4,-1 0-3,3 0-4,1 0-5,2-2-3,0-1 0,1-1 0,1-1 3,-1-1 5,0 0 2,-1-2 3,1 0 3,-2 0 2,1-1 2,-2 1 1,-1 0 2,-2 0 0,0 1 0,-1 1 2,-3 1-1,1 1 3,-1 0 0,1 1 3,-1 0 1,-1 0 0,0 1 3,0 0-2,0 3 0,0 1-2,-1 2-1,-1 2-1,0 1-2,2 1-3,-1 2 3,1 0-3,0 0 0,1 1 1,0 0 0,2 0 0,0-1-1,1-1 1,1 1-1,1-2-1,1-1-3,3-2 3,0-1 0,2-1 1,3-3 0,3-3 3,1 0 10,3-4-5,1-2 3,0-1-4,1-4-2,-4 1-3,0-2-6,-3 0 1,-1-1 0,-4 0 1,-1-1 2,-2 0 2,-3-1-2,-2 1 0,-2-1-1,-2 2 1,-2 0 5,-1 1 1,-1 1 12,-1 2 6,-3 1 4,3 0 7,-3 2-2,0 2 2,-1 0-11,1 2-4,-1 1-6,1 3-4,-1 1-4,-1 1-5,2 1 2,-1 4-3,1-1 1,1 3-1,1 0 0,1 2 0,2 0 0,2 1 0,2 1-1,2 0 0,1 0 2,2 0 0,1-1-5,2-1 4,3 0 1,-1-2-1,3-2-4,0-1-5,3-2-1,1-1-4,0-2-3,1-3-1,2-1 2,1-3 2,1-3 5,-2 1 0,0-4 2,-1 1 0,-2-1 1,-1-2 1,-3-1 2,0 0 2,-3 1 1,-2-1 2,-1 2 0,-2 0 1,-2 3 2,1-1 3,-3 4 5,1 0 2,-2 1 2,0 2 0,0 0-3,-1 2-3,2 0-4,-2 3-2,0 1-3,0 3 0,0 2 0,0 1 0,1 2-2,0 0 0,0 0-2,1 1 1,0-1 0,-1 1 0,2-2 1,0-1-1,0 0 4,-1-2 0,1-1-2,-2-1 0,0-1-2,1-1 2,-1-1 0,0-1-1,-1-2 1,0-1-1,0-1 1,-2-2-1,0-2 0,0-2-1,1-2-3,-1-2 3,2-1 0,0-1 0,3-1 0,-1-1 0,4 1 3,0-1-2,0 3-1,1 0 2,0 1 0,2 2-1,-1 2-1,1 0-1,-2 3 0,1 0-1,2 3-1,-2 0 2,2 3 1,-1 1 1,0 3-1,0 1 0,-1 2 0,-1 1 0,-1 1 1,0 4-2,0 0-6,-4 1-11,0 1-21,1 0-36,-3 1-58,0 0-102,-1-1-155,-1 0-155,0-2-140,2-2-130,-1 0-109,0-3 15,0-2 117,2-3 139,1-2 152</inkml:trace>
  <inkml:trace contextRef="#ctx0" brushRef="#br0" timeOffset="3725">2919 288 119,'4'-12'490,"-4"2"79,-2 0 91,-1 0 118,-1 0-76,-1 3-94,0 0-60,1 2-40,-1 1-68,2 0-104,0 1-96,0 0-90,0 3-54,0 0-33,-2 3-19,1 2-2,-2 1-2,1 2 2,0 0 7,0 3 0,-1-1 3,1 1-6,-1 1-4,2 1-7,0 0-8,1 0-5,1 1-8,2 1-6,2 0-2,2 0-2,1 0-2,3 0-1,-2-1 1,5 0 3,-1-1-2,4-1 0,0 0 7,4-3-3,1-1 5,1-2-5,2-3-1,0-1 0,2-4-10,-2-1 4,-1-2-3,0-2 1,-2-2 3,0-1-1,-3-2 0,-1-1 1,-3-1 0,-2 0 0,-1 0-1,-4 0 0,-1 0 3,-3 1 0,-2 2 3,-1 0 7,-2 2 4,-1 0 8,-3 2 4,1 2 5,-1-1-3,0 3-5,-1 2-2,-2 1-6,1 3-5,0 1-5,-2 2-1,3-1-3,0 4-2,0-1-2,2 3-1,2 0 1,1 0-2,3 1 1,1 0 1,4 1 0,1-2 0,3 0 0,3 0 0,2-1 1,4-2-1,0 0-5,3-4-12,3 1-22,-1-2-32,2-2-52,1-2-98,-1-2-174,-1-1-187,-2 0-178,-1-3-187,0-1-64,-3 1 39,-2-3 146,-1-1 180,-3 1 191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1:17.01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27 266 303,'0'-6'422,"-1"2"57,0-2 55,1 2-62,-1 0-109,1 2-50,-1-1-36,0 2-35,1-1-38,0 2-37,-1 1-22,1 1 0,0 1 19,0 3 22,0 3 16,0 0 26,0 2 9,0 1-14,1 1-30,-1 1-30,1 0-26,0-1-36,0 1-30,0 0-20,1-2-11,0 1-12,0-1-5,1-3-1,0 0 0,1-2 0,-1-1 1,1-2 2,0-2-1,-1-2-1,1-1 2,1-3-3,-1-2-2,0-2-2,-1-3-6,1 1 1,0-3-4,-2-1-1,1 0-1,-2-1-2,2 0 4,-2 0-4,0 0 1,-1 1 0,0 2-1,0 1 1,-1 1-1,0 0 0,-2 3 1,2 0 1,-1 2 1,1 3 0,-1-1-1,0 2-3,-1 1-4,1 2-3,0 1 2,0 2-3,1 2 1,0-1 3,1 2 2,0-1 1,1 2-2,0-1 0,1 1-1,0-1 0,1 1-1,2-1 0,-2 0 0,2-1 0,-1 2 2,0-4-2,0 2 2,0 0 2,0-1-2,0 0 0,-1-1-2,-1 1 1,1-1-2,-1 1-3,0-1 4,-1-1 1,0 0 0,-1 1 0,0-1 2,0-1-2,-1 1-2,-1 0-14,-1 0-29,0-1-55,-2 0-82,0-1-107,-1-1-118,0-1-94,0-1-66,-1-2-33,0 1 9,0-4 36,1-2 56,0 0 43,1-3 34,-1-2 29,1-3 45,1 0 57</inkml:trace>
  <inkml:trace contextRef="#ctx0" brushRef="#br0" timeOffset="515">27 236 52,'-2'-25'225,"1"2"50,-1 0 13,2 2-21,-1 0-27,1 2-19,0 2-18,0 2-21,1 2-17,-1 2-15,1 1-20,-1 1-22,1 2-17,0 1-12,0 2-13,0 0-10,0 2-8,0 1-6,0 1-4,0 1 1,0 0 1,-1 2 2,1 0 3,-1 2 4,1 0 8,-1-1 12,-1 2 16,0 0 14,0 0 20,-1 1 19,0-1 19,0 1 15,-1-2 8,1-1 6,-1 1 0,0-2-1,0-1-3,2-1-9,-1-2-15,-1-1-14,2-1-24,-1-2-24,1 0-31,1-4-24,1 1-17,0-2-17,1 2-22,1-2-54,-1 3-98,2 0-126,1 2-116,0 1-121,0 3-114,0 2-126,1 3 5,-1 2 76,1 1 90,1 1 110</inkml:trace>
  <inkml:trace contextRef="#ctx0" brushRef="#br0" timeOffset="911">290 366 246,'0'3'504,"0"-2"46,0 1 24,0-1 16,0 0-254,0 2-154,-1 0-80,1 3-45,1 2-25,-1 3-13,0 1-8,1 3-4,-1 1-5,1 2-1,0-2-2,-1 1 0,1-1-1,0-1 0,-1-1 3,0-2 8,1-2-2,-1-2 2,0-1 15,0-3 36,1 1 39,-1-4 31,0-1 26,0-1 17,0-4 7,0-1-21,0-2-27,0-1-15,0-3-9,0-1-4,0 0-2,1-1 10,0-1 4,0 2-7,1-1 0,0 1-5,0 0-13,1 2-24,-1 1-11,0 0-10,2 3-12,-1 1-6,1 2-2,0 1 7,0 2 1,0 2 7,0 1 7,1 1 2,-1 5-1,0-1-2,0 4-5,0 0-7,0 2-9,-1 2-6,1 0-7,-1 2-2,0 0-4,-2-1-3,2 0 0,-1-1 0,-1-1 9,-1-2 3,1 0 10,-1-4 12,0 1 12,0-4 15,0 0 2,-1-2 6,0-1 0,-1-3-7,1-1-5,-2-2-7,1-2-4,0-2-7,0-1-7,0-4-6,2 0-4,-2-3-8,2 0-5,0-1-3,2 0-3,-2 0-2,2 2-4,0 0-1,0 2-1,1 1 0,2 2 1,-1 0 0,0 3 0,0 1 0,1 2 2,-1 2-1,1 2-1,0 1 0,-1 1 1,1 4-2,-1 0-3,0 2 2,-1 2-1,1 3-1,-2 0-4,2 2-7,-3 1-19,0 2-44,-1-1-73,0 1-131,0 1-179,0-2-178,-1-2-167,1 1-143,-1-2-24,-3-1 82,3-3 154,-1-4 173</inkml:trace>
  <inkml:trace contextRef="#ctx0" brushRef="#br0" timeOffset="1535">494 452 182,'1'-8'574,"-1"-1"101,-1 1 86,0 1 92,0 1-111,0 2-181,1 0-115,-1 2-83,0 1-78,0 1-85,1 3-73,0 2-41,0 3-19,0 2-9,0 3 2,0 0-3,0 2-10,1 0-11,-1 1-10,1-1-7,0 1-4,0-1-5,1 0-2,-1-1-1,1-2-5,-1-1 1,2 0-2,-1-4 5,1 0 7,0-2 4,1-2 3,-1-2 2,2-1-4,-2-3-1,1-1-3,1-2 0,-1-2 0,0-2 6,-1-1 0,0-1 1,0-1 3,0-1 3,-1-1 6,0 0-3,-1 0 7,0-1 12,0 3 10,0-1 5,-1 2 3,0 2 6,0 0 5,0 4-6,0-1-6,0 3-7,0 0-8,0 2-13,-1 1-13,1 1-8,-1 2-7,0 1-5,0 4-3,0 1 0,-1 2-1,2 1 0,-1 1 0,1 0-1,-1 2 1,2 1-2,-1-1 1,1 1-1,0-1-1,1 1 0,0-1-3,0-1-3,1-1-7,0-1-10,0-3-8,0 0-7,1-3-4,0-1 0,0-3 4,1-2 6,1-2 7,-3-2 4,3-3 5,-2-1 6,0-3 3,0-1 5,-1-2 0,0-1 5,-1-2 0,0 0 1,-1-2 1,0-1 2,-1-1 2,0-1 10,0 0 11,-1-1 10,0 1 12,0 2 19,-1 1 15,1 3 8,-1 2 2,1 3 1,0 1-8,0 2-14,0 2-17,1 1-15,0 2-15,-1 3-9,1-1-9,0 3-4,0 1-3,1 3-3,-1 3 1,1 1-3,0 3 1,0 3 3,1 2 2,-1 2 0,1 3 0,-1 0 4,1 1-2,0 1-8,0 2-15,0-1-17,0-2-19,0 0-26,0-1-30,1-2-28,-1-2-23,1-3-33,-1-2-48,0-2-86,1-4-124,1-4-107,-1-3-71,1-3-43,2-4-6,-3-4 51,2-2 110,-1-1 110,0-3 95,-1-1 87,-1-2 83,0-1 77,0-1 71,-2 0 61,1-2 62,-1 2 54,0-2 54,0 3 40,0 1 48,0 1 62,0 4 50,0 1 41,0 2 14,-1 2 4,1 2-30,0 2-66,0 2-78,-1 0-77,1 1-63,-1 3-54,1 0-35,0 3-21,0 2-6,0 1 0,0 4 1,0 2-2,-1 2-3,1 2-5,0 1-6,0 2-13,-1 1-10,1 2-3,1 0-11,-1 0-4,1-1-2,0 1-2,0-2 0,1-1-4,0-2 4,1-2-4,0 0-7,0-3-11,0-3-13,2-1-21,-1-4-29,0-2-47,0-1-94,0-3-158,1-2-152,-2-4-128,2 0-108,-3-3-104,-1 0-22,1-2 102,0 0 131,-1-1 130,0 0 128</inkml:trace>
  <inkml:trace contextRef="#ctx0" brushRef="#br0" timeOffset="2505">709 405 140,'-7'-4'464,"0"0"77,2 1 72,0-1 71,1 1-172,-1 1-128,3 0-89,1 0-71,1 2-70,1-1-68,2 1-40,3 0-34,-1-1-42,1-1-47,0 0-45,1 0-43,-1-1-28,0-1-11,0 0 18,-1-1 37,0 0 41,-1 1 40,1-2 30,-2 0 20,-1 2 21,1-2 27,-1 1 31,0 2 37,-1 1 40,0-1 38,0 1 27,0 1 14,-1 0 8,0 1-3,0 1-3,0 1 5,0 1 7,0 1 4,0 3 1,1 0-6,-1 3-21,0 2-31,0 2-36,0 0-36,1 2-35,-1 1-26,1 2-17,-1 1-11,1-1-6,1 1-5,-2-1-3,1 0-8,1-1-12,-1-2-48,0 0-92,1-1-141,-1-4-139,0-2-129,0-2-116,0-3-80,0-1-52,0-3 65,0-3 101,-1-3 111,1-2 115</inkml:trace>
  <inkml:trace contextRef="#ctx0" brushRef="#br0" timeOffset="2866">788 324 422,'-2'-21'543,"-1"1"104,1 1 117,0 1-11,-1 3-171,0 2-105,1 1-75,1 2-99,-1 2-112,1 2-79,0 2-57,1 1-49,-1 2-99,1 3-136,0 0-151,-1 3-144,1 3-176,0 0-100,-1 2 21,1 1 95,0 0 128,0 0 135</inkml:trace>
  <inkml:trace contextRef="#ctx0" brushRef="#br0" timeOffset="3045">821 395 360,'0'3'631,"0"-3"119,-1 0 108,1 0 85,0 0-195,-1 0-159,1 0-108,0 2-90,1 2-80,-1 1-80,2 2-59,-1 3-34,1 4-20,-2 1-22,2 3-24,1 4-17,-2 2-18,1 3-11,-1 1-9,1 2-6,-1 0-4,0 2-1,0-1-2,1 0-2,-1-2-1,1-1-5,-1-1-9,1-3-18,-1-2-25,0-4-28,0-2-42,0-2-42,0-4-58,-1-3-94,0-1-94,0-5-64,0-2-35,-1-6-7,-1 0 29,1-4 86,0-2 101,-1-4 87,0-2 71,-1-2 50,1-3 40,-1-3 32,-1-2 41,0-1 46,2-1 50,-1 0 76,1 2 71,-1 1 60,2 3 43,0 1 14,1 3-9,1 2-42,0 2-47,2 2-49,1 2-45,-1 1-34,3 3-26,-1 1-21,0 2-15,1 2-9,-1 3-17,0 2-8,0 1-4,-1 3-3,0 1 1,-1 3-1,0 1 1,-1 1-3,0 2-3,-2 0-1,1-1-4,-2 2-5,1 0-5,-2-1-6,-1 0-5,0 1-5,0-2-5,-2-2-3,1-1-5,-1 1-16,0-3-36,-1-1-75,1-2-138,-1-3-160,1-3-146,0-2-114,0-2-78,0-3-56,1-2 28,2-2 101,0-3 117,1-3 113,1-2 107</inkml:trace>
  <inkml:trace contextRef="#ctx0" brushRef="#br0" timeOffset="3538">864 256 17,'5'-17'392,"0"3"74,-1 3 68,-2 2 92,0 0-53,0 3-44,-1 0-18,1 2-11,-1 2-7,0-1-33,0 2-59,1 3-58,1 1-50,-2 3-44,2 2-42,-1 2-37,2 2-29,-2 2-19,1 2-15,0 2-2,0 2-9,0 1-13,0 3-11,-1 0-16,0 2-7,1 0-9,-1 1-11,1 0-7,0 1-8,0-2 0,1-1-6,0 0-2,0-2-2,0-2 0,1-2 2,0-2 0,1-2-2,-1-4 2,2-2 1,0-3 0,-1-2 2,1-4 1,-1-3-2,0-3 0,0-2-3,0-3 0,-1-2-2,0-2-1,0-1 0,-1-2-2,-1-1 2,-1-1 2,0 1-2,-1 0-1,-1 3-1,0 0 2,-1 1 3,-1 3 1,0 1 3,-1 2 4,0 1 3,-1 2-2,0 3-1,1 2 1,-2 1-5,0 3-4,1 0-2,0 4-2,0 1-1,0 2-5,1 0 3,1 2-1,0 1 2,1 2 1,0 0 0,2 0 1,-1 0 0,2-1 3,1 1-3,1-1 0,1-1 2,1-1-1,0-1 0,2-2 0,0-3 0,2-1-4,-1-2-16,0-3-27,0-1-44,-1-1-59,0-3-92,-1 1-199,-1-2-249,-2-2-262,-1-2-147,-1-1-39,-2 1 38,-1-2 175,-2 0 246,1 1 284</inkml:trace>
  <inkml:trace contextRef="#ctx0" brushRef="#br0" timeOffset="4387">1293 426 45,'-3'-4'291,"1"0"51,0 0 49,0 1-27,0 0-61,0 0-32,0 1-13,-1-1-16,1 2-6,0 1 4,0 1 13,-2 2 15,1 1 12,1 0 13,-3 4 6,0 1-6,1 2-17,0 1-27,-1 3-27,1-1-24,0 2-31,0 1-32,0 2-29,2-1-24,0 1-19,0 0-24,1 1-15,2-2-12,1-1-3,0-1 3,2-1-3,0-2 0,1-3 3,0-2 1,1-5-2,1-2-4,0-2 1,-1-3 2,1-5 2,-1-1 9,-1-2 13,-1-3 8,0-1 9,-2-2 7,0 0 5,-1 0-4,-1 0-11,0 1-3,-1 0-6,-1 1-9,0 1-7,-1 2-8,0 3-2,0 1-6,-1 2-7,1 1-14,-1 3-25,-1 1-44,2 2-82,1 1-152,-2 1-164,2 1-144,0 2-119,1-1-92,1 1-60,0 1 74,2-1 127,1-1 137,2-1 130</inkml:trace>
  <inkml:trace contextRef="#ctx0" brushRef="#br0" timeOffset="4765">1370 396 204,'6'-13'412,"-2"-1"81,-1 0 92,-1 0 17,0 1-32,-1-1-10,-1 2-13,0 1-19,0 2-44,-1 0-61,0 2-91,-1 1-75,0 2-53,-1 2-54,0 1-42,-1 2-30,1 1-18,-1 2-14,-1 2-6,2 1-1,-1 2 1,1 1 0,0 2 3,0 2 0,1 1 2,0 1 0,1 2-2,1 1 2,0 2-3,1 0-2,1 3-1,-1-1-4,1 3-2,0 0-5,0 0-4,0 1-4,0-2-4,0 0-2,0-1-4,-1-3-3,1 0 4,-1-1-4,-1-3-1,1-1-3,-1-3-2,0-2 0,0-1-13,-1-1-16,-1-2-34,0-1-50,-1-2-87,0-1-164,-2-3-180,1-3-151,-2-2-112,2-2-82,-3-3-57,2 0 90,0-2 146,1-3 148,-1-1 134</inkml:trace>
  <inkml:trace contextRef="#ctx0" brushRef="#br0" timeOffset="5082">934 601 236,'357'-13'376,"-357"2"51,1 0 44,0-1-78,1 3-90,0 0-57,1 0-38,0 2-41,1 1-38,2 0-33,-1 2-27,2 1-25,1 1-20,1 0-26,-1 0-61,1 1-86,1 0-107,-1-1-137,1 1-101,-1-1-38,2 0 27,-1-1 67,1-2 95</inkml:trace>
  <inkml:trace contextRef="#ctx0" brushRef="#br0" timeOffset="5261">1539 343 376,'-2'-7'550,"0"1"104,0-1 118,0 1 40,0 2-180,0 1-101,0 2-64,0 1-71,0 4-70,-1 2-61,1 4-42,-1 2-25,0 3-22,0 2-20,0 2-37,1 2-27,0 2-16,-1 0-14,2 2-8,0 1-12,1 0-11,0 0-8,1-1-9,0 0-5,1-1-3,0-2-3,1-3 3,0-1 0,1-2 0,0-3-2,0-1 1,1-4 1,-1-2 0,1-4 0,-1-1 0,0-3 1,0-4 0,0-2 0,-1-1 0,1-2-2,-1-2 0,-1-3 3,0 0 8,-2 0 6,0 0 9,0 1 11,-1 1 8,-1 0 3,0 1-4,-3 3-7,0 1-10,-1 1-8,0 2-10,-1 4-6,1 0-4,-1 4-4,0 0-14,1 3-31,0 2-41,1 1-66,0 1-111,2 1-201,1-1-201,-1 1-178,3-1-166,0 1-47,2-1 54,1 0 171,0-1 200,3-3 198</inkml:trace>
  <inkml:trace contextRef="#ctx0" brushRef="#br0" timeOffset="5643">1616 671 589,'6'-1'875,"-2"-1"160,-1 0 110,1-1 39,-1 1-235,-2 0-264,1 2-193,-2-1-138,2-1-97,-1 1-73,0 0-57,-1 1-45,0-1-36,1 1-39,-1-1-54,1 0-83,-2 1-161,0-2-317,-1-1-377,-1 0-183,-2 0-65,-1-1 17,1-1 129,-1-2 298,-1-3 370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1:49.14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59 489 143,'-8'-6'328,"0"-2"48,1 3 41,1-1-57,0 1-66,3 0-32,-1 1-26,0 0-19,1 1-7,1 2-3,1-3 14,0 2 28,0 0 42,1 0 42,0-1 29,0 1 25,0 1-10,0 0-31,0 0-44,0 0-47,0 0-45,0 0-44,-1 0-32,1 1-20,-1 0-13,0 0-9,0 0-9,0 1-10,1 0-7,0 0-6,0 0-9,0 0-5,0 0-7,0 0-3,0 1-4,1 1 0,0-1-1,1 1-1,1 0-2,1 1-1,0 1 0,2 0-5,-2 1-2,3 0-1,-1 0-4,0 0-2,1 0-4,0 0 1,-1 1-3,1-2 0,0 1 0,-3-1 0,3 0 0,-2 0-1,-1 0 0,0-1 0,0-1 1,0 0-3,-2-1-1,0 0 2,2-2 2,-1 0 1,-1 0 6,2-2 6,1-1 6,5-2 12,2-4 9,4-3 7,4-4 5,3-4-1,4-2-29,4-3-29,3-2 0,3 0 0,3-2 0,3-2 0,3-1 0,0 0 0,2 1 0,2 1 0,-2 2 0,-3 2 0,-2 2 0,-6 3 0,-4 3 0,-4 3 0,-6 3 0,-4 3 0,-4-1 0,0 5 0,-6-1 0,-1 2 0,0 0 0,-2 1 0,-2 1-141,0 1-96,-2 1-150,-2 0-257,-2 0-308,-3 1-175,-2 1-60,-3-1 21,0-1 125,-1-1 260,-1-3 329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2:34.30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299 142 175,'0'-1'260,"0"1"15,0 0-4,0 0-5,0 0-8,0 0-1,0 0-3,0 0-1,0 0 6,-1 0 11,0 0 18,1 0 21,-1 0 13,1-1 15,0 1 5,0-1-1,-1 0-10,1 1-26,-1 0-26,-1 0-30,2 0-37,0 0-39,0 1-40,0 0-32,0-1-27,-1 1-19,1-1-14,-1 1-7,1 1-5,-1 1-5,0 2-2,1 0-3,-1 2 0,0 1-4,1 2-3,-1 0-1,0 1-1,1 2-3,-2 0-2,1-1-1,1 1-2,-1 0 0,1 0-2,-1 0 2,0 1-3,1-2 1,0 0 0,0-1 0,0 0-4,0 0-10,0-1-26,0-2-52,2 0-86,-1-2-141,0-3-155,2 0-158,-2-2-148,-1-3-138,1-1-14,0-1 86,0-3 132,1 0 153,-1-2 167</inkml:trace>
  <inkml:trace contextRef="#ctx0" brushRef="#br0" timeOffset="356">401 227 308,'6'-7'393,"-2"0"55,-1 2 51,0 0-116,-1 3-70,-1 0-39,0 1-26,1 0-5,0 1 18,0 1 29,0 0 28,1 2 24,0-1 14,0 2-6,-1 1-29,0 1-42,0 1-44,-1-1-43,0 4-43,0-2-38,-1 3-37,1-2-26,0 3-17,-1-2-13,0 4-6,-1-1-5,0-1-3,1 0-1,-1 1-4,0-1-19,0 0-46,-1-1-92,1-2-137,0 0-138,-1-4-127,1-1-120,-1-2-95,-2-2-56,0-2 56,0-2 97,-2-1 107,1-4 127</inkml:trace>
  <inkml:trace contextRef="#ctx0" brushRef="#br0" timeOffset="658">338 108 141,'0'-11'394,"0"0"74,-1 2 73,1-1 27,0 2-112,0 1-42,0 0-29,0 1-42,0 1-50,1 0-61,1 0-55,-1 3-57,0-1-47,1 0-30,0 2-20,1 0-9,0 1-14,0 2-56,1-1-87,-1 1-103,1-1-118,-3 1-143,1 0-158,-1 2-32,-1 1 41,0-1 75,1 0 104</inkml:trace>
  <inkml:trace contextRef="#ctx0" brushRef="#br0" timeOffset="859">478 65 42,'8'-5'381,"-5"0"71,1 0 67,0-1 63,-1 0-125,-1 2-88,2-1-53,-2 2-56,1 0-60,-1 1-55,1 0-52,-2 1-39,1 1-24,1 1-11,0 0-19,0 1-54,1-1-67,-1 2-78,0-1-97,0 1-111,1 0-142,-2 0-32,-1 0 24,1 0 55,0 0 84</inkml:trace>
  <inkml:trace contextRef="#ctx0" brushRef="#br0" timeOffset="1040">663 25 342,'6'-4'413,"-3"0"55,2-1 46,-2 2-122,-1 1-81,3 0-35,0 0-10,1 1-4,2-1 19,-1 2 21,2 0 20,-2 0 13,1 2-3,-3 0-13,3 0-30,-2 0-32,-1 2-30,2 1-36,-2 1-39,2 1-29,-1 1-29,-1 3-24,1 1-19,-1 2-16,0 2-10,-2 1-9,-1 2-4,-1 0-4,-2 2-1,-1 0-2,-4 1-3,0 0 1,-4 2-8,-1 0-17,-2 0-31,-1-2-52,-2 1-88,0-2-127,-3-2-131,1-2-110,-3-1-100,-1-1-86,0-3-71,-2-3 43,-1 0 93,-1-4 102,2-5 118</inkml:trace>
  <inkml:trace contextRef="#ctx0" brushRef="#br0" timeOffset="1358">150 141 149,'-8'-13'395,"0"0"63,-1 2 66,-2 2 38,1 1-102,1 2-40,-3 1 5,3 1-15,-1 2-31,-1 2-51,2 2-45,1 3-36,0 0-38,1 5-19,1 1-9,1 4-12,2 2-18,0 2-28,0 2-25,2 3-28,1 3-23,1 1-18,2 1-10,1 2-9,3 0-5,2 1-4,4-1-4,1-1-1,2-1-3,3-1-42,2-3-84,1-2-154,5-3-164,-1-3-168,1-2-182,1-3-111,0-1 5,-3-3 113,-1-1 144,-2-2 156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2:15.08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217 66 126,'0'-1'322,"-1"1"48,0-1 39,1 0-43,-2 1-48,0 0-26,1 0-6,0 0 10,0 0 20,0 0 33,-1 0 24,2 0 26,-2 0 13,2 0-5,-1 0-26,1 0-45,-1 0-45,0 0-46,1 0-44,-1 0-38,0 0-30,1 0-24,-1 0-23,0 0-19,1 1-15,0-1-17,-1 1-9,0-1-10,1 1-5,-1 0-5,-1 0-5,2 0-1,0 1-3,0 2-2,0-1 2,0 2 3,3 3 3,-1 0 3,0 5 4,0-1 9,0 4 2,1 1 1,-1 0 2,2 4 1,-1 0-1,0 0-6,-2 3-2,1-1-4,1 1-2,-2-2-1,1 1-2,0-2-1,0-1-3,0-2 0,0-2-3,1-2 0,-1-1-7,0-4-19,1 0-29,-2-4-56,-1-1-119,-1-4-234,-2-2-245,-1-3-251,-1-1-123,-1-5-25,-2 1 76,3-3 211,-1-2 239</inkml:trace>
  <inkml:trace contextRef="#ctx0" brushRef="#br0" timeOffset="1007">89 103 192,'1'-3'344,"-1"0"44,2-1 46,-2 0-72,1-1-80,-1 2-36,1-1-17,0-1-15,0 1-17,0-1-3,1 0 16,1 0 21,1 0 26,0 0 18,1 0 14,0 1 7,2-1-7,2 0-17,0 1-28,2 0-24,1-1-21,3 2-26,1 0-29,2 1-28,3 0-23,1 1-16,2 1-16,0 0-13,2 2-8,-2 1-6,1 1-6,0 1-5,-2 1-5,1 1-3,-3 2-1,-1 0-5,-1 2 1,-3 1-2,-1 2 3,-2 0 1,-2 2 3,-2 0 4,-1 1 2,-3 2 7,-1 2 3,-3-1 3,-2 1 3,-1 0 2,-2 0 4,-2 0-2,-2-1 1,-2 1 3,-2-1-2,-3-1 1,-2 1-2,0-1-1,-2 0-2,-2-2-4,-4 1-1,-1-2-6,-2 0-5,-2-2-6,-1 0-4,-1-3-5,0-1-2,0-3-2,1 0-1,2-2-1,1-3 1,2-1-3,1-1 0,4-2-6,3 0-11,2-3-24,3 1-35,3 0-52,3-2-95,2-1-181,4 0-204,4-2-193,2 1-196,2 0-71,0 0 31,2 1 151,0 0 196,1 2 206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2:17.18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28 122 246,'-3'-1'408,"0"-2"51,0 0 59,-1 0-33,0 1-93,2 0-41,-1 0-23,1 1-21,0 0-43,0 0-46,2 0-45,2 1-26,1 0 2,2 1 16,4 0 27,0 0 22,3 1 13,1 0-7,2 1-28,1-2-37,2 3-39,1-2-34,1 1-28,1-1-24,2 0-13,1-1-8,-1 0-9,2-1 2,-2 0-22,-2 0-79,-2 0-131,-4 0-142,-4 0-141,-2-1-145,-3 1-120,-6 0-61,-2 0 57,-4 1 105,-2 1 122,-2 1 132</inkml:trace>
  <inkml:trace contextRef="#ctx0" brushRef="#br0" timeOffset="256">102 220 321,'-12'6'379,"1"0"45,0-1 43,3 0-126,0 0-88,5-2-34,-1 2-6,4 0-12,4 0-10,1 1-6,4-1 0,1-1-13,3 1-33,2-2-29,0 0-29,3-2-27,0-1-20,1 0-16,0-1-8,0-1-5,2-1-51,-3-2-68,-1 0-96,0-2-88,-3-1-89,0-1-97,-3 0-75,-3-1 8,-2 0 59,-1 1 72,-3-3 77</inkml:trace>
  <inkml:trace contextRef="#ctx0" brushRef="#br0" timeOffset="455">304 67 12,'-5'-11'392,"-1"2"74,2-1 78,-2 2 93,1 1-52,1 0-62,1 2-38,1 1-35,-1 1-50,1 1-68,1 1-86,0 1-70,0 0-50,0 3-14,-2 0 19,2 2 7,-1 4 12,0 1 7,-2 4 0,0 3-17,-1 2-45,-2 1-30,0 4-25,0 1-17,0 3-10,-1 0-6,2 2-3,-1 1-16,2-2-51,1 0-124,-1-1-185,3-3-201,1-2-204,0-2-172,1-1-50,0-4 70,1-3 158,2-4 187,2-3 196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2:18.5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170 96 195,'4'-4'318,"0"-2"42,-1 3 29,1-3-68,-2 0-47,-1 0-19,1 0-1,1 0 21,-2 0 24,0 0 28,-1 1 25,0-1 26,-1 0 23,0 2 4,-2 0-24,1-1-40,-1 3-44,-3 1-50,1 0-58,-2 0-58,-2 1-40,-1 2-25,-2 1-21,-1 3-14,-1 1-12,-1 2-7,1 2-4,0 1-6,1 3 1,-1 0 0,3 3 0,2 1-2,0 0-2,4 0 1,1 3 0,2-2-2,4 1-1,3 1 4,1-3-1,2 0 1,3-2-4,4-1 4,0-3-1,5-3-1,0-1-4,3-5-13,1-2-21,2-3-56,0-1-98,0-5-139,-2 0-146,1-4-145,-3 0-130,0 1-130,-3-1 1,-2 1 88,-1 0 124,0 0 142</inkml:trace>
  <inkml:trace contextRef="#ctx0" brushRef="#br0" timeOffset="858">663 134 41,'4'-2'204,"-3"1"12,2-1-15,1 1-21,-2-2-15,1 0-14,-1 1-13,1-1-6,-1 0-8,0 1-5,0 0-3,0 0-1,-1-1 0,1 1 2,-1 1 5,0 1 9,-1-1 9,0 0 8,-1 1 10,0 0 10,1 1 6,-3 0 0,2 0-6,-2 1-3,0 1-4,-1 2-7,0 0-7,-2 2-10,2 0-9,-3 3-16,2 1-17,1 1-19,0 0-20,1 2-15,1 0-18,2 1-5,2-1-3,1 1-4,1 0 1,2 0 0,3-2 8,0-1-5,2-1 1,2-2-1,2-3-3,1 0 4,2-4 0,1-2 1,0-1-1,-1-4 10,-1-2 34,1-1 40,-4-1 46,-1-3 33,-2-1 20,-2-1 6,-3-1-21,0 1-34,-3-2-37,-3 1-29,-2 0-18,-2 1-16,-2 2-12,-4 2-11,-2 0-13,-3 2-11,-1 2-11,-2 3-22,1 1-48,1 3-86,0 1-138,2 1-148,1 1-138,5 2-112,1 2-84,-1-1-66,4 3 58,1-2 111,2 2 121,2-2 119</inkml:trace>
  <inkml:trace contextRef="#ctx0" brushRef="#br0" timeOffset="1298">900 166 168,'9'-8'404,"-1"-2"64,-1 0 53,0 1-12,0 0-114,1 2-74,-1-1-49,0 2-50,2 2-43,1 0-43,-1 1-35,1 2-32,1 2-26,0 1-9,0 2 0,1 0 10,-1 3 9,0 1 8,-2 3 1,1 0 4,-2 2-10,0 0-11,-3 1-14,2 1-10,-2-1-3,-2 0-9,0 1 1,1-2-6,-2-3 1,-1-1 9,0-1 2,-1-2 9,1-1 13,0-2 32,-1 0 33,0-2 16,-1-2 7,0-2 0,0-3-9,-1-1-25,1-3-35,-1-1-22,2-1-13,3-1-6,-1-1-6,1-1-5,1 1-1,1-1-2,2 1 0,1 1 1,-1 0 0,3 2 0,-1 1 2,2 0-2,1 2-2,2 0 3,-1 1-3,0 2-5,2 1 3,-1 1 2,2 1 0,-3 2-1,2 1 3,-2 2 5,0 0-3,0 3 0,-1 2 3,-2 0 4,0 3 4,-1 3 1,-3 1 3,0 2 1,-2 1-2,-2 2-6,-2 0-6,-1 2-5,-2 0-7,-1 0-19,-2-1-55,1 1-104,-3-2-127,-2-2-138,-2 0-141,-3-2-155,-3 0-53,-2-1 48,0-2 97,-3-2 123,-1-4 138</inkml:trace>
  <inkml:trace contextRef="#ctx0" brushRef="#br0" timeOffset="1822">686 130 102,'-7'-17'346,"0"0"54,2 2 54,-2 1-3,2 1-108,0 2-53,0 2-16,0 0-15,2 4-13,-1-2 0,0 2 12,1 2 2,0 0-10,0 1-23,-1 1-25,-2 3-38,1 1-50,-3 1-32,0 4-21,-1 1 2,0 4-12,0 2-5,-1 3-6,3 2-10,-1 3-6,2 2-16,1 3-4,3 0-4,2 3 2,4-2 3,2 1-11,3-1-16,5-2-46,5-1-108,2-2-138,8-4-144,4-3-139,6-4-151,1-4-42,1-3 62,-1-4 114,-2-2 127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2:20.67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74 341,'18'-12'703,"-5"1"92,-3-1 50,-3 2 49,-1 2-196,-1 1-258,-1 2-154,-1 2-81,-1 1-50,2 2-40,-1 2-37,1 0-19,0 5 10,0 1 9,1 2 20,-2 0 13,-1 4 3,0 0-2,0 1-13,-2 2-3,-2 2-19,1 2-16,0 0-13,1 3-10,-2-1-7,1 1-18,0 1-2,1-2-3,1-1-4,2-2-1,1 0 2,1-2 0,2-2-1,3-1 0,0-3 1,2-1-1,2-2-3,2-3 3,2-1-2,2-3-5,1-3-13,0-2-22,1-3-49,-2-1-86,0-2-139,-3-3-143,-2 0-128,-1-1-108,-4-2-68,-4 1-52,-3 0 41,-5 1 95,-3 0 112,-3 2 116</inkml:trace>
  <inkml:trace contextRef="#ctx0" brushRef="#br0" timeOffset="293">218 229 285,'-13'-3'397,"2"-1"43,0 2 41,0 0-94,3 1-98,1 1-73,2 0-51,0 0-25,3 1-10,2 1-8,1 0 0,4 2 22,1-1 31,2 0 29,3-2-8,2 2-15,3-2-16,1 0-33,0 0-37,0-1-46,1-1-18,-2 0-13,0 0-50,-2-1-104,-1 0-108,-1-3-116,-2 0-116,-1-2-141,-4-1-62,-2-1 44,-5-1 77,0 0 101,-2 1 106</inkml:trace>
  <inkml:trace contextRef="#ctx0" brushRef="#br0" timeOffset="488">217 92 75,'-17'-7'415,"2"3"70,0-2 71,2 1 77,2 1-133,3 1-108,3 0-74,3 0-62,5 1-67,5 0-76,7-1-52,3 1-25,6-1-17,2 0-8,2-1-4,-2 2-69,2-1-100,-5-1-131,-1 0-155,-5 0-141,-4-1-76,-3 0 24,-5 0 79,-3-1 116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2:36.5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254 208 59,'2'-5'326,"1"1"57,-3 0 55,1 0-15,-1 1-54,1 0-33,0-1-8,-1 1 11,0 1 16,0 0 13,0 1 6,0 0-6,0 0-22,0 0-41,-1 1-43,1 1-35,1 0-30,-1 1-22,2 1-23,1 3-23,-1 0-22,1 2-24,0 1-23,-1 3-22,1 1-13,-1 2-6,0 1-6,0 0-5,1 1-5,-2 0-8,1 0-25,-1-1-60,0 0-107,1-2-155,1-3-160,-1 0-150,0-4-134,0-1-105,0-3 21,0-3 108,-1-1 136,1-2 145</inkml:trace>
  <inkml:trace contextRef="#ctx0" brushRef="#br0" timeOffset="260">393 263 325,'4'-9'433,"0"1"54,-3 0 46,1 3-90,-2 0-114,1 1-81,0 1-60,-1 0-45,2 3-26,-1 0-13,1 3 0,-1 0 6,2 2 2,0 1 0,0 2-21,-1 1-21,1 1-18,-1 1-18,0 2-12,0 0-12,0 0-11,0 0-58,2 0-71,-2-2-70,2 0-70,2-3-74,-1-1-65,1-3-40,1-2-48,-1-2 7,3-2 42,0-3 57,1-1 71</inkml:trace>
  <inkml:trace contextRef="#ctx0" brushRef="#br0" timeOffset="457">602 264 215,'4'-8'396,"-1"1"57,-1 1 51,-1 1-58,0 1-98,-1 1-78,1 2-60,-1-1-47,1 1-34,-1 1-22,1 1-4,0 2 13,1 0 21,0 2 12,-1 2-1,-1 0-13,1 2-20,-1 0-31,-1 1-29,1 1-23,0 0-13,0 0-11,-1-1-30,-1 0-63,0-1-79,0-1-97,-1-3-112,-1 0-118,-2-2-118,-2-1-16,1-3 37,-2-1 74,1-3 100</inkml:trace>
  <inkml:trace contextRef="#ctx0" brushRef="#br0" timeOffset="703">367 93 222,'-6'-12'443,"0"-1"59,1 2 69,-1 1 26,1 1-160,2 1-96,0 1-62,1 2-54,1 0-65,1 2-64,0 1-45,1 2-30,2 0-11,1 0-37,0 2-66,0 0-79,2 2-96,-3 0-110,2-1-149,-2 2-65,1 1 12,-1-1 48,0 0 80</inkml:trace>
  <inkml:trace contextRef="#ctx0" brushRef="#br0" timeOffset="892">524 88 145,'2'-3'426,"1"1"53,-2-1 46,0-1 12,-1 1-175,1-1-113,-1 3-78,0-2-52,2 1-43,-1 0-34,1 1-20,1 1-13,0-1-5,0 1-6,0 0-40,1 1-57,0 0-65,1 0-83,-3 1-104,1 0-112,1 0-26,-1 1 26,0 0 45,0 0 74</inkml:trace>
  <inkml:trace contextRef="#ctx0" brushRef="#br0" timeOffset="1066">674 72 318,'2'-4'410,"-1"2"46,-1-2 39,0 0-112,-1 1-116,1 1-79,0 0-54,1 0-46,-1 0-36,3 2-25,-2-1-15,0 1-35,1 0-55,0 0-75,2 1-94,-2 0-139,1 0-73,-1 1-14,3-1 33,0 0 60</inkml:trace>
  <inkml:trace contextRef="#ctx0" brushRef="#br0" timeOffset="1230">890 23 344,'3'-4'473,"0"0"44,-1-1 34,1 2-72,-1 1-158,1-1-89,2 2-16,1 0 20,3 1 34,2 2 43,1-1 27,0 2 19,-1 1-6,0 2-29,0 0-41,-2 1-52,0 2-39,-3 0-38,2 2-45,-3 2-32,-1 1-24,-2 2-19,-1 3-12,-3 2-10,-2 0-5,-1 2-3,-4 0-4,-1-1-16,-2 0-33,-3-1-58,-3-1-105,-1-3-135,0 0-136,-2-3-111,-3-1-95,-1-3-65,-3-2-35,-1-2 60,-2-2 99,-3-3 107,-2-1 117</inkml:trace>
  <inkml:trace contextRef="#ctx0" brushRef="#br0" timeOffset="1498">138 147 116,'-14'-17'474,"0"0"67,1 0 65,-2 1 107,3 3-55,2 1-83,2 3-31,-1 1-23,4 2-38,-1 1-85,3 1-112,-2 3-90,3-1-64,-1 2-28,1 2-11,-1 2-1,1 4-3,0 1-1,0 3 2,1 4-6,-2 2-8,1 3-13,1 2-8,0 3-7,1 2-10,2 1-9,1 2-10,2 0-6,3 1-5,1 0 1,4 0-5,1-1-3,3-1-1,2-1 0,1-2-4,2-2-22,1-4-27,2 0-54,0-5-113,2-2-215,-3-5-245,0-3-262,-3-3-119,-3-3-24,-6-2 74,-3-3 191,-4-3 239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2:22.95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709 173 80,'0'-9'270,"-1"-1"45,0-1 16,1 1-23,0 1-9,-1-1 0,0 3-2,0-2 10,-1 4 15,-1 0 14,1-1-2,2 3-2,-1 0-5,0 1-26,-1 2-39,-1 0-50,1 4-37,-1 1-21,-3 5-7,1 1 0,-2 4 1,2 3-1,-3 1-9,1 2-24,0 4-28,1-1-24,-1 3-18,2 1-12,-2 1-10,1 1-9,3 0-4,-1-2-4,0 1-3,1-6-2,1-2 2,1-3 2,1-4 2,-2-2 8,2-4 6,0-3 11,0-4 6,0-4 4,2-5-2,-2-3-9,0-4-4,1-3-12,-1-2-10,1-2-2,-1-2-2,1-2 1,0 0 1,0 0-2,0 0 5,1 1-2,1 0 3,-2 2-3,1 1 1,0 3 2,2 1-1,0 3-2,2 2 0,-2 2 1,4 3-3,0 0-2,2 3 2,2 3 1,1 1-1,2 3-3,0 1 2,3 5 1,-2 2-1,0 3-1,1 2 2,-1 4 2,0 3 0,-2 1 3,0 3-1,-1 3-1,-2 0 0,-1 1 1,-1 0-4,-2-1-1,0 1 0,-2-4-6,-1-2-11,-1-1-22,-1-4-44,-2-2-80,0-3-141,0-2-167,-4-4-159,0-2-131,-2-5-114,-4-1-31,-1-2 84,-2-5 139,-1-1 157,-1-3 142</inkml:trace>
  <inkml:trace contextRef="#ctx0" brushRef="#br0" timeOffset="506">657 397 248,'-5'-8'391,"-2"0"46,2 1 42,2 1-68,2 0-116,1 1-65,1 1-37,5 1-28,1-2-27,2 2-26,2 1-18,2-1-20,1 2-18,2 0-17,0-1-13,1 0-11,0-1-16,-2 2-41,2-1-64,-2-1-80,0 1-91,-2-2-112,-2 0-109,1-1-27,-3 2 28,0-2 63,-1-1 78</inkml:trace>
  <inkml:trace contextRef="#ctx0" brushRef="#br0" timeOffset="1018">1406 187 120,'7'-6'299,"-1"-3"31,0 3 45,-2-2-55,-1 2-42,2-1-9,-2 1 5,2 1 23,-3 1 22,-1 1 19,1-1 21,-1 1 11,1 0-5,0 1-16,-1 1-36,0 0-51,-1 0-57,1 1-47,0 1-26,-1 1-18,2 1-12,-1 2 4,2 2 1,-1 2 0,0 3-11,0 1-17,2 1-13,-2 4-24,0 2-15,1 0-10,1 2-6,-1-1-5,0 1-3,0-1-1,0-1-15,-1-1-39,0-1-84,1-2-159,-1-3-163,0-3-157,0-1-128,-1-4-116,-1-1-39,-1-2 91,0-2 129,-1-3 139,1-3 133</inkml:trace>
  <inkml:trace contextRef="#ctx0" brushRef="#br0" timeOffset="1292">1477 232 376,'0'-16'437,"0"0"54,0 1 54,0 0-98,2 1-96,4 1-49,0 2-18,2 1-11,2 0-11,2 3-14,3 0-22,-1 3-16,3 0-27,-2 2-29,1 2-31,-1 0-24,2 3-21,-2 1-18,0-1-15,-2 2-10,1 2-12,-3 0-7,-2 2-6,-2-1-3,-1 2-2,-2 2-2,-1-1 0,-4 0-1,-2 1 1,-2 1 2,-3 0-1,-2 0 0,-2-1 3,0-1-1,-2-1-4,1 0 1,-2-1-1,1-1-1,0-2-2,0 0 0,2-3 1,0 0 0,2-2 0,2 0 0,1-1 0,3-1-3,3 0 0,1-1-2,3-2 0,5 0-3,3-1 4,1 0-1,4 1 0,0 0 3,2 2 2,2 0 5,-2 0-6,1 3 3,-1 1-1,-1 0 0,1 2-2,-3 1-2,0 0 1,-3 1 3,-2 0-3,-1 1 3,-2 0 0,-2 0 6,-2 1 2,-3-1-1,-1 2 5,-3-2-11,-5 1 6,-2 1-3,-4-1 2,-5-1-4,-2 1-2,-5-2-25,-2 1-105,-3-4-135,-3-1-133,0-1-135,-2-2-142,-2-2-108,-4-1 30,0-4 93,-2 0 110,1-3 125</inkml:trace>
  <inkml:trace contextRef="#ctx0" brushRef="#br0" timeOffset="1938">281 90 97,'1'-5'323,"0"1"48,-1-2 49,0 0-19,-1 1-69,0-2-28,1 2 2,-3-1 10,2 0 30,-1 2 10,-1-2 4,-2-1-11,1 3-7,-2-2-27,0 1-48,-2 3-32,-2-1-27,0 1-23,-2 1-32,-1 2-21,-1 1-24,-2 2-27,1 1-24,-3 3-18,0 1-14,0 3-11,1 3-5,0 1-3,2 2-1,0 2 0,2 1-3,3 3 1,3 0 0,3 1-2,3 1-1,4-3 3,3 1 0,5-2 2,4-2-3,4-2-1,5-3 2,5-3-2,4-2-2,0-3-10,4-4-34,0-1-79,-1-2-135,-2-3-142,0 0-137,-3-2-152,-2 0-173,-6 1-38,-3 0 75,-5 1 108,-5 0 120,-2-1 153</inkml:trace>
  <inkml:trace contextRef="#ctx0" brushRef="#br0" timeOffset="2754">1012 1123 7,'3'-4'388,"-1"3"60,-2 0 44,1-1 33,-1 1-120,0 1-110,-1 0-66,0 3-19,-1 0 15,0 3 29,0 3 16,-2 3 6,1 2-7,-2 2-22,2 2-43,-1 3-55,0 1-46,1 2-32,0 3-21,0 0-17,0 1-15,1-1-8,-1-1-1,1-4-1,2-2-5,0-4 0,-1-3 4,1-2 4,0-3 12,1-3 10,-1-4 13,2-2 12,-1-4 10,2-4 3,-1-4-3,0-2 3,0-3-1,0-2-2,-1-3-6,1 0 3,1-2 2,0-2-5,1 2 2,-1 0 0,0 1 1,2 2-6,-1 0-5,1 3-7,1 2-14,0 1-7,1 2-9,-1 2-10,2 3-5,1 2-2,1 4 1,1 0-2,1 3 2,2 3 2,0 1-2,1 4 1,-1 2 0,1 2 2,0 3-2,-1 2 3,0 4 0,-2 0-1,-1 4-1,-1 0 0,0 3-3,-2-1-1,-2 1-2,-1-2-17,0-2-36,-1 0-75,-2-4-138,-1-2-158,-1-3-164,-2-1-141,-4-3-153,0-3-28,-5-2 83,-1-2 131,0-4 150,-1-2 150</inkml:trace>
  <inkml:trace contextRef="#ctx0" brushRef="#br0" timeOffset="3200">1035 1399 144,'-8'-9'443,"0"2"47,3-1 36,1 2 29,2 0-198,2 0-128,5 0-74,5 0-42,3 1-32,7-1-29,2 1-19,5 2-14,3-1-12,3-1-47,0 2-83,0 0-106,-3 1-142,-4 0-112,-4 2-54,-5-1 8,-4 1 64,-7 0 96</inkml:trace>
  <inkml:trace contextRef="#ctx0" brushRef="#br0" timeOffset="3456">235 1336 80,'-9'-9'466,"-1"-3"59,0 1 43,2 1 56,2 1-96,1 1-154,1 2-83,1 2-48,1 1-38,1 2-52,2 2-59,2 2-42,0 2-20,0 4-8,2 3-5,1 3 0,-2 3-5,1 2-3,0 3-3,-2 1-4,0 2 1,1 0-4,-2-1-2,1-1-40,0-1-71,-1-3-74,-2 0-77,1-4-73,0-1-67,0-4-30,-1 0-11,-2-4-39,1-2 18,0-2 41,-3-3 51,2-3 60</inkml:trace>
  <inkml:trace contextRef="#ctx0" brushRef="#br0" timeOffset="3661">223 1495 65,'0'-21'328,"-1"-2"50,0 2 48,1 0-3,0 1-76,0 2-37,2 0-18,1 2-12,3 1-11,-1 1-8,5 2-7,0 0-24,3 2-22,2 3-22,3-1-22,1 3-35,2 3-36,1 0-25,-1 2-20,1 2-15,-1 2-10,-1 1-8,-1 2-4,-2 2-4,-3 2 0,-2-1 3,-4 2-3,0 0 1,-3 0-2,-5 2-1,0-1-2,-5 1 0,-1 0-1,-2-1-3,-3-1-1,1 0 4,-3-2 0,1 0-1,0-2 3,-1-1-4,-1-3 4,4 1 0,-1-2 0,2-1-3,3-1-1,-1-2 6,4-1-5,0-1-5,5 0-3,1-2 3,5 1-1,2-1-4,3-1 2,3 2 4,1 0 0,2 2 0,1 1-2,-1 3 3,2 0 2,-1 2-1,-1 1 1,0 2 0,-1 1 0,-2 2 0,-2-1 0,-2 1 2,-3 1-1,0-1 3,-5 0 2,-2 2-1,-2-1 9,-2-2 5,-2 2 4,-5-2 4,-1 1 4,-4-1-3,-2-1-10,-4 1-7,-2-2-4,-4 1-6,-3-3-2,-1 0 0,-1 0-17,2-3-71,0-1-89,6-2-103,2-1-117,4-3-121,5-2-121,5-1-50,7-2 24,6-3 68,6 0 99,4-3 112</inkml:trace>
  <inkml:trace contextRef="#ctx0" brushRef="#br0" timeOffset="4294">1997 1332 28,'8'-6'354,"0"-1"34,-2 0 18,-1 3 13,0-1-166,-2 0-108,-1 1-61,2 1-30,-2 0-15,1 0-5,-1 0 9,1 2 23,-1-2 40,0 1 55,-1-1 68,0-1 81,0 2 71,-1-3 49,-1 0 32,0 0-3,-1 0-39,-3-1-64,-1 1-66,-2-1-68,0-1-61,-1 3-43,-2-1-26,1 1-20,-1 0-19,0 1-9,-1 1-10,0 2-6,1 0-5,-3 2-3,1 2-2,0 0-6,-2 4-2,2 1 1,0 1-1,0 4-2,2-1 1,1 2 3,1 2-3,3 0-4,1 1-2,2 2 1,3 0-5,1-2-2,3 1 4,2-1 2,4-1 4,2 0 0,4-2 6,1-2 1,4-2 0,2-2-1,1-2-2,3-2-1,1-3-3,1 0 0,-1-2-2,-1-2-3,-1 0-1,-2-2-6,-3 0-21,-2 0-40,-5 1-59,-1 0-119,-4 1-199,-4-1-228,-3 2-234,-4 0-107,-6 3-18,-5 0 79,-5 2 179,-3-1 220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4:49.39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2089 411 254,'1'-1'341,"-1"0"45,0 0 33,0 0-83,0-1-53,-1 0-13,0 1 1,1-1 11,-1 2 23,-1 0 29,2 0 33,-1 0 18,1 1 9,-1-1-8,0 0-30,0-1-43,0 1-47,-1 0-43,2 0-40,-1 0-34,-1 0-29,0-1-21,0 1-16,0-1-10,-2 0-8,2 0-7,0 0-1,-1-2-3,-1 1 0,0 0-3,1 0-5,-3-1-2,-1 2-6,2-2 2,-3 1-8,1 0-1,-1-2-3,0 2-3,-2 0 0,1 0-2,0-1 1,-2 1-1,1 0 2,-1 0-1,1 0 0,-2 1-4,0 0-2,0-1-3,0 1-2,0 1 1,0-1-4,-1 0 1,2 1-2,-1 0 2,0 1 0,-1 0-4,-1-1 4,2 1 3,-1 1 2,-1-1-1,-1 0 1,-2 2 3,-2 0-3,0 1-6,-1-1 0,-1 1-3,1 1-4,-1 0-1,1 0 4,1 1 1,-2 0-1,1 0 3,2 1 2,-1-1-3,1 1-1,-1 0 2,1-1-2,1 1 0,0 1 2,0-2-1,0 1 0,1 1-1,-1-1 1,0 1-1,2-1 0,-2 1 0,2 2-1,-1-2-1,0 2-2,0-1-2,-1-1 1,1 1 1,0 0 1,-1 1 0,2 0 1,-1 0-1,1 1-1,-1-2 0,0 2-1,0 1-1,0 0 2,0 0 2,0 0-1,-1 0 1,1 1 2,-1 0 0,0-1 0,1 1 0,-2 0-1,1-1-2,1 2 0,-2-1-3,0 0-1,1 1 0,1-2 0,0 1 0,1-1 0,0 0 0,2 0 0,0 1 0,-1-1 0,2-1 0,-1 1 0,1 0 0,-1 0 0,1 1 0,1 0 0,-1-1 0,1 2 0,0 0 0,-1-1 0,1 1 0,-2 1 0,2 0 0,0 0 0,0-1 0,-1 0 0,1 1 0,0-1 0,1 0 0,-1 0 0,0 0 0,2 0 0,-2-2 0,2 2 0,0-2 0,1 1 0,0 0 0,-2 0 0,3-1 0,-2 1 0,1 0 0,0 0 0,1 1 0,-2 1 0,2-2 0,0 2 0,0-1 0,-1 1 0,1 0 0,1 0 0,-1 0 0,0-1 0,1 1 0,-1 0 0,1 1 0,0-1 0,0-1 0,2 1 0,-2 0 0,1 1 0,1 0 0,-1-1 0,0 1 0,2 0 0,1-1 0,-1 0 0,0 1 0,1-1 0,0 2 0,1 0 0,0 0 0,0 1 0,1 0 0,1-1 0,0 0 0,-1 0 0,2 1 0,-1-1 0,0 0 0,0-1 0,2 0 0,-1 0 0,-1 0 0,1-1 0,1 0 0,0 0 0,0 0 0,-1 0 0,1 1 0,0-2 0,1 1 0,0 0 0,-1 0 0,2 0 0,0 1 0,0 0 0,1 0 0,0 1 0,-2 0 0,3 0 0,-1 0 0,-1 0 0,3 0 0,-3-1 0,2 1 0,-1-2 0,1 2 0,0-1 0,-1 1 0,1 0 0,0-1 0,-1 0 0,1-1 0,0 1 0,-1 0 0,1 0 0,0-1 0,1 1 0,-1-1 0,0 0 0,1 0 0,-1 0 0,2 0 0,0 0 0,0-1 0,2 1 0,-2 0 0,0-1 0,2-2 0,-1 2 0,-1-2 0,2 0 0,-1 0 0,-1 1 0,2-3 0,-1 1 0,-1-1 0,2 2 0,-1-2 0,0 0 0,0 0 0,0-1 0,1 1 0,0 0 0,0-1 0,0 1 0,1 0 0,-1-1 0,1 2 0,-1-2 0,1 2 0,1-1 0,-1 0 0,2 0 0,-1 0 0,1 0 0,0-1 0,0 1 0,0 0 0,0-2 0,-1 2 0,0-2 0,0 2 0,1-3 0,-2 2 0,-1-1 0,1 1 0,-1-1 0,3-1 0,-2 2 0,0-2 0,0 2 0,2-2 0,-1 1 0,0-2 0,2 1 0,-1 0 0,1-1 0,0 0 0,2 0 0,-2-1 0,2 0 0,1 0 0,-1 1 0,1-3 0,0 1 0,-1 1 0,2 0 0,1-1 0,-2 1 0,0 1 0,1-1 0,0 1 0,1-1 0,-1 2 0,1-2 0,-1 0 0,0 0 0,1 0 0,1-1 0,-1 0 0,2 0 0,-1 0 0,1-2 0,0-1 0,0 1 0,-1-1 0,0 1 0,0-1 0,-1 0 0,0 0 0,0 0 0,0-1 0,-1 0 0,0 0 0,-1 0 0,1 0 0,-1 0 0,1 0 0,0-1 0,0 1 0,0-1 0,-1-1 0,1 1 0,0-1 0,0 0 0,-1 1 0,0 0 0,-1-2 0,0 1 0,0 0 0,1 1 0,-1-1 0,1-1 0,0 2 0,0-2 0,-1 1 0,0-1 0,1 0 0,0 1 0,-1 0 0,1-1 0,0-1 0,1 0 0,-1 0 0,-1 0 0,1-1 0,0 0 0,1 1 0,-3 0 0,2 0 0,0 0 0,-1-1 0,-1 0 0,1 0 0,0 1 0,-2-2 0,1 1 0,0 0 0,0-2 0,-1 2 0,0-1 0,0 0 0,0 0 0,0 0 0,0 0 0,-1-1 0,1 0 0,-2-1 0,2 1 0,-3-2 0,0 2 0,1-2 0,-1 1 0,1 0 0,-1 1 0,0-2 0,1 1 0,1-2 0,-2-1 0,0 1 0,0-1 0,1 0 0,0-1 0,0 2 0,-1-1 0,2 0 0,-3 0 0,0 1 0,1-1 0,-2 0 0,0 1 0,1-1 0,-1 0 0,-1 0 0,1-1 0,-1 1 0,0-2 0,1-1 0,-1 0 0,0 0 0,0-1 0,-2-1 0,2 1 0,0 0 0,-1 0 0,0-1 0,-2 1 0,0-1 0,1-1 0,-2 0 0,1 0 0,-1 0 0,1-1 0,-2 1 0,2 0 0,-2 0 0,1-1 0,-1 1 0,-1-2 0,1 1 0,0 1 0,1-2 0,-1 0 0,0 0 0,-1 0 0,0 0 0,0-1 0,1 1 0,-2 1 0,1-1 0,0 0 0,0 1 0,0 0 0,-2-2 0,2 1 0,-1 0 0,0 0 0,0-1 0,-1 0 0,0 1 0,2-1 0,-3-1 0,1 2 0,-1-1 0,1 0 0,0 1 0,-1-2 0,0 0 0,0 0 0,0 0 0,0 1 0,0-2 0,-1 1 0,-1 1 0,1-1 0,-2 1 0,-1 1 0,0 0 0,0-1 0,-1 1 0,0-1 0,1-1 0,-1 2 0,0-1 0,0 0 0,-1 1 0,0 0 0,2 0 0,-2 1 0,1 0 0,0 2 0,-2 0 0,2-1 0,1 2 0,-1-1 0,1 1 0,-1 0 0,0-1 0,-1 1 0,1 0 0,0-1 0,-2 0 0,3 0 0,-3-1 0,3 1 0,-2-1 0,1 1 0,0 1 0,0 0 0,0-1 0,1 1 0,-3 0 0,2 0 0,0 1 0,0-1 0,-1 1 0,0 0 0,0 0 0,0 0 0,1 1 0,-3-1 0,2 1 0,-1-1 0,0 0 0,0 2 0,1-2 0,-3 1 0,2 1 0,-1 0 0,0 1 0,-1-1 0,1 1 0,-1 0 0,0 1 0,2-2 0,-2 2 0,3 0 0,-2 0 0,0-1 0,-1 2 0,2-2 0,-1 2 0,1 0 0,-1 0 0,1 0 0,-1 1 0,1 1 0,-1-1 0,1 2 0,-1-2 0,0 1 0,-1 0 0,1 1 0,1-1 0,-1 1 0,-1-1 0,2 2 0,-1 0 0,1 0 0,-1 0 0,0 1 0,0-1 0,0 1 0,1 0 0,-2 0 0,0 0 0,0 0 0,0 0 0,-1 0 0,0 0 0,-1-1 0,0 1 0,0 0 0,-1 0 0,1 1 0,-2-1 0,1-1 0,-2 1 0,-1 1 0,0-2 0,-1 0 0,0 1 0,-1 0 0,0-1 0,0 0 0,-1 1 0,0-1 0,-1 0 0,-1 1 0,0-1 0,2 2 0,-2-1 0,1 1 0,1-1 0,0 0 0,-1 0 0,0 2 0,0-2 0,1 0 0,1 0 0,-2 1 0,2-1 0,0 0 0,1-1 0,0 1 0,1 0 0,0 0 0,0-1 0,0 2 0,1 0 0,-1-1 0,3 1 0,-1 1 0,2-2 0,0 1 0,-2 0 0,5 0 0,-1 0 0,-1-1 0,2 0 0,-1 0 0,1 0 0,0 0 0,0-1 0,0 1-70,-2 0-511,1 0-215,-2 0-219,0 1-139,-2 2-37,-1 1 34,-3 0 171,-3 1 263,-6 1 275</inkml:trace>
  <inkml:trace contextRef="#ctx0" brushRef="#br0" timeOffset="3929">2322 5237 182,'0'-2'337,"-1"-1"44,0 1 40,0 0-69,0 1-78,1-1-39,0 0-18,-2 0-13,1-1-4,-1 2 6,1-1 19,1 0 30,-1 2 36,1-2 36,0 1 25,0-1 19,-1 1 1,0 0-22,0 0-32,-1 0-39,1 0-37,0 1-43,0-1-38,0 0-24,-2 0-17,0-1-11,-1 1-13,1-1-5,-2 0-5,0 1-7,-1 0-5,-1-1-7,0 0-8,-1 0-8,-1 0-8,-1 1-5,1-2-2,-2 1 2,-1 1 8,-1-1 2,-2 0 8,0 0 8,-2 0 3,-1 1-32,-1-1-35,0 0 0,-1 1 0,1-1 0,-1 1 0,-1 0 0,2 0 0,-1 0 0,-1-1 0,2 1 0,0 1 0,-1 0 0,1 0 0,0 0 0,-2 1 0,2 1 0,-2 1 0,-1 0 0,1 1 0,-2-1 0,0 2 0,-2 1 0,0 0 0,-1 1 0,1-1 0,-2 3 0,2-2 0,-1 2 0,-1-1 0,1 3 0,-1-2 0,0 2 0,1 0 0,-3 2 0,0 0 0,2-1 0,0 1 0,1 0 0,-1 1 0,1-1 0,0 2 0,2 0 0,-1 1 0,2 0 0,-1 1 0,1 1 0,0 2 0,0-1 0,-1 3 0,0-1 0,3 2 0,-2-1 0,0 1 0,2 1 0,1 0 0,1-2 0,2 2 0,-2-1 0,2 1 0,-1 0 0,2 1 0,-1 1 0,0-2 0,1 2 0,1 0 0,2 1 0,-1-1 0,1 1 0,1 0 0,1 0 0,1 2 0,-1-2 0,2 1 0,0 1 0,1 0 0,2 0 0,-2 2 0,3 1 0,1-1 0,-2 1 0,2 0 0,1-1 0,-1 0 0,1 0 0,1-1 0,0 1 0,0-2 0,1 0 0,-1 0 0,1 1 0,0-1 0,1-1 0,0 1 0,1-1 0,0 0 0,0-2 0,0 1 0,0-1 0,3-1 0,-2 0 0,2 1 0,1-3 0,-3 2 0,4-2 0,-1 1 0,0 1 0,2 0 0,0-1 0,2 1 0,-1-1 0,3 0 0,-1-1 0,1 0 0,1 1 0,0-2 0,3 1 0,0-1 0,0 1 0,1-1 0,1 1 0,1-1 0,0 0 0,-1-1 0,2 0 0,-2 1 0,1-3 0,1 2 0,0-1 0,0-2 0,1 0 0,0-1 0,-1 0 0,2 0 0,2-1 0,-2 0 0,2-1 0,-2-1 0,2 0 0,0-2 0,0 0 0,0 0 0,2-1 0,-1 0 0,0-2 0,0 2 0,-2-1 0,2-1 0,-1 1 0,-1-1 0,1 0 0,0-1 0,-1 0 0,0-1 0,0 1 0,1-2 0,-1 2 0,1-1 0,-1 0 0,2-1 0,-1 1 0,0-2 0,2 2 0,-2-2 0,2 0 0,0 1 0,-1 0 0,2-2 0,0-1 0,0 1 0,-2-1 0,3-2 0,-2-1 0,0 0 0,1 0 0,-1 0 0,0 0 0,1-1 0,-1-1 0,-1-1 0,1 1 0,-1 0 0,0 0 0,2 0 0,-2 0 0,1 0 0,0 0 0,0-1 0,-2 0 0,4 0 0,-3 1 0,3-2 0,-1 0 0,0-2 0,1 2 0,1-1 0,-2-1 0,3-1 0,-3 0 0,-2-1 0,1 0 0,-1 0 0,-2 0 0,3-1 0,-2 1 0,-1 0 0,0 0 0,0 0 0,0-1 0,-1 1 0,0-1 0,-1 1 0,0-1 0,0 0 0,-2 0 0,0 0 0,0 0 0,1-1 0,-1 2 0,1-2 0,1 0 0,0 0 0,-1-1 0,-1 0 0,2 0 0,-1-1 0,0 0 0,0-1 0,0 1 0,0-1 0,0 1 0,-1 0 0,-1-2 0,1 1 0,-1 0 0,-1-1 0,3 0 0,-1 0 0,0 1 0,-2-2 0,1 0 0,-1-1 0,-1 0 0,0 0 0,-1-1 0,0 0 0,1-2 0,-2 0 0,1-2 0,-2 0 0,-1-1 0,1 0 0,-1 0 0,-2 1 0,1-1 0,-1 1 0,-1 0 0,0 1 0,-3 1 0,2-1 0,-1-1 0,-1 2 0,-1 1 0,1-2 0,-2 0 0,0 1 0,2-2 0,-3 0 0,1 2 0,-1-2 0,0 0 0,-1 1 0,0-1 0,0 0 0,-1-1 0,0 1 0,0-2 0,0 1 0,-1 1 0,0-1 0,0 2 0,-1-1 0,0 0 0,0 1 0,0 0 0,0 0 0,-2 1 0,2-1 0,0 1 0,0 0 0,-2-2 0,1 2 0,0 0 0,1 0 0,-3 0 0,1-2 0,-1 2 0,2-1 0,-3-1 0,1 1 0,0 0 0,0 0 0,-1-1 0,1 0 0,-2 1 0,1-1 0,0 0 0,-1 2 0,2-1 0,-4 0 0,2 1 0,-1 1 0,2-1 0,-3 2 0,1 0 0,0 1 0,0 1 0,1 0 0,-3 0 0,2 0 0,-1 2 0,0-1 0,0 1 0,1-1 0,0 2 0,-2 0 0,1-1 0,-1 2 0,2 0 0,-1 0 0,0-1 0,1 0 0,-2 1 0,3 0 0,-2 0 0,1 0 0,0 1 0,-1 1 0,1-1 0,1 0 0,-1 0 0,-1 1 0,2 0 0,-1 0 0,1 1 0,-1 0 0,2 1 0,0-2 0,0 3 0,0-2 0,-1 2 0,2 0 0,-1 0 0,0 1 0,0 0 0,-1 0 0,3-1 0,-3 1 0,1 1 0,1-1 0,-2 0 0,3 1 0,-3-1 0,0 0 0,3 0 0,-3 0 0,2-1 0,-3 0 0,2 0 0,-1 0 0,-1 1 0,1-2 0,-1 2 0,2-2 0,-3 0 0,1 2 0,0-2 0,1 2 0,-1-1 0,-2 0 0,2 1 0,-1 0 0,0-1 0,0 1 0,-1 0 0,1 0 0,-1 0 0,2-1 0,0 1 0,-2-1 0,3 1 0,-3 1 0,2-1 0,-1 0 0,1 0 0,0 0 0,0 0 0,-1 1 0,0-1 0,0 0 0,0 0 0,-1 1 0,2-2 0,-2 1 0,1 0 0,0-1 0,-1 1 0,2-1 0,-2 1 0,2 0 0,0 0 0,-1 0 0,1 1 0,-1-1 0,0 1 0,0 0 0,0 0 0,2 1 0,-1-2 0,1 2 0,-1 0 0,1 0 0,-1 0 0,1 0 0,-2-1 0,1 3 0,1-2 0,-1 1 0,-1 0 0,1 0 0,-1 0 0,1 1 0,-1-1 0,-1 0 0,1 1 0,-1 0 0,1-1 0,-1 1 0,-1 0 0,2 0 0,0-1 0,-1 1 0,1 1 0,0-1 0,-1 0 0,1 1 0,-1-1 0,1 1 0,0 0 0,-2 0 0,2 0 0,1 0 0,-4 0 0,4 0 0,-2-1 0,-2 1 0,1-1 0,-1 0 0,0 0 0,-3 0 0,0 0 0,-2-1 0,-1 1 0,-1 0 0,0 0 0,-2-1 0,-2 0 0,2 1 0,-1-1 0,1 0 0,-2-1 0,0 0 0,0 0 0,0 0 0,-2 0 0,-1 1 0,-1-1 0,-1 1 0,-2 1 0,-4 2-1063,-1 3-264,0 1-43,-4 0 36,2 5 96,-2 0 260,-3 4 360</inkml:trace>
  <inkml:trace contextRef="#ctx0" brushRef="#br1" timeOffset="15066">1890 3090 172,'0'-2'274,"-1"-1"35,1 1-13,-1 0-46,1 0-32,0 0-19,-1 1-6,1-1-6,-1 2-6,1-1-3,0 1 6,0 0 20,0 0 24,-2 0 30,2 0 31,0 0 30,0 0 13,0 0 4,-1 0-12,1 1-23,0-1-31,0 2-33,0 0-33,0-1-28,0 2-21,0 1-17,1 2-18,-1 0-14,2 4-12,-1 1-13,-1 1-14,1 2-16,-1 1-10,0 2-11,0 0-8,0 0-8,0 1-5,0 1-4,0 0-2,0 0-2,1 0-1,-1-1 1,1 0 1,-1-1-1,1-1-3,0 0 1,1-3-1,-1-1-11,1 0-27,-1-4-52,0-1-90,0-3-190,0-2-231,-2-3-240,-1-2-158,-1-2-45,0-3 39,0-2 162,-3-1 218</inkml:trace>
  <inkml:trace contextRef="#ctx0" brushRef="#br1" timeOffset="16006">211 2496 143,'-4'0'326,"1"0"45,0 0 45,-1 0-53,1 0-68,-1 1-35,2 0-19,0-1-14,0 0-15,1 0-17,0 0-11,0 1-7,1 0 7,-1-1 11,1 0 13,1 0 24,0 0 27,1-1 20,2 0 12,1 1-8,2-2-16,0-1-30,4-1-43,1-2-39,1-1-38,1-1-31,4-3-16,0 0-20,3-1-9,0-1-13,-1 0-10,-1-2-3,0 4-12,-4 0 2,0 3-6,-4-1 1,-2 3 0,0 1-1,-3 0-9,-2 2-13,-2 1-52,-2 2-103,-1 2-165,-2 2-189,-2 0-195,-3 1-193,2 3-59,-3 0 47,3 1 134,0-1 173,1 0 194</inkml:trace>
  <inkml:trace contextRef="#ctx0" brushRef="#br1" timeOffset="16888">3113 2562 84,'0'-3'286,"0"1"52,0-1 28,0 2-36,-1-1-33,0 0-24,1 1-25,-2 1-19,2 0-12,0 1 0,0-1 8,2 1 40,-2 0 50,1-1 42,0 2 29,2 0 18,3 1-4,-1 0-43,1 3-53,2-1-55,0 0-44,2 1-43,3 0-40,-1 2-17,0-1-16,4 0-17,-1 0-13,1 1-14,-1-1-6,2 0-12,-2-1-8,2 0-7,-1 1-6,-1-2-3,1 1-3,-2-1 1,1-1-3,-4-1-16,0 1-29,-3-2-52,-1 0-94,-1-1-192,-3-1-224,-3 0-224,-3 0-162,-4-1-49,-3 1 41,-1 0 162,-4-1 211,0 0 231</inkml:trace>
  <inkml:trace contextRef="#ctx0" brushRef="#br1" timeOffset="17862">2376 3530 35,'-1'-2'385,"0"1"61,-1 0 53,0-1 52,0 2-121,-1 0-88,1 0-48,0 2-22,0 1-9,-2 1-6,1 2-11,0 3-12,-1 1-11,0 1-17,-1 3-32,2 2-36,-2 1-26,-1 0-27,2 2-20,0-3-19,1 2-8,0 0-3,-1 0-9,2 0-2,0-1-3,-2-1-1,2-2-6,0-1-5,1-2-2,1-1-5,-1-2 4,0-3 4,1 0 10,0-3 3,0-3 5,1-2 7,0-2-2,0-3-6,0-3-7,1 0-4,1-4-3,-1-1-3,0 0-4,0-2 10,2 0 13,-2-1 17,1 2 12,-1 1 15,2 1 10,-1 0-4,0 1-5,2 2-12,-2 2-11,2 0-12,0 1-8,0 2-5,0 0-10,2 2-4,-2 0-6,2 1-1,0 1 0,2 0 6,-2 3 5,2-1 3,0 2 6,0-1 5,-1 4 3,1 0-3,-1 1-3,0 1 0,2 3-4,-1 0-4,0 1-7,0 2-3,-1 2-2,1 0-4,0 1-2,0 0 0,0 2 0,-1-1 2,2 0-2,-3-1 1,2 0-5,-4-1-14,2 1-18,-2-3-31,-1-1-45,0-1-59,1-1-85,-3 0-104,-1-2-103,-1-2-86,-1 0-69,-2-2-46,-3 1-18,0-4-5,-1 2 57,-2-2 83,-1 0 93,1 0 98</inkml:trace>
  <inkml:trace contextRef="#ctx0" brushRef="#br1" timeOffset="18375">2379 3795 30,'-14'-5'386,"2"0"70,1-1 61,1 0 62,1 2-113,2 0-92,2 0-60,0 1-61,4 1-53,2-2-56,5 1-47,1 0-37,5 0-24,1 0-8,4 0-6,1 0-8,3 0-28,2 0-69,1 0-94,2-3-136,-2 1-185,-2 1-113,-2-3-37,-5 2 33,-2-2 77,-3-1 124</inkml:trace>
  <inkml:trace contextRef="#ctx0" brushRef="#br1" timeOffset="19140">222 2752 239,'0'-5'323,"0"1"40,-2-1 6,1 0-63,-1-1-46,0 1-28,0-2-9,0 0 3,-1 2 9,1-2 13,-1 2 18,1 0 30,-3 0 19,1 1 8,0 0-4,-1 1-19,-3 1-30,3 1-39,-4 1-39,1 1-44,-2 1-37,-1 3-31,-1 1-21,-1 2-21,0 1-4,1 1-13,-2 4-7,0 0 0,2 1-4,1 0-3,1 2-7,1 0 2,3 1 0,2 0-2,2 0 0,3-1 3,3-1-1,3 0-2,4-2 1,3 0 1,3-2 3,3-3-4,4-1-2,2-3 1,2-2-18,1-2-50,1-3-118,2-1-166,-2-2-169,-1-2-201,-4 1-155,-2 1-40,-8 0 68,-4 3 141,-4 1 157</inkml:trace>
  <inkml:trace contextRef="#ctx0" brushRef="#br1" timeOffset="19979">3649 2868 290,'3'-8'424,"-1"3"66,-1-1 63,0 2-49,0 1-93,-1 1-54,0 0-35,0 1-36,1 0-31,-1 2-25,2 1-22,1 1-13,-1 1-1,1 2-5,-1 2-15,2 3-26,0 1-28,-1 1-25,-1 2-32,1 2-20,-1 1-14,0 1-11,1 0-6,-2 0-3,0 0-2,0-2-14,0 0-45,-1 0-78,0-2-109,0-3-107,0 0-108,-1-4-107,0 0-75,-3-3-56,1-1 19,0-2 62,-1-2 82,1-2 105</inkml:trace>
  <inkml:trace contextRef="#ctx0" brushRef="#br1" timeOffset="20215">3654 2958 283,'0'-15'386,"-1"0"50,1 0 38,0 3-91,0-1-86,2 2-45,1 2-32,4-1-21,-1 2-12,4 0-18,2 0-9,2 2-2,2 0 4,1 0 1,2 2-2,1 0 8,1 1-4,-1 2 0,-1 1-14,-2 1-15,-1 2-11,-2 2-23,-2 1-16,-2 1-17,0 0-11,-4 1-6,-1 1-10,-3 1-9,1 2-7,-5 0-2,-1 0-7,0 1-4,-3 1-6,-2-1 2,2 0-1,-3 1-4,0-1 0,0-2-3,0-1-1,1-1-3,-2-1 1,3-1 2,-3-3 0,3-1 2,-2 1 1,4-3-2,-2 0 2,2-1-2,1-1 0,0-2-2,1 1 1,2 0-1,1-1-5,1 2 2,2-1-1,2-2 3,1 1-1,4-1 3,-1 2 0,2-1 1,2 0 0,1 1-1,-1 2 0,1 0 1,1 1-1,-2 2 1,0 0-2,-1 0 1,1 3 1,-1 0-1,-2 1 0,-1 1 0,0 0 1,-4 2 5,1 0 0,-4 0 2,0 0 8,-3 2 8,-1-1 5,-4-2 10,1 2 14,-3-2 9,-3 0 5,-1 0 4,-3-2-4,-1 0-8,-2-2-15,-2 0-13,0 0-11,-2-3-7,0-2-10,0-2-21,0-1-54,1-2-114,0 1-162,2-3-180,0 0-199,1-1-155,2 2-40,0 0 64,4 0 134,1 0 166</inkml:trace>
  <inkml:trace contextRef="#ctx0" brushRef="#br1" timeOffset="25712">425 1056 161,'-1'-2'283,"1"0"44,0 0-12,0 0-48,0 0-26,0 1-22,1-1-23,-1 2-21,1 0-18,-1 0-7,0 0-8,0 0-5,0 1 7,-1 0 14,1 0 22,-1-1 23,0 2 29,1-1 27,-1-1 9,0 2 1,1-2-10,-1 2-19,-2-1-28,3 0-33,-1 0-29,0 1-26,1-2-19,0 1-12,1 0-12,0 1-8,2 0-8,0 1 1,1 0-2,1 0-9,1 2-3,2 0-2,1 1 1,1 1-9,0 1-10,2 0-9,-1 0-3,2 1-4,-1-1-6,-1 2-3,1-2-1,-1 1 1,0-1-5,-1 1 0,3-1-1,-2-1 0,-2 1-1,0-2 2,-1-1-1,1 1 3,-2-3 0,-1 0-1,1 0-2,0 0-2,-3-2-4,1 0-18,-3-1-64,0-1-169,-1-1-231,-2 0-242,-1 0-202,-1-1-91,-1 1 3,0-3 139,-2-1 216,2-2 233</inkml:trace>
  <inkml:trace contextRef="#ctx0" brushRef="#br1" timeOffset="26574">1603 255 2,'2'-1'278,"-2"0"41,0 0 34,1 1-20,0-1-77,-1 1-49,1 0-28,0 1-17,0-1-9,0 1-1,1 0 7,-2-1 18,0 1 30,0-1 34,0 1 41,-1 0 29,0-1 17,1 1 3,-1-1-12,0 0-29,1 1-42,-1 0-36,0-1-34,0 1-30,0 0-23,1 0-17,-2-1-13,1 1-14,1-1-11,-1 1-10,1 0-5,-1-1-7,0 1-7,1-1-5,-1 0-3,1 1 0,0 0-4,0-1 0,0 0-2,-1 0 2,0 0-4,1 1-2,-1-1 0,-1 1-4,2 0-2,0-1-4,0 1-4,0 0-2,0-1-1,0 1-4,2 1 0,-2-1-1,1-1 2,-1 2-3,1-1 2,0 1-1,-1-2 1,1 1 0,-1-1-2,0 1 2,0 0 0,0-1 1,0 0-1,1 0 1,0 0 2,-1 0 0,1 0-5,-1-1 6,0 0 8,1 1 5,-1-1 4,0 1 3,0-2 7,0 1 0,2-1-6,-2 2-4,0-1-5,0-1-4,0 1-3,0 0-5,0 0-1,0 1-4,0 0 0,-2 0-1,1 0 2,1 0-2,0 1 0,0 0 0,0 1 1,0 0 2,1 2 1,1 1 0,-1 1 1,0 1 1,1 1 0,0 2 0,0 1 2,-2 2 1,3 1-2,-2 0 0,0 1-2,0 0-2,-1 1-4,0 0-1,-1-1-2,1 1 3,0 0 0,-1-1-2,1 1 6,-1-1-1,1-1 1,-1-1-2,-1 0 1,2-1 1,0-2-4,0-1 2,0 0 1,0-2 1,0-1-3,0-1-2,0-1-4,0 0-3,0-2-6,2 0-12,-1 0-18,0-1-24,0-1-41,-1-1-70,1 1-129,-1-3-166,1 1-145,-1-2-121,0-1-108,1-2-74,-1 1 54,0-1 137,0-1 140,-1 0 139</inkml:trace>
  <inkml:trace contextRef="#ctx0" brushRef="#br1" timeOffset="28530">3005 606 10,'-1'0'275,"0"-1"42,-1 0 38,-1 0-29,1-1-72,1 1-42,0-1-22,0 0-10,1 1-9,0 0-4,0 0 7,0 0 3,0 0 15,0 0 17,0 0 15,0 1 35,0 0 16,-1 0 8,1 0-10,-1 1-22,-1 0-23,1 0-40,-2 0-25,0 2-15,-2 1-12,-1 2-6,-2 0-9,-2 4-11,-2 0-23,-2 2-20,-1 2-17,-1 0-17,0 1-15,-1 1-7,0 0-4,0 1-1,0 0-4,0 0-1,-1 0-1,2-1-2,1-1-3,2-1-15,3-2-54,0-3-112,4 0-145,2-5-139,0-1-151,1-3-156,3-1-98,4-2 33,0-1 102,2-4 118,-1 2 141</inkml:trace>
  <inkml:trace contextRef="#ctx0" brushRef="#br1" timeOffset="29342">3053 1764 86,'0'1'270,"0"-1"26,0 1 3,0 0-48,0-1-44,0 1-23,0 0-16,0-1 3,0 1 4,0-1 9,1 1 5,0 0 12,-1-1 19,0 1 26,0 0 27,0-1 16,0 1 2,0-1-6,0 1-19,0 0-22,1 0-25,2-1-18,2 0-4,2 0-9,1-1-7,2 0-19,4 0-26,0 0-22,4-1-23,2 1-20,0-1-18,4 1-4,2 0-11,0-1-11,1 1-8,2 0-3,-1 0-7,-1-1-9,0 0 2,-1 0 2,-1-1-1,-1 1-1,-4 0 0,-1 0-1,-3 0-2,-1-1-1,-2 0 0,-3 0 1,-1 2 0,-2-1-2,-2 2 0,0-1-10,-2 0-32,-1-1-68,-1 2-137,-2-1-161,-1-1-151,-1 1-138,-2 0-129,0 2-70,-2 0 64,1 1 123,0-2 133,-2 0 136</inkml:trace>
  <inkml:trace contextRef="#ctx0" brushRef="#br1" timeOffset="31288">2108 7764 212,'0'-4'310,"0"0"33,0-1 3,-1 2-76,1-1-55,-2-1-30,2 1-15,-1 1-11,0 0-10,1 0-12,-2 0-8,2 1-6,-2 1-1,2 0 0,-1 1 6,0 0 8,1-1 19,-2 1 20,2 0 24,0-1 27,-1 1 23,0-1 19,1 1 6,-1 0-5,-1 0-16,2 0-19,-1 1-24,0-1-28,1 1-21,0-1-23,0 1-13,0 0-16,-1 1-11,-1 1-10,2 2-9,0-1-8,0 3-8,0 1-3,2 1-4,-1 2-4,-1 0-4,1 3-4,-1 0-2,0 2-4,1 0-5,-1 2-1,0 1-5,0 1-2,0 0-5,0 1-6,0-1-3,0 0-4,0-2-4,0 0-1,0-2-2,0-3-4,1-1-9,0-4-24,-1 1-36,-1-3-56,0-2-80,-1-2-177,-2-3-195,0-3-181,-2-2-155,-1-4-92,-2 0 2,-1-2 139,-4 0 182,1-1 192</inkml:trace>
  <inkml:trace contextRef="#ctx0" brushRef="#br1" timeOffset="32466">569 7489 119,'2'-1'170,"-1"1"-26,0-1-35,0 1-28,-1 0-24,1 0-17,-1 0-11,2 0-7,-1 0-4,-1 0-8,3 0-3,-1 0-1,0-1 3,-1 0 8,1 0 2,1 1 6,-1-1 2,-2 0-5,1 1-1,0-1-6,1 0-4,-1 1 0,0-1 1,2 1 8,-3 0 0,1-1 6,0 1 9,-1 1 9,1-1 11,-1 1 10,0-1 10,0 0 7,0 0 7,0 0 3,0 0 0,0 0 2,-1 0-1,1 0 0,0 0 1,0 0 2,0 0 6,0 0 6,-1 1 9,0-1 5,1 0 4,-1 0 9,-1 0 11,2 0 23,-1 0 25,1 0 35,0 0 28,0-1 17,0 1 8,0-1 1,0 1-24,1-1-39,1 1-29,0-2-21,1 1-23,-1-2-30,3 0-7,2-1-3,0 0-6,4-1-16,1-1-6,2-2-10,0 0-11,4 0-10,0 0-9,3-3-3,1 2-11,1-2-4,1 0-1,-1 0-6,-1 1-4,-1-1-3,-1 2 0,-2 2-1,-3 0-6,-2 1 1,-1 2-2,-2 0 1,-1 1-2,-2 0 2,-1 1 1,-1 0 1,-1 1-1,1 0-1,-2 0 3,-1 1-2,1 0-2,-2 0-3,0 0-5,1 0-14,-2 0-18,1 0-26,-1 0-38,-1 2-70,0-1-111,-2 2-119,-1 0-107,1 1-101,-4 1-82,2 1-74,-2 2 5,-1 0 75,0 1 94,2 1 109,0 0 115</inkml:trace>
  <inkml:trace contextRef="#ctx0" brushRef="#br1" timeOffset="37595">3215 7359 206,'-1'-1'258,"-1"-1"22,-1 1-43,2-1-65,0 1-41,0 0-20,-1-1-12,2 1-8,-1 0-3,1 0 2,0-1 9,1 1 15,-1 1 22,1 0 15,0 0 24,-1 0 26,1 0 33,0 0 36,0 0 36,-1 0 37,2 0 36,-1 0 23,-1 0-6,0 1-31,0-1-43,0 0-48,0 0-58,0 1-58,0 0-41,1-1-24,0 1-17,0 0-12,0 0-11,1 1-6,-1-1-4,3 2 0,-1 0-3,1-1-7,0 1 0,1 1-1,2 0-2,0 1-3,2 1-1,-1 0 4,3 1-2,-2 1 1,3 1-2,0-1-7,1 2-3,0 0-1,3 0-5,0 1-3,0 1-1,0-1 0,0 1-2,1 0-1,0-1 1,-2 0 0,1-1-2,-2 0 1,1-1-3,-2 0-3,-2-2-17,0 1-25,0-1-28,-3 0-41,1-1-64,-3-1-104,-1 0-141,0-3-142,-2 0-135,-1-1-108,-2-1-102,0 0 15,-1-1 105,-1 0 139,0-1 148</inkml:trace>
  <inkml:trace contextRef="#ctx0" brushRef="#br1" timeOffset="38876">623 5842 42,'0'-2'184,"0"1"-4,0-1-26,0 1-32,0 0-23,0 0-19,0-1-6,0 1 1,0 0 7,0 1 8,0-1 10,-1 1 15,-1 0 7,2 0 6,-1 0 5,0 0 2,1 0 1,0 0 0,0 0-1,-1 1 0,0-1 0,1 0-2,-1 0 0,1 1-2,0 0 1,0-1-6,0 1-8,0 0-9,0-1-15,0 0-17,0 1-13,1-1 0,2 1 27,1 0 49,0 2 56,4-1 54,0 0 42,2 2 25,0 0-15,1 0-33,0 1-47,2 0-45,-2 2-41,2 0-36,0 1-22,0 1-23,0-1-13,0 2-14,1 0 2,0 1-12,-2 0-9,1 0-3,-2-2-1,0 2-2,1 0-11,-1-1 7,-3-1-3,1 1-23,-3-2-49,-1 0-89,1-2-134,-3 0-142,2-2-130,-3-1-113,-1 0-96,-1 0-54,-2-2 59,-1 1 99,-1 0 115,2-2 122</inkml:trace>
  <inkml:trace contextRef="#ctx0" brushRef="#br1" timeOffset="39856">1976 4988 6,'1'-2'223,"1"-1"29,-1 0-1,0-1-27,-1 1-31,1 1-22,0 0-8,-1 0-4,0 0 1,0 0 2,0 1 2,-1 0 4,0 0 6,1 1 2,-1 0 1,1 1 9,0 0 12,0 1 16,0 1 9,1 1 36,-1 0 28,2 3 7,-1 1 6,2 3 0,-2 0-9,-1 3-45,0 2-43,0 2-40,0 0-43,-1 2-40,-2 2-31,2 0-20,-1 2-12,2-1-6,0 0-4,0-2-1,2 0-5,-1-2-1,2-3-24,-1-1-57,1-1-110,-1-5-143,2 0-136,-2-3-139,1-1-117,-2-3-109,1 0 11,-2-2 91,0 0 111,1-2 126</inkml:trace>
  <inkml:trace contextRef="#ctx0" brushRef="#br1" timeOffset="40382">3324 5195 170,'4'-2'298,"1"0"38,-2 0 21,-1 1-58,-1-1-40,0 0-22,1 1-4,-1 0-2,-1 0 4,0 1 14,0 0 27,0 0 48,-1 0 50,-1 1 50,1 1 23,0 2-7,0 2-34,-2 3-58,-3 1-70,-2 4-78,0 0-64,-2 2-47,-2 1-31,0 2-21,-2 3-12,1-2-8,-2 1-8,2 1-4,1-3-4,-1 2-15,2-1-38,-1-3-66,3 1-133,0-2-174,0-3-172,3-2-162,-1-2-166,0-3-42,3-1 75,-1-3 145,1-1 158,2-1 169</inkml:trace>
  <inkml:trace contextRef="#ctx0" brushRef="#br1" timeOffset="41070">3546 6466 91,'-1'-2'298,"-1"1"40,-1 0 41,2 0-50,0 1-58,-1-1-35,2 1-21,-1 0-19,1-1-19,-1 1-17,0 0-5,1 0 10,0 1 20,0 0 33,0-1 41,0 1 37,0 0 27,1-1 11,0 1 1,1-1-13,1 1-34,1 0-38,0-1-39,3 0-35,1-1-34,4 0-28,1-1-22,3-1-18,1 0-15,1-2-12,3 0-13,0 1-11,1-2-5,-1 1-8,-1 2-3,0-2-2,-2 1-4,1-1-6,-2 2 2,-3-1-4,-1 1-14,-2 0-29,-3 0-48,-1 2-76,0-1-133,-4 1-147,1 0-132,-4-1-118,-1 2-97,-4-1-66,0 1 53,-4 1 111,0-1 123,-2 0 135</inkml:trace>
  <inkml:trace contextRef="#ctx0" brushRef="#br1" timeOffset="42056">3169 5532 113,'1'-3'283,"1"2"32,-2-2 18,0 1-60,0-1-58,0 0-39,0 1-22,0 1-19,0 0-17,0 1-17,0-1-14,0 0-3,0 1-6,-2 0 2,2 0-1,0 0 4,0-1 11,0 1 15,0 0 19,-1 0 24,0 0 22,0 0 16,-1 1 8,0 0 7,-2 0-4,2 1-15,-2 1-13,-1 1-14,1 1-22,-2-2-25,1 3-18,-1 0-21,1-1-9,-2 2-10,3-1-1,-2 2-2,2-2 4,-1 2 8,1-1-5,-2 1 2,3-1-9,-3 1-4,2-1-9,-1 0-11,3 0-7,-1-1-10,2-1-3,-2-1-3,1-2-2,0 1-3,0-1-2,2-1-18,-1-1-53,0-1-116,-1-2-148,1-1-161,0 0-164,0-3-154,-1 0-38,0-1 67,0 1 123,0-1 148</inkml:trace>
  <inkml:trace contextRef="#ctx0" brushRef="#br1" timeOffset="68056">3460 291 146,'0'0'296,"0"0"39,0 0-6,0 0-49,0 0-56,0 0-43,-1 1-33,1-1-21,0 0-17,-1 1-11,1-1-1,0 0-1,0 0 6,0 1 5,-1 0 9,0-1 8,1 1 6,-1-1 5,1 1-1,-1-1-2,1 0-3,-1 0-9,1 0-15,0 0-13,0 1-17,0-1-14,0 0-13,0 0-14,0 0-7,0 0-2,0 0-5,0 0-9,0 0-7,0 0 1,0 2-4,0-2-9,0 0 3,0 0 4,0 0 2,0 0 0,0 0 1,0 0-2,0 0 0,0 0 2,0 0-1,0 0-1,0 0 2,0 0 4,-1 0-2,-1 0-4,2 0 0,0 0 1,0 0-1,0 0-6,0 0 0,0 0 4,0 0 2,0 0-1,0 0-2,0 0 3,0 0 1,0 0-2,0 0 1,2 0 0,-2 0 2,0 0-1,0 0-1,0 0 1,0 0-1,0 0 0,0 0 2,0 0 0,0-2 3,0 2-2,1 0 2,-1 0-1,0 0 4,0 0 9,0 0 4,0 0 10,0 0 4,0 0 1,0 0-4,1 0 1,-1 0-8,0 0-3,0 0-1,0 0 5,0 0 0,0 0-5,0 0 2,0 0-5,0 0-3,0 0-4,0 0-6,0 0-1,0 0-2,0 0-2,0 0 1,0 0 0,0 0 1,0 0-2,0 0 1,0 0-1,0 0-1,0 0-1,0 0 5,0 0-3,0 0 0,0 0 1,0 0-3,0 0-1,0 0-2,0 0 3,0 0 1,0 0 0,0 0-1,0 0 3,0 0-1,0 0-1,0 0-3,0 0 5,0 0 2,0-1-2,0 0 1,1 1-1,0-1-2,-1 1-13,1-1-42,0 0-69,-1 1-86,0-1-108,0 0-121,-2 0-122,0 0-94,-3 0-7,1 0 50,0 1 87,0-1 111</inkml:trace>
  <inkml:trace contextRef="#ctx0" brushRef="#br1" timeOffset="106763">4012 1638 49,'0'-1'108,"0"0"-19,0 1-18,0-1-17,0 0-13,0 1-6,0-1-4,0 1-4,0 0-5,0 0-2,0 0-2,0-1-2,-1 1-1,1-1-2,-1 1-2,1 0-1,0 0-1,0-1-2,0 0-2,0 1-4,0 0-1,0 0 0,0 0 0,0 0-1,0 0 1,0 0 1,0 0 1,0 0-1,0 0-1,0 0-2,0 0 1,0 0-4,0 0-4,0 0-4,0 0-2,0 0-4,0 0-3,0 0 0,0 0 1,0 0 3,0 0 2,1 0 5,-1 0 4,0-1 4,1 1 2,-1-1 1,0 1 6,0-1 2,0 0 5,1 0 6,-1 1 5,0-1 6,0 0 2,0 1 4,0-1 5,1 0 1,-1 1 4,1-1 2,0 1 5,-1-1 2,1 0 2,0 1 6,-1-1 5,1 0 8,-1 1 7,1-1 5,0 1 4,-1-1-1,1 1 0,-1 0-6,0 0-6,0 0-8,0 0-6,1 0-5,-1-1-8,0 1-6,2 0-8,-2-1-5,0 0-9,1 1-4,-1-2-2,0 2-3,0 0 2,0 0 2,0 0 6,0 0 7,0 0 6,0 0 8,0 0 5,0 0 8,0 0 3,0 0-1,0 0-1,0 0-2,0 0-3,0 0-6,0 0-7,0 0-2,-1 0-5,1 0-3,-2 0-1,2 0-1,0 2 0,0-2-3,-1 0 0,0 0 1,1 0 2,0 0 4,0 0 1,0 0 10,0 0 4,0 0 5,0 0 4,0 0 1,0 0 4,0 0 0,0 0-2,0 0-6,-1 0-3,1 0-7,0 0-7,0 0-8,0 0-5,0 0-4,0 0-5,0 0-1,0 0-2,0 0-3,0 0 0,0 0-3,0 0 1,0 0-5,0 0 1,0 0 0,0 0-2,0 0-1,0 0-4,0 0 2,0 0-2,0 0 3,0 0 1,0 0 0,0 0 1,0 0 1,0 1-3,0-1 3,0 0-2,0-1 1,0 1-2,0 0-2,0 0 2,0 0-4,0 0 4,0 0 14,0 0-7,0 0-2,0 0 0,0 0 1,0 0-3,0 0-16,0 0 10,0 0 3,0 0-3,0 0 1,0 0-2,0 0 1,1 0-2,-1 0 2,0 0 0,0 0 3,0 0 2,0 0 1,0 0-1,0 0 2,0 0-2,0 0-5,0 0-1,0 0 3,0 0 0,0 0-4,0 0 5,0 0 4,0 0-1,0 0-1,0 0 0,0 0 1,0 0-4,0 0-2,0 0 0,0 0 2,0 0 0,0 0 13,0 0 12,0 0 10,1-2 10,0 2 10,-1-1 9,0 1-10,0-1-1,0 1-5,0 0-5,0 0-6,0 0-5,2-1-3,-2 1-5,0-1-4,1 0-6,-1 1-5,0 0-1,0 0 0,0 0 0,0 0 0,0 0-5,0 0 2,0 0-3,0 0-4,0 0-1,0 0 2,0 0 2,0 1-1,0-1 0,0 1 0,0-1 1,0 0 1,0 0 2,0 0-2,0 0-2,0 0-1,0 0 1,0 0 1,0 0-3,0 0 1,0 0 2,0 0 2,0 0-3,0 0 0,0 0-1,0 0 2,0 0 4,0 0-5,0 0 1,0 0-4,0 0 3,0 0 1,0 0 0,0 0 5,0 0-2,0 0 2,0 0-3,0 0 0,0 0-4,0 0-1,0 0 0,0 0 1,0 0 2,0 0-1,0 0-1,0 0-2,0 0 3,0 0 1,1 0 0,-1 0 1,0 0 1,0 0 2,0 0-5,0 0 0,0 0 2,0 0-5,0 0 1,0 0-1,0 0 8,0 0-5,0 0-8,0 0-23,0 0-50,0 0-60,1 0-66,-1 0-55,0-1-55,0 0-39,1 1-19,-1 0-26,-1 1-58,-1 0-31,-3 1 14,1 1 38,0-1 59</inkml:trace>
  <inkml:trace contextRef="#ctx0" brushRef="#br1" timeOffset="129352">2185 8276 141,'-1'-4'232,"0"-2"12,0 2-37,-1 0-77,1 2-44,-1 0-27,0-2-16,1 3-11,1-1-10,-1 1-9,1 1-6,0-1-6,0 0 0,0 1-1,0 0 1,0 0 6,0 0 12,0 0 17,0 1 17,0-1 17,0 0 17,0 0 15,0 0 4,-1 0 1,1 1-2,0-1-1,0 1-2,-1-1-6,0 0-2,1 0 4,0 0 2,0 0 0,0 0 7,0 0 5,0 0 9,0 0 5,0 0 9,0 1 16,0 0 13,0-1 16,0 1 15,0-1 17,0 1 12,0 0 4,0-1 4,-1 0 3,0 0-3,1 0-5,0 1-15,0 0-22,-3-1-22,2 1-27,0-1-24,0 1-26,0 0-18,1-1-13,0 1-10,-1 0-10,0 0-8,1 0-4,0 0-5,0 0-2,0 0-1,0 0 0,-1 0-1,1 0-2,-1 1 0,1 0-1,1 0 3,-1 0 4,1 2 0,-1 1 1,0-1-1,1 4 0,0 0-1,-1 2-3,2 0-1,-1 2 1,0 0-3,2 2-3,-3 0-4,0 2 5,0-1-6,1 1-4,0 1 0,-1-1-1,0 2-3,0-1-5,-1 1 3,0 1 2,1-2-1,-2 1 0,1 0 1,0-2 0,0 0 0,1-3-3,-1-1 2,1-2 0,0-1 1,0-3 0,0-1 1,1-2 3,-1 0 0,0-2-1,0-1 0,0-1-1,0-2-2,0-3-1,-1-1-1,0-3 0,1-4-1,0 0 1,0-2 2,0 0 0,1-1 1,0-2-1,0 0 0,0 0 2,0 0-2,1 0 1,0 0-1,0 2 0,0 0 0,2 2-2,-2 0 1,1 1 0,1 1 1,-1 1-1,0 1 1,0 1 2,0 2-1,-1 1 1,1 1-2,-1 1 1,2 1-2,-1 1-2,-1 0 0,3 1-1,-2 0 0,0 1-1,1 1 2,0 0 1,1 1 2,-1 1-3,1 1 0,2 1 2,0 1 0,3 3 1,-1-1 1,1 4 2,2 2 0,0 0-2,1 1-1,-1 2 0,1 1-1,0 0 0,1 2 1,-1 1 1,1 0-1,-1-1 0,-1 1 0,-1 0-1,0-2 0,0 2 0,-1-1-1,-1-1-9,0-1-21,-1 0-32,-2-2-51,0-1-87,0-1-129,-1-5-153,-2 0-143,-2-3-131,-1-1-119,-4-2-36,-1-2 64,-2-1 129,-2-1 144,0-2 155</inkml:trace>
  <inkml:trace contextRef="#ctx0" brushRef="#br1" timeOffset="130236">2242 8636 84,'-6'-3'397,"2"-1"39,0-1 19,1 2 18,1 1-183,0 1-111,2-1-57,2 0-29,3 0-10,1-2-5,3 0-5,2 1-10,1-2-12,2 0-9,-1 0-7,3-1-12,-1 0-9,3-1-7,1 1-5,-2 0-27,0-2-53,1 2-78,-1-1-91,-4 1-126,-1-1-92,0 0-25,-4 1 26,0-1 63</inkml:trace>
  <inkml:trace contextRef="#ctx0" brushRef="#br1" timeOffset="131060">368 7624 70,'4'-8'315,"-1"1"43,-2-1 47,0 2-3,0 0-76,-1 0-32,0 2-12,0-1 0,0 0 9,0 3 16,0-2 6,0 2 7,0 0-1,-1 0-12,0 2-32,1 0-31,0 2-19,1 1-12,0 0-14,2 1-10,-1 3-13,0 1-20,0 2-36,2 2-28,-2 2-21,1 0-15,-1 3-13,0 0-13,0 1-11,-1 0-7,0 2-4,1-1-5,-1 1-2,0-3-2,2 2 6,-1-2-5,-1 0-6,1-2-16,-1-2-32,2-2-56,-2-1-83,0-3-126,0-2-133,0-1-117,0-4-80,-1 0-42,-2-4-3,0-2 35,-2 0 37,0-4 79,0 1 85,0-1 82,0-1 78</inkml:trace>
  <inkml:trace contextRef="#ctx0" brushRef="#br1" timeOffset="131324">387 7748 58,'-1'-15'285,"0"-1"47,1 1 42,-1 0-37,1 0-45,0 1-25,0-1-11,1 2 4,-1 1 19,2 0 26,1 2 28,-1 0 23,1 1 17,0 0 1,3 3-18,-1-1-27,1 2-44,1 0-41,-1 0-38,4 2-41,-1 0-34,1 0-36,-1 1-27,1 1-22,0 0-17,0 2-6,-1 0-8,1 1-5,-1 2-1,0 0-2,0 3 0,0 0-1,-2 0 2,0 1-1,0 2 0,-2 0 0,-1 1 0,-1 1 0,-1 0-1,-2 0 0,0 1 0,-2 1 1,-1 0 7,-2 1-4,1-1-4,-3 0-1,0 0-1,1 1-1,-1-3-10,-1 0 5,2-1 1,-1-1 0,1-1 0,1-1 1,-1-2 1,3-1-1,1-1 1,-2-1 2,2-1 1,1 0 2,0-1 1,0 0 0,0-1-1,1 0 1,0-1-2,0 0-2,2-1 0,1-1-3,3-1 0,-2 1 0,4-1 1,1 1-1,0-1-5,3 2 3,0-1 1,0 0 1,2 1-1,-1 2 0,0 0 5,2 1-2,-2 1 0,0 1-2,-1 0 0,-1 1 0,0 1 0,-1 2 0,-2 0 2,-1 1 0,-1 2 2,-1-1-1,0 2 2,-2 0 4,-3 0-1,0 1 3,0 1 3,-3-1 3,-3 2 1,0-1 3,-2-1 0,-1 1-2,-3-1-2,-1-1-1,-2 0-4,0-2-4,-2 0-2,0-3-1,-2-2-3,0-1-1,1-3 0,0-3-5,-1-2-11,1-2-25,0-3-37,3 0-69,1-2-136,2-2-173,3 1-167,1 0-160,1-1-148,5 4-32,-2 2 84,4 2 150,1 3 162,3 1 175</inkml:trace>
  <inkml:trace contextRef="#ctx0" brushRef="#br1" timeOffset="132632">4083 7835 286,'2'-5'372,"-1"-1"38,-1 1 36,0 0-99,1 0-80,-1 2-39,0-2-22,1 1-7,-1 0 2,0 1 13,0 0 36,-1-2 38,0 1 41,0 1 39,-1-1 25,-1 0-3,0 0-33,-1 1-42,-1 0-48,-2 0-49,1 0-47,-3 1-37,0 0-26,0 0-11,-3 1-7,0 1-7,-1 0-5,-1 2-5,-1 0-4,0 0-8,-1 2-5,0 1-3,0-1-7,-1 4-4,2-1-4,0 2-5,0 0-2,0 1-6,1 0-2,1 2-2,0-1-3,3 3 1,-1-1-4,2 1-2,2 0-2,0 0 0,2 1-1,0 1-2,4-1 1,0 0-1,2-1-2,2 1 1,3-1 0,1-2 1,2 0-1,2 0 2,1-2 4,2-2 1,2-1 3,1-1-1,1-2 1,2 0 1,-1-3-3,2-2-3,0-1-2,-1-2-2,1 1-2,-1-3-2,-2 0-2,-1 0-1,-2 0 0,-1 0-2,-1 0 0,-2 0 1,0 1 0,-2-1 0,0 2 0,-2 1-2,-2 0-14,2 0-20,-4 1-22,2-1-25,-2 2-29,-1 0-28,0 0-23,-2 2-34,0 0-59,0 1-122,-2 1-148,0 0-146,-4 0-138,1 0-143,-2 2-23,-2 1 92,0-1 148,1 1 164,-3 0 165</inkml:trace>
  <inkml:trace contextRef="#ctx0" brushRef="#br1" timeOffset="145246">3869 4985 26,'3'-5'246,"0"-1"28,0 3 26,-1-2-51,0 1-49,2-1-30,-2 0-13,1 1-3,0-1-3,-1 1 4,0 0 8,0 0 16,-1 0 24,2 0 37,-3-1 43,0 1 32,0 0 34,-3 0 19,1-1 11,0 2-21,-2-2-34,-1 1-36,-1 1-40,1 0-45,-3 0-44,-1 0-29,-1 2-26,0-1-21,0 2-16,-2 0-7,1 1-6,-1 1-6,-1 1-4,0 1 2,0 1-6,-1 0-5,1 1-3,1 2-5,1-1-4,1 3-10,-1-1 1,2 2 3,1 1 3,0 2 2,3 0-2,-1 0-3,2 1 2,0 1-4,1 0-3,3-1-2,-1 1 1,2 0-2,0-1 0,1 0-2,3 1-2,0-1-1,2-1-1,1-1 7,0-1-5,0 0 1,3-3-4,-1 1 2,1-2-2,2-1-7,0-2 5,-1-1 0,2-1 2,-1-2 0,1-2 2,-2 0 0,0-2-2,-1 0 2,0 0-3,-2-3 4,1 0-5,-2-1-3,0-1 5,-4 0-1,0 0 1,0 0-1,-2 0 2,-2 0 4,0 1-5,-1-1 1,-1 2-3,-3 0 2,1 0 0,-3 2 1,1 0 1,-2 0-1,0 0 1,-2 2-2,2 2 0,-2 0-2,2 0-1,-1 2 1,1-1-2,2 1 1,-1 0 1,3 0-3,0 1 1,2-1-1,0-1-1,1 1 0,1-1-1,2 1 1,0 0 0,3 0 2,0 1 2,3-1 0,2-1 1,1 0-1,0-1 0,2 0-2,0-1-1,1 1-3,1-2 2,0 0 1,0 0 0,-1-2 1,1 0 1,-1 1 3,0 0-2,-2-1 1,0 0 0,-2 1 2,0-1 0,-1 0-2,0 1 0,-4 1-1,2 0 1,-2 0-1,0 0 2,-2 1 2,2 0-1,-2 0 4,0 1 6,0 0 4,0 1 4,-1-1 4,0 1 9,0 1 6,0 1 5,0 0 5,0 2 3,-1 1 4,-1 1-1,0 3-1,0 0-5,-1 2-2,1 2-4,-1 1-5,0 1-6,1 1-7,0 0-4,0 0-6,0 0-6,0-2-3,0 1-2,0 0-4,1-1-4,0-1-22,-1 0-35,1-3-52,1-2-75,0 0-144,0-4-246,-1-1-284,1-3-206,1-4-78,1-3 4,0-2 110,0-2 230,0-2 294</inkml:trace>
  <inkml:trace contextRef="#ctx0" brushRef="#br1" timeOffset="162998">2099 4518 51,'0'-3'213,"0"1"19,0-1-27,0 1-44,0 0-39,1 0-27,0 0-16,-1 1-10,1-1-7,0 1-1,-1-1 0,1 1 6,0 0 7,-1 0 5,0 1 8,0 0 5,0-1 5,0 1 4,0-2 3,0 2-1,0-1-1,0 1-4,0-1-3,0 0-1,2-1 3,-2 1 6,0 0 5,0 0 10,0 0 12,1 0 9,-1 0 9,0 1 2,0-1 3,0 1-2,0 0 1,0-1-9,0 1-7,0-1-4,0 1-7,0 0-7,0 0-8,0 0 2,-1 0 0,1 0-1,-2 0-2,2 0 6,-1 0 3,0 0 0,1 0-3,-1 1-2,0-1-5,1 0-13,-1 0-14,0 0-16,1 0-10,0 0-11,0 0-10,0 1-9,0-1-2,0 0-1,0 0-2,0 0-2,0 0 1,0 0 5,0 0-2,0 1-1,0-1 0,0 0-2,0 0 1,0 0-2,0 0-1,0 0-1,-1 0-2,0 0 0,1 0-1,0 0 2,0 0-2,0 0 2,0 0 0,0 0 0,0 0-2,0 0 0,0 0 0,0 1-1,-2-1-1,2 0 0,-1 0-4,0 0-1,1 0-1,0 0-2,0 0 1,0 1-2,0-1 4,0 0 0,0 0 1,0 0 0,0 0 2,0 0-1,0 0-1,0 0-2,0 1 1,0-1-1,0 0-2,0 0 0,0 0 0,0 0-1,0 0 1,-1 0-2,1 0 0,0 0-1,-1 0 2,1 0 0,0 0-8,0 0 4,0 0 1,0 0 3,0 0-1,0 0 1,0 1 5,0-1-5,0 0 3,0 0-3,0 0 0,0 0-2,0 0 1,0 0 1,-1 0-6,1 0 1,0 0 2,0 0 1,0 0 0,0 0 1,0 1 3,0-1-2,0 0 0,0 0-2,0 0 0,0 0-2,0 0 2,0 0 0,0 0-2,0 0 2,0 0 0,0 0 1,0 0-1,0 0 0,0 0 1,1 0 0,0 0-1,-1 0 0,0 0 0,-1 0 3,1 1-3,0-1 0,-1 0 1,1 0-3,0 0 0,0 0-4,0-1 4,0 1 0,0 0 2,0 0 1,0 0 3,0 0 1,0 0-4,0 0 1,0 0-4,0 0 2,0 0-1,1 0-1,0 0 0,-1-1-1,0 1-6,1 0-14,-1 0-21,0 0-27,0 1-40,0-1-44,1 0-58,0 0-67,-1 0-74,2 0-68,-2 0-41,2 0-23,-1-1-5,0 0 13,1 0 26,-2 1 22,-1 0-16,-1 1-29,-1 0 18,-1 1 39,2 0 53</inkml:trace>
  <inkml:trace contextRef="#ctx0" brushRef="#br1" timeOffset="165484">2160 4523 188,'1'0'201,"1"-2"-9,-1 0-17,0 1-12,2-1-10,-3 0-6,0 1-4,1-1-5,0-1-6,-1 2-2,1 0-2,0-1 4,-1 0 2,0 1 2,1-1 1,0 1 1,-1 0 4,1 0 0,-1-1 4,0 2 7,0-1 6,0 1 8,0 0 4,0-1 8,0 1-1,0-2-4,0 2-5,0-1-9,0 1-12,0-1-12,0 1-9,0-1-6,0 1-9,-1 0-7,1 0-6,0 1-6,-1-1-5,1 1-10,-1-1-3,1 0-5,-1 0-6,1 0-8,0 0-4,0 0-4,0 0-5,-1 0-5,1 0-3,0 0 1,0 0-5,0 0-3,0 0-3,0 0-3,0 0-1,0 0-6,0 0-1,0 0-3,0 0-2,0 0 0,0 0-1,0 0 1,0 0-2,0 0 4,0 0 0,0 0-1,0 0-1,0 0 1,0 0 3,0 0-2,0 0 0,-1 0 1,1 0 4,0 0 1,0 0 3,0 0 5,0 0 3,0 0 1,0 0-1,0 0 0,-1 0-1,1 0-4,0 0 2,0 0-2,0 0-2,0-1-1,0 1-4,0 0 0,0 0-2,0 0-1,0 0-1,0 0 0,0 0-4,0 0-1,0 0-1,0 0-2,0 0 0,0 0-3,0 1 0,0-1 2,0 0-1,0 1-1,0-1-1,0 2 0,0-2 1,0 1-1,0-1 1,0 1 1,0-1 0,0 1 1,0 0-1,0-1 1,0 0-3,0 1 2,0-1-2,0 0 1,0-1-1,0 1-1,0 0 1,0 0 1,0 0-3,0-1 1,0 1 1,0-1 2,0 1 0,0 0 1,0 0 4,0-1 1,0 2 1,0-1 0,0 0 1,0 0 1,0-1-6,1 1 1,-1 0 1,0 0 0,0 0 1,0 0-1,0 0 5,-1 0-4,1 0-2,0 0-6,0 0 0,0 0-1,0 1 1,0-1 0,0 0 0,0 0 3,0 0-1,0 0 0,0 1-2,0 0 0,0-1 0,0 0 0,0 0-1,0 0 0,0 0 3,0 1-2,0-1-1,0 0 1,0 0 1,0 0-1,0-1-2,0 1 1,0 0 1,0 0 0,0 0 1,0 0 2,0-1 1,0 1-2,0 0 0,0 0 1,0 0-1,0-1-1,0 1 2,0 0 0,0-1 3,0 1-3,0 0 2,0 0 1,0 0-2,0 0 3,0 0-2,0 0 1,0 0 0,0 0-2,0 0 2,0 0-4,0 0 0,0 0-1,0 0-1,0 0-1,0 0 0,0 0 1,0 1 1,0-1 0,0 0-1,0 0 1,0 0-2,0 0 0,0 0 1,0 0-2,0 0 1,0 0 0,0 0 1,0 0-1,0 0 0,0 0 1,1 0 2,-1 0-1,0 0 1,0 0 0,0 0-2,0 0 1,0-1 0,0 1 1,0 0 1,1-1 3,-1 1 3,0-2 4,0 2 6,1-1 0,-1 0 2,0 0 2,0-1-3,0 1 2,1 0-3,-1 0 0,0 0 0,0 0-1,1 0 2,0 1-1,-1-1 1,0 1 0,0 0 0,0 0-3,0 0-2,0 0-2,0 0-1,0 0-3,0 0-2,0 0 0,0 0-2,0 1-3,0 1 0,0 1 0,1 0 1,1 3-1,-2-1 3,2 3-1,-1 0 1,0 2 0,0 3-1,0 1 1,-1 0 0,2 2-1,-2 1 0,3 0 2,-2 1-2,0 1 0,0 0 1,1-2-1,-1 1 0,0-1-1,2-2 0,-2 0-2,0-3-1,1 1 0,-1-4-2,0-2-6,-1 0-23,1-3-32,0-2-40,-1-3-54,0-2-81,0-3-144,-2-1-152,0-4-124,0 0-102,0-1-75,-1 0-64,-2 0 54,0 1 123,1 1 130,0 1 129</inkml:trace>
  <inkml:trace contextRef="#ctx0" brushRef="#br1" timeOffset="167012">2193 4531 28,'0'-2'229,"0"-1"29,-1 1-9,0 1-32,1-1-28,0 0-22,0-1-11,-1 1 0,0-1 1,0 0 8,1 2 1,-3-1 5,3-1 12,-1 1 16,0 0 29,1-1 36,-1 1 45,1-1 39,0 1 31,1-1 16,-1 1 1,0 0-26,2-1-44,1 0-43,1-2-47,2 0-47,-1 1-41,2-1-31,1 0-21,0 1-16,1-1-14,1 0-11,3 0-9,0 1-4,-1 0-8,1 1-10,1 1-4,1 0-6,1 0-4,-1 1-4,1 0-3,-2 2 1,0-1-2,0 1 0,0 1 1,-2-1-3,0 2-7,-2-1-18,-1 1-25,0 0-35,-3 0-55,0 0-77,-2 0-124,-1 0-137,-1 0-118,-3 1-101,-1-2-72,-2 3-71,-1 0 31,-1 0 101,-2 1 115,2 1 121,-1-2 119</inkml:trace>
  <inkml:trace contextRef="#ctx0" brushRef="#br1" timeOffset="167470">2228 4666 202,'-5'0'301,"2"0"40,1 0-7,-2 0-45,3 0-43,0 0-23,-1 0-12,1 0-12,0 0-7,-1 0-1,0 0 10,2 0 26,0 0 51,1-1 58,3 0 51,-1 0 46,3-2 16,-1 1-15,2 0-48,3-2-64,-1 1-64,1 0-64,2 0-50,0 0-33,3-1-21,-1 1-22,2 0-17,-1 1-13,1-1-11,-1 1-7,0-1-8,0 1-4,1 1 0,-1-1-2,0 1-3,-2 0-6,-2 1-11,-1-2-19,-1 2-34,-3-1-48,0 1-80,-2 0-169,-3-1-182,-2 1-176,-5 1-170,-1 0-102,-4 2 2,-1 3 131,0 1 170,0-2 184</inkml:trace>
  <inkml:trace contextRef="#ctx0" brushRef="#br1" timeOffset="176676">4491 6287 12,'1'-5'282,"0"1"43,0 0 43,-1 0-18,2-1-67,-1 1-35,-1 1-20,1 0-13,0 0-7,-1 1-3,0 0 17,0 2 31,0-1 34,0 1 28,-1-1 17,0 1 13,1 0-7,-3 0-23,3 0-35,-1 1-35,1-1-29,-1 1-37,1-1-34,-1 2-32,0 0-23,1 0-19,1 0-16,0 1-10,0-1-10,-1 0-9,1-1-5,1 0-5,-1 1-6,-1-1-3,1 0 0,0 0 7,-1-1 11,0-1 10,1 0 8,0 0 8,-1-1 3,1 0-2,0-1-5,0-1-5,0-1-3,1 0-2,-2 0 2,1-1 4,-1 1 3,0-1 1,0 1 1,0 1 3,0-1-2,0 2 1,0 0-4,0 1-1,0 0-7,0 1-4,0 0-8,0 0-7,0 1-8,0 0-4,0 0-1,0 0-2,0 1-2,0 1 1,0 0 0,0 0-1,0 2 1,0 2-1,0 0 0,0 3 0,0 0 0,0 1 0,0 4-1,1 0 4,0 1-2,0 1 0,0 0 0,1 1 0,1 2-1,-1-1-2,0 0 0,0 0 1,-1-1-1,2 0-1,0-1 1,0-1 2,1-1 1,-1-2-2,1 1 0,1-3 0,-1-1 0,1 1-2,0-3 1,0 1 0,-1-2 0,2 0 0,-1-1 0,1-2 2,2 1-1,-2 0 0,3-2 0,0-1-1,1 0 0,2-2-5,0 0-8,1-1-13,0-2-21,0 0-25,0 1-29,0-1-29,0 0-33,-2 0-41,-1 1-71,-1 0-121,-1-1-129,-1 1-113,-2-2-97,1 3-77,-3-2-64,-2 0 64,0 1 115,0 1 124,-2-2 126</inkml:trace>
  <inkml:trace contextRef="#ctx0" brushRef="#br1" timeOffset="177354">4658 6488 101,'-9'-1'335,"2"0"47,-1 0 44,2-1-27,1 1-81,0 0-46,0 0-20,2-1-9,0 2 4,-1-1 16,1 0 27,1 1 23,2-1 23,-1 1 16,-1-2 4,1 2-19,1-1-37,-1 0-43,1-1-46,0 0-44,0-1-43,2-1-34,1 1-22,3-3-15,1 1-8,1-1-10,1 0-10,2 0-7,1 1-3,0-1-7,2 2-3,-1 1-6,1-1 1,0 1 1,0 0-1,-2 0-8,-2 2-27,-1-1-48,-1 1-81,-1 1-125,-2-1-127,1 0-111,-3 1-86,-1-1-63,-1 0-30,-3 1-18,-2 1 50,-3 0 76,1 1 91,-1-1 101</inkml:trace>
  <inkml:trace contextRef="#ctx0" brushRef="#br1" timeOffset="177655">4628 6362 185,'-6'-4'390,"1"0"60,0 0 62,1 1-7,-1-1-78,2 1-34,1 1 1,-1 1 1,2 0-8,0 0-17,1-1-17,0 0-19,1 1-28,2-1-29,0-1-32,4 0-34,-1 0-35,4-2-32,1 1-35,0 0-23,3-1-19,0 0-14,1 1-18,-1-2-14,2 1-6,-1 1-8,0-1-4,2 0 0,-1 1-2,1 0 0,-3 0-22,1 0-41,-3 1-75,-2 0-146,-3 1-190,-1-1-219,-4 1-223,-4 2-89,-5 3 4,-4 2 110,-2 2 170,-4 2 207</inkml:trace>
  <inkml:trace contextRef="#ctx0" brushRef="#br1" timeOffset="193536">4409 262 251,'-3'-5'359,"0"-2"53,-1 3 60,2-2-75,-2 1-54,2 1-8,-1 1 0,2 0-15,-2-1-35,2 3-42,0-1-51,0 2-44,0 1-41,1 0-29,1 2-3,0 2 11,1 0 11,1 3 6,-1 1 7,0 3 4,1 0-14,0 0-25,-1 2-16,0-1-17,-1 1-11,0 1-13,0-1-9,2 0-3,-2 1-1,0-1-5,-1 0-11,1 0-56,-1-2-102,0-1-107,-1-3-104,0 0-105,-3-1-108,2-3-103,-2-1 19,-1-2 62,0-2 81,-1-3 96</inkml:trace>
  <inkml:trace contextRef="#ctx0" brushRef="#br1" timeOffset="193809">4292 250 176,'-5'-12'368,"1"2"54,-1-1 62,0 0-14,3 2-98,0 1-38,2 0-14,1 1-20,2 0-25,3 1-27,2 1-30,3 0-33,2 0-28,3 2-29,0 1-33,3 0-30,3 1-22,1 0-15,2 1-12,1 0-6,2 0-5,-1 1 0,2 0-32,-1-1-83,0 0-94,-2 0-102,-2-1-110,-2 1-125,-4 0-122,-3 0 0,0-1 56,-5 0 78,-1-1 99</inkml:trace>
  <inkml:trace contextRef="#ctx0" brushRef="#br1" timeOffset="194017">4739 75 372,'-7'-7'445,"-1"3"66,2-2 71,0 1-74,1 2-73,1 0-52,1 2-49,0-1-48,0 2-56,1 0-46,1 3-35,1 1-6,1 3 7,-1 2 10,1 2 8,0 1-10,0 4-12,1 2-16,-2 1-21,0 2-21,0 3-18,0 0-13,0 1-14,0 1-10,0 0-8,0-1-4,0 0-4,1-1-6,0-2-2,0 0-3,-1-2 1,1-2-4,0-1 1,-1-2 0,1-3-2,-1-1 1,0-2-1,0-1 2,0-4 7,0 1 17,0-2 13,0-1 8,0-2 7,0-2 3,0-2-5,-1-2-15,1-1-13,0-2-10,0-3-6,1 0-4,1-3-5,3 0-2,1-1 1,1-1-2,2 1 1,-1 1 1,1 1 0,1 3 0,0 0 0,0 2 0,0 2-1,1 3-2,-1 2 3,1 1 1,0 3-1,0 2 3,0 2-1,0 0 0,0 3 1,-2 0-2,1 2 0,-2 1 0,0 1 1,-1 2-1,-2-1-7,-1 1-18,-1 0-53,0 0-95,-2 0-131,1-2-130,0-1-115,-1 0-98,1-3-70,-1 1-69,0-4 46,0-1 86,3-3 95,-1-3 102</inkml:trace>
  <inkml:trace contextRef="#ctx0" brushRef="#br1" timeOffset="194475">5056 416 98,'5'-14'383,"-2"-1"70,-1 3 69,-2-1 54,2 2-74,-2 1-29,0 2-28,0 2-33,0 2-49,0 0-68,0 1-77,0 3-62,0 1-33,2 3-17,0 0-1,0 3-1,0 1 1,1 2-8,-1 2-6,1 0-10,0 0-14,1 1-11,-1 1-10,2-1-7,-1 0-12,1-1-5,0-2-3,2 1-8,-1-2 0,3-1 0,0-2 2,1-1-2,4-3-2,0-2-1,1-2 0,1-3-1,1-1-4,0-1 0,0-2-3,0-3 2,-3 1-2,0-2 0,-3 0 1,-1-1 1,-2 0 1,-1 0 0,-2-1-1,-1 1-2,-1 2 0,-3 0 0,0 0 0,-1 3-1,-1 1 1,-2 0 3,0 2 0,0 2-1,-2 0 1,2 4 0,-2 0-2,1 0 0,0 4-3,2 0 1,-1 1 1,1-1 0,1 2 1,2 0-1,0-1 1,1 2 1,3-2-2,0 1-1,1 1 0,1-2 2,3 2-1,1-3-1,1 2-1,1 0 2,1-1-5,0 0 3,0 1 2,-1-2 0,-1 2 0,1 0 0,-1-1 4,-4 1-2,2-1-3,-2 1 1,-1-1 0,-3-1 0,0 2-1,-1-1 1,1-1 0,-4-1-1,-2 2 3,-1 0 0,-1-2-16,-5 1-56,0-1-122,-3 0-145,-4-2-142,-1-1-154,-2-1-183,-5-2-65,1-2 58,-3-2 108,1-3 124,-1-3 144</inkml:trace>
  <inkml:trace contextRef="#ctx0" brushRef="#br1" timeOffset="195021">5111 142 155,'3'-20'452,"0"2"81,-1-1 107,0 3 107,0 1-159,-2 3-96,1 0-66,1 3-71,1 1-102,0 3-102,-1 0-72,2 3-93,-1 1-118,0 2-123,-1 1-141,-3 2-190,-1 1-143,-3 3-24,-3-1 54,-1 3 90,-3-1 124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7:12.097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58 176 144,'2'-1'151,"-1"1"-16,-1-1-11,0 0-9,0 1-7,1-1-4,0 1-3,-1 0-2,1-1-1,0 0 4,-1 0 7,1 0 13,0-1 11,0 0 15,0 0 19,0 0 16,-1 0 21,1 1 21,0-1 33,-1 1 49,1-1 44,0 0 36,-1 0 22,0 0 9,0 1-14,0-1-46,0 1-53,0 1-51,0 0-50,0-1-41,0 1-36,-1 0-22,0 0-14,1 0-11,0 0-9,0 0-6,0 0-7,0 0-1,0 0-4,0 0-1,0 0 1,0 0-5,0 0-3,-1 1-4,0-1-8,1 0-7,-1 0-4,1 1-3,0 0-2,0 1-1,1-1-1,-1 1 2,2 0 1,0 1 1,0 0 0,0 2 2,2 1 3,-1 0 3,3 3-1,-2-1 2,1 2-2,0 1-2,0 1-4,0 0-4,1 1-5,-1 1-4,-1 2-2,1-1-1,0 0-2,-2 1-2,0 0 0,2-1 0,-2 0-1,0-3-9,0 1-16,0-3-29,0-1-35,-1-1-41,0-3-46,-1-1-71,-1-2-144,-1-2-170,-1-4-154,0-2-111,0-3-101,-2-2-46,-1-1 95,0-2 163,-2 0 170,1 0 143</inkml:trace>
  <inkml:trace contextRef="#ctx0" brushRef="#br0" timeOffset="532">58 144 138,'-2'-4'270,"0"1"33,1-1 12,-1 1-67,1 0-51,-2 0-27,2 1-15,0-1-11,0 1-11,1-1-5,0 1 2,0-1 11,0 0 17,0 0 17,1 0 22,-1 0 28,1 1 45,0-2 26,2-1 20,-1 1 9,0-1 4,1 0-7,2 0-30,0 1-26,1-2-30,1 1-37,-1 1-34,4-1-37,-1 0-26,1 2-22,2-2-18,-1 2-6,2 1-16,0 0-3,0 1-3,1 1-5,0 1 0,1 2-3,0 1 4,-2 1-4,2 0-8,-1 3-1,0-1-1,-1 3 0,-1-1-3,0 1 0,-2 3 2,1 0 0,-3 0-1,0 1 3,-1 0-2,-2 1 2,0 0 1,-4 1 2,0 0-1,-2 0-2,-1 0-1,-3 0 3,0 0 0,-3 0-2,-2 2-2,-1 0-3,-3 0-1,0 0-4,-1-2-4,-1-1-1,0-1 0,0-2 0,-1-2 0,1-2 1,1-2-2,0-1-2,1-2-3,1-2-10,0 1-18,1-2-29,1-2-42,1 1-64,1-2-102,2-1-145,1-1-137,1 1-122,3 0-95,1-1-70,1 2-28,0 0 82,1 1 119,3 0 129,-1 1 128</inkml:trace>
  <inkml:trace contextRef="#ctx0" brushRef="#br0" timeOffset="1519">0 137 158,'0'0'217,"-1"-1"-18,1 1-30,0 0-30,0 0-28,0 0-22,0 1-12,1-1-5,0 1-3,-1 0 5,0 0 7,1 0 4,0 0 1,-1-1 1,1 0 3,-1 0 2,0 1 3,0-1 7,0 0 2,0 0 3,-1 0 2,1 0-1,0-1 0,1 0-5,0-2 0,1-1-1,0-2 1,1 0 1,0-1-4,0 0-4,2-1-10,-1 0-13,3-2-16,-1 2-18,1-1-15,2-1-11,1 1-6,1 0-4,0-1-4,3 2-24,-2 0-54,1 3-85,0 1-93,-5 2-101,2 3-149,-3 3-57,0 4 12,-3 2 62,1 4 81</inkml:trace>
  <inkml:trace contextRef="#ctx0" brushRef="#br0" timeOffset="82763">780 1837 25,'-1'0'220,"0"0"25,1 0-11,-1 0-30,0 0-33,1 0-27,0 0-22,0 0-14,0 0-13,0 1-11,0-1-11,0 1-6,0 0-3,-1-1-4,1 1-2,0 0-1,-1-1 5,1 0 3,0 1 10,0-1 8,0 1 6,-1-1 7,1 1 6,0-1 4,0 1 6,0-1 3,0 0 9,0 0 8,0-1 10,0 1 13,0 0 12,0 0 18,0 0 11,0 0 6,0 0 2,1 0-3,0 0-9,-1 0-16,1 1-11,0-1-5,0 1-3,1 0-2,-1 0-4,1 0-7,0 0-11,-1-1-11,0 1-16,0-1-17,-1 0-13,1 0-8,-1 0-7,0 0-10,1 0-10,1 0-6,-2 0-7,0 0-5,1 0-4,0 0-4,-1 0-3,0 0 0,0 0-2,1 0-2,0 0 1,-1 0-1,1 0 1,-1 0-1,1 0 2,-1 0-1,1 0 1,-1 0 1,1 0 0,0 0 0,-1 0 1,2 0 1,-1 0-2,1 0 0,0 1 3,3 0 1,0-1-3,1 1 0,1-1 0,0 2-3,3-1-2,1 1-2,0-1-3,3 1 0,0-1 0,2 0 0,0-1-1,1 1 1,0 0-3,-1-1 2,1 0-1,-3 0 0,0 0-1,-1 0 1,-2 0 3,0-1-3,-1 0 1,-2-1 0,0 1 0,-2 0 1,0 0-1,-2 0 0,0 0 0,-1 1 5,-1 0 7,1 0 7,-2 0 9,0 0 8,-1 2 7,0 1 3,-1 1-3,1 1-5,-1 2-7,-2 2-5,1 1-9,-1 3-7,0 1-5,-1-1-5,0 1-1,-1 2-8,1 0-15,-1 0-22,0 1-27,1-2-40,0 1-61,0 0-98,0 0-169,1-2-171,1-1-161,-2-2-163,2-3-67,-1-3 40,0-5 146,1-6 172,-1-5 182</inkml:trace>
  <inkml:trace contextRef="#ctx0" brushRef="#br0" timeOffset="84029">690 830 240,'0'0'276,"0"0"20,0 0-37,0 0-41,0 0-29,0 0-20,0 0-13,0 0-11,0 0-8,0 0-3,0 0 0,-1 0 3,1 1 3,-1 0 9,1-1 21,-1 0 23,0 0 14,0 0 21,0 0 18,1 0 14,0 0 10,1 0 9,0 0 18,1 1 5,2 0-4,-1 0-18,1 2-34,2-1-40,0 0-41,0 2-39,2-2-34,0 1-21,0 1-17,1 1-11,-1-2-14,1 2-5,0 0-5,1 1-4,-1-1-2,-1 1-3,2-1 0,-3 1-4,2 0 0,-2 1-3,2 0 0,-1-2 0,0 2 0,-1-3-1,0 1 1,-2-1 1,1-1-1,-1-1 6,0-1 3,-1-2 3,0-2 1,-1-1-1,-1-3 1,0-2-4,1-1-5,-1-3-4,0-2 0,-2-2-2,1-1-1,0-1 0,0 0-1,1 1 2,0 0-4,0 1-8,-1 1-10,0 2-22,0 1-34,-1 3-61,1 2-110,1 2-162,-2 0-159,2 0-147,-1 3-131,0 1-95,0 3 32,2 1 127,1 4 149,0 0 155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8:36.894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199 37 43,'-2'-3'244,"0"0"31,-1 0 2,0 1-35,2-1-41,-1 1-25,-1 0-14,1 0-8,1 1-6,-1 0-1,1 0 3,0-1 0,-1 1 2,1 0 8,0 0 17,0 0 17,1 0 23,-1 1 26,0-1 23,-1 0 18,2 1 8,-1-1-5,0 1-14,0-1-27,-1 1-27,1 0-34,0 1-30,1 0-22,0 0-22,1 0-11,0 2-1,2 1-3,-2 0-6,1 1-10,1 2 2,0 0-8,1 1-12,1 0-12,0 3-8,2-2-5,-1 2-12,-1 0-6,1 1-6,0-2 1,-2 1-3,1 1-1,0-3-3,-1 1 1,0-1 0,-1-1-1,0-2-3,-1-1-3,1-1 1,1 0 7,0-2 5,0-2 7,1-2 4,2-3 4,-1-1-2,4-4-6,-1 0-6,2-3-8,1-1-2,0 0-1,0-1-3,-1 0 0,0 0-5,0 3-9,-1-1-18,-1 2-31,0 2-37,-2 0-61,-2 3-100,2 0-146,-3 2-133,3 1-112,-2 0-88,1 1-61,1 2-33,-2 1 83,1 2 112,-2 1 120,0 2 114</inkml:trace>
  <inkml:trace contextRef="#ctx0" brushRef="#br0" timeOffset="4048">7 2363 70,'0'0'275,"-1"0"42,1 0 4,-1 0-31,0 0-41,-1 1-38,1-1-30,1 0-17,-1 0-14,1 0-12,0-1-11,0 1-10,0-1-11,1 1-15,-1-1-14,1 0-14,1 0-10,-2 0-8,0 0-9,0 1 4,0-1 5,0 1 10,0-1 14,0 1 20,-2-1 18,2 1 14,0-1 14,0 0 9,0 0 1,2-1-3,-1 0 4,1-2 3,-1 0-1,3-2-4,1 1-5,-1-3-6,2 1-7,1-2 2,0 0 10,2-1 10,0-2 16,0 0 5,2 0-4,-1 1-13,-1-1-25,3-1-24,-2 1-22,0 0-14,1 0-11,-1 1-11,-1 0-11,1 2-5,-2 0-10,0 1-5,-2 1-1,1 3-6,-2 0 0,-1 1-3,1 1 3,0 1 3,-2 0 2,3 2 4,-2 0 3,-1 1 2,1 1 0,0 0-1,2 0-2,-3 1-1,3 1-3,0 0-3,-1-1-3,0 1-2,1 1-2,2-1-1,-2 2 2,1-1 0,1 2 1,1-1-1,-1 2 0,2-1-4,-3 1 1,3 0 0,-1 0-2,0 0-3,1-1-16,-2 1-24,2-2-42,-2 1-85,1-3-154,-1 1-183,0-2-178,1-1-173,-2-1-123,-1 1-2,-1 0 108,-1-2 164,1 1 179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8:37.719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0 82 77,'2'-3'93,"0"0"-18,1-1-19,-2 1-17,1 1-10,0-2-3,0 0 6,1-1 12,-1 2 22,0-1 20,-1-1 20,1 0 14,0 2 14,-1-1 9,0 0 4,1 0 5,-1 2 10,0-1 10,-1 0 8,1 0 11,0 1 3,-1 1-1,1 0 3,1 0 5,-2-1 21,0 2 13,0-2 31,0 2 24,0-1 18,0 1 6,0-1-10,1 1-9,-1 0-25,0 1-23,1 0-26,-1 2-25,0 0-27,0 2-31,0 1-28,0 2-22,-1 1-19,0 2-18,1 1-14,0 1-11,0 2-7,-2 0-8,1 1-4,-1-1-3,1 1-3,0-1-2,-1-1 1,2 0 1,-1-1 1,0-1 1,-1-1 1,2-2 1,-1-1-3,1-2-1,0 0-1,1-2 1,1-2-1,0 0 0,0-1-1,2 0 1,1-2 1,4-1-1,-1 0 0,3-2-2,-1 0 0,1-1-2,0 0-7,2 1-7,2 0-15,-2 0-18,1 1-32,0 0-55,0 0-95,-1 1-145,0 2-141,-2-1-131,0 2-117,-2 1-111,-2 2 12,-1 1 105,-1 2 130,-2 0 138</inkml:trace>
  <inkml:trace contextRef="#ctx0" brushRef="#br0" timeOffset="1037">519 771 51,'1'-4'334,"-1"1"52,0 0 47,0 1-12,-1 0-76,1 2-61,-1-2-41,0 2-26,1-1-20,-1 1-15,0 0-14,0 1-5,0-1 2,-1 2-2,-1-1 1,-2 1-4,2 2 2,-3-1-4,-1 2-9,0-1-8,-1 1-4,-2 1 5,0 0-1,0 1 1,-2-2 0,1 3-1,0-3-9,0 1-18,-1 2-18,1-3-22,2 1-15,-1-1-16,4 1-9,-1-1-14,3-2-6,1 2-4,0-2-6,1 0-3,1 0-1,1-2 2,1 2-3,0-1 0,1 2 1,1-1 0,2 0 0,2 0 1,-1 1-1,3 2 1,2 0 0,0 2-1,3 0 0,0 1-2,1 0 0,1 0-9,0 2-24,0-2-41,0 1-62,0 1-93,-2-1-94,-1 0-99,1 1-87,-3 1-85,-3 1-85,-3 2-35,-3 0 26,-1 0 70,-2 1 93,-1-1 115</inkml:trace>
  <inkml:trace contextRef="#ctx0" brushRef="#br0" timeOffset="2106">40 1921 119,'0'-1'321,"0"1"36,0-1 35,0 0-62,0 1-80,1 0-54,-1 0-37,0 0-23,0 0-23,0 0-15,1 0-7,-1 0 0,0 0 12,0 0 17,0 0 28,0 0 30,0 0 36,0 0 32,-1 0 19,1 0 11,-1 0-3,1 0-17,0 0-26,0 0-38,0 0-31,-1 0-37,1 0-31,0-1-25,0 0-22,1 0-15,0-1-8,-1 0-4,1-3-3,-1-1-1,0-2-1,0-1-3,0-2-1,-1-1-2,1 0 6,-1-2 2,0-1 3,1 0 5,0-2 4,0-1 7,0 1 4,1 0 7,0 1 4,-1 0-2,0 2 0,0 1-3,0 1-4,0 2-3,0 1-1,0 2 0,0 2 1,0-1-1,0 4-2,0-2 1,2 3 3,-1 0 0,3 1 1,-2 1 4,0 2-2,4 0-2,-1 1-4,1 3-5,3-1-7,-3 2-5,4 0-5,0 2-5,1-1-3,2 0-2,1-1 0,2 0-3,-1 1-1,3-3-11,0 1-17,-2 0-31,2-2-50,0 1-71,-1-1-122,-1-1-138,0 0-133,-1-1-127,-2-1-118,-1-1-66,-6 1 47,1-1 111,-4-2 128,-3 1 146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8:15.534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0 236 116,'3'-5'293,"0"-2"41,-1 1 26,0 2-57,0-3-46,0 2-23,-1 0-8,0 0-2,2 1 6,-2 1 18,0 1 35,0 0 43,0 0 41,1 0 34,1 1 26,-1 0 5,0 0-26,-1 0-48,0 1-51,-1 0-52,1 0-50,-1 0-41,1 2-28,1-1-20,0 1-10,1 0-9,0 2-9,2 0-6,-2 1-8,2 2-8,0-1-8,-1 2-5,1 0-5,-1 2-8,1 0-4,-2 1-6,2-1-5,-2 2-6,0-2-6,0-2-2,-1 1-4,1-3-2,0 0-1,1-1 1,-1-1 9,1-2 7,1-1 8,1-1 6,1-3 2,3-1 0,3-4-7,2-1-5,4-3-8,1-1-5,2-3-1,4-1 0,3-1-1,1-2 3,2 1 1,2-1-14,3 0 0,-3 1 0,3 2 0,-1 0 0,-4 2 0,-1 0 0,-2 3 0,-3 0 0,-2 3 0,-4 1 0,-1 1 0,-5 2 0,-1 1 0,-2 1-42,-2 0-105,0 1-42,-2 1-43,-2 1-70,0 1-157,-4 0-201,-1 1-208,-3 1-169,-5 0-56,-1 1 34,-2 1 154,-2-1 220,-2 0 240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8:04.853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35 264 126,'3'-10'382,"-1"1"76,-1-1 80,0 3 36,0-2-77,1 4-20,-1 0-17,-1 0-33,1 3-44,0 0-49,0 1-55,1 1-53,0 1-33,2 3-26,0 1-11,1 3-17,-1 4-19,1 2-15,0 1-19,-2 5-16,1 3-23,-1 1-15,0 4-12,0 1-9,-1 1-4,-2 0-4,2-1-1,-1-2-1,0-2-1,-1-2-1,1-2-18,-1-3-46,0-2-80,0-4-109,0-2-119,-1-1-113,-1-4-95,0-3-46,-1-3 0,-3-2 42,1-4 66,-1-2 79,-1-4 87,1-2 79,-2-2 80,1-4 75,-1 0 86,2-3 76,-1 1 65,0-2 53,1 1 39,0 1 24,3 1 12,-2 0 1,4 3 3,0 1 3,2 0 6,3 2 17,0-1 17,5 2 32,1 1 14,2 0 12,3 3-1,0 1-20,2 0-39,-1 3-51,2 2-42,0 1-47,-1 2-40,-1 3-27,-1 1-20,-2 2-18,0 2-12,-1 0-7,-1 2-3,-1 1-2,-4 1 8,2 1-4,-5 1-5,1 0 0,-3 2-3,-3-1 0,-2 0-8,-1 1 0,-4 0 3,1 0-2,-2-1-1,-2 0 0,0-3-2,-3 1-11,1 0-42,-1-4-87,0-1-113,3-2-126,-1-4-128,3 0-123,1-4-95,4-2-49,2 0 41,3-2 86,2 0 108,1-2 123</inkml:trace>
  <inkml:trace contextRef="#ctx0" brushRef="#br0" timeOffset="538">353 261 313,'8'-4'427,"-3"0"58,-2 1 53,-1 0-87,0 2-114,-1 0-69,2 2-47,-3 0-37,1 4-27,-1 3-17,0 1-9,0 3-4,0 1-2,0 3-4,0 1-10,0 1-14,1 2-16,0-2-17,1 2-18,-1-1-11,4-1-14,-1-1-9,2-2-1,-1-2 2,3-3 7,0-2 6,1-2 15,2-2 12,1-3 13,0-4 25,3-2 16,-1-4 11,1-1 13,-1-4 7,-1-1 5,0-1-10,-5-1-8,0-2-12,-1-1-19,-3 1-17,-3 1-17,-2-1-15,-1 0-17,-3 2-7,-1 3-8,-4 0-6,-1 2 1,-4 3-2,0 0-1,-1 5-5,0 1-15,1 2-38,0 1-79,1 2-117,3 0-124,1 3-113,5 2-100,-1 0-76,5 3-65,1-1 2,2 3 61,4-1 84,2 2 97,3-3 109</inkml:trace>
  <inkml:trace contextRef="#ctx0" brushRef="#br0" timeOffset="899">826 283 358,'20'-12'424,"-3"-1"48,-4 1 59,-3-1-76,-1 2-67,-2 0-23,-2 0-2,0 1 1,-2 2-10,0 0-30,-3 3-51,-3-1-50,0 3-45,-3 0-45,-2 3-39,-2 1-36,-2 1-18,-1 3-9,1 1-6,0 0-5,-1 2-5,2 0-5,0 1-3,3 0 0,2-1-1,1 2-1,2-1-3,3 0-3,1 1 0,2 0 1,3 0-2,3-1-2,1-1 1,2 1 5,1-1 5,4 1-5,1-3-1,0 1 3,-1 0 0,0 1-4,0-2-3,-2 1 3,-1-1 1,-1 1-3,-4-1 0,0-1 3,-3 1 0,0 0 0,-4-2-1,0 2 6,-2-1 4,-2 0 1,-2 1-1,-3-1 2,-2 1-5,-2-1 0,-4 0-2,0 0-2,-4 0 0,-1-2-2,-1 0 4,-1-1-5,1-1-25,1-1-58,1-1-107,1-2-112,3 0-110,1-2-122,4 0-124,1 0-96,6 0 26,1-1 70,4 1 87,1-1 113</inkml:trace>
  <inkml:trace contextRef="#ctx0" brushRef="#br0" timeOffset="1329">1181 272 96,'13'-10'438,"-3"-1"50,-5 1 32,-1 0 32,-3-2-143,-2 4-119,1-1-48,-2 1-22,1 1-11,0 2-14,-1 0-21,1 1-29,-1 3-28,0 0-24,-3 1-13,1 1-12,-4 0-15,0 3-4,0 1-2,-1 1 3,-1 1 6,1 1 3,0 0 2,-1 0-6,3 1-9,-1-1-8,4 2-12,0-3-9,1 2-7,1 0-2,2-1-3,0 1 0,2-1 2,3 1 3,-3-2 3,4 2 0,0-3 4,1 2 0,2-2 6,-1 1-2,1-1-2,0 1-1,0 0-3,1 0 0,-2 0-7,1-1-1,-1 1-2,-2-1-3,0 1 1,-1-1 2,0 1 8,-4-1 17,1-1 13,-1 0 17,-2 0 16,-1 0 8,-1 0-6,-3 0-8,-1-1-13,-2 1-15,-3 0-15,0-2-14,-2 1-6,-2 0-1,0 0-2,0-3-2,-1 1-22,2-1-55,3-1-99,0 0-124,2-2-133,4 0-143,1-3-126,4-1-91,3 1 22,3-3 82,3 0 110,1-2 132</inkml:trace>
  <inkml:trace contextRef="#ctx0" brushRef="#br0" timeOffset="1757">1325 318 251,'10'-7'430,"-2"1"54,-1 0 50,-2 0-31,-1 3-118,-1 0-72,0 0-28,0 2-1,2 1-5,0 2-3,0 1-18,0 1-3,-2 2-12,1 2-30,1 2-27,-3 1-36,0 1-21,0 3-33,-1-1-30,0 2-23,1 0-12,-1-1-10,0 1-9,0-3-6,0 0-1,-1 0-9,1-3-38,0 0-85,-1-2-115,1-2-119,-1-2-138,-1-1-140,0-3-144,-2 0-13,-1-3 63,1-2 96,1-3 124</inkml:trace>
  <inkml:trace contextRef="#ctx0" brushRef="#br0" timeOffset="1995">1382 218 99,'-4'-18'420,"1"1"62,1 0 66,-3 2 63,2 0-137,-1 2-91,2 2-48,1 0-42,-1 3-58,1 1-58,0 3-62,1 0-48,1 2-50,0 0-58,1 2-75,1 2-84,0 0-96,0 2-121,1 0-151,-2 2-57,-1-1 16,2 0 51,1 0 84</inkml:trace>
  <inkml:trace contextRef="#ctx0" brushRef="#br0" timeOffset="2174">1538 74 288,'3'-6'463,"-2"0"59,-2-1 62,0 2 19,1 0-105,-2 0-60,2 2-36,0 2-40,0-1-52,2 1-66,1 2-63,0 2-34,2 0-11,-1 4 2,3 2 6,-1 1-5,0 2-23,-1 3-21,0 0-23,2 4-16,-3 0-17,1 3-14,-1 0-9,1 2-8,-1-1-3,-1 2-6,0-2 2,1-1 0,-2 0-1,0-1 1,-1-3 0,0-1 0,1-2-1,-1-3-1,-1-1 1,1-3 3,-1-2-2,0-1 3,0-3 1,-1 0 0,0-3-1,-1-1 0,1-1 0,-1-3 0,1-1-3,0 0 2,1-2-1,1-1-1,0 0 0,2-1-1,2-1 0,2 1 0,0 1-1,3 0-1,0 0 0,3 1 0,-1 1 2,1 3 0,2 0 0,-1 1 0,-1 2 0,2 1 0,-3 2-1,0 3 1,-2-1 0,1 2 1,-3 0-2,-1 4 0,-2-2 3,0 2-2,-3 0 3,-2 2 0,-1-1 3,-3 0 0,-1 0-3,-2 1 4,-3-1-4,-2 0 1,-2 0 0,-2-1-1,-2-1-1,-1 2-2,-2-4 1,1 2-11,3-4-42,-1 0-78,0-2-126,2-2-142,2-1-142,2-3-137,2-1-127,0-2-34,3 0 70,4-3 110,2 0 126,3 0 137</inkml:trace>
  <inkml:trace contextRef="#ctx0" brushRef="#br0" timeOffset="2693">1873 274 198,'10'-7'497,"0"1"58,-5-1 52,0 1 68,-1 2-165,-1 0-118,0 0-67,-1 3-44,0 0-41,1 2-55,1 2-51,0 2-35,0 0-9,0 4-3,0 1-1,0 0-9,-1 3-17,2 0-9,-2-1-19,-1 1-12,0 0-7,1 0-4,-1-1-2,-1 0-7,0-2-7,-1-1-51,0 0-87,0-3-104,0-1-112,0-2-126,-2-1-127,-2-2-100,1-3 5,-1-1 61,-2-1 89,2-4 116</inkml:trace>
  <inkml:trace contextRef="#ctx0" brushRef="#br0" timeOffset="2916">1884 156 291,'-1'-22'388,"-3"2"48,1 2 38,1 1-95,1 2-113,0 1-62,-1 3-42,2 2-45,0 1-35,0 4-32,2-1-21,1 2-16,0 2-29,2 1-57,0 1-74,1 0-98,-1 3-147,2 0-75,0-1-20,-3 2 30,4 0 61</inkml:trace>
  <inkml:trace contextRef="#ctx0" brushRef="#br0" timeOffset="3093">2164 31 407,'3'-4'525,"-2"-2"55,0 0 64,0 1-6,-1 2-173,1 0-98,1 0-54,0 2-36,2 1-24,-1 1-31,3 2-13,0 1 3,0 2 14,1 2 9,-1 2-19,-1 1-29,1 2-37,-2 0-34,-1 2-32,1 1-29,-1 2-17,0 1-16,-2 1-11,1 0-4,-2 1-3,1 0-4,-1 1-16,1-2-30,0-2-56,1-1-107,0-2-130,1-1-125,0-2-97,-1-3-75,2-2-31,1-1 23,0-3 44,2-3 27,1-1 60,-1-4 75,1-2 75,1-2 74</inkml:trace>
  <inkml:trace contextRef="#ctx0" brushRef="#br0" timeOffset="3301">2346 296 59,'8'-11'303,"-2"0"77,0-1 68,-1 1 7,0 1-41,-1 1-26,1 1-3,-2 1 3,0 2-1,-1 0-6,0 1-22,-1 1-26,1 2-41,-1-1-35,1 2-38,1 2-33,-1 1-15,0 1-18,-1 1-21,0 2-27,0 2-23,-1 0-21,1 2-22,-1 2-16,-1-1-9,1 2-7,-1-1-4,0-1-16,1 0-38,-1 1-74,1-4-120,0 0-139,0-1-133,0-2-123,-1-1-106,0-2-88,-3-1 33,2-2 92,0-2 110,0-1 124</inkml:trace>
  <inkml:trace contextRef="#ctx0" brushRef="#br0" timeOffset="3547">2402 157 35,'0'-20'434,"-1"2"78,-1 1 73,0 0 81,1 2-63,0 2-120,0 2-68,0 2-57,1 0-60,0 3-76,0 0-80,0 2-58,2 2-37,-1 1-24,1 2-24,0 2-54,0 2-85,1 0-99,-1 1-110,-2 2-120,0 0-140,0-1-80,0 3 17,0-2 58,1 0 88,1-3 112</inkml:trace>
  <inkml:trace contextRef="#ctx0" brushRef="#br0" timeOffset="3729">2534 67 5,'4'-5'418,"-2"0"76,-1 0 69,-1-1 67,1 2-77,0 0-136,-1 2-88,2-1-58,0 3-42,0 0-36,1 3-27,2 0-15,-2 3 1,2 1 6,-2 2-13,0-1-19,0 5-23,0 0-22,-1 2-21,0 1-21,0 0-17,0 2-10,0 1-5,-2 1 4,0-2-35,0 1-83,-2-2-100,0-1-97,0-1-95,0-3-102,-2-1-66,0-3-27,0-1-21,-2-2 31,2-3 60,-1-1 77,1-3 90</inkml:trace>
  <inkml:trace contextRef="#ctx0" brushRef="#br0" timeOffset="3925">2522 280 49,'-4'-11'323,"1"-1"50,0 0 39,1 0-6,2 2-93,0-1-75,1 1-50,1 2-37,2 0-34,0 0-34,2 2-29,1-1-21,0 2-13,2 1-13,1 1-2,1-1 0,-1 1-5,0 0 0,2 2 0,-2-2 7,0 1 7,1 1 5,-2 1 7,0 0 8,-1 0 9,0 0 8,0 1 2,-2 2 8,0 0 4,-1 2-6,0 0-7,0 0-9,0 2-15,-1 0-8,1 1-12,0 0-2,0 0-4,2-1-1,0 0 1,2-1-5,0-1 2,1 0-2,3-2 2,-1-1 0,1-2 1,-1 0 4,1-2-3,-2-1 1,2-3 1,-3 1 10,0-2 30,0-1 50,-3-1 72,2 0 60,-2-1 64,0-1 61,-3 1 31,0 1-5,1 1-30,-3 1-33,0 2-41,-2 1-52,3 0-45,-2 2-35,0 1-27,-1-1-23,-1 2-18,0 1-13,-2 1-11,3 0-7,-1 3-6,0 1 0,0 1-1,0 2-2,-1 2-2,-1 1-6,1 2-2,0 2-6,1 1-5,0 2-3,-1 1-2,-1 2 1,1 1-2,2 3-1,-1-1-1,1 2-2,0 0-1,0 1 0,-1 0 0,0-2 0,0-1 0,0-1 1,-2-2-1,0-1 2,0-3 2,-4-2-1,1-2 0,-2 0-2,-1-4 4,-5-1-2,0-2 0,-5-1 0,-2-1 0,0-3 0,-2-2 0,0-2 0,3-4 0,3-1 1,2-3 0,6-3-1,5-3-6,6-2-9,6-4-21,3-3-29,6 0-39,1-2-64,5 0-128,-2 3-200,-1 0-213,-2 2-248,-4 3-106,-5 3-12,-5 3 87,-4 3 191,-4 1 219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3:45.07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2 18,'1'0'31,"0"0"-5,-1 0-4,0 0-5,0-1-2,0 1-6,1 0-3,0-1-3,-1 1-8,0 0-24,0 0-34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8:09.938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16 218 154,'0'-5'353,"-1"-1"64,0 1 62,1 2-26,-2-1-69,2 1-33,-1 1-13,0 1-32,0 0-37,0 1-47,0 2-25,0 0-34,0 1-18,-1 3 7,1 0 13,0 4 12,0 2-11,1 0-2,2 2-19,-1 1-32,2 1-31,1-2-24,0 1-18,3-1-13,-3-1-6,4-1-3,-1-1 2,1-2-1,0-1 6,2-4 2,0-2 3,1-2-4,0-3-4,3-2-2,-2-5-6,0-1-1,-1-2-6,-1-1 1,-1-2-1,-2 1 6,0 0 9,-3-1 26,-1 3 20,0 0 12,-1 1 13,0 2 2,-1 2 1,0 0-24,-1 4-16,1-1-14,-1 3-14,0 1-9,0 1-10,0 3-4,0 2-4,1 2-2,-1 1 1,3 4 0,-1 0 0,-1 2 0,2 1 0,3-1 2,-1 0-2,1 0-2,2-1 1,-1-1 0,2 0-2,2-3-4,2-2 3,-2-3 3,2 0-1,0-4 1,2-3 2,-1-1 0,1-3 1,-2-2-1,0-2-1,0-1-2,-3 0 0,0-1 3,-4-1 1,0 1-2,-2-1 3,-3 2 1,2 1 2,-2 2-2,-2-1 1,-2 3-1,2 1-5,-3 2-19,-2 0-40,1 2-77,0 1-146,0 1-161,0 0-151,1 3-134,1 1-143,-2 0-33,2 4 87,2-3 131,-1 2 139,5 0 142</inkml:trace>
  <inkml:trace contextRef="#ctx0" brushRef="#br0" timeOffset="535">618 230 155,'8'-6'447,"-1"1"78,-3 1 86,-3 1 79,0 0-132,-1 0-89,1 2-62,-1 0-62,0 1-79,0 0-89,2 2-69,-2 1-48,2 2-26,-1 0-13,1 4-3,0-1-7,0 3 0,0-1-6,0 2 2,0-1-4,0 2-13,-1 0-67,1 0-102,-1 0-111,-1-1-134,-3-2-150,1 0-139,-2-1-12,-1-1 56,2-5 91,0-1 120</inkml:trace>
  <inkml:trace contextRef="#ctx0" brushRef="#br0" timeOffset="748">658 143 279,'-5'-19'456,"-2"0"75,0 1 82,3 2 14,-1 1-126,1 3-71,1 0-58,1 2-62,0 2-81,2 1-80,0 3-68,1 1-41,2 2-19,0 1-21,1 4-46,1 0-78,-2 0-93,2 3-104,-1 0-120,-2 2-147,0 1-75,0-2 11,-1 3 58,2-3 87,3 1 109</inkml:trace>
  <inkml:trace contextRef="#ctx0" brushRef="#br0" timeOffset="926">811 80 2,'6'-6'397,"-5"2"79,1 1 83,-2-1 84,1 1-70,-1 0-108,0 1-71,0 1-62,2 1-50,-1 1-33,1 1-19,2 3-1,0 0 15,-1 2 10,1 1-9,1 3-38,-3 0-43,3 2-41,-3 2-39,0 2-29,0 2-22,-1 0-12,1 1-9,-2 2-5,1-1-8,0 1-32,-1-1-69,1-1-127,1-2-140,0-2-134,0-3-131,2-4-106,-2 0-92,0-4 39,3-3 93,-1-4 110,2-3 122</inkml:trace>
  <inkml:trace contextRef="#ctx0" brushRef="#br0" timeOffset="1144">956 199 169,'1'-19'411,"-1"2"74,0 0 93,0 2 54,0 3-77,0 0-39,0 2-21,0 1-32,1 3-61,0 0-89,-1 1-76,2 3-52,1 1-33,-1 1-24,0 2-17,3 2-8,-1 2-6,-1 0-13,0 5-20,0 0-19,0 2-12,-1 2-12,1 3-6,-3 0-7,0 4-14,-3 1-50,1 1-109,1 0-160,-1 0-170,0-2-175,2-1-196,0-1-67,0-2 44,3-2 127,2-2 152,2-4 166</inkml:trace>
  <inkml:trace contextRef="#ctx0" brushRef="#br0" timeOffset="1404">1333 307 243,'-2'-8'541,"-2"2"58,-3-1 33,2 0 27,-1 2-225,0 1-175,2 1-103,3 3-56,-1 1-35,1 3-28,1 1-17,1 5-19,0-1-2,0 2 0,0 0 2,0 1-3,0 0 0,0-2 5,0-1 1,-1-2 8,0 0 21,0-1 38,0-2 61,0-1 59,0-1 48,0-2 24,0-1 7,0-2-20,0-2-41,0-3-48,0-1-35,0-3-20,2 0-23,-1-1-9,0-2-6,2 0-7,0 1-8,1 0-10,1 2 1,0 0-8,-1 2-6,1 1-7,0 2-3,-1 2-3,1 0-5,0 2-2,-1 1-4,0 3-3,2 1 0,0 3-2,-1 1 1,1 2-1,-3 1 0,1 3 0,1 1-2,-2 2-4,-1 2-22,1-1-43,0 1-70,1 0-104,1-2-114,0-2-95,3-1-65,1-3-30,1-3 10,3-1 60,2-4 80,0-3 80,0-3 74,2-4 64,-2-1 57,-1-3 44,0-1 41,-1-2 41,-2 0 48,-1 0 52,-2 0 54,-1 2 52,-2 0 51,0 3 49,-3 0 43,0 4 21,0-1-4,-1 4-20,1 0-38,-2 1-60,0 2-67,0 1-57,0 2-40,-2 1-22,0 1-9,1 3-3,0 1 4,-1 2 0,2 1 1,-1 1-6,1 1-8,0 1-7,1 0-13,2 0-7,2-1-8,1 0-2,2-2-3,1-1 3,2-1-3,2-3-1,1-1 2,0-3-2,2-1 1,0-3-1,0-2 4,-1-2-1,0-5 7,-3 1 11,-1-2 19,-2-1 16,-2-1 11,-3 1 12,-2-1-3,-3-1-6,-1 0-17,-4 3-14,1 0-14,-5 0-9,0 3-2,-1-1-11,-4 3-16,1 2-39,-2 0-77,1 2-137,-2 2-142,2 0-137,-1 1-127,2 1-119,-1 0-58,3 3 61,0 0 103,3-1 120,3-1 129</inkml:trace>
  <inkml:trace contextRef="#ctx0" brushRef="#br0" timeOffset="2124">1914 86 275,'9'-7'572,"-4"-3"104,-2 3 126,-1-1 121,-1 3-161,0 0-126,-1 1-88,0 1-86,2 1-115,-2 1-114,2 0-95,0 2-54,0 1-27,-1 2-8,3 1 0,0 2 0,0 0 3,0 2 5,0 3 0,0 0-4,-1 3-5,-1 0-3,0 3-7,2 0-9,-1 3-9,0 0-4,1-2-6,2 1-3,0-1-3,1-2 0,1-1-1,1-1 0,2-4-1,1-1 0,2-2-2,0-4-7,2-1-11,0-2-19,-1-3-28,1-2-47,-2-1-72,-2-2-128,-2-2-154,-2-1-138,-2-3-116,-4 0-94,-3 0-83,-4-1 51,0 1 124,-4 1 130,-2 1 134</inkml:trace>
  <inkml:trace contextRef="#ctx0" brushRef="#br0" timeOffset="2388">2033 170 298,'-17'-5'409,"1"1"57,2 0 54,2 2-74,3 0-99,2-1-75,1 2-56,2 0-50,3 0-50,3 1-46,3 0-36,4 0-15,3 0-13,6-1-31,2 0-64,1-1-97,3 1-128,-3 1-154,0 0-76,-3 0-16,-4 1 36,-3 2 87</inkml:trace>
  <inkml:trace contextRef="#ctx0" brushRef="#br0" timeOffset="2696">1171 737 150,'1'-10'326,"0"-1"59,1 0 62,-1-1-48,-1 1-20,1 0 24,0 1 57,-1 1 42,0 1 21,1 1 4,-1 3-25,0 0-66,0 1-93,-1 1-91,1 1-79,0 1-56,0 1-43,0 2-19,0 2-11,1 2-2,1 2-2,1 2-4,-1 0-1,0 3-7,0 1-7,1 1-6,0 0-3,1 0-4,1 0-4,0 0-1,2-1-3,1-3 1,-1 0 2,2-2-2,1-3-1,1-1 2,3-4 5,-2-2-1,3-2-4,0-3 1,-2-2-2,1-3-1,-1 0-3,-3-2 1,0 0-2,-1-1 3,-3 1 1,1 1 2,-2 2-1,-2-1 1,-1 3 0,1 1-1,0 1 1,-2 2-2,0 1 0,-1 0-2,0 3-1,0 1 3,1 2-2,0 3-1,1 1 1,2 1 3,-2 0 1,1 2-3,1-2 2,1 1 2,2 0-2,-3-1-1,4-1-2,-1-1 3,1-1 0,0-2-1,2-1 0,0-2 0,1-1 0,2-3-1,-1 0-2,1-4 2,0-1-1,0-3 3,-1 0 0,-2-1 1,-1-1 1,-3 0 4,1-2-3,-2 2-3,-4 1 1,-1 0-3,-1 1-1,-2 0-6,0 3-9,-1 0-32,0 3-63,-2 0-111,0 3-164,3 1-169,-2 2-154,1 1-137,0 2-80,3 2 36,0-1 126,1 2 147,1-1 155</inkml:trace>
  <inkml:trace contextRef="#ctx0" brushRef="#br0" timeOffset="3228">1718 702 253,'5'-4'433,"0"0"65,-3 0 59,0 1-36,-1 1-109,-1 0-76,1 1-49,-1 1-30,0 0-1,0 3-7,-1 0-2,1 1 11,0 1 17,-1 2 17,1 1-26,-1 2-26,0 1-26,1 0-34,1 2-39,1 0-48,1 0-31,0-1-19,3 1-18,0-2-7,3 1-7,1-3-2,0-1 0,3-1 0,3-2 1,0-2-3,3-3 5,0-2 0,-1-2-1,-1-3 4,-2-2 1,1 0 4,-3-4 6,-3 0 8,-1-1 3,-4-1 2,0 0-2,-3 0-6,-3-1-6,-2 2-7,-3-1-5,-1 2-4,-2 1-2,-3 1-2,-1 1-1,-1 2-4,-2 2-7,-2 3-20,2 1-37,-2 2-62,1 3-107,2 2-157,0 0-159,1 2-144,1 2-128,1 0-89,2 2 23,2 0 114,2 0 143,1 0 151</inkml:trace>
  <inkml:trace contextRef="#ctx0" brushRef="#br0" timeOffset="3608">1925 697 306,'9'-11'436,"0"1"39,0 0 43,-2 0-45,3 1-115,-2 1-43,1 1-6,0 0 8,0 3-1,1 0-18,-1 2-30,1 0-42,-1 2-33,0 1-31,1 1-28,-1 3-19,0-1-22,1 3-16,-3 0-13,3 2-12,-3 0-13,2 1-5,-1 2-9,-2-2-6,0 1-4,0-1 3,-3 0 9,-1-2 6,0 1 10,-1-3 16,1 0 12,-2 0 5,-2-3 3,1 1-2,-1-1-2,-1-2-6,-1-2-6,0-1-6,0-1-9,0 0-5,1-2-4,1-2-7,-1 1-9,1-3-5,3 1-4,2-2-7,1 0-6,1 1 1,1-1-2,2 1-3,0 2 2,1 0 0,1 0-8,-2 3-13,3 0-13,-2 0-23,0 0-24,1 2-28,-2 0-32,2 0-28,-2 0-25,-1 0-23,0 0 5,1-1 20,1 0 35,-2-2 36,0-1 38,0 1 45,-1-3 17,-1 1 10,0-2 11,-1 1 24,0-1 41,0 1 46,-2 1 47,0-1 49,0 1 34,0 3 8,0-2-18,-2 2-28,1 2-34,-1 0-41,0 1-30,0 0-26,0 1-13,0 1-8,0 1-4,1 1-2,0 2-1,0 3-1,1 1-5,0 1-7,0 4-6,0 1-7,0 2-6,-2 3-4,0 1-3,0 4-2,-2-1-10,0 1-25,0-1-47,0-1-69,1-1-112,1-3-157,0-3-149,2-2-117,0-4-82,1-2-58,1-5-20,2-1 88,1-5 122,2-3 122,2-3 116</inkml:trace>
  <inkml:trace contextRef="#ctx0" brushRef="#br0" timeOffset="4150">2460 737 112,'9'-18'388,"-2"0"72,-1 1 70,-1 1 37,-1 2-56,0 3-22,0 0-5,-2 2-5,0 2-8,-1 1-30,0 2-56,0 0-69,-1 1-60,0 1-54,-1 1-46,0 1-34,0 1-26,-2 1-20,0 2-9,-1 0-6,-2 0-8,1 1-9,-3 2-10,0 0-6,-3 0-9,1 0-6,-1 1-6,0-1-2,-1-1-2,2 0 1,1 0-2,-1-2 1,3-1-2,1 0 2,0 0-2,3-1-2,-1 0 1,2 0 0,1-1 1,1-1-1,1 2-1,2 1 0,3 1 0,2 1-1,1 1 1,4 1 6,0 1-1,2 2-2,0 0-1,1 0-2,0 1-11,-1 2-28,1-1-48,-2 0-91,0-1-165,-3 1-196,-2 1-234,-3-2-180,-3 2-57,-4-1 33,-4-1 136,-3 0 183,-4-2 232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2:39.5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343 170 233,'2'-2'374,"0"-2"54,-2 0 44,1 1-80,-1-1-71,0 0-36,0-1-23,0 1-5,2 1 22,-2 0 29,0 1 21,0 1 24,0-1 22,-2 0 5,1 2-21,1 0-41,-1 0-41,0 2-41,1 0-41,-1 1-43,1 0-31,0 2-16,0 2-17,0 1-12,0 3-15,0-1-8,0 4-12,0-1-10,0 2-12,-1 1-7,1 1-4,0 2-5,0 0 4,0-1-12,1 1-21,0-1-39,1 0-63,1-2-121,0-2-194,0-3-187,2-2-167,0-3-165,0-2-52,2-3 58,1-3 155,1-3 182,0-1 180</inkml:trace>
  <inkml:trace contextRef="#ctx0" brushRef="#br0" timeOffset="286">550 255 63,'4'-9'430,"-3"1"70,-1 1 58,1 1 52,-1 0-138,1 4-124,-1-1-98,2 1-53,1 2 8,0 2 23,3 1 34,1 0 18,0 3 35,1 1 21,0 2-41,-1 0-47,1 2-54,-1 0-37,-2 2-36,2 0-32,-4-1-28,3 2-23,-2-2-17,1 1-9,-1-3-4,2-1-5,-2 1 1,0-4 2,-1-1 4,1-1 8,0-1 6,-2-3 9,2 0 3,1-3 2,0-2-1,1-2-15,-1-2-6,2-2-5,1-1-2,-1-2-6,0-1-1,1 0 7,0-2-6,-1 1 2,0 1-5,0 0-2,0 1-20,-3 1-42,-1 0-78,0 3-145,-1 0-162,-2 0-152,-2 1-134,-2 2-136,-2 2-30,-3 1 83,0 0 131,0 3 140,-2 0 143</inkml:trace>
  <inkml:trace contextRef="#ctx0" brushRef="#br0" timeOffset="648">461 80 105,'-8'-11'444,"-1"2"68,2 0 65,1 0 85,0 0-118,2 1-117,-1 2-73,3 0-62,1 1-60,1 3-83,0-2-72,2 3-41,3 0-20,-1 1-62,0 1-100,1 1-106,0 1-116,0-1-134,-3 1-145,1 2-22,2 0 52,-2-1 82,1 1 103</inkml:trace>
  <inkml:trace contextRef="#ctx0" brushRef="#br0" timeOffset="854">770 60 202,'3'-6'487,"-2"0"60,-1 0 60,0 0 56,-1 0-211,1 2-140,0 0-79,1 2-58,0 0-57,1 0-49,3 2-69,-2 0-93,0 0-117,1 2-122,-1 0-154,-2 0-121,-1 2-19,0 0 46,-1-1 88,1 1 112</inkml:trace>
  <inkml:trace contextRef="#ctx0" brushRef="#br0" timeOffset="1036">984 49 210,'5'-2'507,"0"-1"54,-1 0 38,0 1 51,0 0-176,1 1-99,2 0-23,1 2 18,2 0 31,1 2 3,0 2-24,1 0-47,-2 2-48,0 1-54,0 1-56,0 2-36,-2 2-28,-1 2-19,-2 2-20,-1 2-12,-2 1-13,-1 1-11,-2 2-10,-2 0-7,-3 3-6,-2-1-6,-2-1-2,-1 1-5,-1-2-4,-1 0-13,-2-2-23,1 1-39,-2-4-68,-2 0-110,0-3-144,-2-2-135,-2-2-119,-1-4-93,-2-1-73,-3-4-10,-2-2 82,-2-2 113,-2-3 122,-1-1 123</inkml:trace>
  <inkml:trace contextRef="#ctx0" brushRef="#br0" timeOffset="1352">111 108 11,'-2'-11'407,"-3"-1"71,2 3 65,-1 0 81,0 1-44,1 1-79,-2 2-24,3 0-10,0 1-12,0 2-33,-1 1-63,1 1-61,0 1-47,-1 2-45,-1 1-33,-1 4-26,-2 1-20,1 3-17,0 3-13,-2 3-11,0 2-10,3 1-18,-3 5-9,3 0-9,1 2-12,2 2-8,1 2-7,3 1-4,3 0-2,2 1-2,4 0 1,5 0-1,3-3 0,4-1-3,3-1-7,0-5-16,3-2-39,0-3-78,0-2-184,-1-3-238,-1-4-247,-2 0-196,-2-3-74,-2-1 18,-2-3 153,-3-2 222,-5-3 245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3:45.66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713 65 98,'0'0'217,"1"0"0,0 0-17,-1-1-21,1 1-21,0 0-21,-1 0-15,0 0-9,0 0-8,0 0-6,0 1-1,0-1 0,0 0 1,0 0 7,0 0 11,1 0 9,-1 0 14,0 0 15,0 0 16,0 0 28,0 0 17,0 0 15,0 0 22,0 0 6,0 0 2,0 0-21,-1 0-19,1-1-28,0 0-39,0 1-25,0-1-25,-1 0-13,0 0-13,1 1-5,0 0-6,-1 0-7,0 0-6,1 0-10,-1 0-6,1 0-9,0 0-5,0 0-5,0 0-4,-1 0-5,1 0-2,-1 0-3,1 0-4,0 0-2,0 0-2,0 0 1,0 0-2,0 0 1,0 0 2,0 0-3,1 0-1,-1 0 0,0 0-2,0 0-1,0-1-23,0 0-25,0 1-36,0 0-50,1 0-62,0-1-72,-1 1-51,1-1-41,0 0-32,-1 1-20,0 0-7,0 0 7,0 0 10,0 1-6,0-1-23,0 0 20,0 2 45,0 0 52</inkml:trace>
  <inkml:trace contextRef="#ctx0" brushRef="#br0" timeOffset="430">717 93 30,'0'2'213,"0"0"24,0-1 7,0 0-1,0 1-6,0-2-11,0 0-11,0-2-13,0 0-11,0 0-11,0-1-5,0 0-3,0-1 9,-1 1 18,0-2 27,1 0 34,-1 0 23,0 1 24,-1-1 12,0-1-7,0 2-24,-2-3-31,0 3-24,2-1-29,-4 0-34,2 0-29,-2 0-23,1 1-23,-2 0-21,0 2-14,1-1-12,-1 1-4,-2 0-6,1 2-2,0 0-3,-1 0-5,-1 2-2,-2 1-5,-2 1-5,2 1-1,0 1 2,1 0 0,0 1 6,0 0-2,1 2-1,-1 2-6,-2 3-5,2 1-2,0 2-8,1 0 0,0 0 2,1 1 2,1 1-2,4 0-1,0 1 1,3-1 0,2 1 1,4-1 0,0 0 1,4 0 3,1-1 2,2 0-1,4-3 0,0-1-1,1-1 1,1-1-3,1-3-2,-2-2 2,2-1-2,-1-3 3,0-2-4,0-2 0,-1-1 1,-1-3-1,0-2 2,-2-1-5,0-2 4,-1-1 1,-3-1 1,-1-1 0,-1 1-1,-3-1 3,0 1-2,-2 0 0,-1 1-4,-1 0 1,-2 0 1,0 3 1,-2 0-1,-2 0 3,1 2 4,-4 0-2,0 2 0,-2 1 1,0 2 1,-2 1-2,0 2-2,-2 1-1,0 1-2,2 1-2,1 1 0,0-1-2,2 0 0,2 1 1,2-1-1,1-1 1,2 1-1,2 0 2,2-1 0,3 1 1,1 0-1,3 0 0,2-3-1,4 1-3,0-2 2,2 0-2,1-2 3,-2-1 0,2 0 1,-1 0 2,-1-3 0,-1 1 1,-2 0-4,-1 0 1,1-2 0,-3 0-1,0 2-1,-3-2 1,1 1 5,-2 1-2,-1-1-1,0 2 2,-3 0 0,1 2 0,-2-1-3,2 2 3,-3 0 0,1 0 0,0 2 1,-1-1 2,0 2 3,1 2 2,0 1 2,-1 3 0,0 0-1,0 3-4,0 1-2,0 2-2,0 1-1,0 1 1,0 2-2,-1 0 1,0 1-1,0 0 1,0 1-2,-2-1-4,2-1-4,0 1-8,0-2-31,0 0-55,0-3-100,1 0-167,0-3-164,-1-3-152,0 0-132,-1-4-122,1-2 6,-1-1 118,1-4 142,-1-2 147</inkml:trace>
  <inkml:trace contextRef="#ctx0" brushRef="#br0" timeOffset="1862">40 148 175,'2'1'259,"0"-1"9,1-1-5,0-2-7,-2 0-8,1-1-2,1-1 3,-1-1 13,0 1 23,1-2 27,-2 3 35,0-2 35,1 1 27,-2 1 10,1 0-13,-1 2-36,0 1-50,0 0-61,0 0-56,-1 1-48,1 0-39,-1 0-27,0 2-19,0 0-13,-1 2-12,-1 2-7,1 2-3,-2 1-7,1 2-1,-2 3-3,0 2-2,0 1-4,-1 1-4,2 1-3,-1 0-5,1 2-1,-2 0-1,3 0 0,0 1-3,1 0 2,0 1-1,2-2-1,0 0-1,3-1 1,0-2 1,0-1 0,4-2 0,0-2 1,4-1 1,1-4-2,2-2 1,3-3-1,2-3-1,0-3-2,1-2-6,0-1-15,-2 0-31,-3-3-57,1 2-83,-3-1-114,-2-1-109,-2 1-98,0-1-72,-4 2-42,1-2-11,-4 2 19,-2-1-1,-2 2 41,-1-1 66,-2 0 79,2 1 84</inkml:trace>
  <inkml:trace contextRef="#ctx0" brushRef="#br0" timeOffset="2237">143 333 81,'-15'-3'262,"3"1"39,0 0 13,0 0-49,1 1-35,2 0-20,0 1-15,2 0-19,2 0-18,1 0-26,1 0-25,2 0-16,2-1-2,1 0 4,3 0 5,1-1 8,3 0-3,-1 1-7,3-2-19,1 1-22,1 0-22,2-2-16,0 1-8,1 0-22,1 0-46,-2 1-60,0 0-69,0-2-68,0 0-69,-4 0-63,-1 0-61,-2-1 4,-3-1 40,-2 2 54,-2-2 63</inkml:trace>
  <inkml:trace contextRef="#ctx0" brushRef="#br0" timeOffset="2466">162 176 256,'-11'-6'326,"3"0"38,-2-1 10,2 2-96,1 0-66,2 0-44,2 2-37,2-2-35,2 1-33,2 1-27,2-1-15,4 0-10,2 0-4,4 1-4,1 0-3,3 0-2,3 0-11,3-1-39,2 2-79,1 0-134,2 1-93,-1 1-47,0 0-18,-2 1 27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3:48.47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119 131 53,'6'-3'295,"-3"1"46,-2-3 54,2 0-23,0 0-49,-1 0-15,-1-2 15,0 2 48,0 0 52,0 0 48,-1 1 37,1 0 11,-1 1-23,0 1-61,-1 0-80,1 1-81,0 0-73,-1 1-52,0 0-35,1 0-26,-1 1-21,0 1-12,0 0-12,-2 3-8,0 1-10,1 3-8,-3 3-3,0 1-4,0 3-3,0 3-3,-1 1-2,2 2 2,-2 1-2,1-1-2,1 1 0,0 0-1,1-1 1,0 1-2,1-2-3,0-2-6,1 0-24,1-2-38,0-1-60,0-3-99,0-2-136,1-2-121,-1-3-95,1-2-78,-2-2-50,0-2-9,0-2 15,-4-3 46,2-2 74,-1-3 92,1-3 100</inkml:trace>
  <inkml:trace contextRef="#ctx0" brushRef="#br0" timeOffset="293">25 248 32,'-3'-20'294,"-1"-2"54,0 3 57,-1 0-13,3 1-61,-2 0-30,2 2-10,1 2-4,0 1-4,2 2 7,0 0 16,1 2 11,2 1 4,-1-1-4,3 3-9,1 0-21,0 0-27,1 2-27,3 0-35,0 0-37,0 1-36,3 2-31,0-1-34,2 0-24,-1 1-16,2 0-8,1 0-6,-1 1 0,2 0-2,-1 1 0,0 0-1,-2 0-3,-1 1-20,-2 0-65,-1 0-99,-2 0-118,-2 1-109,-1 0-103,-2 0-90,-3 0-50,-1 2-34,-2-1-3,-2 1 47,-2 0 70,-2 1 92,0-1 103</inkml:trace>
  <inkml:trace contextRef="#ctx0" brushRef="#br0" timeOffset="566">127 159 180,'-12'7'323,"0"-1"41,1 3 39,2-3-78,2 2-72,-1-1-37,3 0-12,2 0-4,1 0 5,2 0 11,2 0 33,3-1 39,-1-1 23,6 1 19,0-2 5,2-1-13,4-2-40,-1 0-47,3-1-44,0-1-52,1 0-46,0-1-36,1-1-24,0 0-13,-1-1-12,-1 1-9,0-1-65,-2 1-120,-4-1-153,-2 1-177,-3-1-217,-5 1-137,-4 0-15,-4 1 80,-5 1 131,-6 0 164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3:52.1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6 135 211,'-1'-8'318,"0"-2"35,0 3 44,0-2-85,1 1-46,-1 1-11,1 1 3,0 1 11,0 0 8,0 2 17,-1 0 13,1 1 14,0 1 14,0 0 15,0 2 6,2 0-15,0 3-24,0-1-26,0 4-33,1 1-42,1 3-49,1 2-38,-2 2-29,2 2-27,-2 1-18,0 3-15,-1 2-14,0 0-7,-1-1-5,0 3-7,0-2-3,1 1-3,0-2 0,1-1-2,-1-2-6,0-2-15,2-2-33,-1-1-50,0-5-86,-1-2-136,1-2-153,0-5-125,0-3-92,1-4-52,-1-4-10,-1-3 10,-2-2 86,0 0 105,-2-1 104,-2-2 91</inkml:trace>
  <inkml:trace contextRef="#ctx0" brushRef="#br0" timeOffset="281">45 125 248,'-4'-13'390,"1"0"53,0 2 53,0 1-55,1 2-80,0 1-45,0 2-29,1 0-13,2 2-10,2 0-17,1-1-12,2 2-4,1 0-9,1 1-16,2 0-26,1 1-28,3-2-28,-1 0-32,4 1-19,-1-1-22,2-1-16,0 0-12,-1 1-7,0 0-8,1 0-5,-1 1-3,-1 0-24,-1 0-79,-3 1-113,-2 0-107,0 1-99,-3 0-92,-1 1-68,-2 0-17,-4 1-6,-3 2 33,-2 1 62,0 0 73,-3 2 80</inkml:trace>
  <inkml:trace contextRef="#ctx0" brushRef="#br0" timeOffset="513">142 163 229,'-14'8'317,"2"0"37,1 0 9,0-2-79,1 1-52,2-1-31,2-1-21,1 0-16,2-1-10,1-1 5,2 0 18,2 0 27,2-1 36,2-1 36,2 0 12,1-1-13,2 0-33,1-1-45,2 0-52,2-1-52,0 0-41,1 0-21,1 0-19,0 1-39,-2-1-94,2 0-95,-1 1-94,-2-1-107,3-2-106,-1 1-104,-2 0-16,0 0 36,-2 1 64,-1-1 91,-1-1 100</inkml:trace>
  <inkml:trace contextRef="#ctx0" brushRef="#br0" timeOffset="832">884 79 54,'8'-6'234,"-3"0"13,2 1 17,-2 0-76,1 1-54,1 0-16,-2 1 1,1-2 19,-2 1 18,2 2 16,-3-1 24,0 0 31,0-1 38,-2 1 35,0 1 44,0-1 48,-2-1 37,0 2 24,0-1-8,-3 2-31,1-1-57,-3 0-71,2 0-72,-5 1-63,1 1-45,-3 1-27,1 0-13,-2 1-13,0 1-3,-2 2-5,-1 1-2,0 1-1,0 3-1,-2 0 3,2 1-1,-2 2 2,3 1-3,-2 2-4,3 0-8,2 1-7,-2 1-11,6-1-4,0 1-3,1-1 0,3 1-3,2-1 1,2 0 1,1 0-1,2-2 1,1 0-4,3-1 0,0-1 0,2-2 4,1 0-1,1-3 0,1 0 1,1-4-1,0 1 0,2-3-1,-2-1 1,-1-1 0,1-2 0,-1-2 0,-2-1-2,-1 0 1,0-1-2,-3-1 3,-1-1-1,-2-1 0,0-1 1,-2 0-1,-2 1 4,-1-1-3,-1 1 1,-1 2-3,-2-2 0,0 3-1,-3-1-1,-1 1-1,0 3-1,-2 0 2,1 0 0,0 2 1,-1 0 0,1 2-2,1 0 2,1 1-5,2 1 3,0-1-1,3-1 1,1 2-1,2 0 0,0 0 5,2 0-2,3-1 0,3 0 0,1 0 0,2 0 1,1 0-1,3-2 2,-1-1-1,2-1-1,-1 1 0,0-1-1,0 0 1,-1 0 0,-1-1 0,-1 0 1,-1 1-1,-1-1 2,-1 0-1,-1 0-1,-1 1 2,-2-1-2,1 2 0,-3-1-1,0 2 0,-1-1-1,0 0 0,-1 1 2,-1 0 1,0 0 5,0 1 3,0 0 4,0 2 5,1 1 3,-1 1 3,-1 2-3,0 1-3,0 3-2,0 0-4,-2 1-3,0 2-3,1 0-2,-2 0-1,1 1-3,3 0-1,-2 0 0,0-1-13,2 1-19,-1-1-29,2-2-40,-1-1-59,2-1-102,0-1-167,0-3-166,3-1-140,-1-2-118,1-2-100,1-1 16,2-2 134,0-2 161,2-2 157</inkml:trace>
  <inkml:trace contextRef="#ctx0" brushRef="#br0" timeOffset="1804">1379 167 119,'0'-6'279,"-1"0"30,0 0 18,1 0-75,-1 2-61,1-1-35,-1 0-18,1 3-12,0-1-3,-1 0 6,1-1 13,0 1 23,-1 1 30,1-1 51,0 0 70,0 0 67,-1 0 55,1 0 41,0 2 9,-1 0-26,0 0-64,1 0-71,-1 1-68,0 0-63,1 0-47,-1 0-33,1 0-24,-1 2-17,1 0-8,-1 1-1,1 3 0,-1 0 2,0 5 1,1 0 1,-2 3-5,1 1-9,-1 2-7,1 2-9,1-1-9,-1 0-6,-1 1-7,2-1-3,-1-1-2,-1-1-1,2-1 5,0-1 4,0-1 2,2-2 1,-1-2 3,-1-1-2,0-2-3,0-2 0,0-1 1,0-1 4,0 0-2,0-1 1,0 0-2,0-1-4,0-1 0,0 1-5,0-1-4,0 1-4,0-1-1,0 1-5,0 0-1,0 0 0,0 0-3,0 0 1,0 0 1,0 0 1,0 0-1,0 1 0,0-1 1,0 1 0,0-1 3,0 0-2,0 0 1,0 0-1,0 0 0,0 0-1,0 1 0,0-1 0,0 0 0,0 0 0,0 0 0,0 0 0,0 0 0,0 0 0,0 0 0,0 0 0,0 0-1,0 0-1,0 1-2,2-1 2,-1 1 0,1 0 2,2 0 2,0 2-1,1 0 0,2-2 2,1 2-3,2-1 0,0-1-2,3 0 1,3-1 3,0 0-2,3-2-1,0 0-8,-1 1-9,1-1-18,0 0-21,0 0-22,-2 0-31,-2 0-32,0 1-37,-1 0-47,-3 1-84,-2-2-155,0 1-148,-3-1-124,2 0-88,-5-1-65,1 0-30,-2 0 107,-2-1 142,-1 0 144,-1 0 125</inkml:trace>
  <inkml:trace contextRef="#ctx0" brushRef="#br0" timeOffset="2441">1566 306 187,'-12'-3'334,"-1"-1"43,2 1 41,1 0-78,-1 1-74,3-2-34,0 2-15,2 0-11,-1 0-7,4 0-7,-2 1 14,3 1 9,0-1 22,0 1 30,2 0 37,1-2 34,1 1 13,1 0-1,2 0-27,-1-1-51,3-1-59,1 1-62,2-1-52,0 0-37,2-1-28,1-1-12,2 1-8,-1-1-7,2 0-7,-1 0-29,-1 0-62,-1 0-104,0 1-138,-3-1-126,-1-1-113,-1 1-76,-4-2-32,0 0 5,-3 0 21,-2-1 53,-3 2 74,-1-2 83,-1 1 82</inkml:trace>
  <inkml:trace contextRef="#ctx0" brushRef="#br0" timeOffset="2709">1511 42 214,'-10'-5'435,"1"0"67,-1 1 76,4 0 24,-1 1-116,2 1-68,1 0-48,1 1-35,2 0-27,2 1-20,1 0-2,2 0 7,1 1 10,3 0-2,1 0-25,1 1-44,2-2-53,1 0-49,1 0-39,-1-2-25,0 1-23,2-1-17,0 0-9,1 1-7,-1-1-3,1 1-7,-2 0-26,0 1-68,-3-1-163,0 0-215,-2-1-234,-4 1-231,-2 1-102,-3 0 4,-3 0 127,-3 2 193,-4 0 226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48:56.291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0 358 169,'2'-5'335,"-2"-2"43,0 1 46,0 2-66,0 0-76,1 0-41,0 0-20,-1 2-17,0-1-13,1 1-5,-1 1 0,1-1 12,-1 0 14,-1 1 14,1 1 19,-1-1 11,1 1 11,0 0 4,0 1-3,0-1-7,0 1-24,0-1-27,0 1-33,0 0-34,0 1-32,0-1-30,1 0-20,0 0-12,1 1-8,1 0-6,0 0-4,1 2-5,1-1-1,-2 1-3,3 0-3,-1 1 1,1 1 5,1-1 1,-2 2 0,2-1 0,-1 1 1,0 0-2,1-1-5,-2 2-1,1-2 1,0 1-2,-1-2 1,0 1-2,0-1-1,-2-1-5,1-1-3,-1-1-1,0 1 3,-1-1 9,-2-1 6,3 0 11,0-1 8,0-1 6,3-1 8,1-1 2,3-3-3,4-1 0,3-3-3,4-4-5,2-1-13,4-1-6,2-4-2,2-3-5,0 0 0,1-1-1,1-3 6,1 1 6,-1 0 3,-2 0 7,-2 2 2,-2 1-1,-4 1-5,-3 4-7,-3 2-10,-3 3-8,-3 4-3,-2-1-5,-2 5-2,-1-2-2,-2 3-1,0 0-5,0 1-7,-1 0-9,-1 1-10,0 0-12,-2 1-18,2-1-19,0 1-20,-1-1-23,-1 1-26,0 0-30,0 1-62,-3 2-134,1 0-183,-2 1-179,-2 1-188,1 3-102,-2 1 1,1 2 115,3-2 188,0 1 197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51:05.5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38 428 183,'-3'-3'388,"1"-1"67,-1 1 71,0 0-5,0 1-47,2 1-10,-2-1 2,0 1-10,1 0-21,0-1-36,1 2-58,0-1-59,0 1-52,0 0-43,1 0-35,-1 0-28,0 0-19,1 1-8,-1-1-8,0 1-3,1 0-6,-1-1-3,0 1-6,1 0-8,-1 0-9,1 0-9,0 0-10,-1 0-10,0 0-6,1-1-7,0 1-5,0 0-4,0 0-2,0 1-1,0-1-1,0 2 3,2-1 2,-1 0 0,1 2 6,0 1 3,0 0 4,0 0 4,1 1 5,0 0 3,2 1 1,-2 0 0,2 1-2,-1 0-4,1 1-5,-1 0-5,1 0-3,0-1-3,-3 0-2,3 1-1,-1-3-2,-1 1-1,-1-2 0,1-1 1,-1-1-1,0 1 0,0-1-1,0-1 5,-1-1 6,1-1 6,-1 0 12,2 0 10,4-3 11,0-2 8,5-1 5,5-5 1,5-3-5,3-4-9,8-5-7,2-3-8,3-2-9,3-4-4,3-2-6,1-2-2,0-2-2,1-1-6,-1 0 1,0 2 0,-4 1 0,-7 3 0,-4 6-1,-4 3 2,-6 7-1,-5 1-3,-2 4-3,-2 2-10,-3 3-17,-2 3-26,-1 3-42,-5 6-73,-3 4-134,-1 4-220,-4 3-269,-1 3-250,-2-1-104,0 1-7,-2 0 95,2-2 208,-3-3 275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32:25.3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10 365 206,'-2'-2'311,"-1"-1"35,2 1 9,-1 0-83,0 1-57,2-1-34,-1 1-27,1 0-26,0 0-25,0 0-21,0 1-16,0 0-12,1 0-1,-1 0 9,1 0 14,-1 0 22,0 0 32,0 0 45,0 1 53,0 0 47,0-1 45,0 1 29,0-1 9,0 1-7,0-1-30,0 0-41,0 1-49,0 0-47,0-1-37,0 1-42,0-1-28,0 1-20,0 0-14,0-1-7,0 0-6,1 0-4,-1 0-1,0 0-5,0 0 0,1 0-1,-1 0 0,0 1 3,0 0 2,0 0 0,0-1 1,0 0 1,0 0-1,0 1-4,0-1-1,0 1-4,0-1 0,0 0-2,0 1-1,0 0 1,1-1-1,-1 1 3,1 1 2,2 0 1,-1 1-1,1 0 2,1 1 0,0-1 0,-1 1-4,1 1-3,0 0 0,1 0 1,-2 1-5,1 0 3,0 1 0,-1-1 2,0 0-2,1 1-2,-2-2 2,1 2-2,1 0-4,-2 0-1,0 0-1,1-1-1,0-1 0,-1-1-3,0-1 1,0 0 0,-1-1 5,2-1 1,-2 0 2,1-1 4,0-1 8,2-1 5,1-1 0,5-2 2,1-2 2,5-3 1,2-2-6,3-3-5,3-4-4,3-1-3,0-1-5,2-3-1,2 0-4,3-2-1,0-1-3,-1 1 4,4 0-2,-2-1 2,-1 3-1,-2 3-1,-2 0 3,-3 3-4,-3 2 0,-3 2 0,-1 3 0,-2 1 0,-4 1 2,1 2-2,-3 1 0,0-1-2,0 3 2,-1 0 0,-1-1 0,1 2-1,-1-1 1,0 1 2,-1 0-3,-1 0-3,0 1-3,0 0-3,-2-1-4,-1 2-7,0 0-5,-2 0-18,-1 1-30,0 0-45,1 0-91,-2 0-175,0 0-200,1 0-199,-1 1-195,0 0-71,-2 0 30,-1 0 145,-1-2 191,0-1 210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36:10.30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43 399 233,'-6'-6'348,"0"1"61,1 0 52,0-1-95,0 0-44,1 2-2,0-1-8,3 1-17,-1 0-18,0 3-15,0-1-24,1 1-32,1 0-28,-1 1-30,0 0-17,1 1-6,1 0 10,0 1 13,2-1 12,0 3 7,-1 0 3,3 0-2,-1 0-16,1 2-23,0 1-19,1 2-13,-2 1-11,2 1-20,-1 2-13,0 0-10,0-1-6,2 1-6,-4 1-6,3 0-3,-2-2-5,-1 2-3,1-3-1,-1-1-5,-1-1-2,2 0-1,-1-3-1,-2 0 3,0-2 7,3-1 10,-1-1 9,-1-2 11,2 0 12,1-2 8,3-2 1,3-4-2,2-2-5,5-6-6,2-2-12,5-5-7,3-3-7,4-3-8,4-4-5,4-2-3,3-2-2,5-2-1,0 1-1,3-1-1,0 3 0,-4 2 1,-4 3 1,-5 3-2,-5 4-4,-4 6-4,-6 2-4,-4 3-7,-3 4-6,-5 1-12,0 4-38,-3 3-61,-2 3-176,-2 4-256,-2 2-316,-3 6-161,-5 3-55,-4 3 18,-2-3 154,-2-1 247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57:33.66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 1 4,'-1'0'123,"0"0"5,1 0 2,-1 0-1,0 0-2,1 0-2,0 0-3,0 0-9,-2 0-14,2 1-12,0-1-16,0 0-15,0 0-19,0 0-13,0 0-12,0 0-8,0 0-4,0 0-6,0 0-9,0 0-11,0 0-14,2 0-13,-2 0-20,0-1-21,1 0-30,-1 1-38,0 0-41,0 0-14,1 0 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57:25.31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32 929 154,'-2'0'241,"-1"0"25,2 0-35,-1 0-52,1 0-35,0 0-15,0 0-13,-2 0-15,2 0-11,0 0-11,1-1-3,-1 1-4,1 0 4,-1 0 3,0 0 9,1 1 9,-1-1 5,0 0 7,1 0 3,-1 0-2,-1 0-11,2 0-13,0 0-13,-1 0-19,1 1-17,-1-1-12,1 0-6,0 0 2,0 0 6,0 1 17,0-1 22,0 0 20,0 0 19,0-1 8,0 1 6,0-1-4,-1 1-7,0-2-9,1 1-14,-1-1-13,0 1-8,1-1-4,-1 0 1,1 0 4,0 0 3,-1 0 0,1 0-2,-2 0-7,2 0-14,0-1-17,2 0-9,-2 0-5,1-1-5,0 1-4,1-1 0,0-1-1,0 0-1,1-1-1,1-1-1,1 1 0,-2-1 0,1 1 2,2-1 0,-2 2-1,1-2 1,0 1-3,1 0 1,-2-2 0,2 3-1,-1-2 0,2 0 1,0 0 3,-1 1-2,2-1-1,-1 0 3,1 1 2,-1-1-1,3 1-5,-1-2 1,0 2-2,2-2 1,-1 2-7,1-1 5,2 0-1,-1 0 5,2 0 2,1 0 2,-2 0 1,1 1 1,1-1-1,0 1-1,2-1 0,0 0-2,-2 1 2,3-1-6,0 1 2,0 0 1,-1 1-2,2-1-1,0 0-2,2 3 2,-1-2 1,0 0-1,1 2 0,-1 0 0,1 0 4,-1 0 1,0-1 0,-1 1-3,1 1 3,-1 0-2,-2-1-3,1 1 1,-1-1 1,0 2 0,0-1-2,-3 0 0,2 0 1,-3 0-1,1 1 0,0-1 0,-1 1-1,2 0 1,-2 0 2,1-1 0,0 1-2,0 0-2,1 1 4,0 0-5,-1-1 3,2 1 3,-2 0 2,1 1 3,-1-1-2,1 0 4,-1 1-2,1 0-4,-2 0-1,1 0-3,0-1 2,0 1 0,0 0 1,-1 0-3,0 1 5,1-1-3,-1 0-1,-1 0 1,0 1-2,0-1 2,0 0-2,1 1 1,0-1-2,-1 1 1,1 1 1,0-1-1,-1 1 0,2-1 1,-1 3-1,-1-2 1,1 1 2,0 0-2,-2 0 4,0 1-1,1-1 3,-1 0 0,0 1 3,0 1 2,-1-2-2,-1 1 2,0 0 0,-1-1 2,1 2 0,-1-1 5,-1 1 3,0 1 4,1-1-2,-3 1 4,2 0-3,0 0-4,-1 0-4,-1 1-7,1-1 0,-1-1-7,-1 1 0,1-1-7,-2 0 7,0-1-2,1 0 1,-2 1-1,0-3-1,2 1 4,-2-1-5,0 0 3,-1 0 0,0-1 4,0-1-4,0 0 2,1 0-1,-2 0-3,1 0 3,0-1-2,-1 1 2,0 0 1,0-1-3,0 0 4,0 0-3,0 0-2,0 0 0,0 0 1,0-1 1,0 0 2,0 1-1,0-1 0,0 1-2,1-1-1,-1 0-3,1 1-4,-1 0 1,1 0 3,-1 0 1,0 0 1,0 0 1,0 1 1,0 0-1,0-1 0,0 1 0,0 0 1,0 0 1,0 1 0,0-1-3,0 1-2,0 0 2,0 0-4,0 0-1,0 1 2,1-1 2,0 1 2,-1 0-3,0 0 2,0 2-1,1-1 1,-1 0-1,2 0 1,-2 1 4,0-1 2,1 0 2,0-1-5,-1 1 5,0 0 0,0-1-6,1 0-1,-1-1 1,0 0 3,0-1-5,0 0-1,0 0 2,0 0 2,0-1 1,0 0-1,0 0-2,0 0 1,1-1 2,-1 0 1,1 0 1,-1 0-1,0 0 1,0-1 0,-1 0-5,1 0-43,-1 1-95,0-2-124,-3 0-135,1 0-141,0 0-148,1 2-86,-1-1 24,1 2 88,1 0 117,1-1 130</inkml:trace>
  <inkml:trace contextRef="#ctx0" brushRef="#br0" timeOffset="2775">768 241 66,'0'0'175,"0"0"-4,0 0-8,1 0-6,0 0-5,-1 0-3,0 0-6,0 0-3,0-1 0,0 1 0,0 0 1,0 0 1,0 0 6,-1 1 2,1 0 4,0-1 0,-1 0 0,1 1-2,-1-1-8,1 2-6,-1-1-13,1 0-15,0 0-17,0 1-17,-1 0-16,1 0-15,0 0-10,1 1-3,0 1-2,1 2-1,0 2-3,1-1 3,0 3-5,0 1-3,1-1-8,0 1-2,-2 0 0,3 1-5,-2 1-1,2-1-1,-3 1 4,1-1-2,0 2-1,1-1-6,-1 0-4,-2-1-2,1 1-8,2 0-50,-2-2-76,1 0-79,-1-3-81,2 0-81,-2-2-100,1-1-56,2-2 21,-2-3 53,2-4 67,0-3 76</inkml:trace>
  <inkml:trace contextRef="#ctx0" brushRef="#br0" timeOffset="3118">1015 245 171,'0'-7'329,"-1"2"32,0-2 25,-2 1-79,0 3-76,1-1-45,-2 0-33,2 3-16,1-1-24,0 2-26,0 0-30,-1 0-23,0 1-10,2 1-13,-2 2 2,1 0 0,-1 1 4,0 3 0,1 0 3,-1 2-3,0 0-1,0 1-4,0 0-3,1 2-2,0-1-2,-1 1 1,2 0-8,3 0 5,-1 1 2,0-1 0,2 1-4,0-1-1,1-1 7,1 0-3,2-3 2,0 1 3,3-3 5,-1 1 2,1-4 2,2-2 2,1-1-2,0-2 1,0-3-2,1-1 3,-2-3 1,1 1 6,-1-3 13,-2 1 21,-1-1 35,-2 0 28,-1 1 25,-1-1 15,-2-2 22,-1 1 18,-3 0 8,-3-1 2,1 0-3,-3 0-4,-1 1-18,-2 1-27,0-1-35,-1 3-26,-1 0-17,-1 0-16,1 1-13,-2 2-18,0 0-8,0 2-8,1 2-10,-1 1-11,0 2-17,1 1-43,0 3-99,0 1-123,2 1-120,2 2-106,1 0-95,3 3-82,0-1-35,3 0 54,3-1 85,0 0 88,3-3 99</inkml:trace>
  <inkml:trace contextRef="#ctx0" brushRef="#br0" timeOffset="10376">1658 867 26,'0'0'186,"-1"0"3,-1 0-10,2 0-13,0 1-9,0 0-7,0-1-7,-1 0-8,1 0-2,-1 0-3,1 1-6,0-1-6,-1 1-7,0-1-3,1 0-6,-1 1-2,1-1-3,-1 1-2,0 0 0,1-1-3,-1 1 0,0 0 1,1-1 11,-2 1 7,1-1 9,0 1 14,0-1 19,0 1 16,0 1 25,-1-1 9,1 0 3,-1 0 2,0 1 0,1 0-5,0-1-23,0 0-13,0 0-11,0 1-16,-1-2-20,0 1-18,1 0-16,0 0-13,0 1-14,1-2-10,-1 1-12,0 0-9,1-1-7,-1 0-6,1 1-4,0-1-3,0 0-2,0 0-1,0 0 0,0 0-3,0 0-1,0 0 1,0 0-1,0 0 5,0 0-3,0 0-1,0 0 3,0 0 2,0 0 3,0 0-1,0 0 7,-1 0 1,1 0 3,0 0-2,0 1-2,0-1-2,0 0-6,0 0-1,0 0-1,0 0 0,0 0-2,0 0 0,0 0 2,0-1 2,0 1 3,0 0 0,0 0 0,0 0-1,0 0 1,0 0-2,0-1 0,1 1-2,-1 0 1,0 0-3,0-1 1,1 0-3,-1 1 1,0-1-1,0 0 1,0 1 3,0-1-1,0 1 0,0-2 0,0 2 2,0-3-2,1 1 1,0-2-2,-1 0 2,1 1-2,-1 0-4,1-1 2,0-1-3,-1 2 1,1-2-1,0 0-3,-1 1 5,2 0-2,-1 0 2,-1 1-2,0-1-1,1 1 2,-1-2-1,1 1 0,1 0 0,-1-1 2,0-1-1,2 2 0,-2 0-2,0 0 1,1-1 0,0 2-2,-2-1 1,3 1 1,-1-1 1,0 1 1,-1-1-2,1 0 0,0 0 0,1 2 0,-1-3 0,0 2-3,2-1 2,-1 1-1,0-2 0,1 0 1,0 0 1,-1 1 0,2-1 0,-1 0 1,2 1 1,-1-2 1,1 1-3,0-2 0,2 0-1,0 0-1,1 0 1,0 0-3,1-1-1,-1 1 3,1-1 2,-1 2 1,-1-1-1,2 1 1,-1-1 5,0 1-4,-2 0-1,0 1-1,-2 1-2,1 1 0,-1 0-2,1-2 2,1 2 3,1-1-1,2-1 1,4-1 2,-1 1 0,2-1-1,2 0-1,0 0 2,2-1-2,0 0 0,1 0 1,-2 2 1,4-3 0,-2 2 1,1 0-1,-1-1 2,-1 3-2,-2-2 1,1 1-1,-1 1-1,-1 1 2,-1-1 1,0 1-2,0 1 2,-1 0 0,0-1 0,-1 1-2,0 1 1,1-1-1,-1 1 0,0 0-2,1 0-3,-1 1 0,0 0 2,2 0 1,-2 0-1,1 0 2,0 0 3,0 1-2,0 0 0,0 0-2,0 1 1,0 0-1,0 0-1,-1 1 3,2-1-2,-2 1 3,2 0-2,-1 0 0,-1 1 5,1-1-4,0 1-2,1-1 0,-1 1-1,1-1 2,-1 1-4,2 0 4,-2 0 3,0-2 2,1 2-3,0 0-1,0 0 2,0-1-1,0 1 1,-1 0-2,1 2 4,-2-2 0,1 2-2,0-1 2,0 0-1,0 2-1,0-2-2,-1 2 1,0-1-1,-1-1-1,1 2 0,-2-1 4,0 0 1,0 1 1,0 0 1,-1 0 0,2-1 0,-2 1-2,0-2 0,-2 2 0,2-1 1,-2-1-1,1 2 1,-2-2-1,1 1-1,-2 1-1,1-2-2,0 2 0,-1-2 1,-1 0-1,-1 0-1,2-1 2,-2 1-1,-1-1-1,1 0-1,-1-2 0,0 0-1,0 0 0,-2-1 1,1 1-1,-1 0 4,1-1-4,-2-1 3,1 1 0,1 0-1,-2-1 2,1 0 0,0 0-3,-1 0-1,1-1 0,-1 0 3,1 1 0,0-1 0,-1 1 4,1-1-1,-1 1 0,0-1-3,0 1-2,1-1 0,0 0-3,-1 1-1,2-1-6,-1 0-17,-1 0-26,0-1-46,0 1-68,0-2-134,0 0-136,0-1-106,0-1-92,-1 1-74,-1-1-55,0-2 1,0 0 69,-1 0 85,-2-1 99,0-1 108</inkml:trace>
  <inkml:trace contextRef="#ctx0" brushRef="#br0" timeOffset="20636">2517 322 249,'-2'3'318,"1"0"39,1-1-25,-1 0-56,1 0-49,0 0-39,-1 0-37,1-2-33,0 1-31,0 0-24,0 0-23,0-1-17,1 1-9,-1 0-10,1 0-17,1-1-40,0 2-52,1-1-75,-2 2-118,1 0-85,-1-1-30,-1 1 13,-1 0 37</inkml:trace>
  <inkml:trace contextRef="#ctx0" brushRef="#br0" timeOffset="31985">2538 54 2,'0'0'138,"-1"0"6,0 0 3,1-1 3,0 1 0,0 0 0,0 0-2,0 0 3,0 0 0,0 0 2,-1 0 1,1 0 4,0 0 3,-1 0 0,0 0 3,1 0 1,0 0 1,-1 0 7,0 1 8,1 0 4,0-1 7,-1 0 3,0-1 3,1 0-1,0 0-6,-1 0-5,1-1-12,0 0-14,0 1-18,1-1-26,-1-1-21,2 1-25,0 0-21,0-1-14,1-1-11,2 1-6,-1-1-4,3 1-4,0 0 0,0-1-5,1 1 0,1 1-3,-1-1-1,1 1 1,-1 0-1,0 2 4,-1 0-2,0 0 1,-1 2-2,0 0 2,-2 1 0,3-1 3,-3 1 1,0 2 5,-1 0 1,-1 2 5,0 0 8,-1 2-4,-1 0 2,-1 2-1,-3-1-2,1 2-7,-1 1 1,-2-1-3,-1 2-4,-3 0-2,2-2 2,-2 1-2,2-1-5,0-1 3,-1 1 4,1-3-3,0 0 1,2-1 0,0-1 0,2-2 1,0-1-3,1 0 2,1-3-1,0 2 1,-1-1 2,2-1 0,0 0 4,0 0 1,1-1-1,0 0 0,0-1-2,2 0-4,2 0-6,0-1-1,1-1-1,2 2 0,2-3-1,2 1-1,1 0 2,1-1-3,1 0 3,1 0-1,0 1-27,2-1-45,-2 2-70,2-1-90,0-1-99,0 0-100,-1 1-71,1-1-53,-2 0-27,1-1-43,-3 1 23,0-1 62,1 0 77,-2 0 89</inkml:trace>
  <inkml:trace contextRef="#ctx0" brushRef="#br0" timeOffset="32536">2943 65 105,'0'-7'337,"-1"1"61,-2 0 53,1 0-31,0 2-66,0 0-29,-2 0-10,2 1-4,0 1 11,0 0 8,0 1 0,-1 0-15,3 0-29,-2 2-33,1 0-48,0 0-47,0 1-41,-1 0-32,-1 2-22,-1 1-17,0 1-15,-1 3-8,1 0 1,1 2-5,0 2-2,-1-1-8,1 1-2,1 0 0,1-1-7,2 1 0,1 0-4,1 0 4,1-1-1,2-1-2,1 0 3,1 0 0,4-3 1,-1 1-1,1-4-1,1 0 3,0-1 0,-1-3 2,2-1-2,-2 0 3,-1-1 2,-2-3-5,1 0 5,-2-1 3,-1-3 12,-1 0 39,-2-1 28,1 0 26,-3-2 15,-1 1 9,-2-2-4,-1 0-32,-3 0-20,0-1-20,-1 2-11,-2-1-9,-1 2-5,-3-1-6,0 2-6,-3 2-7,-1 1-6,-2 1-7,-2 4-4,0 1-21,-1 3-38,-1 4-86,2 0-160,1 2-211,1 2-228,3 0-204,3 2-82,2 0 23,1 0 127,6-1 197,3-3 218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57:17.78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38 177 20,'-1'-1'250,"-2"-1"35,1 0 31,-2 0-52,2 1-55,-1-1-25,2 0-17,-2-1-7,1 1-1,0 1-2,1 0 3,0 0 8,-1 0 13,1 0 9,-1 0 10,2 1 9,-1 0 12,1 1 3,-1 0-14,1 0-14,-1-1-27,0 1-30,1-1-31,-1 1-25,0 0-17,1-1-15,-1 1-9,0 0-9,1 1-6,0-1-3,0-1-6,0 1-5,0 0-7,0 1 4,0-1-1,1 0 3,0 0 5,1 0 10,-1 1 17,0 0 8,0 0 20,2 1 16,0 0 13,0 0 1,0-1-6,0 2-9,1-1-21,0 0-17,-2 0-19,1-1-10,-1 1-6,2-1-1,-2 1-3,1 0-4,-1-1-1,2 0 1,-2 0 0,2 1-5,0 0 5,0 1 4,-2-2 3,3 1 1,0 0 3,-1 1 1,2 0 4,0 0-3,0 0 1,1 1-2,0-2-2,1 3 1,1-1 4,1-1 9,0 1 3,0 1 3,1-2 0,3 2-4,-1 0-6,1-2-8,0 2-6,2 0-1,-2-2 1,2 1 7,-1 0 2,2-3 2,-2 3 4,1-2 0,1-1-3,-1 0 1,1-1-1,0-1-3,-1 0-3,1-2 3,0 1-2,-1-3-5,2 0-2,-2 0-3,1-1-1,2-2-3,0 0-4,1-2 1,1 0 4,0 0 1,-2-2-2,1 1 2,0 1 0,-2-1-4,1 1-3,-2 1-1,-1-2-1,1 2 1,-3-1 0,1 2 2,-3-1-1,-1 3 1,1-2 0,-1 1 0,-2 0-1,1-1 0,-1 3 1,-1-2 1,0 1-1,-2 1 0,1-1 2,0 0-2,-2 2-1,2-2-1,-2 1 1,-1 1 0,0 0-2,0 1 0,-1 0 3,-2 0 0,1 1-2,0 0 1,0 0-1,-1 1 1,1-1-1,-2 0-1,2 1 1,-2-1 1,1 1 0,0-1-2,-1 1 2,0 0 0,0 0 1,0 0-1,0 0-3,0 0-1,0 0-8,1 0-8,-1 0-15,0 0-17,0 1-25,0-1-33,2 0-41,-2 0-44,1 1-53,0-1-53,0 0-44,0 0-37,1 0-26,-1-1-33,0 1-28,1-1-32,-2 1-73,-2 1-15,-1 0 27,-1 1 62,-1 0 83</inkml:trace>
  <inkml:trace contextRef="#ctx0" brushRef="#br0" timeOffset="1161">687 517 18,'0'-6'239,"-1"-2"38,0 2 30,0-3-28,-1 2-34,0-1-8,0 1 4,0 0-4,-1 1-7,0 1-1,1 0-3,1 2-9,-1 0-14,1 1-20,0 0-23,-1 2-33,2-1-30,-1 2-30,0-1-19,0 3-14,0 0-9,1 1-6,-1 2-6,1 2-2,-1 0-5,1 1-2,0 2 0,1 0-1,0 0-1,0 0 0,0 1 1,1-2-1,2-1-4,-2 0 3,1-2 2,1 1-1,-1-3-1,1 0 1,-1-1 2,1-1-2,2 0 0,-1-3 2,2 1 2,1-1 4,-1-1 4,2 0 2,2-1 5,1-2 0,0 0 5,0 0 1,0 2-7,1-2 0,1 1-3,-3-1-2,0 2-7,0 1-1,1 0 6,-2 0 5,1 1 0,-1 1 2,-1 0 5,0 0 1,0 1 7,-2 2-5,-1 0 7,1 1 3,-1-1 5,0 3 4,-3-2 5,1 2 6,-2 1-1,-2 0 0,0 1 2,-2 1-3,-1-1-1,-1 0-9,-3 2-4,-1-3-4,-2 3-6,0-1-7,-2 0-9,-1-1-3,-1-1-3,-1-1-4,0 1-6,-2-1-4,-1 0 1,1 0-4,0-2-13,2 0-46,-1 0-80,4-3-105,1 0-112,1-3-114,2-1-121,1-2-104,4-3 2,1 0 61,2-5 90,2 0 107</inkml:trace>
  <inkml:trace contextRef="#ctx0" brushRef="#br0" timeOffset="1717">725 498 326,'-6'-3'405,"1"1"51,0-2 50,1 3-94,0 0-85,1 0-54,2-1-40,1 1-42,0 0-35,1 0-42,1-1-26,4 1-10,0-1 1,1 0 2,3-1 0,3-1 1,1 0-10,0-1-14,3 0-12,-1-1-10,1 2-14,1-2-8,-1 0-6,-1 2-6,1-1-28,-1 0-62,-3 0-81,0 0-107,-2 0-120,-1 1-168,-3 0-67,-3-1 8,-4 1 58,-2 2 90</inkml:trace>
  <inkml:trace contextRef="#ctx0" brushRef="#br0" timeOffset="3093">1162 118 90,'0'0'121,"0"-2"14,-1 2 7,1-1 4,0 1 2,0 0-4,0 0-4,-1 0-9,0-1-7,1 1-10,0-1-10,-1 1-8,1 0-9,-1-1-3,1 1 0,-1-1 0,1 1 5,-1-1 4,-1 1 4,2-1 2,0 1-1,0 0-5,-1 0-4,0 0-5,1 0-3,-1 0-5,0 0-3,1 0-5,-1 0-2,1 0-3,0 0-10,-1 0-8,1 0-3,0 0-6,0 0-4,-1 0-1,0 0 3,1 0 0,0 0-1,0 1 5,0 0 8,-2-1 4,1 0 13,1 0 16,-1 0 15,0 0 11,1 0 7,0 0 15,0 0 11,-1 0 11,0 0 8,1 0 7,-1-1 7,1 0-7,-1-1-7,0 1-15,1-1-12,-1 0-9,1 0-9,0 0-10,0 1-11,0 0-11,1 0-15,-1 0-14,1 0-18,-1 0-13,0 1-8,1-1-9,-1 1-3,0 0-1,1 0 3,-1 0 3,0 0 2,0 1 4,0-1 2,0 1 2,0 0-2,0-1-1,0 1-3,1-1-1,0 1-1,-1 0-2,2-1 0,-1 1-1,1 0-5,0 0 3,-1 0-1,2 0 1,1 1-1,-1 0 0,0-1 6,1 1-3,-1 0 3,1 0-2,1-1 2,-3 1 2,2 1-2,1-1 0,-1 1 0,0-1 4,0 0-1,1 1 0,-1 0 1,2 1 2,-1-1-2,0-1-4,0 1 0,2 1 0,-2-1-1,3 2-1,-2-1-4,1 0 3,1 1-2,1 0-1,-1 0 3,1 0 4,0-2 0,1 4 5,1-2 4,0 0 5,1 1-1,0 0-3,1-2 3,-1 2-5,1-1-4,0 0-5,0 0 2,0 0 2,0-1-3,1 1 1,-2-1 1,2-1 1,-1 2-2,1 0 0,0-1 0,0-2 0,-2 2 2,1 0 0,1-1-1,-1-1-2,0 2 1,2-2-1,-1 1-3,-1-1 0,2 1-1,-2-2 1,2 0-1,-2 1 1,0-1 1,2 1 1,-2-1 0,1-1 0,1 1 0,0 0 0,1-1 0,1 1-1,-2-1 0,2 0 0,-2 0 1,2 0-2,-1-1-2,0 1 2,0-2 0,-1 2 0,1-1 0,-1-1-1,0 1-1,-1 0 1,1 0 0,0 0-1,1-1 0,-1-1 2,1 0 0,-1 0 0,1-1-1,0 2-2,0-2 3,1-1-2,0 1 0,-1 0 0,1 0-2,0-1 3,0 2-1,0-2-1,0 0 1,0 0-1,1 0 2,0-1-1,0 2-2,0-3 3,-1 0 0,2 2 0,0-2-1,-1 1 1,1-1-1,1 0 0,0-2-2,-3 1 1,3-1-1,0 1 0,-1-1-1,1-1-1,0 2 0,-1-2 1,-1 2 0,0-1 2,-1 1 0,1 0-1,-1-1-1,-2 1-2,1-1 1,-2 2 0,0-1 0,-3 3 1,-1-2 0,0 2 1,-2 0-1,-1 1 0,-1 0 0,-1 1-1,0 2 1,-3-2 0,0 2-2,1 0-11,-1-1-19,-1 2-32,-1 0-50,0 0-92,0 1-170,-3 1-179,-2 2-167,-3 0-159,-2 4-97,-3 0 17,-3 3 129,-1 0 169,-3-2 175</inkml:trace>
  <inkml:trace contextRef="#ctx0" brushRef="#br0" timeOffset="4947">1944 635 189,'-2'-9'309,"1"0"51,0 0 6,-1 0-38,-1 1-18,0 0-11,0 1 8,2 0 18,-2 0 25,1 1 16,0 1 10,0 1 2,-1 0-21,2 1-46,0 0-57,-1 1-56,2 1-55,-1 1-47,1 0-34,0 1-28,0 2-16,1 1-4,1 0-5,3 2-2,-1 3-4,1 2 6,0 2-2,1 2-3,-1 2 0,1 2-2,0-2 2,0 2-10,0 0-43,-1-1-79,2-1-107,-1 0-119,-1-2-120,2-2-108,-3-1-71,3-1-80,-3-2 24,1-1 73,-1-3 97,2-3 102</inkml:trace>
  <inkml:trace contextRef="#ctx0" brushRef="#br0" timeOffset="5229">2131 611 328,'1'-13'406,"-2"3"55,1 0 49,-2 0-86,0 3-56,1 0-39,-1 2-23,1 1-36,0 1-32,1 1-36,-1 1-43,0 0-37,1 1-31,-1 1-16,1 1-23,1 2-11,0 3-9,0 2-6,1 3-3,1 2-4,1 1-6,0 2-3,1 0-3,1 0-4,1-1-3,1 0-2,-1-1 0,2-2 1,1 0 2,1-3 0,1-1 2,0-2 3,0-2 6,1-3-2,1-1 4,0-2 3,0-1 7,0-5 7,0-1 16,1-3 27,-2-1 24,-2-2 28,0-2 24,-1-2 34,-1 0 17,-3 0-2,-3-2-2,-3 2-13,-1-1-22,-2 2-33,-4-1-27,-2 2-15,-3 2-18,0 1-15,-4 2-8,-2 3-11,-1 2-8,-3 3-12,-1 4-12,-1 2-24,-1 4-59,3 0-131,3 2-205,3-2-227,5 2-249,7-3-128,4-1-20,4-4 88,5-4 181,3-4 216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0:57:58.99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36 156 32,'-2'-10'377,"-1"3"65,-1-1 56,0 1 55,2 1-108,-1 1-64,0 1-19,0 1-19,1 1-18,0 1-30,2 0-43,-2 1-50,0 1-49,1 0-37,0 0-33,0 1-22,0 0-16,1 2-8,1 3-6,0 0-4,1 5-1,0 2 0,0 2-4,1 1-4,0 2-5,1 2-5,0 1-1,-2 1-7,3 1 0,-1 1-21,-1-2-80,2-1-104,-1-2-107,3-1-113,-2-3-127,-1-1-138,0-4-28,0-1 49,0-6 77,2-4 98,-1-3 120</inkml:trace>
  <inkml:trace contextRef="#ctx0" brushRef="#br0" timeOffset="265">256 119 44,'3'-15'454,"-3"3"105,-3 2 116,1 2 114,0 1-57,0 2-110,1 2-74,-1 1-76,0 1-92,0 0-109,0 1-83,1 2-64,-1 1-47,-1 2-28,1 4-20,-1 2-5,-1 4-9,-1 3-5,1 2-4,0 0-5,0 3 1,1-1-2,2 2-2,1-2 1,3 1 1,0-2 1,2 0-1,1-2 0,4-1 0,-1-2 1,2-1-2,1-3 0,1-4-1,1-1 0,0-2 3,1-3-3,-1-2 5,1-3-2,-2-1-2,-1-2 1,-1-2 45,1-2-20,-3 0-12,-2-1-2,-3-1 4,1 0 2,-3 0-38,-2 1 38,0-1 29,-2 1 12,-3 1 4,0 1 3,-4 0-1,0 2-16,-2 1-16,-3 2-9,-2 2-6,0 2-7,-2 1-7,-1 4-18,-1 1-37,2 1-85,0 3-150,3-1-175,1 0-182,2 2-186,3-1-118,5 0 3,3-1 105,5-4 150,5-3 174</inkml:trace>
  <inkml:trace contextRef="#ctx0" brushRef="#br0" timeOffset="689">746 39 304,'2'-3'781,"-4"0"160,-1 0 107,0 1 74,-3 1-151,2 0-293,-1 1-213,1 0-142,-1 0-96,2 1-69,0 0-50,0 1-43,1 1-28,0 1-17,2 1-11,0 5-6,1 4 0,0 4 0,1 4 2,-1 3-2,1 1 3,0-1-3,-1 0 1,-1 0-1,1-1-1,1-2-1,-1 0-1,2 0 0,-1-3-2,0 0-1,1-1-11,0-2-29,-1-3-41,0-1-61,0-3-94,0-1-144,0-3-158,-1-4-147,-2-1-129,-3-1-103,-1-4-11,-2-1 91,-1-1 140,0-3 162,0-2 158</inkml:trace>
  <inkml:trace contextRef="#ctx0" brushRef="#br0" timeOffset="935">623 291 372,'-8'-9'463,"0"1"77,1 2 86,0 0-43,1 1-47,2 1-33,0-1-23,1 3-34,0 0-52,1-1-73,1 1-63,2-1-55,1-1-48,2 2-35,2-1-32,2-2-29,3 0-18,4 0-15,3 0-11,3-1-6,4 0-2,1-1-3,2 1-23,2 1-64,0 0-128,0 0-164,1 0-175,-2 0-179,-2 3-161,-2 1-33,-3 1 78,-2 1 136,-2 1 160</inkml:trace>
  <inkml:trace contextRef="#ctx0" brushRef="#br0" timeOffset="1175">1107 175 309,'-7'-2'583,"-1"-1"125,-1-3 121,1 1 96,1 0-179,1-1-123,1-1-99,1 1-112,2-2-111,0 1-104,2 0-80,3 0-51,0-1-29,0 2-12,4-1-10,1 2-8,-2-1-2,2 1 3,0 2 2,0 0 1,2 0 2,-2 2 3,1 0-2,-1 2-4,1 0 0,-2 2-3,2 1 0,-2 1-3,1 3 5,-1 0 2,1 2-1,-4 2 2,1 1 2,-1 2 3,-3 0 0,0 2 1,-2 0-1,-2 0-2,-3 1-2,1 1 0,-3-1-5,-2 0-1,0-1 0,-1-1 3,-1 0 0,-2-1-2,1-1 0,1-2-1,0 0 0,0-3 3,2 0 4,2-3 3,0-2 11,0 1 9,3-3 5,1 0 4,0 0 2,1 0 0,2-2-3,-1 0-11,1 0-4,0 0-5,1 0-8,1 0-6,0-2-5,1 1 2,3-1-6,1 0-2,2 0 0,2-1 1,1 1-2,3 0 0,0 0-1,2 0-5,1 1-22,1 0-28,0 0-36,1 1-64,1 0-106,-1-1-158,0 0-150,-1 0-134,0 0-115,0 0-108,-1-1 15,-2 1 116,-2-1 144,0-1 150</inkml:trace>
  <inkml:trace contextRef="#ctx0" brushRef="#br0" timeOffset="1649">1481 213 177,'0'-10'533,"-1"3"127,-1-1 132,0 2 116,0 1-119,-2 1-106,2 1-91,-1 1-95,1 0-116,-1 2-105,1-1-91,0 2-67,1 0-45,-1 1-28,0 1-12,0 1-8,1 3-4,-2 2-3,1 2 1,-3 3 1,2 1-5,1 1-1,-2 1-5,1 0-2,1 0-3,1 0-2,1-1-1,0 0-1,2-1 1,2 0 1,1-2 0,1-1-1,2-1 2,3-1 0,0-2-1,2-2 1,1-3 0,2-2 0,-1-1 0,1-2-2,-1-2 2,0-1 0,-1-2 0,-1-1 1,-1-2-1,0-1 5,-3-2 9,-1 1 15,-2-1 13,-2 0 18,-1 0 19,-3 0 11,-3 0 6,0 0-2,-1 3 2,-3-1-10,-2 2-16,0 0-11,-1 2-14,-2 0-12,0 0-12,-1 3-9,-1 1-8,0 2-4,0 0-11,0 2-23,1 0-38,0 1-48,0 2-63,2 0-102,1 1-182,1 0-195,2 0-181,1 0-180,2 1-57,2-1 37,1-1 161,3-1 195,4-3 207</inkml:trace>
  <inkml:trace contextRef="#ctx0" brushRef="#br0" timeOffset="2140">1912 314 263,'-10'8'573,"3"-4"77,-1 1 73,2-2 90,1-1-167,0-1-134,2-1-80,1 1-52,-1-1-53,3 0-74,0 0-62,0 0-49,2-1-27,0 1-17,-1-1-10,2-1-11,2 0-17,1-1-13,1 1-13,2-1-11,3 0-4,-1-1-7,3 0-4,0 0-6,0 2-33,2-1-83,0 1-164,-2-1-178,-1 0-174,1 2-165,-2 0-138,-3 1-5,-3 1 115,-1 3 152,-2-1 159</inkml:trace>
  <inkml:trace contextRef="#ctx0" brushRef="#br0" timeOffset="2360">2009 386 332,'-7'6'502,"1"-1"99,-1-1 116,3-1 14,-2 0-78,3 1-67,-1-3-55,2 0-63,-1 1-94,1-1-101,-1 1-81,2-1-63,0 0-44,0-1-34,2 0-24,1 0-10,3 0-10,1-2-8,7 0-36,0-2-97,4-1-152,3-1-172,3-2-183,0-3-180,4 2-108,2-2 26,-3 0 113,1 0 151,-2 0 170</inkml:trace>
  <inkml:trace contextRef="#ctx0" brushRef="#br0" timeOffset="2564">2375 248 201,'-7'-1'518,"-1"-2"125,-1 0 133,1-1 118,2-1-132,0 2-114,1-2-75,0 0-107,2 1-121,2-1-109,-1 0-96,4-1-56,-1 1-33,2-2-14,4 0-6,1-1-6,1 0 1,1 0 0,2-1 1,0 2-6,0-1-3,0 2-2,-1 0-7,1 1-2,-1 2 0,0 0-2,-2 3-3,1 0 1,-2 3 1,0-1-2,0 2 0,-1 2-2,-3 2 3,2 1-1,-3 2 2,-2-1-4,-1 2 0,-1 1 0,-2 0-1,-2 0 1,0 0 0,-1-1 1,-2 0 0,1 0 1,-2-1 0,1-2-3,1 0-1,1-3 2,-1 0 2,4-2-2,-2-1 0,2-1 2,2 0 0,0 0-1,1-1-2,0-1-2,1-1 1,1-1 3,3-1-1,1-1 0,4-1 0,0-2 0,2 2 0,0-2-3,1 1 2,1 3 0,-1-1 0,1 0-1,-1 3 3,0 1 1,1 1-2,-2 2 1,0 1 0,-1 2-1,-2 2 0,0 0 0,-3 2 0,-1 1-1,-2-1 1,-1 2 2,-2-1 2,-3 2 0,-2-1 0,-2-1 2,-3 2-2,-2 0 0,-3-1-3,-2 1 1,-3 0 2,-2-1-3,-2 0 2,-2 1 0,-1-4-1,1 0 0,1-2-1,0-1 0,2-4-13,1-1-28,1-2-58,3-2-113,1-3-162,3-3-175,3-3-170,4-3-166,3-1-64,3-1 49,3-3 128,3 0 157,1-1 172</inkml:trace>
  <inkml:trace contextRef="#ctx0" brushRef="#br0" timeOffset="3161">2723 0 157,'-1'0'565,"-3"2"119,0-1 90,1 0 83,0 0-121,1 1-155,0-2-132,1 1-101,-1 1-80,2 0-76,-1 2-67,1 1-36,1 2-6,0 3 13,0 4 10,1 1 11,-1 4 5,1 1-5,0 1-16,1 1-20,0 1-19,2 2-16,-1-1-9,2 1-11,1-2-8,1 0-11,1-1 0,2 0-3,2-4 0,-1-1 1,1-1-1,3-3 2,0-1-2,1-4 1,0-2 4,-1-3 1,1-2 3,-3-2 3,0-2 5,-1-3 6,-1-2 14,-2-1 16,0-2 15,-3 0 17,0-3 16,-4 2 8,-1-2 1,-2 1-3,-1 1-5,-1 0-7,-4 0-10,-1 3-11,-2 1-9,-1 1-13,-3 1-43,-1 3-13,-2 1 0,-1 4 0,-3 2 0,0 3-33,1 2-113,-2 3-90,1 1-198,3 2-293,-1-2-311,3 3-132,1-1-31,1-1 41,3-2 172,2-3 287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0:38.14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214 173 151,'-1'0'275,"0"0"34,1-1-9,-1 1-43,0-1-35,1 0-19,0 0-10,-2-1-10,1 0-2,1 0-4,-1 1 10,1-1 17,-1 1 24,1 0 33,-1 1 27,0 0 27,1-1 18,0 1 1,0 0-12,-1 1-23,0-1-33,-2 0-39,2 1-41,0-1-37,1 1-32,-1-1-26,0 1-22,1 0-16,0-1-7,-1 1-7,1 0-5,0-1-6,-1 1-2,1-1 0,0 1-5,0-1-2,0 0-1,0 0 0,-1 0-3,1 0-4,0 0 0,0 0-4,0 0 0,0 0-4,0 0-1,0 0 0,0 0 2,0 0 0,0 0-2,0 0 0,0 0 0,0 0-1,0 0 0,0 0-1,0 0 2,0 0 1,0 0-1,0 0 0,0 0 0,0 0-1,0 0-2,0 0-1,0 0 0,0 0 0,0 0 1,0 0 0,0 0 1,0 0 0,0 0 1,0 0 0,-1 0 0,1 0-1,0 0 6,0 0-6,0 0 1,1 0-1,-1 0 0,0-1-3,0 1-3,0 0 7,0 0-1,0 0-1,0 0 0,0 0 5,0 0-2,0 0-3,0 0 0,0 0 1,0 0 1,0 0-2,0 0 1,0 0-1,0 0 0,0 0 1,0 0-1,0 0 2,0 0-1,0 0 0,0 0 0,0 0 0,0 0 0,0 0 0,0 0 0,0 0 1,0 0-1,0 0 1,0 0 0,0 0-1,0 0-1,0 0 0,0 0 1,0 0 0,0 0 1,0 0-1,0 0 2,0 0-1,0 0 0,0 0-1,0 0-1,0 0 0,0 0-1,0 0 0,0 0 2,0 0-2,0 0-1,0 0 1,0 0 1,0 0 1,0 0-2,0 0 2,0 0 0,0 0 0,0 0-1,0 0-2,0 0 3,0 0 0,0 0 0,0-1 1,0 1 1,0 0-2,0 0-1,0 0 0,0 0 0,0 0-2,0 0 1,0 0 0,0 0-1,0 0 1,0 0 1,0 0 0,0-1-3,0 0 2,1 1 1,-1 0-1,1-1-1,-1 1 1,0-1 0,0 1 0,0 0 1,0 0 0,0 0-1,0 0-2,0 0-5,0 0-4,0 0-8,0 0-12,0 0-13,1-1-20,-1 1-21,0 0-25,0 0-38,1-1-32,0 1-46,-1 0-45,1 0-42,0-1-42,-1 0-15,0-1-7,0-1 10,0 1 14,0-1 11,-1 0 13,0 3-5,0-2-17,-1 0-41,-1 1-16,0 1 20,1-1 40,-1 1 54</inkml:trace>
  <inkml:trace contextRef="#ctx0" brushRef="#br0" timeOffset="3087">228 143 100,'0'0'100,"0"0"-19,0 0-19,0 0-17,0 0-13,0 0-11,0 0-8,0 0-3,0 0-1,0 0 0,1 0 3,-1 0 9,0 0 11,2 0 15,-2 0 14,0 0 13,1 0 12,0-1 7,-1 0 4,0 1-2,0-1-2,0 0-4,0 1-3,0-1-12,0 1-8,0-1-9,0 0-9,0 0-5,0 0-5,0 1 2,0-1 4,0 1 2,0 0 5,0 0 3,0 0 5,0 0 4,0 0 2,0-1 5,0 0 4,0 1 2,0-1-1,0 1-1,0-1-1,0 0-2,0 1-2,0-1 0,0 1 1,0-1 0,0 1-1,0-1 0,0 0 0,0 1-8,0 0-7,0 0-3,0 0-6,0 0-9,0 0-2,0 0 1,0 0 4,0 0 3,-1 0 10,0 0 15,1 0 11,0 0 16,0 0 10,0 0 14,0 0 13,-2 0 11,1 0 12,1 0 5,0 0 5,0 0-4,-1 0-12,0 0-11,1 0-16,-1 0-16,0 0-11,1 0-10,0 0-7,0 0-4,-1 0-7,1 0 2,-1 0-4,0 1-3,1-1-3,-1 0-6,-1 0-2,2 1-9,-1-1-7,0 1-3,0 0-7,-1 1-4,0-1-5,-2 1-4,2 1-4,0-1-4,-3 1 3,1 0-1,1 2-2,-2 1 1,1-2-1,-2 2 0,3 2-3,-3-2 1,1 0 0,1 0 0,0 0 0,0-1-2,-1 1 1,3-1-1,-1 0-1,-1 1 1,0 0 0,0-1 4,3 2-2,-2-1-3,1 0 2,0 1-1,0-1-2,1 1 2,1 0 0,0 0 2,1 0 0,2 1 1,-1-1 2,2 1-1,0 0-1,0-1 0,2 0-3,-1 0-3,2 0 0,0 0-1,1-1 1,-1-1 2,3 0-1,-1 0 2,1-2 1,1 0-1,-1-1 1,0 0-1,1-1 2,-1-2 0,1-1 2,0-1-2,3-1-1,-2-1 3,-1-3-1,0 1 0,0-2-1,-2-1 2,-1 0 0,1-1 0,-4 0 1,2-1 3,-4 0 3,1 0 8,-3 0 3,0 0 5,-1 0 2,-1 0 2,-1 1-1,-3-1-4,0 1-6,0 0-2,-4 1-5,3 0-4,-4 2-4,0 0 0,0 2-3,-3 1-8,2 1-12,0 2-29,0 2-52,-1 1-104,1 1-149,1 2-145,1 0-137,2 0-111,-1 3-100,5-1-9,0 1 92,3 0 119,2-3 133,2 0 130</inkml:trace>
  <inkml:trace contextRef="#ctx0" brushRef="#br0" timeOffset="4048">553 239 142,'-1'6'320,"0"-2"29,-1 0 22,1 0-84,1-1-99,-1 0-66,0 0-36,1 0-26,1 2-16,0-1-4,0 1 2,2 1 10,0-1 6,0 2 7,2-1 12,-2-1 8,4 2 5,-2-2-5,1 0 0,2 0-2,-3-1-2,2-2 6,1 1 6,-1-2 12,0 0 13,3-2 16,-2 0 2,1-3-8,1 1 3,-1-4 7,0 1 11,0-4 7,-1 0 14,1-1 15,-2-2 8,-1-1-2,1-1-14,-5-1-9,2 0-10,-3 2-9,-1-1-11,-1 2-17,-3-1-14,2 3-11,-5 0-18,2 2-15,-1 1-15,-1 1-7,1 3-5,-2 1-9,3 1-6,-2 2-5,-1 2-6,3 2-3,-1-1-1,2 3-3,0 0-2,2 2 0,0-1-2,2 1-1,2 0-4,1 0 0,2-1 0,2 0-6,0 0 3,3-3-6,0 0-3,1-3-2,2 0 0,-2-2 2,0 0 0,-1-2 3,1-1 5,-1 0 2,-1-2 3,0 0 0,-1 0 3,-1-1 3,-1 1 0,-2 0 4,1 1-1,-2 0 6,-1 1 0,1 1 1,-2 1 5,0 1 0,-1 0 1,1 1-6,0 1-2,-1 1-2,1 2-4,0 3-3,1 0 1,-1 3 1,1 3 0,-2 0 2,2 1-2,0 2-1,1 0-2,0-1 0,1 2-7,-1-2-50,2 0-99,0-1-140,1-2-154,2-1-151,-2-2-143,3-2-117,-1-1 3,2-3 88,0-1 125,0-3 138,1-2 140</inkml:trace>
  <inkml:trace contextRef="#ctx0" brushRef="#br0" timeOffset="4644">999 145 184,'-2'-15'425,"0"0"76,0 1 72,0 0 19,1 2-99,1 0-42,1 2-31,-1 1-37,3 3-44,-2 0-49,2 2-63,0 2-55,3 1-42,1 2-32,0 2-21,0 2-18,3 1 1,-1 3-4,2 3-1,-1 3 1,1 3-4,-2 1-4,2 2-10,-2 1-10,0-1-9,-2 3-7,-1-2-7,-1 2-3,-2-2 0,-1 0 1,-3 0-1,-1 0-20,-3-1-58,-2 0-112,-2-1-127,-4-3-134,-2-1-132,0-2-116,-4 0-96,-4-4 29,-2-2 82,-2-2 108,-3-4 119</inkml:trace>
  <inkml:trace contextRef="#ctx0" brushRef="#br0" timeOffset="4968">182 87 23,'-10'-13'340,"0"0"59,1 2 57,-1 0 42,2 2-104,0 2-30,1 0-3,0 1 1,0 3-9,1 0-17,1 0-31,0 2-51,0 1-48,0 1-48,-1 3-46,1 0-30,-1 5-21,-2 1 4,1 4 17,0 3 26,0 3 26,-1 2 18,2 3 5,-2 2-10,3 0-26,1 2-34,2 0-30,1 1-20,3 1-16,2 0-6,2 0-7,4-2-1,2 0-1,4-3 0,3 1 1,3-3-3,2-2-4,4-2-46,2-2-135,-1-2-215,0-2-263,-3-1-217,0-3-112,-2 0-16,-2-5 101,-3-3 198,-1-3 253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0:44.71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35 253 3,'0'-6'381,"0"-1"69,-1 0 66,-1 0 69,1 1-49,1-1-36,-1 3-9,0-2-5,-1 2-16,1 1-36,1 2-79,-1 0-88,1 1-71,-1 0-55,0 1-45,1 0-29,0 4-16,0 3-7,1 2-2,0 3-4,0 4 1,0 2-1,-1 3-4,3 0-9,-3 2-9,1 1-7,0-1-5,1 1-3,-1-1-1,1-1 2,1 0-2,-2-1-14,2-2-47,-1-1-105,-1-4-149,2-1-151,-2-2-153,0-6-155,-2-2-111,0-1 22,0-4 102,-2-3 126,1-2 143</inkml:trace>
  <inkml:trace contextRef="#ctx0" brushRef="#br0" timeOffset="268">8 322 338,'-2'-14'412,"-1"2"62,3 0 59,-2 2-103,1 1-62,1 0-31,1 1-21,1-1-26,0 2-28,1-1-26,3 0-34,0 1-34,1 0-32,1 0-31,3 0-30,0 0-26,1 1-20,3-1-9,-3 2-7,3 0-5,-1 1-4,0 1-44,1 0-97,-1 0-111,-3 1-130,1 2-125,-4 1-151,-1 1-58,-1 3 38,-4 0 83,-2 2 109,-2 0 118</inkml:trace>
  <inkml:trace contextRef="#ctx0" brushRef="#br0" timeOffset="486">89 348 115,'-9'8'381,"2"-1"53,0-1 51,2 0 13,-1-1-129,2-2-82,2 0-49,-1 0-41,1-1-39,2-2-16,2 0-5,1 0 10,1-2 5,4-1 3,-1-1-4,4 0-29,-1-2-34,2 2-36,1-3-27,1 1-17,1 0-43,2 0-85,-2 0-122,1 0-134,-1 0-159,0 3-120,0-2-31,-1 2 49,-1 1 100,-3 0 126</inkml:trace>
  <inkml:trace contextRef="#ctx0" brushRef="#br0" timeOffset="1520">206 177 241,'0'0'315,"0"-1"39,0 0-18,0 0-45,0-1-40,0 0-22,0 0-13,0 0-4,0 1 3,-1-2 14,1 1 27,0-1 29,-2-1 20,2 1 18,-2-1 8,1 0-9,0 0-20,-1 0-29,0-1-29,-1 2-32,0 0-30,0 0-30,-1 0-34,-1 0-27,2 1-20,-2 0-18,1 1-18,-2 0-11,1 2-5,-1 0-7,-2 3-2,1 0-6,1 1 0,-3 2-2,-1 2-1,1 2-1,-2 2 1,1 1 2,-2 2 1,2 0-2,1-2-1,2 1 0,-1-1 0,2 0-2,1-1 0,2-1 1,-1-1 0,4-1 0,-3 0-3,3-1 1,1-1 1,1 0 0,2-1-3,1 1 0,-1-2 2,4 1 2,0-2 0,-1-1 1,3 1 1,-1-2 1,1 0-1,0-2-1,0 1-2,-1-1 0,3-1-1,-1 0-1,0 0 1,1-1-1,-3-1 2,2 2 3,0-1 0,-2 0-1,2-1 0,-2 1 0,0-1 3,0 2-5,0-1-1,2 1 3,-1 0-1,-2 1 1,1-1-3,-1 2 1,-2 1 1,2-1-1,-2 1 1,0 2-2,0 0 2,0 0 0,-1 1 0,-1 0 1,1 2 1,-1-1 1,-2 2 4,1 0 4,-2 1 4,0-2 4,-2 1 3,0 2 4,-2 0-1,-2 0 1,-1 0 3,0 0 0,-2 1 0,0 0 1,-3 0-1,0 0 0,0-1 2,-1 0 1,-2-1 3,2-2 1,-2 0 4,1-3 1,-1-2 1,0-1-5,-1-2-2,1-3-4,0-1-9,1-3-5,1-2-7,-1-2-4,2-3-7,1 0-14,2-1-27,1 0-38,2 1-64,2 0-126,0 1-191,2 0-176,2 1-161,2 1-170,0 2-48,1-1 70,1 4 162,0-1 173,1 2 178</inkml:trace>
  <inkml:trace contextRef="#ctx0" brushRef="#br0" timeOffset="2316">453 498 152,'3'4'300,"-1"0"27,0 0 21,-1-1-94,1 2-76,1 1-41,-1-1-19,2 2-8,-1-2-7,2 2-10,0-2 3,0-1 8,3 1 12,-2-1 10,1-2 19,0-1 30,2-1 17,-2-1 14,3-3 9,-1-3 2,0 0-3,0-2-7,0-1-7,-1-2-7,-2 1 2,0-1-3,-2-1-10,-1 1-12,-1 0-5,-2-1-7,0 2-22,-2-1-6,0 1-6,-2 2-12,-2 0-12,-1 1-17,1 2-11,-1 0-16,0 1-14,-1 4-9,-1-1-11,1 3-3,-2 1-6,4 1-5,-4 3-2,3 1-2,-2 2-1,2 1-3,1 1-6,-1 1 2,2 2 1,1 2 0,1 0 0,2 2 1,0 0 3,1-1 0,1 2-1,1-1 1,3 1 0,1-3 0,0-1-1,3 0 0,0-1-2,3-1-5,1-3-16,2-3-42,2-1-82,2-3-137,0-3-156,1-4-152,1-2-134,-1 0-113,0-2-39,0-2 73,0 0 123,-2-2 141,0-1 139</inkml:trace>
  <inkml:trace contextRef="#ctx0" brushRef="#br0" timeOffset="2725">873 449 269,'-5'-9'477,"1"1"86,-2 0 85,2 1 40,-3 1-96,2 0-35,-1 1-40,1 1-47,1 3-59,1-2-89,-1 3-90,-1 0-76,1 3-53,0 1-38,-2 3-21,0 2-18,0 1-6,0 3-7,2 0-4,-1 0 1,3 2-4,-1 0 1,2 0-3,1 0-2,1 0 1,3-1-5,0 0 2,2-2-1,3-1 2,-1-1-6,2-1-12,3-4-27,0-1-79,1-3-119,3-2-131,0-3-112,0-2-82,-1-3-51,0-2 17,0-2 76,-2 0 105,-3-1 104,-2-2 93,0 1 92,-2 1 91,-5 1 82,2 1 65,-3 0 54,-1 2 48,0 1 30,-2 2 18,-1 1 5,2 0 1,0 3-14,-3 2-27,3 0-34,-1 2-40,-1 0-39,2 5-35,-4 1-21,3 1-10,0 3-7,1 1-5,-2 2-6,3 0-18,0 1 0,3 0-6,-1 1 0,1-3 2,2 1-1,2-2 12,-1-2-1,3-3-1,1 0-2,0-4-2,2-1 2,-1-4 0,0-2-2,0-2 0,0-2 4,-3 0 21,0-3 35,-2-1 44,0 1 61,-3-2 55,-1 0 31,-2 0 9,-2 0-16,-1-1-32,-1 3-55,-1 0-53,-2 2-34,-3 1-30,2 2-20,-2 2-14,-1 2-8,0 2-24,-1 2-61,0 1-124,2 0-173,1 2-178,-1 2-175,3-2-174,2 2-40,0-1 70,4 0 141,1-1 165,2-2 168</inkml:trace>
  <inkml:trace contextRef="#ctx0" brushRef="#br0" timeOffset="3307">1206 470 179,'-1'5'478,"-1"-1"47,-1 0 29,1-1 26,-2 1-215,4-1-153,-3 1-86,3 2-45,-2 2-31,2 1-21,0 3-16,2 0-6,-2 2-2,1 1 0,-1 0 14,2 0 29,-2 0 22,0-3 33,0 0 31,0-1 25,0-2 23,0-1 9,1-3 32,-1-1 27,0-1 33,0-1 29,0-2-3,-1-1-22,1-3-39,0-2-51,0-2-60,-2-1-58,2-4-28,2-1-19,-2-2-17,0 1-5,3 0-6,0 0 0,-2 1-4,3 1-1,0 2 3,-2 1-3,2 2-1,1 3 0,-1-1 1,1 3-1,2 2-2,0 1-3,0 1 3,2 4 2,-1 2 1,0 0-1,1 2-3,-1 3-11,-1 1-40,1 2-81,-2 1-130,0-1-160,0 1-159,-1-2-151,1 1-152,0-1-21,1-1 76,-1-2 132,1-3 149,0-2 156</inkml:trace>
  <inkml:trace contextRef="#ctx0" brushRef="#br0" timeOffset="3656">1461 631 31,'4'-12'401,"-3"0"71,-1 0 65,-1 1 69,-2-1-57,1 0-37,-2 3-10,2-1-17,-2 1-9,2 3-20,-2-1-66,1 2-78,0 1-66,-1 1-45,0 0-49,0 2-47,-2 1-34,0 4-28,-2 0-19,0 1-10,1 4-6,-1 0-5,-1 2-2,2 1 1,0 2-1,1 0 0,1 2-1,2-2 1,0 1 0,2 0-1,2 0 0,1-2 0,2-1 0,2-2 2,0-2-1,2-1 1,2-3-2,2-3 0,1-2 0,0-2-2,2-5 0,-1-1 0,0-3 1,-2-3 1,0-1 3,0-2 1,-4-2 0,2-1 3,-5-1 10,1-1 8,-3-2 13,-2 0 14,-1-3 15,-2-1 15,-2 1 8,0 0 9,-1 1 8,-1 1 0,1 2 6,-1 2 0,1 4-3,0 2-6,0 2-9,2 2-5,0 3-19,0 2-16,2 0-14,-1 2-14,0 3-13,1 1-12,1 1-5,0 3-1,0 4 0,1 5 0,1 4 1,1 3 3,0 3-2,2 2 2,-1 4 1,-1 2-1,2 1 1,1 1-8,0 1-33,2-1-45,-2 1-61,2 0-90,-1-1-179,1-3-262,-1-1-268,1-4-164,-3-1-47,2-4 30,-3-3 149,1-4 255,-2-4 292</inkml:trace>
  <inkml:trace contextRef="#ctx0" brushRef="#br0" timeOffset="4398">1913 493 329,'-4'-10'433,"0"0"72,2 1 75,-2 0-69,1 2-34,0 0-1,1 2-9,-1 1-19,2 0-43,1 1-54,-3 2-77,1 1-81,2 0-65,0 0-49,0 2-33,0 3-21,0 2-8,2 0-5,1 4-1,-3 2-3,1-1 1,2 2-2,-1 1-1,-2-1 0,2 0-1,0 0 2,-1-1-4,0-3 1,1 0-2,-2-1 0,0-3 12,1 0 27,-1-3 37,1 0 25,-1-3 15,-1-1 8,0-3-9,-1-2-28,1-2-32,-1-2-22,-1-3-12,3-2-10,-2 1-3,2-3-3,0 0-2,2-2-4,0 2-2,1 0-2,0 2 1,0 1 2,2 1-2,1 2 2,-1 2 0,2 1 2,0 3-2,2 1 0,0 1-1,-1 3-3,1 3 1,2 3 0,-1 0 2,0 4 0,-1 2 1,-2 3 1,1 1-1,0 1 0,-1 2-7,-2 1-28,1-2-53,-3 1-99,2-1-158,-2-3-164,2-1-148,-1-3-119,-1-2-108,2-3 0,-1-3 109,1-3 134,1-4 141</inkml:trace>
  <inkml:trace contextRef="#ctx0" brushRef="#br0" timeOffset="4808">1369 464 82,'774'-14'362,"-774"1"76,2 1 61,-2 3 7,-2 1-77,2 2-51,0 2-53,-1 1-58,1 2-47,-2-1-45,2 4-35,-1 1-12,1 3 6,-2 2 23,2 4 12,0 0 7,0 1-3,0 2-20,0 1-24,0 1-37,3 0-23,0 1-20,1-1-14,2-1-11,1-2-18,1 0 2,-1-3 0,4-1 3,0-3 0,0-2-2,1-3 11,0-2-3,-2-2-1,3-3-5,-3-2 1,-2-2 0,1-3 5,-1-1 19,-2-1 44,-1-2 37,-3-1 23,0-1 15,-2 1 8,-3-1-15,0 0-35,-1 2-31,-3 0-22,1 3-15,-3 0-13,3 2-11,-3 3-12,0 2-3,-2 1-2,2 2-10,0 3-30,1 3-61,-1 2-103,3-1-164,1 3-177,2 0-155,0 2-138,3 0-89,0 1 29,4 1 120,1-1 152,2-1 152</inkml:trace>
  <inkml:trace contextRef="#ctx0" brushRef="#br0" timeOffset="5172">2426 497 27,'8'-1'484,"-2"1"125,-1-1 126,-3-1 119,1-1-39,-1 1-125,-2-1-116,1 1-107,1 0-115,-2-1-112,1 1-95,-1-1-64,0 1-57,0 1-86,0 0-149,0 1-167,0 0-172,2-2-176,-1 2-157,1 0-26,1 0 88,0 0 134,2-1 157</inkml:trace>
  <inkml:trace contextRef="#ctx0" brushRef="#br0" timeOffset="5373">2711 377 52,'3'-5'480,"-1"1"110,-2 0 125,0 0 117,0 0-50,0 1-140,-2 1-101,2 1-95,0 0-114,0 2-111,0 0-90,0 1-58,2 3-28,1 2-7,-2 1 8,1 2 5,1 3 3,-1 0 2,0 2-2,2 1-5,0-1-21,-1 1-7,2-1-6,-1-1-5,2 0-5,2-1-2,-1-1 2,0-3-1,2-1 3,0-1 5,-1-3 4,2-2-2,1-3 6,-2-2 2,3-3-1,-2 0-2,0-3-2,0-1 2,-2-2-4,-1 0-4,0-1-1,-2-1 0,0 0 1,-3 1-1,0-1 1,0 2 3,-2 0 0,0 1 4,-2 2 1,2 0 2,-2 2-1,0 2 0,0 0-3,-1 2-3,-2 2-6,2 1-4,-2 1-1,0 2-3,2 2-3,-2 0 0,2 1 2,0 1 0,1 0 0,2 0 1,-1 1 1,2 0-1,0 0-2,3-1 1,0 0-1,2 0 0,1 0 0,2 1 3,-1-3 1,1 1 0,0-1-2,-1 1 1,1 0-1,-2 0 0,0 1 0,-1-3-1,0 2 1,-2 0-2,0-1 1,-2 0-2,1 0 2,-2-2 0,-1 2 1,0-1 0,-4-2-11,1 2-21,-4 0-38,-1-1-62,-1 0-122,-3-2-152,-1-1-135,-2-1-122,-1-2-96,0-3-67,-2 0 10,-2-4 95,0-1 115,2-3 127,-1-3 125</inkml:trace>
  <inkml:trace contextRef="#ctx0" brushRef="#br0" timeOffset="5899">2694 256 138,'-1'-26'303,"1"1"40,1 2 26,2 4-75,1 2-61,2 1-40,0 3-29,1 1-25,0 3-23,2 2-21,-2 2-16,2 2-11,-1 2-11,1 1-7,-3 3-6,0 1-5,-1 2-1,-1 1 1,1 1 8,-4 0 10,0 0 17,-1 3 27,-1-2 31,0 0 41,-4 1 48,1-3 41,-2 1 37,0-2 30,-3-1 19,1-2-10,0-1-29,2-4-31,-1-1-45,-1-2-51,3 0-52,1-4-40,-1-1-31,2-2-25,3 0-15,0-1-18,3-2-35,2 2-85,-1 1-185,1-1-232,1 3-245,-1 0-171,-1 2-66,-1 2 37,0 4 154,-3 2 216</inkml:trace>
  <inkml:trace contextRef="#ctx0" brushRef="#br0" timeOffset="6684">3487 412 49,'3'-8'315,"-3"0"49,0-2 49,0 0 1,0 0-77,-2-2-37,1 2 0,-1-1 22,2 1 14,-2-2-1,0 3 4,-2-1 2,1 1-13,-2 2-24,1 1-26,-2 2-23,0 0-34,-2 3-39,-1 4-35,0 2-42,-3 4-35,-3 4-23,-1 2-12,0 3-5,-1 0-3,3 2-5,0 0-3,5 1-2,1-1-8,3-1-2,3 0-3,2 0-1,3-2 1,3 0-4,3-2-1,2-1-2,1-4 0,4-3 1,-2-2 3,4-5 0,0-3 0,-1-4-2,-2-2 1,2-4 2,-4-2-2,0-3 0,-3 0 2,0-4 2,-3-1 1,-1-3-1,-1-1 7,-2-1 10,0-3 10,-2 0 8,-1-2 10,-1 0 3,-1 1 1,1 2-2,-1 2 3,-1 2-2,0 4 1,1 2 1,-2 3 1,3 3-3,-1 2-9,-1 3-5,2 2-9,0 2-8,0 2-8,-1 0-6,1 5-4,1 2-1,-3 3-1,1 4 0,1 4 0,-2 2 1,1 6-1,2 2 0,0 3 0,-2 3 2,4 1-2,-2 3-1,2 0-3,1-2-6,1 1-17,1-1-31,-1-2-48,3-2-79,-1 0-127,1-4-162,1-4-150,-1-2-123,0-3-112,3-2-56,-3-5 57,1-1 129,2-6 147,2-4 142</inkml:trace>
  <inkml:trace contextRef="#ctx0" brushRef="#br0" timeOffset="7186">3682 425 330,'-1'-9'442,"-3"0"64,3 1 68,-2 1-60,1 2-106,-1 2-69,2 1-57,-2 1-53,2 1-60,0 1-57,0 4-40,-1 2-16,2 1-6,-1 2 4,1 2 4,0 0 3,0 0-1,1 1 7,1 0-13,0 1-17,2-2-14,-1 0-8,2 0-8,1-2-16,0-1 7,1-2 4,1-2 6,2-2 0,-2-1 7,2-4 1,0-1-2,0-3 4,0-3 6,-1-3 16,-1-1 28,-2-2 37,0-2 38,-1 1 25,-1-1 19,-2-1 13,-2-1-12,-1 1-20,-3 1-28,1 2-23,-3 0-24,0 3-25,-2 0-18,0 3-17,0 3-12,-2 2-5,0 4-7,0 2-20,0 3-56,0 3-108,0 0-154,4 3-179,-2 1-169,3 2-167,2-1-80,0 1 35,3 1 117,3-2 156,2-1 160</inkml:trace>
  <inkml:trace contextRef="#ctx0" brushRef="#br0" timeOffset="7553">3950 371 56,'6'-6'420,"-5"-1"80,0 2 82,1 0 79,-2 1-106,-2 1-110,2 1-79,-1 1-64,1 0-73,0 1-78,0 2-58,0 1-40,0 3-11,0 0-7,0 4 4,0 1 9,1 0 2,2 2 2,-2 1-4,0 0-8,3 0-12,-1-1-7,1 2-9,2-4-4,0 0-7,1-3 5,0 1 0,3-4 3,-1-1-1,-1-2 0,3-2 4,-1-2 0,1-3-5,-2-2-1,0-2-3,0-4-3,-1 0 2,0-3-2,-2 0 4,-1-2 6,0-1 28,-1 0 32,-1-1 30,-2 1 42,-1 0 30,0 2 18,0 2 0,0 2-14,0 2-23,-1 2-33,1 3-28,-1 2-25,0 1-24,1 3-14,-1 3-13,-1 3-6,1 5-6,1 1-1,0 2-3,0 2 0,0 2-1,3 1-1,-1 1-2,2-1-10,0 1-27,2 0-49,0-3-66,4 0-120,-2-2-132,5-4-116,1-1-88,-2-5-67,3-2-60,-1-2-6,0-3 68,-1-2 92,0-3 96,-2-3 105</inkml:trace>
  <inkml:trace contextRef="#ctx0" brushRef="#br0" timeOffset="7953">4319 322 336,'-2'-21'427,"-1"2"94,0 2 114,0 1-23,-2 2-16,2 2-10,0 2-33,2 3-71,-1 0-103,0 3-119,1 3-102,1 1-71,0 2-42,0 5-22,1 3-10,0 2-7,0 2-4,2 3 3,-1 2-2,-1 2 1,2-1-4,-1 3 0,1-3 3,0 1-1,0-3-1,0 0 0,-1-2 2,1-3-3,-2-2 0,0-1 0,1-3 3,1-2 2,-3-2-2,0-2 6,-3-2-2,2-1 0,0-3-1,0 0-4,-2-2 3,2-1-2,1-2 0,0 1 0,0-1 1,4 0 2,-2-1-2,3 1 0,1-2 0,1 3-2,1 1-2,-1 1 1,2 2 0,1 1-1,-1 3 0,0 1 0,0 3 0,-1 1-3,2 2 0,-3 2 3,-1 2 5,0 0-5,-2 2 0,0 0 2,-3 0-2,0 0 0,-3 0-4,-2-1 5,0 0 0,-2 0 1,-2 0 2,-1-3-3,-2 1 0,1-3-2,-3 0-12,2-2-57,-2-2-127,-1-1-157,3-3-171,-1-1-178,0-4-146,3 1-31,-1-5 82,4-1 135,2-3 157</inkml:trace>
  <inkml:trace contextRef="#ctx0" brushRef="#br0" timeOffset="8419">4450 100 245,'-1'-5'525,"0"0"61,-2 2 52,2-1 38,-1 3-232,1-1-156,-1 2-91,2 2-56,0 1-36,2 2-9,1 3 6,-2 2 18,3 2 46,0 2 39,0 3 20,-1 2 2,1 3-5,-1 1-8,1 1-38,-2 3-32,1-2-26,1 1-28,-2 1-24,3-2-22,0 1-13,0-3-14,1-1-7,1-1-5,1-3 0,2-1-1,-2-3 1,3-2 0,-1-3 1,3-2-1,0-4 0,1-3 0,0-1-1,2-5 0,-2-2-3,0-1 2,-2-3 1,0-1-3,-3-1 0,1-2-1,-3-1 2,-2 1-2,-1 0 2,-1-1 0,0 3 1,-3-1 0,0 1 4,-3 2 7,0 2 5,1 2 10,-1 1 1,-1 2 4,1 2-1,-3 2-5,1 2-7,0 1-7,-2 3-3,1 2-2,0 1-5,0 2-3,0 2-1,1 1 0,0 0-2,1 1 0,2 1 1,-1 1 1,2 0-2,2-1 1,0 0 2,4 0-2,0-1 2,1 0-2,2 0-4,2-4-10,4 0-37,-1-3-85,3-2-157,1-2-164,1-3-169,2-1-178,0-3-116,2 1 5,0-2 111,0-2 143,0-2 163</inkml:trace>
  <inkml:trace contextRef="#ctx0" brushRef="#br0" timeOffset="8928">5270 196 588,'-4'-7'762,"-2"-2"100,2 0 104,-1 2 87,-1 1-342,3 1-204,1 2-115,0 0-94,-1 2-102,2 3-82,1 3-52,-1 3-29,1 3-15,0 2-7,1 3-4,-1 3-4,0 2-2,0 4 0,0-1 0,-1 2 0,-1 1 2,1 0-2,0 1-22,0-2-48,0-1-83,-2-3-139,3-3-160,0-3-155,1-4-130,-1-3-118,-1-2-36,1-3 81,-2-4 123,1-3 141,-1-3 141</inkml:trace>
  <inkml:trace contextRef="#ctx0" brushRef="#br0" timeOffset="9132">5163 394 1,'-10'-14'359,"0"1"70,2 0 64,-1 4 61,3 0-113,0 2-85,2 2-67,0 1-61,2 0-61,2 1-60,2 1-46,6 1-31,0-1-14,4 1-7,2 1-7,2-1-18,1 0-48,3-2-63,-2 0-73,3 0-79,-2-2-82,-2-1-74,-1 0-52,-2-2 9,1 0 47,-4-2 61</inkml:trace>
  <inkml:trace contextRef="#ctx0" brushRef="#br0" timeOffset="9274">5369 201 31,'1'-9'296,"0"-1"82,-1 3 61,-1-2 28,0 3-33,-1 0-8,-1 2 14,2 0-10,-1 1-10,0 1-33,0 2-49,0 1-52,0 2-53,-2 3-31,2 3-15,1 3-13,-2 2-12,1 3-21,2 2-21,-1 1-28,1 4-30,1-2-18,-1 2-11,2 0-10,-2-1-6,1 0-7,2-2-3,-1 0-3,1-3 0,-1-1-3,1-2 2,-1-3-1,0-1 3,0-4 11,-2 0 15,1-4 16,1 0 10,-1-3 5,2-3 1,-2-2-9,3-4-15,-2-1-15,2-2-12,-1-1-5,0 0-4,2-1 1,0 0-2,0 1 0,0 1 0,-1 3-2,1 1 2,-2 2-4,2 0 2,-2 4 2,1 2 1,0 1 3,1 4 2,0 2 5,-2 1 1,3 2-3,-2 2 0,0 1-1,1 2-2,0 0-3,1 0 2,-1-1-3,0 0-1,1 0-1,0-2 0,2-1-2,-2-2-2,1-2 2,1-2 1,3-2 0,1-3-1,2-2 3,1-1-1,2-5 0,0-2-3,-2-2 1,0-1-1,-1-2 0,-2-1-1,-1-1 0,-4 1 0,-1-1 3,-1 1-1,-5 1-3,0 1 1,0 1 4,-3 3 2,0 1-1,-2 2 5,-2 1 2,-1 3-1,0 1 0,-1 4-1,-1 1-1,1 3-2,-2 2-1,2 2 1,0 1 0,1 1-1,2 1 0,0 1-1,3 0-3,2 0 3,3 1-6,3-2 3,2 0 0,3 0 1,5-3 2,0-1-1,5-2-2,1-2-17,2-2-33,0-1-74,-2-2-153,-1-2-211,0-1-238,-6-3-219,-1-2-91,-3 0 7,-3-1 117,0-4 193,-4 0 233</inkml:trace>
  <inkml:trace contextRef="#ctx0" brushRef="#br0" timeOffset="15894">52 564 163,'-1'-2'300,"0"0"39,0 0 8,-1 0-57,2 1-51,0 0-28,-1 0-14,1 1-8,0 0-7,-2 0 4,2 0 7,0 0 24,-1 0 37,1 0 43,0 0 45,-2 0 30,2 1 21,0-1-5,0 1-31,-1-1-48,1 0-60,-2 1-54,1-1-53,1 1-45,0 0-32,0 1-26,0 0-13,3 1-14,-2 1-4,2 0-1,2 3-4,1 0-1,0 1 0,2 1 11,2 1-18,0 2-79,1-2-202,0 0-300,0 0-276,0 0-154,3-2-66,-4-1 37,1-4 181,-2-6 286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0:54.8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367 190 14,'2'-9'372,"-2"0"71,0 0 75,-2 1 91,0-2-68,0 1-42,-2 0-5,-1 0 12,1 0-13,-3 0-45,1 2-58,-1 1-48,-1 1-59,1 1-65,-1 0-52,0 1-38,0 2-34,-2 2-30,1 1-22,-1 2-13,-1 1-8,0 2-5,0 2-3,0 3 0,1 0 4,2 1-3,0 1 3,1 3 4,1 2-4,1 1 3,2 3 4,0-1-1,2 3-2,-1-1-5,2 0 3,2 1-5,-1-2-1,1 0-5,0-2-1,-1 0-1,0-1-3,2-3-1,-1 0-2,-2-2 0,0-1-7,-1-1-23,-1-2-42,-2-1-69,0-2-141,-4-2-191,0-3-178,-2-3-140,-3-3-114,1-2-55,-2-1 74,2-2 157,0-2 166,0-1 151</inkml:trace>
  <inkml:trace contextRef="#ctx0" brushRef="#br0" timeOffset="299">13 427 123,'-4'-14'358,"2"1"62,-2 1 57,2 2-14,1-1-100,2 1-64,2 2-48,1-1-44,4 1-45,3-1-37,2 2-31,4-1-28,3 2-20,2 0-14,4 1-14,3 0-11,2 0-7,2 1-39,2 2-74,1-2-104,-2 0-125,0 1-148,-2 1-75,-3 0-6,-2 1 51,-1 0 90</inkml:trace>
  <inkml:trace contextRef="#ctx0" brushRef="#br0" timeOffset="476">585 257 222,'-4'1'450,"-2"-2"68,1 0 62,-1 1 17,3 0-153,-2 1-101,2 0-62,1 1-41,1 0-10,0 5 0,1 1 7,0 3 18,0 0 25,0 3 5,0 0-27,2 2-42,-1 0-40,1 1-35,3 0-36,-2 0-30,3 0-22,0-2-19,1 0-12,3-3-9,-1 0 4,1-1-1,2-2-3,1-3 0,1 1 1,1-4-1,2-2-9,-2-2 1,1-2 2,0-2-2,-2-2 0,1-3 0,-2-2 1,-2-1-3,-1-2-2,-1-1-2,-4-1 1,1-1 1,-3 2-1,-2-1 1,0 2 4,-2 2 10,0 2 3,-2 1 2,1 2 4,-3 3-2,3 0 0,-3 3-7,1 1-3,0 2-6,-1 4-3,2-1 2,-2 1-2,3 2-3,0 0-3,2 0 0,2-1-6,0 1-6,3-2-7,0 2-5,2-2-5,2-2-4,3-1 2,-1-2 2,3-1 6,-1 0 4,0-3 8,2-2 5,-2 1 3,1-1 2,1-3 2,-2 2 2,-2-2 0,0-1-1,-1 3 1,-1-1 1,-1 2 3,-1 1-2,-2 0 5,-1 2 1,0 1-8,-2 1 5,0 2 2,0 1 2,0 2 3,-2 4 3,2 0 9,-1 4-4,1 1-2,1 2-5,-1 0-4,1 0-4,-1 1-4,3 1 0,0-2-1,1 0 1,2-1-1,1-1 1,1-1 3,1-2-3,0-2 0,0-1 0,2-1 2,-1-4 3,2 0-2,-1-3 1,0-1 1,1-3-2,-2-3-1,1 0-4,-2-3-1,0-1 4,-2-1-1,-1 0-1,-1-1 1,-2-1 0,0-1-1,-3 1 0,0 0 0,-3 1 0,0 2 0,-1 0 0,-2 2 0,2 3-2,-1 0-2,1 4 5,-3 1-1,1 2 1,-1 2 0,1 1 0,-1 4 1,1 0-3,1 1-1,3 0 1,0 1 0,1 0-1,3 1 2,2-2-2,1 1 0,1 1 2,1-3-1,1 2-1,1-1-7,0 1 4,1-1 1,-1 0-2,0 1 2,-1-2 4,-1 1 1,-2-1 2,1 0-1,-3 0-2,-1-1 0,-1 0 0,0-1-1,-3 0-7,-2-1-19,-1-1-34,-3 1-58,-1-1-80,-5-2-110,-1 0-110,-2-2-95,-2-2-83,-3 0-68,-4-1-62,-2-1 7,-4-2 61,-2 0 84,-1-2 104,-2-2 116</inkml:trace>
  <inkml:trace contextRef="#ctx0" brushRef="#br0" timeOffset="1347">832 97 95,'3'-16'281,"1"2"29,0 1 26,0 3-79,2 2-75,1 2-39,-1 1-25,2 3-19,-1 1-19,0 2-13,-1 2-7,0 1-9,-2 1 0,-2 0 4,-1 2 10,-1 0 16,-3 1 18,0-2 20,-4 0 25,0 1 20,-1-2 23,-1 0 30,-1-2 36,-1 0 27,1-2 9,-2-1 3,2-1-5,2-2-35,-1 0-53,2-2-48,1 0-41,3-3-37,1 1-37,4-2-37,1 1-52,3-2-105,3 2-133,0-1-140,1 1-133,3 2-138,0 2-83,3 1 30,0 3 96,-1 0 118,3 3 125</inkml:trace>
  <inkml:trace contextRef="#ctx0" brushRef="#br0" timeOffset="1653">1349 118 291,'6'2'513,"-3"-1"62,0 0 50,0-1 17,-1 1-191,-1-1-119,0 2-29,1 0 8,2 1 25,-1 3 17,2 1 10,-1 4-4,-1-1-43,2 4-49,-2 2-64,0 3-59,-1 1-43,-1 3-25,0 1-18,-1 2-17,1-2-10,0 0-10,-1 1-10,1-3-1,1 0-1,2-2-3,-1-2 1,0 0-4,3-3 1,-1-2-2,2-2 0,2-2 1,0-2-2,2-2 2,2-2-2,2-2-7,1-3-20,1-1-35,0-2-63,-1-1-111,-1-2-153,-2-1-157,-2-2-154,-2-1-137,-3-1-81,-3 0 34,-2 1 117,-3 0 140,-2 0 160</inkml:trace>
  <inkml:trace contextRef="#ctx0" brushRef="#br0" timeOffset="1953">1392 366 185,'-11'-1'469,"2"-2"66,0 0 52,3 0 32,3-1-223,3 2-138,3-2-81,4 0-64,4-1-50,3 2-33,4-1-15,1 1-8,1 0-20,-2 1-49,3-1-71,0 1-73,-1-1-73,3 1-95,1 0-111,0-1-24,-1 2 35,1-2 52,1-1 64</inkml:trace>
  <inkml:trace contextRef="#ctx0" brushRef="#br0" timeOffset="2123">1898 292 270,'0'4'478,"0"-2"54,-1 0 39,1 0-21,-1 1-179,0-1-113,2 3-49,0 2-11,0 2 7,2 1 14,1 4 19,-1 1 8,0 1-14,0 1-28,0 1-32,-1 1-33,0-2-27,-1 0-12,2-2-1,-1 0 0,-1-2-1,0-2-1,0-2-4,0-1-1,-1-2 3,2-1 9,-2-2 6,0-1-1,0-2-4,-2-2-12,2-1-14,-1-3-23,-1-2-18,1 0-12,1-5-6,-1 0-8,1-1-2,1-2-4,1-1-1,3 1 5,1-2-5,0 0-1,2 2-3,-1 1 0,2 2-2,0 2-6,0 2 4,1 2-2,-1 1 2,1 3 2,0 3 0,0 2-1,0 3 2,1 2 0,-2 3-1,0 0 0,-1 3 2,-1 2 0,-1 0-1,-2 2-2,1 1 2,-3 0-4,0-1-22,-1 2-47,0-2-81,-1-2-149,0-1-176,0-2-179,2-2-166,-1-2-117,1-3-4,2-2 105,2-4 149,4-4 172</inkml:trace>
  <inkml:trace contextRef="#ctx0" brushRef="#br0" timeOffset="2515">2263 407 339,'2'-10'494,"-1"1"78,-1 2 78,-1 1-37,1 2-136,-2 1-90,1 2-56,0 2-40,0 1-26,-1 3-7,1 2 2,-3 1-4,2 2-11,-1 1-22,1 1-39,-2 0-47,3 1-41,0 1-29,1 0-23,0 0-17,2-1-12,2 1-4,0-2 3,3-2-6,1 0-5,1-2 0,3-3 0,0 0 2,1-3-9,2-2 8,0-2 4,1-4 2,0-1 0,0-3 3,-2-1 17,-1-2 18,-3-1 12,0 0 13,-4-2 13,0 0 4,-3 0-9,-3 1-11,-3 1-11,-3 1-9,0 0-16,-5 3-6,-1-1-8,-3 4-8,-1 0-4,-1 5-6,-1 0-17,2 4-33,-2 0-64,2 3-107,1 1-174,3-1-200,1 2-180,2 0-184,1 1-54,3 0 47,3 0 142,2-1 184,4-1 187</inkml:trace>
  <inkml:trace contextRef="#ctx0" brushRef="#br0" timeOffset="2875">2536 478 266,'10'3'649,"-2"1"147,-1-2 130,0-1 104,-3 1-170,0 0-193,-1-1-162,-2 0-135,1 0-124,0 1-107,-2 0-104,-2 1-171,0-3-267,-4 2-328,0 0-211,-2-2-103,0-1-22,-2-2 104,2-2 230,0-4 308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1:03.91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66 92 49,'0'0'331,"0"-2"59,0 0 53,0-1 17,-2 1-89,1 0-40,0 0-20,-1-1-12,2 1-14,-1 0-28,-1 0-32,1 1-35,0-1-38,1 2-44,-1 0-38,1-1-28,-1 1-22,1 0-11,0 0-8,0 0-36,1 1-74,-1-1-84,1 3-91,-1 0-96,1 1-104,-2 1-112,0 3-5,-2-1 44,-2 3 68,0-2 86</inkml:trace>
  <inkml:trace contextRef="#ctx0" brushRef="#br0" timeOffset="219">13 270 146,'-1'6'372,"-1"-4"55,0 1 53,0 0-15,0-2-105,1 0-69,0 1-43,-1-1-44,2-1-47,0 1-48,0-1-38,0 0-29,0 0-20,0 0-11,0 0-11,1 0-25,0 1-42,1-1-54,1 1-69,0-1-75,2 1-78,1 1-98,-2 0-42,4 0 12,-1 0 46,2 0 62</inkml:trace>
  <inkml:trace contextRef="#ctx0" brushRef="#br0" timeOffset="401">250 290 82,'10'-1'394,"-6"-1"68,0 0 69,0 1 55,-2 0-104,-1-1-73,0 1-48,0 0-49,-1 0-58,1 1-68,-1-1-67,0 1-54,1 0-31,0-1-33,1 1-57,0-1-78,1 0-95,2-1-111,-1 1-120,3 0-142,-2 0-33,1 1 31,1 0 69,-2 0 100</inkml:trace>
  <inkml:trace contextRef="#ctx0" brushRef="#br0" timeOffset="995">625 152 7,'1'-4'139,"0"1"-21,1-1-20,2 1-8,-2-1 5,1 0 19,0 0 23,-2-1 28,0-1 26,0 1 20,0-2 24,0 1 13,0-1 20,0 0 18,0 1 14,1-1 4,0 0 1,0-1 4,2 2-5,2-1-11,1 1-12,1-1-14,3 0-16,1 2-18,1-1-16,2 2-23,1 1-27,0 0-25,0 2-29,1 1-26,-1 1-25,-2 3-13,-1-1-8,0 4-8,-2 0-1,0 1-1,-5 2-5,2 2-3,-3 0-5,-3 2 0,-1 1-5,-3 1-2,0-1 1,-3 1-2,-3 0-2,1 0-2,-2 0-1,0 0 0,-1-1-3,0-1-1,0 0 3,1-2-2,0-3 0,1 0 1,1-3-2,2 0-1,-1-3-2,3 0 1,0-2 1,2-1-4,1 0 0,1-1 3,2-1 0,2 0-2,1-2-2,5 0 2,2-1 0,0 3 0,0-2-1,2 3 0,0 2 3,2 1-2,0 1 2,-1 1-1,0 3 2,-1 0 2,0 1-2,-3 2 1,-1 0 2,-1 2 1,-3 0-4,-2 0 1,-1 0 0,-4 0 2,-2 1 1,-2-1 1,-3-1 12,-2 0 8,-1-1 3,-3 0 5,-1-2 0,-2 1 0,-2-3-9,-2 0-8,0 0-5,-1-3-3,-1-2-5,1 0-3,-2-2-9,3-1-22,0-3-48,1-2-77,3 1-135,4-4-169,3 0-158,4-2-135,1 1-126,3-2-42,3 1 75,1 2 139,2-1 149,1 1 147</inkml:trace>
  <inkml:trace contextRef="#ctx0" brushRef="#br0" timeOffset="1582">1048 232 111,'16'-2'448,"-6"0"60,0 0 49,-3 0 58,1 1-116,0 0-43,3 1 14,0 1 43,3 1 16,0 0-13,2 2-54,0 2-97,2 0-98,-2 2-100,2 3-60,0-1-42,1 3-26,0 1-13,-1 0-13,-1 1-4,1 1-5,-1-1-9,-2 2-31,1-1-62,-4-1-124,-1-1-164,0-1-153,-4-2-142,0-2-113,-4-1-112,-2-2 32,-1-2 117,-2-4 130,0-3 134</inkml:trace>
  <inkml:trace contextRef="#ctx0" brushRef="#br0" timeOffset="1783">1427 318 243,'-6'-19'449,"1"0"97,-2 1 132,2 2 59,0 1-44,0 3-22,1 2-41,1 3-67,0 2-111,-1 1-134,1 2-110,1 2-80,0 3-47,-1 4-27,0 1-14,-2 4-5,1 4-5,-2 0-9,1 3-8,-2 2-4,-2 1-7,3 0-11,-4 1-45,2-1-94,-1 1-163,1-1-174,0-3-171,0 1-173,-1-2-113,0-1 11,1-4 117,0-2 152,3-4 161</inkml:trace>
  <inkml:trace contextRef="#ctx0" brushRef="#br0" timeOffset="2035">1541 245 78,'7'-13'460,"-2"1"58,-2 0 50,1 0 62,2 1-77,-2 1-108,4 2-44,1-2-13,2 4-10,-1 1-29,1 1-55,2 2-63,1 1-44,-1 2-29,1 1-26,1 2-26,-2 1-18,-1 2-12,1 2-9,-2 1-10,-1 1-4,-2 3 4,-2 0-1,-1 2-3,-3 0-3,-2 2-4,-2 1-5,-2 1-8,-3-1-6,-1 1-6,-3-1-5,0 0-3,-1-2-4,0 1-1,0-2 1,3-1-1,-1-3 5,2 0-1,2-4 1,0 0-1,2-2-1,1-2-1,2 0-1,1-3 1,1 1-2,4-1 1,4-1-2,3-1-2,4-2-1,2 0-2,7-2-7,0-1-19,3 2-37,0-2-67,1 2-136,-4 0-175,0 1-165,-1-1-148,-3 1-148,-2 2-48,-1-1 76,-3 1 144,-1-2 154,-2 0 154</inkml:trace>
  <inkml:trace contextRef="#ctx0" brushRef="#br0" timeOffset="2403">2104 352 298,'-4'-6'541,"0"-2"93,0 2 82,2-1 40,1 2-201,2-1-121,3-1-90,4 2-80,3-1-76,3 1-63,1-1-47,4 2-41,0 0-16,1 2-7,0-1-23,0 2-74,-4 1-105,1 0-101,-2 2-113,-4 2-104,-2-1-90,-4 3-70,-3 1 29,-4 1 68,-2 0 85,-3 1 91</inkml:trace>
  <inkml:trace contextRef="#ctx0" brushRef="#br0" timeOffset="2572">2183 422 276,'-11'6'434,"2"-1"70,1 0 70,3-2-36,-2 0-94,4-1-83,1 0-65,1-1-58,1 0-54,3 0-65,4-1-41,3 0-19,3 0-13,2-2-18,4-1-48,3 0-65,1-2-82,1-1-100,1 0-104,-2-4-110,1 1-102,-1-1-14,-1-3 35,-1 0 77,0-2 93</inkml:trace>
  <inkml:trace contextRef="#ctx0" brushRef="#br0" timeOffset="2737">2607 121 333,'5'-16'474,"-3"1"108,-2 2 147,0 2 26,0 1-50,-1 2-34,0 2-47,-1 2-81,1 1-133,-1 2-123,0 1-109,0 2-64,0 2-26,0 4-13,-3 3 0,0 3 2,0 3 8,-2 3-2,3 2-10,-3 3-6,2 3-11,0 1-14,3 2-12,1 0-10,2-2-7,3 1-6,2-3 0,3-1 0,3-2-3,2-4 1,3-1-1,2-4 1,3-4-2,2-3 4,0-4 0,0-3-5,-2-3 5,-2-3-1,-2-4 0,-2-2-2,-3-3-1,-3-2 3,-3 0-1,-2-2 4,-4 1 4,-5 1 3,-3 0 1,-3 1 0,-5 2 1,-4 3-5,-4 3-6,-4 4-2,-2 4-3,-3 3-10,-1 4-33,-3 2-46,2 5-66,-3 1-148,2 2-211,0 1-217,0 1-210,-1 3-107,2 0-15,-1 2 105,0-2 188,3 1 215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1:07.43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438 116 58,'1'-6'263,"-1"2"25,0-1 24,1 0-76,-1 0-70,1 0-40,-1 1-27,0 1-19,0-1-14,0 1-10,0 0 4,0 0 2,0 2 11,1-1 18,-1 1 22,0 0 24,0 0 25,-1 1 28,1-1 26,0 1 27,0-2 27,-1 2 21,1 0 27,-1 0-2,1 0-10,0 0-18,0 0-24,0 0-24,0 0-37,0 0-21,0 0-19,0 0-19,-1 0-26,1 0-20,0 2-20,0-2-15,0 0-11,0 0-13,0 0-8,0 0-5,0 1-10,0-1-2,-1 0-3,1 0-3,0 0 3,0 0 0,0 0 2,0 0 0,0 0 0,0 0-1,0 1 0,0 0-4,0-1 2,0 0-3,0 0-2,0 0 2,0 0-2,0 0 4,0 0 2,0 0 1,0-1 4,0 1 4,0 0 3,0 0 0,0 0 1,0 0-1,0 0-3,0 0-4,0 0-3,0 0-1,0 0-5,0 0-3,-1 0 0,1 0-2,0 0 1,0 0-1,0 0-2,0 0 3,0 1 1,0-1-4,0 0 4,0 0-1,0-1-2,0 1 0,0 0-1,1-1-1,-1 1-4,-1 0 3,1 0 0,0 0 2,0 0-3,0 0 1,0 0 2,0 0-1,0 0 1,0 0-1,0 0 2,0 0 3,0 0-5,0 0 1,0 0 1,0 0 0,0 0-1,0 0-3,0 0 3,0 0-2,0 0 2,0 0 0,0 0 0,0 0 0,0 0 0,0 0 1,0-1-1,0 1-1,0 0 1,0-2 0,0 2 0,0 0 0,0 0 1,0 0 1,0 0 0,0 0 0,0 0-1,0 0-2,0 0 1,0 0 0,0 0 0,0 0-1,0 0 1,0 0 2,0 0 1,0 0 2,0 0 2,0 0 5,0 0 1,0 0 1,0 0 0,0 0 0,0 0-2,0 0-3,0 0-3,0 0-2,0 0 1,0 0-2,0 0 1,0 0 0,0-1 0,0 0 1,0 1-2,0 0 1,0 0 1,0 0 0,0 0 0,0 0 2,-1-1 0,1 1 1,0 0 0,0 0 0,0 0 1,0-1 0,0 1 1,0 0-9,0-1-2,0 1-1,0 0 0,0 0-4,0 0-10,0 0-15,0 0-25,0 0-38,0 0-56,0 0-70,0 0-108,0 0-113,1 0-99,0 0-69,-1 2-41,0 0-14,1 2 31,-1 1 39,-1 0 27,1 1 53,0 1 68,-1 0 71,1 1 79</inkml:trace>
  <inkml:trace contextRef="#ctx0" brushRef="#br0" timeOffset="898">0 200 251,'441'8'298,"-440"-3"44,1 0-34,-1-1-25,0-2-7,0-1 3,0-1 11,0 0 27,0-3 45,1 0 41,-1-2 27,1-1 15,-1-3-12,1 0-31,-1-2-54,0-1-61,0-1-56,-1 0-47,0-1-39,0 0-34,-1 1-26,0 0-15,-1 1-11,0 2-13,0-1-4,-1 3-7,1 0-8,-1 3-9,-2 0-5,2 2-5,-1 2-3,0 2-1,0 2-3,-2 2 0,1 3-1,1 2-1,0 1-1,-1 1 1,1 2 0,0 1 0,3-1 0,-1 0-2,2 0 0,0 0-1,1-1 1,0 0 0,1-1-2,1 1 2,2-2-1,-1 0 0,1-1 1,1 1 0,2-2-2,-2 0 3,1 0 3,1 0 2,-1 1-1,-2-1 2,1-1 2,1 3-5,-3-1-2,0 0-2,1 2 3,-2 0 1,-2-1 0,1 0 2,-1 1 1,-2 0-1,1 0 1,-3-2 0,0 0 0,-2 0-1,1-1 2,-2-2-1,0 1-1,-1-2-2,1-1 2,-2-2 0,1-1 1,-1-3 3,0-2 2,2-1 1,0-2 0,1-3-1,0-2 0,2-1-3,1-4-6,1-2-7,2 0-8,0-2-19,2 0-23,2 1-43,-2 1-71,2 2-124,-1 1-145,1 2-129,3 2-114,-2 0-80,1 4-89,1-1 35,-2 4 103,1 1 120,0 0 127</inkml:trace>
  <inkml:trace contextRef="#ctx0" brushRef="#br0" timeOffset="1449">569 240 131,'2'-2'478,"-1"1"73,0-2 79,0 1 95,0-1-104,0 0-94,1 1-47,1 0-16,1 0-33,0 1-54,2 1-67,-1 0-57,2 2-47,-1 2-51,1 0-40,0 3-38,0 0-25,-1 3-18,2-1-13,-1 1-8,-1 2-4,0 0-4,1 0-7,-2 0-23,0-1-48,-1 0-82,-1 1-123,2-3-143,-3 0-126,1-2-103,-2-2-68,1-1-51,-2-2 1,0-2 78,0-3 97,-1-1 103,0-3 109</inkml:trace>
  <inkml:trace contextRef="#ctx0" brushRef="#br0" timeOffset="1661">256 246 349,'439'-15'453,"-440"0"99,-2 1 131,2 2-27,0 0-14,0 2-1,-1 3-24,1 0-52,0 3-99,0 1-104,0 2-98,1 0-81,-2 2-61,1 3-39,0 2-27,-1 4-14,-1 2-11,-2 3-8,2 2-5,-2 2-5,0 3-3,-1 1-7,1 0-23,0 1-57,1 0-125,0 1-187,1-3-197,-1 1-200,1-3-178,1-1-50,0 0 68,0-4 157,1-2 178,0-2 196</inkml:trace>
  <inkml:trace contextRef="#ctx0" brushRef="#br0" timeOffset="2756">806 75 153,'0'-2'248,"0"0"19,0-1-26,0 1-44,0-1-36,0 0-33,0-1-26,0 2-26,0-1-19,0 2-16,0-1-11,0 0-3,0 1-2,0 0 1,-1 0 4,1 1 3,0 0 7,0 0 7,0 0 14,0 0 12,0 0 8,0 0 10,0 0 7,0 0 6,0 0-2,0 0 0,0 0 2,0 0-1,0 0-7,0 1-8,0-1-5,0 0-14,0 1-10,0-1-10,-1 0-6,1 0 3,0 0 7,0 1 19,0-1 20,0 0 38,0 0 46,0 0 47,0 0 46,0 0 37,0-1 26,0 1-3,0 0-24,0 0-37,0-1-48,0 0-48,1-1-49,-1-1-34,1 1-23,2-1-21,-1 0-12,0-1-11,1 1-1,2-1-5,-2-1-3,2 2 1,1-1 1,-1 2 2,0-1-3,0 1 1,1 1 0,0 2-6,-1 3 1,-1-1-2,2 3-1,-2 1 0,0 2-2,-1 2 1,-1 1 1,0 2 0,-1 1 3,-1 2-2,0 0 2,-1 2 1,-1 0-5,-1 1 1,0 0-4,-1-1 2,-2 0-2,1 0 1,0-1 3,0-2-1,1-1 3,-3-1 4,3 1 7,0-3 4,0-3 4,1-1 3,1-1-1,-1-2-2,1-2-6,2 1-6,-2-2-6,2-1-9,0 1-1,2-2 0,0 1 0,2-1 0,0-1 1,2 1 8,1-2-8,2 1-20,0 0-22,1 0-36,0-1-70,0 1-140,1 1-187,-1-1-183,1 1-176,-1 1-154,0 0-30,-1 1 85,0-2 161,-2 0 187,0-2 188</inkml:trace>
  <inkml:trace contextRef="#ctx0" brushRef="#br0" timeOffset="3380">1061 261 91,'0'-6'459,"-1"1"62,0-4 57,0 3 56,1-1-111,1-1-137,0 0-66,2 0-36,0 1-37,2 0-52,0-1-57,1 3-51,0 0-35,0 1-23,1 1-18,0 1-15,-1 1-55,-1 1-92,0 1-92,0 0-102,-1 1-105,-1 1-128,-1 2-59,-2 0 27,0 1 58,0 1 82,-1-2 98</inkml:trace>
  <inkml:trace contextRef="#ctx0" brushRef="#br0" timeOffset="3563">1095 297 342,'-4'5'442,"1"-1"58,0-1 61,1-1-72,-2 0-118,3-2-78,0 2-57,1-2-56,0 1-56,2-1-52,2-1-30,0 1-19,1-2-8,1 0-7,3 0-12,-1-1-43,1-1-69,2-1-104,-1 0-125,1-1-160,0 1-78,0-1-6,-2 1 42,0-2 92</inkml:trace>
  <inkml:trace contextRef="#ctx0" brushRef="#br0" timeOffset="3733">1273 130 41,'-2'-9'466,"1"-2"111,-2 2 116,1 1 116,1 1-40,-1 1-135,0 1-92,1 1-90,1 2-104,-1 2-99,2 1-66,-1 3-39,1 2-15,-1 1-5,2 3-5,-1 2-11,0 3-29,0 2-27,-1 2-21,1 2-13,0 0-7,0 2-8,0 2-24,0 0-74,0 1-145,1-1-185,0-2-188,0-1-164,-1-3-162,1-2-25,0-2 95,0-5 155,1-4 172</inkml:trace>
  <inkml:trace contextRef="#ctx0" brushRef="#br0" timeOffset="3965">1387 94 327,'-1'-15'628,"-1"1"124,1 1 102,0 4 87,1 2-213,-1 0-170,0 3-125,1 2-110,-1 2-92,1 3-68,-1 4-41,0 3-17,0 2-6,-1 5-2,1 1-4,-1 2-9,1 2-19,0 0-12,0 3-13,0-2-8,1 1-5,1 1-10,0-2-6,1-1-4,1-2-4,2 0-1,-2-2-1,3-3 2,-1-1 0,1-4-1,1-2 5,-2-3-2,2-2-1,0-3 1,-1-2-1,-1-2 0,2-2-1,-2-3 2,-1-1 0,-1-2 4,-1 0 9,0-1 14,-1-2 14,-1 1 9,-1 0 6,-2 0-1,-1 2-7,0 2-16,-5 2-13,2 3-12,-1 2-8,-2 5-22,-1 2-39,0 2-76,0 4-175,-1 1-243,1 2-265,0 1-202,0 3-76,-1 1 13,1 0 142,0 2 228,1-1 257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1:14.2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91 14 25,'-1'-2'385,"-1"-1"73,-2 2 77,1-2 99,0 2-50,-1-1-28,1 1-14,1 1-12,-1-1-34,1 1-63,0 1-84,1 1-74,0 2-52,-1 2-39,-1 2-25,0 4-25,1 1-23,-1 3-18,-2 1-19,1 1-16,0 2-16,0 1-10,-2 0-7,3 4-11,-3-1-1,2 1-6,0 1-1,0 0-4,2 0-2,1-1-19,1-1-40,1-1-67,2-4-129,3-2-173,3-4-164,2-2-143,2-6-119,4-3-85,0-4 46,2-3 134,2-3 143,0-1 149</inkml:trace>
  <inkml:trace contextRef="#ctx0" brushRef="#br0" timeOffset="246">370 234 184,'12'-17'402,"-5"0"72,-1 0 65,-1 0 11,-2 2-60,0-1-16,0 2-4,-2 1-11,-1 1-8,0-1-41,-1 4-52,-2 0-53,0 1-51,0 2-43,-1 0-41,-1 1-40,-3 3-29,-1 0-26,-1 2-21,-2 2-18,-2 2-14,-2 3-5,2 1-9,-2 2-2,4 0 0,0 1-2,2-1 0,1 1-1,4-2-1,1 1-1,4 0 0,1-1-1,2 1-1,3-1-1,4 0 0,0 1 0,3-2 2,3 2-2,1-2 2,2 0 2,0 1-1,2 0 0,1 0-2,0 1 1,-1-1 0,-2 2 0,-2-1 1,1 1-2,-3 0 4,-3 1 0,-1-1-3,-4 0 0,-3 1-4,-2-1 5,-3-1-4,-3-1 2,-3 2 1,-2-3 3,-2 2 3,-2-4 4,-1 1 4,-1-3 2,-1-1 5,-2-2 5,2-1 4,0-4-2,2 0-1,0-5-1,3-2-7,1-3-3,4-3-6,1-2-5,3-1-3,4-1-2,3-1-1,0 1-7,5 0-16,1 2-26,4 1-42,0 2-88,3 2-154,1 2-172,2 1-161,0 4-156,-1 3-123,1 3 0,-1 2 109,-1 2 151,2 1 164</inkml:trace>
  <inkml:trace contextRef="#ctx0" brushRef="#br0" timeOffset="744">838 242 47,'-3'-4'485,"0"-2"71,-2-1 55,1 0 85,-1 0-17,4 0-151,-1 2-77,2-1-37,2 1-28,2 1-61,1 1-81,2 2-68,2-1-36,1 4-23,1 1-18,2 1-22,-2 1-22,2 3-11,0 0-14,-1 2-12,0 2-7,2 0-2,-2 2-8,0 0-40,-1 0-81,0-1-126,-2-2-135,-1 1-124,1-2-119,-3-2-82,0-3-53,-2-1 19,-1-1 76,-1-3 96,1-3 107,-1-3 111</inkml:trace>
  <inkml:trace contextRef="#ctx0" brushRef="#br0" timeOffset="940">1048 256 143,'-4'-14'393,"2"-1"78,-4 1 88,-1 2 49,3 0-20,-2 3 6,1 0 4,2 2-9,-1 1-44,0 2-88,1 1-103,0 1-100,1 0-83,-1 2-66,-1 3-41,0 2-25,-2 4-17,-1 2-10,-1 3-3,-1 3-4,0 2-4,1 2-22,-1 0-53,2 1-111,-1 0-161,2 0-162,2-1-167,-1-1-165,2-2-89,0-2 32,2-3 117,1-3 142,1-3 156</inkml:trace>
  <inkml:trace contextRef="#ctx0" brushRef="#br0" timeOffset="1190">1165 220 240,'4'-13'474,"0"-1"67,-1 2 83,0 1 78,2-1-141,1 3-66,2-1-30,1 1-25,4 2-52,1 0-75,0 2-76,2 2-57,-1 1-34,1 2-30,-1 2-19,0 1-18,-2 1-2,-2 3-7,-2 0-7,0 2-2,-3 2-4,-2-1-2,-2 3-11,-2 1 0,-2 0-5,-3 1-7,-1 1-6,-3 0 1,-2 0-5,0 0-5,-1 1 0,-2-1 1,1-1 3,-1 0-3,-1-1 7,2-1 2,1 0 1,0-3 1,4-1-3,-1 0-4,3-4-3,2 0-4,-1 0-4,3-3-4,2-1-5,2 0-2,3 0-1,4-2-1,4 0-1,4-1 3,6-2 0,1 0 2,4 1-9,3 1-27,0-1-47,0 1-85,-1 1-167,-1 0-190,-3 1-187,-1 0-173,-1 2-106,-2 1 5,-2-1 123,1-2 168,-1 1 182</inkml:trace>
  <inkml:trace contextRef="#ctx0" brushRef="#br0" timeOffset="1601">1923 324 166,'-6'-4'492,"-1"-1"61,-1-2 63,3 2 83,0-1-119,1 2-113,3-2-58,1 1-41,2 1-37,2 1-66,2-1-74,2 0-58,0 1-36,-1 2-19,2 1-22,0 0-20,-1 0-16,1 0-9,1 2-7,0 0-19,0 1-77,-2 0-116,-1 0-139,2-1-152,-2 1-156,0 0-146,-2 0-11,-1 1 70,-1-1 114,-2 2 139</inkml:trace>
  <inkml:trace contextRef="#ctx0" brushRef="#br0" timeOffset="1778">1967 368 45,'-10'3'417,"-1"1"68,2-2 69,1 1 82,1-1-83,2-1-101,0-1-74,2 1-56,1-1-64,1 2-77,1-1-82,2 0-49,2 0-21,2 1-10,3-1-3,2-1-4,2 1-28,3-1-81,2-1-118,-1 0-147,4-1-157,1 0-146,1-1-49,1 1 40,4-2 90,-2 0 132</inkml:trace>
  <inkml:trace contextRef="#ctx0" brushRef="#br0" timeOffset="2021">2426 270 223,'-4'-9'480,"2"-3"57,0 1 74,1-1 114,2-1-153,2 2-63,2-2-18,2 2-11,2 0-30,1 1-80,1 1-80,0 1-67,1 2-48,1 0-36,0 3-36,-1 0-31,1 2-21,0 2-15,-1 3-10,-1-1-8,3 3-5,-3 2-3,-1 1-3,-1 2-2,-1 0 1,-1 3-4,-2 1 1,-2 0-1,-1 0-1,-2 2 1,-2-1-2,-1 0-2,-2 0 1,0-1-2,-2-2 3,1 0-1,-1-1 1,1-3 0,-1-1-2,2-1 2,1-2 0,0-2 2,1 1-1,-1-2 0,3-1 1,0-1-3,1-1 1,1 0-3,3-3 0,1 2-5,1-2 0,3 0 3,-1-1 2,2 2-1,2 0 4,-1 0 5,2 2-1,0 0 0,1 1-2,0 2-2,0 1-3,0 2 1,-1-1 0,-1 4 0,0 1-2,-2 1 2,-2 3 3,-1 0-1,-3 0 1,0 1 1,-4 1 1,-1-1 1,-4 0-1,-1 1-1,-3-2-1,-1 0 3,-3-2-1,-1 0-6,-3-3 3,-1 1 1,-2-4 0,1 1-1,-2-2-2,0-1 5,0-2-4,1-2-1,2-1-17,-1-2-38,1-3-75,1 1-131,3-5-177,2 0-185,2-1-170,2-1-132,2-1-14,5 0 82,1-1 153,6-1 174</inkml:trace>
  <inkml:trace contextRef="#ctx0" brushRef="#br0" timeOffset="2550">3080 101 483,'5'-6'698,"-4"-2"120,-1 1 121,-1 2 81,-2 1-258,0 1-179,-2 1-119,1 1-110,0 3-112,1 1-89,-3 3-52,2 2-27,0 5-9,-1 2 1,0 1 4,1 2 0,-1 1 0,0 2-4,2-1-2,2 1-4,0 0-7,1 1-6,2 1-11,0 0-3,4-1-8,0 2-6,3-2-6,1 1-3,2-2-4,3-2-3,0 0-2,2-4-2,2-1 0,1-4 2,0-2 2,1-3 1,-2-4 1,0-2-1,-2-3 4,-1-3-1,-1-3-1,-3-1-2,-1-3 3,-3-2 8,-2 0 7,-2-1 7,-4 1 12,-3 0 11,-2 1 2,-2 1-1,-4 3-8,-1 0-5,-4 5-11,-2 0-9,-4 4-7,-2 4-3,-2 2-5,-2 2-24,0 3-39,0 2-66,0 2-120,1 0-269,1 3-347,0 1-232,3-1-95,1 0-5,1-1 81,3-4 247,2 0 341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0:07.57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140 307 184,'-5'0'211,"0"0"-18,0 1-27,-1-1-16,1 1-14,-1-1-12,0 0-7,1 0-12,-1-1-8,0 0-10,1 1-1,-1 0-7,0 0-7,3-1 3,-2 1-1,1-1 0,1 0 6,0 0 10,-1 1 17,1-1 20,0 1 28,0-1 45,1 0 71,0-1 71,-2 2 51,2-1 38,-1-1 17,0 1-10,1 0-55,-1 0-63,1 1-61,0 0-52,-1-1-42,2 1-40,0 0-29,1 0-15,-1 1-18,0-1-17,1 0-13,-1 1-10,0-1-6,1 2-11,-1-2 0,1 2-3,-2-1-2,2 0-2,0 1-1,0 0 0,3 2-1,-1-1 2,0 1 1,0 2 0,3 0 1,0 2-1,-1 0 3,2 2 0,0 0 2,-1 0 2,2 2 0,-1 0 2,0 1-1,0-1 4,-2 0-3,2 0 1,-1 0-1,0-1-2,0-2 0,0 0-1,-2-2 4,2-2 10,-1-1 7,0-1 10,2-2 11,2-2 15,3-2 5,3-3-1,5-5-3,5-4-7,2-5-9,5-3-14,4-4-11,2-3-7,1-2-7,2 0-2,2-1-1,0 0 0,-1 2-1,-1 1 0,0 2 0,-4 3-1,-1 1-3,-4 4-1,-5 1-1,-3 4 2,-7 3 0,-1 2-2,-4 3-6,-2 0-15,-2 2-30,0 1-44,-1 1-58,-2 3-101,-3 1-221,-1 4-270,-3 1-244,-5 4-101,-1 2-19,-1 0 60,-1-2 208,1-1 272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0:29.2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9 0 11,'-3'23'14,"-1"-2"-7,2-2-3,2-1 5,0-2 4,1-1 6,1-1 1,1 0 2,0-1 0,0 0-3,3-2-5,-2 1-5,2-1-3,0-1-13,1-1-45,-1 0-25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1:47.29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2 127 103,'0'0'297,"0"0"47,0 0 25,0-1-38,0 1-47,0 0-39,0 0-35,0 0-28,0 0-27,0 0-23,0 0-8,0 0-2,0 0-3,0 0 11,0 0 15,0 0 23,0 0 26,0 0 17,-1 0 23,1 0 4,0 0-4,0 0-17,0 0-31,0 0-22,1 0-24,0 0-21,-1 0-14,0 0-13,0-1-1,0 1-3,0 0 4,0 0 5,0 0 7,0-1 5,0 1 2,0 0-2,0-1-6,0 0-5,0 1-7,0-1-6,1 1-4,-1-2-4,0 1-5,0 0-4,0 0-5,1-1-3,-1 1-2,2 0-1,-2 0-1,0 0 2,0 1-3,0-1-3,0 1-6,-2 0-6,2 1-7,-1-1-9,0 1-8,1 0-5,0-1-6,-1 1-3,0 2-5,1-1 0,0 1 2,0 2 0,0-1 2,1 4 0,0-1 0,-1 3 1,1 0 0,0 0-1,1 2-1,-1-1 1,-1 1 0,2-1 1,-1 1-1,1 1-1,1-2-16,-1 0-32,0-1-47,0 1-63,-1-2-103,2 0-188,0-3-195,-1-2-187,0-1-178,0-3-58,0-2 41,-1-1 156,1-3 193,1-1 210</inkml:trace>
  <inkml:trace contextRef="#ctx0" brushRef="#br0" timeOffset="531">139 46 28,'0'-8'407,"0"1"99,0 0 97,0 1 107,-1 1-66,0 1-42,1 1-47,-2 1-53,2-1-68,0 2-91,2 1-78,0 1-70,0 0-50,1 2-28,3 0-15,1 1-9,-1 2-15,3 0-11,-1 2-8,0 1-15,2 1-9,-1 1-3,0 0-3,2 1-1,-3 2-2,2 0 3,-1 1-3,0 0-5,-1 2-5,-1 0-2,-3 0 0,-1 0-4,0 2-2,-2-2-3,-4 2-1,-1 0-1,-2 1-3,-1-1 1,-2 2-9,-2 0-26,-1-2-54,-1 0-111,0-1-166,0-1-176,-1-1-169,1-4-160,0 0-88,0-4 35,2 1 127,5-5 153,-1-3 167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1:48.26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 35 85,'2'-5'451,"-1"1"122,0 0 144,-1 1 123,-1 0-68,0 0-61,1 2-64,-2 0-88,1 1-124,1 0-116,-1 1-107,1-1-78,-1 1-51,0 1-32,1 1-11,0 1 1,1 3 3,0 1 7,-1 1 6,0 1 2,0 1-4,1 1-11,-1 1-9,3 0-9,-2 1-6,0-1-8,1 1-4,-1 0-1,1-2-2,-1 3 0,2-3-3,-1 1-2,0-1-8,0 0-23,-1-1-42,0 1-76,0-4-134,-1 1-168,2-4-167,-2-2-148,0 1-126,-2-4-62,-1 0 60,-1-4 133,1-1 157,0 0 157</inkml:trace>
  <inkml:trace contextRef="#ctx0" brushRef="#br0" timeOffset="261">5 147 245,'-2'-10'419,"1"-1"81,0-1 81,0 3-5,1-1-20,1-1 6,1 1 4,1 1-11,1-1-32,1 3-67,2-1-88,-1 2-84,1-1-74,0 1-59,1 1-39,1 0-27,0 1-23,3 2-13,-1-1-13,2 1-7,1 2-10,-2 0-5,2 1-3,1 1-4,-1 2-1,-1-1-2,1 2 0,-2 0-2,-1 1-1,-1 1 1,0 0 0,-2 2-1,0 0 1,-4 0-2,-1 0 1,0 2 1,-3-1 1,-2 2 0,-2-1-1,1 0 1,-5 0 1,1 0-1,-2 0 0,-1 0 0,0-1-1,-1-1 1,0-1-1,2-1-1,-1 0 0,1-3-1,2 1 1,1-2 1,2 0 1,-1-2-1,3-1 3,0 0 0,1 0-1,-1-1 0,2-1-1,2-1-1,1 0-4,-1 0 0,4 0-2,0-1 1,0 0-4,3 1 2,0 0 3,0 1 2,3 0 0,-1 0-1,1 1 2,0 1-1,1 1-1,0 1 0,-2 1-1,1 1 0,-1 2 2,0 0 2,-2 2-1,-1 1 1,-1 2-1,-3 0-1,0 1 2,-2 0-3,-2 1 1,0 0-1,-3 0 4,-1-1 1,-1 0-1,-2-2 4,-2 1 4,-1-3 4,-2 1 1,-2-2 2,0 0 1,-4-2-1,-1-1-1,-2-1-8,0-2 0,-1-1-3,0-3-1,1-1-5,2-1-20,2-2-39,3-2-97,1-3-206,5-1-235,0-2-243,3 1-183,1 0-69,1 0 39,1 0 176,2 1 218,3-1 237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1:50.06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14 117 204,'0'-1'255,"0"1"7,0-1-35,0 0-40,0 0-31,0 1-22,0-1-9,0 1-3,0 0 4,0 0 8,0 0 9,0 0 13,0 0 8,0 0 9,0 1 9,0-1 13,-1 0 18,0 0 19,1 0 21,-1 0 17,0 0 6,1 0-2,-1 1-16,1 0-25,-1 0-29,1-1-33,-1 0-24,1 0-21,0 0-13,0 0-5,0 1-3,0-1-2,-1 0-2,1 0-5,-2 0-5,1 0-9,1 0-6,-1 0-6,1 1-6,0-1-7,0 0-5,-1 0-1,1 0 0,0 0-3,-1 0-2,1 0 2,0 0-4,0 0-3,0 0-6,0 0-5,0 0-4,0 0-3,0 0-4,0 1-5,0-1-1,0 0-4,1 1 1,1 0-4,1-1 1,1 1 0,3-1 2,-1 1 5,4-1 8,1 1 0,3-1-1,0 0 0,2-1-1,-1 1-5,2-1-8,1 0 0,-1-1 0,0 0 0,-1 1 0,0-1-1,-1 1-1,-2 0-1,2 0 2,-5 0-1,0 0-2,-1-1-2,-2 1 2,1 0 1,-4 0-3,1 0 0,-1 0-1,0 0 0,-2-1 0,0 1-7,0 1-18,-1-1-42,-1 1-76,-2 0-174,-2 0-252,-3 0-258,-3 0-207,-2 1-81,0 1 14,1-1 141,1 0 232,3-1 254</inkml:trace>
  <inkml:trace contextRef="#ctx0" brushRef="#br0" timeOffset="1709">863 43 246,'1'-3'425,"0"0"68,-1 1 67,0-1-23,0 0-36,0 0-9,0 0-10,0 1-5,0 0-14,-1-1-39,0 1-64,1 0-66,-1 1-58,1-1-49,-1 1-37,1 0-34,-3 1-19,2 0-15,-1-1-9,0 0-7,0 1-11,-2-1-6,0 0-8,0 1-9,-3 0-5,1 1-5,-3 0-2,2 1-4,-2 0-2,-1 1-1,0 0-4,0 2-1,-1-1-3,2 1 0,-1 0-1,0-1-1,1 3-1,-1 0-1,1-1 0,0 3-1,0-1 0,1 1 0,1 1 0,0 0 0,2 0 0,-1 2 0,3 0 0,0 0 0,1 1 1,3 0 1,1-1-2,2 1 1,0 0-1,2-2-1,1 1 0,2-1 0,1-2 2,1 0 0,1-1 1,1-2 2,0 0 1,3-3 0,2-2-1,-1-1 1,3-3-1,0-1 2,0-1-4,0 0 1,-1-2-1,-1 0-2,-1 0 4,-4 1-15,-2 0-20,-2 1-37,-1 2-55,-3 1-116,0-2-202,-2 1-200,-3 0-185,-2 1-152,-2 1-47,-2 2 63,-1 0 171,3 0 197,-2 0 199</inkml:trace>
  <inkml:trace contextRef="#ctx0" brushRef="#br0" timeOffset="8529">1440 295 34,'0'0'74,"3"0"-17,-2-1-18,0 1-12,0-1-10,0 0-7,-1 1-2,0 0 0,1 0 4,-1 0 3,0 0 6,1-1 6,-1 1 6,0 0 6,0 0 6,0 0 5,0 0 2,0 0 4,2 0 2,-1 0 0,-1-1-1,0 1 0,1 0-1,-1 0 1,0 0 1,0 0 3,0 0 2,0-1 6,0 0 4,0 1 6,1 0 6,-1 0 6,0 0 6,0 0 3,0 0 5,0 0 5,0 0 5,0 0 3,0 0 5,0 0 2,0 0 4,-1 0 3,0 0 3,1 1 2,0-1 6,-1 0 7,-1 0 6,2 0 4,-1 0 4,1 0 5,0 0 0,0 0-3,0 0-2,0 0-6,0 0-5,-1-1-15,1 1-14,-1-1-14,0 0-19,-1 0-14,-1-1-12,1 0 1,0 1 0,-1-1-3,2 1 0,-3-1 4,0 0-3,1-1-9,-1 1-4,1-2-2,-2 2-2,1-1-10,-1 0-6,1-1-4,-1 1-7,1 1-5,-1-1 2,0-1 3,0 1 0,1-1 0,0 1 2,-1-1 4,3 0-1,-3 1-3,-1 0-2,2-1-2,-1-1-6,1 1-5,-1 0-1,2 0-2,-1-1-3,-1 1-1,2-1 3,-2 0-1,1 0-2,-1 0-2,2 0 2,0 1 0,-1-2-1,1 0-2,0 2 1,2-1 3,-3-1 1,1 2 0,1-1-1,0 0 3,-1 0-1,2 0-3,-1 0 0,0-1 0,0 1-1,0-1 0,1 2 0,0-3-2,0 1 2,1 2 1,0-3 0,0 3 0,0 0 1,0-1 4,0 0-3,0 3-1,1-2 0,0 1-1,0 0-3,1 0 2,-2 1-1,2 0 1,-1-1-1,0 1 0,1 0 1,0 1-2,1 0 1,0 0 0,-1-1 2,2 2 2,-2 0 0,1 0-2,2 0 2,-2 0-1,0 0-2,-1 0-3,3 1 1,-2 0 2,-1 0-2,1 0 0,0 0 2,-1 1 0,2-1-1,-2 0 0,0 0-1,0 1 2,-1-1 0,0 0-1,2 0 2,-2 0 2,0 1-1,0 0 1,0 1 3,-1 0-1,0 0-2,-1-1-1,0 3 0,1-2-2,-2 1-2,-1-1 0,1 1 1,0 1-1,-1 0 1,-1-1 4,1 1-1,0 1 1,-1-3-1,1 2 0,0 0-1,-2-1-3,4 1 1,-2 0 0,-1-1 1,1 2 1,0-1-3,2 0 3,-4 1 1,2 0-1,0-2 0,-1 3 0,2-2 3,0 2 1,0-1-2,-2 0 0,2 0 0,0 0-3,1 2 1,-2-2-1,1-1-1,0 2 1,1-2 1,0-1 0,0 2-1,1-3 0,0 2-2,0-2 1,0 1 1,1-2 1,0 0 0,0 1 1,2-1 1,1 1 1,0-2-3,3 1 0,-1 0 0,2-2 0,1 0-2,2 0 1,1-2 1,0 0 0,-1 0-1,0-2 0,2 0-1,-2-1 0,0-2 3,0 2-1,2-4 2,-5 2 0,1-2 4,-1 1-3,-2-2-1,-1 2-2,0-2 5,-1 0-4,-3 1-1,0 0-1,-1-1 1,-1 3 3,-1-1-3,-2 1 1,-3 0-1,0 2-1,-2 1-27,0 0-77,1 1-138,-5 1-164,3 0-168,-1 2-186,0 0-141,0 0-14,2 2 90,3 0 140,2-1 158</inkml:trace>
  <inkml:trace contextRef="#ctx0" brushRef="#br0" timeOffset="10019">1741 94 201,'-2'0'389,"0"0"66,0-1 61,0 0-42,1 1-63,-1-1-44,1 1-35,0 0-28,0 0-26,1 0-22,-1 0-15,2 0-5,0 0 4,1 1 3,0-1-6,1 1-9,0 0-21,0 0-22,2-1-33,-1 1-32,3 0-25,-1-1-22,2 0-18,0 0-16,2 0-10,-1-1-9,0 0-5,0 0-4,-1 0-6,2-1-2,-3 1-3,2-1 2,-1 0 1,0 1 6,-3-1 5,1 1 4,-1 1 10,-2-2 5,0 2 3,-1-1-1,0 1 2,1 0-1,-2 0-7,0 0-6,-1 1 4,0-1-9,1 1-7,-1 0-4,0-1-5,-1 3 6,1 0-2,0 1 14,-1 2 9,-1 0 1,-2 2 16,0 0 0,-1 0-2,0 3-3,-2-1-2,2 1 4,-3 2-11,1 0-1,-2-1-2,0 1-3,1 0-6,-1 0-4,1 0-5,-1-1-2,2 0-2,0-2-4,1-1 0,0 0 1,2-2 0,0 0 0,1-1-1,0-2 9,1 1-4,1-2-4,0-1-3,-1 0 1,1 0 1,1-1-8,1 1 5,1-1 6,0 1 2,1 0 5,0-1 1,1 1 1,1-1-1,2-1 4,1 1-3,1-1-2,3 0-3,-1 0 1,2 0-4,2-1-4,-1 1-1,2-1 0,-1 0 0,2-1-2,1 0 0,-1 0 0,-1 1 1,1-1-8,-2-1-29,-1 2-45,-2 0-62,-3 0-116,-2 0-229,-3-1-266,-2 1-237,-4-1-96,-1 2-10,-3-1 74,0 0 207,1 0 266</inkml:trace>
  <inkml:trace contextRef="#ctx0" brushRef="#br0" timeOffset="21070">475 7 119,'-3'-2'210,"-3"1"2,2-1-37,-1 2-33,1-1-26,0 0-20,0 1-11,1 0-8,2 0-3,-1 0 4,-1 0 10,1 0 14,1 0 14,-1 0 11,2 0 8,-1 1 1,1 0-5,-1-1-11,0 1-12,1 0-5,0 0 7,2 1 20,-1 0 29,2 1 17,1 0 7,0 1-5,-1 0-2,3 0-9,0 1-16,1 0-10,1 1-7,1 0-10,0 0-23,1 1-29,0 0-25,0 0-21,2 1-12,-1 0-3,0-1-3,-1 1-1,1-1-3,-2 0 2,-1-1-4,0-2 0,-2 1 1,0-1-1,-1-1 1,0 0-2,-4-1 3,1 0 1,1 0 11,-2-1 20,1 1 20,-2-2 19,0 1 15,0 0 5,-2-1-6,-1 1-14,-1 1-15,-3 0-14,-1 1-15,-3 1-6,0 0-3,-1 2-9,-1 0-6,-2 0-4,2 2-1,-1-1-3,1 2-13,1-1-84,1 2-129,0 0-147,0 0-173,0 0-202,0 1-96,0 0 27,2-1 101,1 0 131,1-3 165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2:01.7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18 141 31,'0'0'241,"-2"0"43,1 0 4,1 0-15,-1 0-17,0 0-23,1-1-22,-1 0-18,0 0-15,1 0-7,-1-1-7,1 1 1,-1 1 3,0-1 12,1 1 20,-1-1 26,0 1 36,1-1 33,-1 1 21,0-2 7,1 1-5,-1 0-24,0-1-42,1 0-45,-1-1-38,0-1-34,1 1-32,0 1-25,0-1-17,1 0-15,0-1-11,0 0-13,1 0-9,0-1-7,1 1-3,0 1 0,2-2-3,-1 1 1,3 0 0,-1 1 3,0-1-2,3 0-1,-3 0 1,4 2-1,-2-1-1,0 1-1,2 0 0,-2 0 0,0 2 1,-1 1-1,2 0 1,-1 1-4,0 1 2,-2 0-3,2 1 4,-1 2 0,0 0-2,-2 1 5,0 0-1,-1 1 3,-1-1 0,-2 4 2,-1 0 3,-1-1 3,-1 3 1,-2 1 2,-2-1-2,-2 1-4,0 2-1,-1-1-4,-1-1-1,-2 1 1,1-1 0,1-1 1,-1-2-2,1 0 3,0-1 0,2-2-5,0 0 1,2-2 0,-1-1 5,2-1 2,0 0 5,1-2 10,2 0 2,-1-1 0,1 1-1,0-2-5,2 1-5,0-1-6,0 0-3,0 0-5,1 0-1,2 0-1,2 0 0,2 0-1,3 0-1,1 0 3,2-1 0,1 1 0,4 0 0,1 0 1,1 0 1,1 0-2,0 0 0,-1 0-2,0 0-17,-1 0-33,-1 0-53,-2 0-77,-1-1-113,0-1-131,-2 0-113,-1 0-89,-2-3-60,-1 0-43,0 0-17,-3-1 64,-2-1 94,-1 1 100,-1-2 103</inkml:trace>
  <inkml:trace contextRef="#ctx0" brushRef="#br0" timeOffset="698">390 27 272,'0'-5'371,"-1"1"57,-1 1 27,2-1-68,-1 1-52,0 1-37,1 0-38,-1 1-32,0-1-37,1 2-32,-1-1-28,1 1-19,0 0-1,0 1 20,1-1 39,1 2 30,0-1 38,2 2 31,1-1 22,0 2-9,1 0-26,1 1-29,1 2-43,0 1-35,0 0-40,1 0-32,1 3-24,-1 0-14,0 2-8,1 2-9,-2 1-6,1 0-8,-4 2-1,2 1-2,-4 1-2,1 2 1,-4-1-2,-1 2 2,-2 0-2,-3 3-15,-3 2-59,-4 1-149,-3 0-203,0 1-219,-3-1-243,-2 0-112,1-2-10,3-1 110,0-3 184,3-3 209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2:05.28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 64 350,'1'-5'440,"-1"1"72,-1 0 80,1 0-57,-1-1-26,1 2-17,-1 1-12,0-1-24,1 1-37,-1 0-59,0 2-73,1-1-55,-1 1-46,0 0-36,0 0-26,0 0-22,1 1-16,-1-1-8,0 1-10,1 0-7,-1-1-10,1 1-11,-1 0-7,0 1-13,1 0-5,0 1 3,0 2 5,0 1 10,0 2 5,1 0 9,-1 4 2,0-2-5,0 3-7,1 0-10,-1 2-5,0-1-6,0 2-4,0 0-3,1 0-2,-1 0-2,2 1-2,-1-1-1,1-1-2,0 1-1,1-1-1,-1-1 2,2-1 0,-1-1 1,3-2 1,-2 0 0,1-2 1,1-1-2,2-2 0,1-2-1,1 0 1,2-3 2,3-1-1,1-3-1,1 1-5,1-3-10,-1-1-18,0 0-26,0-1-30,-2-1-49,1 1-69,-2-2-108,-2 1-130,-2 0-121,0 1-109,-4 1-93,-2 0-89,-3 1 30,-2 3 101,-2-1 121,-1 1 128</inkml:trace>
  <inkml:trace contextRef="#ctx0" brushRef="#br0" timeOffset="438">76 232 120,'-7'0'359,"0"0"57,1 0 50,3-1-26,-2 1-98,3-1-66,0 1-53,1-1-38,2 0-21,1 0 1,3 0 16,-1-1 23,3 0 22,0 0 7,0 0-8,0 1-19,2-2-32,0 1-35,3-1-30,0 0-25,1-1-20,2 1-24,-1 0-16,2-1-10,-1 0-7,0 1-21,-1-1-74,0 1-96,-3-1-97,0 1-101,-2-3-90,-3 1-70,-1 0-29,-2-2-27,-2 1 33,-3 0 64,-1-1 70,-2 2 79</inkml:trace>
  <inkml:trace contextRef="#ctx0" brushRef="#br0" timeOffset="684">91 45 35,'-13'-3'322,"2"0"62,-1 1 56,3-1-2,2 1-69,0 0-59,2 1-53,1 0-51,2 0-49,-1 0-45,3 0-20,0 1 13,5 0 33,-1 0 31,5 0 33,0 0 28,1-1 1,4 0-28,0 0-45,1 0-31,1-1-35,3 0-35,0-1-20,0 1-13,-2 0-6,1 0-31,-1 1-88,-2-1-113,-2 0-125,-1 0-127,-3 1-134,-3 1-116,1 0 8,-3 0 73,0 1 104,0 0 116</inkml:trace>
  <inkml:trace contextRef="#ctx0" brushRef="#br0" timeOffset="1408">553 234 4,'0'0'77,"0"-1"3,1 1 0,-1 0 1,0-1 5,0 1 1,1 0 6,0 0 2,-1 0 2,0 0 2,0 0 0,0 0 1,0 0-1,0 0 0,0 0 1,0 0 1,0 0-2,0 0 1,0 0-1,0 0 2,0 0-7,0 0 7,0 0 9,0 0 6,0 0 16,0 0 8,0 0 23,-1 0 19,1 0 25,-1 0 35,1 0 29,-1 0 33,0 0 21,1 0 11,-1 0-2,-1 1-22,2-1-28,-1 1-38,1-1-43,0 0-39,0 1-41,0-1-26,3 1-18,0 0-5,3 0-4,-1 0-4,3 0 2,1 1-4,1-1-6,1-1-9,1 1-8,0-1-4,1 0-4,2 0-4,-1 0-4,2-1-3,-1 0-2,1-1-1,1 1-7,-1 0-3,2-1-2,0 0-4,0 0-3,-3 1 0,3-1 2,0-1-1,-3 1 1,1-1 0,-3 0 0,-2 2-1,0 0 1,-3-1-1,0 0-1,-3 1 1,1 0 1,-3 0 0,1 1-1,-2 0-2,0 0 1,0-1 3,-1 1-2,-1-1 2,2 0 0,-2 1 2,0 0-2,-2 0-2,0 0-8,-1 0-16,-2 1-26,0 0-40,-2-1-68,-1 1-129,1-1-163,0-1-170,0 1-147,1-2-146,-2 1-59,1 0 63,1 0 135,1 0 165,4-2 164</inkml:trace>
  <inkml:trace contextRef="#ctx0" brushRef="#br0" timeOffset="2396">1179 95 166,'5'-2'310,"-2"1"52,1-2 11,-2 1-33,0 0-31,0 0-19,-1 1-12,1 0-4,-2-1 9,1 0 20,0 1 31,-1 0 29,2-1 25,-2 2 6,0-2-16,0 2-31,0 0-53,0 2-58,1-2-56,-1 2-45,1 0-32,0 1-27,0 1-12,0 2-8,0 1-7,0 1-9,2 3-8,-2 0-6,0 3-8,1 1-6,-1 0-4,-1 0-1,1 0-4,0 0-1,-1 0 1,1 1-3,0-2 0,-1 0-2,2-1-20,-2-1-42,1-2-75,0 1-131,0-5-161,2 1-148,1-4-132,-2-1-111,0-2-77,0-2 50,3-1 117,0-4 125,2-2 142</inkml:trace>
  <inkml:trace contextRef="#ctx0" brushRef="#br0" timeOffset="2700">1379 125 322,'1'-10'485,"-1"1"92,0 0 118,0 2 4,0 0-71,0 2-56,0 0-34,0 0-48,0 3-91,-1 0-85,1 1-83,-1 0-65,1 1-49,0 1-33,0 0-19,1 1-9,-1 0 1,2 3-1,-1 0-4,2 1-5,-1 3-2,-1 0-8,1 2-10,-1 2-7,0-1-3,0 1-4,2 0-4,-2 0-3,0 1-3,0-1-1,0 0-1,-1 0-1,0-1-2,0-2-2,0 1-22,0-1-41,-1-2-66,0 0-99,1-3-142,-1 0-147,0-2-123,-2-1-90,-1-2-71,0-2-28,-4 0 73,1-3 115,-1 2 126,1-2 121</inkml:trace>
  <inkml:trace contextRef="#ctx0" brushRef="#br0" timeOffset="2973">1250 214 217,'-5'-4'412,"-1"0"65,4 1 49,-1 1-52,0-1-109,2 1-82,1-1-54,2 1-39,3 0-33,-3 0-27,4 2-13,0-2-19,1 1-21,2-1-22,2 1-17,0 0-11,1 0-22,2-1-67,-1 0-94,0-1-127,-1 1-145,-2-1-140,0-2-62,-3 1 21,0 1 70,-2-2 112</inkml:trace>
  <inkml:trace contextRef="#ctx0" brushRef="#br0" timeOffset="3446">920 115 166,'1'-1'315,"1"-1"45,-2 2 6,0-1-45,0-1-47,1 1-34,-1 0-24,1-1-8,-1 1 1,0 0 15,0 0 29,0 1 30,0 0 27,0 0 17,-1 0 0,1 0-13,0 0-22,1 1-30,1 0-31,0 1-33,3 1-30,-1 0-27,3 2-32,-1 1-30,2 0-25,1 1-19,1 0-12,0 2-7,0-1-7,1 1-4,-1-1-3,0 2 0,0-3-2,-1 1 0,-1-2-1,0 1 2,-2-2 2,0 0-2,-1 0 0,0-2-2,-2 1 1,2 1-1,-3-2 1,1-1 0,-1 0 2,0 0 2,-1-1-2,-1 1 4,1-1 1,-1-1 3,-1 1 8,0 0 2,-1-1 1,-1 2 0,-2 0-1,-2-1-7,-1 3-5,-1-1-3,-2 2-2,0 1-1,-1 2-3,-2 0 0,0 3-31,1 0-71,-1 0-142,2 1-171,1-1-166,1 1-168,1-2-161,0-1-29,1 1 89,2-4 140,-1 0 154,3-1 163</inkml:trace>
  <inkml:trace contextRef="#ctx0" brushRef="#br0" timeOffset="4185">458 125 75,'4'-3'260,"-2"0"43,1 1 6,-1-1-24,1 1-23,-2 1-14,-1-1-16,2 1-15,-2 0-22,1 0-18,0 0-21,-1 1-25,0 0-22,0 0-19,0 2-7,0 0 1,-1 1 5,0-1 10,-1 3 18,0 0 30,-3 1 10,1 2 1,-2-1-5,-2 2-10,2 0-12,-2 0-25,0 2-17,-1-1-18,1 0-13,1 1-13,1-1-15,-1-1-12,2 0-8,0-2-5,2 0-5,1-1 3,0-2-2,1 1 3,2 0-3,2-2 1,1 2 4,3-1-1,3-1-2,2 0 0,3 1 1,1 0-2,3 0 7,-1-2-8,0 3-42,0 0-97,-2-1-115,0-1-138,-4 3-173,-1 0-149,-2 2-37,-2-1 53,0 2 90,1-3 127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2:46.30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106 166 1,'-2'1'241,"0"-1"32,0 0 4,0 0-32,1 0-45,0 0-38,0 0-25,0 1-11,1 0 0,-1-1 10,0 0 16,1 0 21,0 0 21,0 0 27,-1 0 25,-1-2 29,2 1 27,-1-1 20,0-1 6,1-1-9,0 2-16,0-3-29,1 1-36,0 0-37,1-2-31,0 1-24,1 0-27,1-2-24,0 1-24,3 1-19,-1-2-13,2 3-12,0-2-6,1 1-8,-2 1-1,3 0 0,2 1-3,-4 1 1,2 1-2,0 0 4,-1 2 0,0 0 4,-1 1 0,0 1 1,-2 1 1,0 1-1,-3 2 2,0 0-5,-1 3 2,-2-2-3,-2 3 0,-1 0-6,1 0-2,-3 1-2,-1-2-2,0 2-4,0-1 1,-1-1 3,-2 0-1,0 0 2,2-2 0,0 0 4,-1-2-2,3 0-3,-1-1-1,2-2 0,0 0 1,1-1 3,1 0-2,-1 0 1,2-1-2,0-1 2,1-1-1,0 0-6,0-1 3,2 1 0,1-1 1,-1-1-2,2 2 0,1 0 1,0-1-1,1 0-1,2 1-1,-1 1 2,2 0 0,-1 0-1,2 1 2,-1 1 1,-1 1 0,1-1 1,-3 2-3,1 1 1,0-1 0,-3 2 1,-1 1 1,1-1 0,-3 1 4,0 1-1,-2 0 2,-1-1-2,-2 1 0,-1-1 2,-3 2-3,-1-2 0,-2 2 2,0-3 1,-1 1-1,-2-1-2,0-1 2,1 0-2,-2-3-1,0 0-2,1-1 0,0-1 0,-1-1-6,3-1-17,0-3-49,1 0-78,1-2-132,0 0-154,2-1-154,0-2-136,2 2-137,-2-2-28,3 2 75,1 0 125,2-1 141,0 0 147</inkml:trace>
  <inkml:trace contextRef="#ctx0" brushRef="#br0" timeOffset="945">362 8 98,'0'-1'283,"1"1"39,0-2 1,-1 1-29,1 0-35,0 0-30,-1 0-24,1 0-6,0 1-1,-1 0 9,1 0 16,1 0 25,0 0 31,0 0 30,0 0 16,0 0 10,2 1 0,-1 0-7,3 2-20,0-1-29,0 2-30,2 0-35,-1 1-33,2 0-37,-1 3-33,0 0-23,2 3-16,-2 1-16,-1 2-11,-1 2-8,-1 2-8,1 0-6,-4 2-4,0 2-4,-2-1-3,-1 3-3,-2-1-2,-3 2-2,-1 2-2,-3 1 0,-3 2-3,-2 0-15,-2 2-39,1 0-78,-3-2-159,0-1-197,0-2-212,0-1-232,1-4-90,0 0 7,2-5 123,0-3 177,4-5 204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2:58.65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292 12 60,'-1'1'275,"1"-1"41,0 1 18,0 0-31,0 0-37,0 0-29,0 0-18,0-1-6,0 1 0,-1-1 1,1 1 7,-1 0 14,1-1 23,0 0 19,0 0 15,-1 0 10,0 0-1,1 0-11,-1 1-23,1-1-27,-2 0-28,1 0-27,1 0-23,0 0-18,0 0-18,-1 0-15,0 0-14,1 0-13,-1 0-10,-1-1-13,1 1-10,-2-2-11,-1 1-7,0-1-7,-1 1-7,0-1-7,-2 0-1,1-1-2,-1 2 2,-1-1 1,-1 0 0,2 1 4,-2 0-3,2 0 1,-2 0-1,0 1-5,-1 1 1,-1 0-1,0 1 1,0 2-4,-1-1-1,1 2 1,-1 2-4,1 0 0,0 1-2,0 1 3,0 1 2,2 1-3,-1 2 3,2 0-4,1 1 2,0 1-2,1-1 0,3 2 1,-1-1-1,2 0 3,2 0-2,1-1 0,4 0-1,-1-1-4,5-1 3,0-1 1,3 0 0,5-4 2,1 0 0,3-1 3,1-5 0,1 0-2,-1-2-1,2-1 0,-1-1-2,-2-2 0,-1 1 0,-2 0-3,-3-1-12,-2 1-32,-3 1-57,0 1-108,-5 1-177,1-1-177,-2 2-169,-2 0-162,-2 2-80,-1 0 37,-1 2 139,0 0 159,0-2 171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2:59.56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15 183 53,'-2'-1'246,"1"0"33,0 0-10,1 0-23,-1-1-27,0 1-21,1-1-9,-1 1 6,0 0 14,1 0 26,0 0 40,0-1 56,0 0 58,-1 0 56,1 0 24,0 1 5,-2 0-25,2 1-51,-1-1-65,0 1-71,1-1-53,0 1-45,-1 0-36,1-1-25,0 1-20,-1 0-17,1 0-10,1 0-12,0 0-6,3 0-5,0 0 0,4 0 4,0-1 1,3 1 1,3 0 4,-1 0-2,3 0-3,1 0-7,-1 0-5,2-1-4,1 1-4,1-1-5,0 0-4,0 1-2,0-1-3,0 0-3,-1 1-2,0 0 0,0 0 1,-3 0 0,1 0 2,-1 0 0,-2 0 0,-1 0 0,-1 0-4,-2 0-5,-2-1-12,0 1-27,-2-1-33,-2 0-46,-1 1-67,1-1-112,-2 1-155,-2-2-136,0 0-108,-1 2-87,-1-1-58,-3 0-14,2-1 96,1 1 127,-2-3 122,1 1 120</inkml:trace>
  <inkml:trace contextRef="#ctx0" brushRef="#br0" timeOffset="365">404 76 133,'-2'-8'343,"0"0"64,0 0 65,1 0-29,-2 2-43,2-1-8,-1 2 6,2 0 0,1 0 5,0 0 5,-1 2-1,0 1-16,-1-1-34,0 1-37,1 1-44,-1 1-50,1 0-48,-1 0-42,1 0-31,0 0-21,0 1-16,2 0-10,0 1-5,2 0-3,-1 0-3,2 0-2,2 2-8,-1 0-5,1 0-11,1 0-4,1 1-4,0 1-4,1 0-2,0 0-1,0 1 1,-1 1-2,2 0-1,-1 0-2,-1-1-1,1 2 0,0-2-1,-2 1 0,1-1 0,-2 0 1,1-1 1,-1 1-2,0-2 0,-1 2 2,0-2-2,-1-1 1,-1 2 1,0-2 1,-1 0-2,2-1-1,-3 0 3,-1 0-1,0 0 5,1-1 7,-2-1 11,0 1 7,0 0 6,-2 0 4,0 1-1,-3 1-6,-1 0-7,-1 2-6,-1 1-10,-1 1-4,-2 1-3,-1 3-2,1 0-3,-1 0-3,-1 3-1,-1 0-24,1 1-48,-1-1-86,1 0-188,2-1-243,0 0-264,2-3-192,0 0-68,3-6 26,4-2 157,2-3 226,2-5 261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3:09.48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59 77 153,'1'-1'228,"0"0"-6,-1-1-23,0 1-28,0 0-25,1 0-21,-1 0-11,0 0-8,0 1-2,0-1 1,0 1 7,0-1 6,0 1 9,0-2 11,0 2 11,0-1 11,1 1 9,-1-2 13,0 1 14,0 0 20,-1 0 12,1 0 16,0 0 17,0 1 1,0 0-5,-1-1-12,1 0-15,-1 1-21,0-1-22,1 1-15,0-1-14,-1 1-16,1 0-17,0-1-14,0 0-14,0 0-14,0 0-11,0 0-7,-1 0-6,0-1-2,1 0-4,0 2-7,0-1-3,0 1-4,-1 0-4,-1 0-4,2 0-5,0 0-2,0 0-6,-1 1-6,1-1-3,-1 2-4,0-1-2,0 1 0,0 2-2,0 0 3,-1 4-4,-1-1 4,0 3-2,2 1 3,-4 2-2,2-1-2,0 3 2,0-1-3,-1 1 0,2 0-1,-1 0-1,0 0 1,0 0 1,2-2 2,-1-1-2,1-1 0,-1-3-1,0 0 1,2-2-1,-1-1-1,1-2 3,0 0 3,0-1 0,1-2 0,-1-2 1,0-3 2,1 0-4,0-2-1,-1-3-2,3 1 2,-2-2-2,0-2-3,-1 1 4,2-2-1,0 2 1,1 1-2,-2 1 1,0 2 0,-1 0-2,1 2 0,-1 2 1,0 1-1,0 1 0,0 1 1,0 1-1,0 1 1,0 2-1,0 2 1,0 1 0,-1 1 1,1 2 2,-1 1-1,0 0 0,1 3 2,-2 0-2,1 0 0,1 0 0,-1 0 1,1-1-2,0-1 0,0 0 0,0-4-1,0 0 1,0-2 0,0-2 2,0-1 0,0-2 1,0-2-1,1-1-1,-1-4-1,3-2-2,-2-3 0,1-2 1,0-1 2,0-1-3,1-1 1,-1 1 1,1-1-1,0 0 1,2 0-1,-3 1 2,3 1-1,-1 0 1,0 0-1,2 2 0,0 1 0,-1 0-1,2 2 0,-1 2 0,3-1-3,-1 2 3,2 1 0,-2 1 3,2 1-3,-3 2-1,1 1 4,1 1-3,-1 2-1,2 0-2,-1 2 1,0 1 2,0 1 0,-1 2-6,0 1 3,0 2 4,0 0 0,-1 2-1,0 1 1,0 1 6,0-1-4,-1 1-1,1 1-1,-1-1-2,-1 0 0,1-1 1,-2 1-3,-2-1-13,1-1-17,0-1-24,-1-1-35,0-3-53,-1 2-73,1-4-99,-2 0-105,0 0-87,-2-3-69,-1 1-45,-2-1-16,0-1 15,-3 0 3,-1-1 46,0 0 71,0-1 78,0-1 84</inkml:trace>
  <inkml:trace contextRef="#ctx0" brushRef="#br0" timeOffset="960">58 233 79,'-6'-1'297,"1"-2"44,0 0 41,1 2-54,2-1-57,-1 0-44,1 1-31,0 1-28,1-1-27,0 0-18,2 1-5,1-1 7,1 1 6,2-1 9,3-1 2,-1-1-6,1 1-22,1 1-24,2-1-24,0 1-27,2 0-16,0-1-10,1 1-7,2-1-9,-1 0-36,0 0-61,-1-1-88,0 1-105,-2 0-119,-1 1-124,-1-1-37,-1 0 28,0 1 67,0-1 92</inkml:trace>
  <inkml:trace contextRef="#ctx0" brushRef="#br0" timeOffset="1264">462 117 77,'0'-5'303,"0"1"50,0-1 45,-1-1-38,1 3-58,0-1-29,0 0-19,0 1-15,0 2-4,0-2-4,0 2 1,-1 0 4,0 0 2,1 1-6,-1 0-19,1 0-22,0 2-21,0 1-16,1 0-18,0 3-11,0 1-13,1 1-13,-1 1-14,0 4-24,2-1-17,-2 2-16,0 0-5,1 1-7,-1 0-7,2-1-4,-1 1-1,0-1-6,-1 0-32,0-2-80,0 0-106,0-1-109,-1-3-117,1 0-120,-2-2-109,0-1-49,-1-1 41,0-2 74,0-2 97,1-1 114</inkml:trace>
  <inkml:trace contextRef="#ctx0" brushRef="#br0" timeOffset="1537">463 172 76,'0'-13'335,"1"0"52,0 1 52,2 0-5,0 0-91,0-1-54,2 3-23,1 0-17,0 1-12,3 1-15,-2 1-12,1 1-4,0 0-13,0 2-18,1 1-29,-1 1-23,1 0-22,-2 1-28,1 2-20,0 0-13,1 2-9,-1 0-11,-1 0-7,-1 3-5,1 0-1,-1 0 0,-1 2-4,0-1 4,-2 1-1,-1 0 0,0 0-1,-2 2-2,0-1 2,-2 0-1,-2 0 1,0 0-1,-2 1-3,1-1 1,-2-1 1,0-1-1,1 0-2,0-2-2,1 1 2,-1-2-2,2-1 1,-1 0 1,2-1 1,0 0 3,0-1 0,2 0-1,1-1-3,0 0 2,0 0-4,4-2 3,0 1-1,3-3 0,0 2 3,2-1-4,2 0 2,-1 1-3,3-1 2,-1 1-3,1 0-2,0 2 0,1 2 4,-1 0 2,-2 1 2,-2 2 1,1-2-1,-3 2 2,-1 1-2,0-1-4,-3 2 1,-1 0-1,-1 0 0,-2 0 3,-3 1-1,-1-1 5,-3 1-5,0-1 3,-2 0 3,-3 0-1,-1-1 0,0 0-2,-3-1 0,1 1 3,-1-2-3,-1 0-1,0-3-13,2 2 6,0-3-21,3-2-67,1 0-94,1-1-115,1-3-110,1 1-134,2-3-130,3 1-17,-1-2 53,2 2 90,2 0 111</inkml:trace>
  <inkml:trace contextRef="#ctx0" brushRef="#br0" timeOffset="2166">854 292 29,'2'1'279,"-2"0"22,2 0 18,-1 0-44,-1-1-90,1 1-55,1 0-26,-1-1-6,0 1 2,1 0 9,1-1 16,-1 0 15,0 0 22,0 0 23,0-2 23,0 0 17,-1 0 20,2 0 28,0-2 22,0-1 9,-1 1 4,0 0-3,0-1-14,1 0-29,-2 2-38,0 0-39,-1 1-39,1 0-38,-1 0-36,1 1-28,0 0-18,0 2-7,0 0-11,2 1-2,0 0-2,0 1-3,1 0-3,-1 2 1,-1-1 1,3 1 0,-3-2 0,1 1 1,-1 0 0,0-1 0,-1-1-7,0 1 2,1-1 4,-2 0 0,1-1 3,-1 1 1,1-2 3,-1 1 2,0-1-2,-1-1-1,1 0 0,-1-1-3,-1-2 1,0 1-2,0-1-1,1-1-2,0 1 1,0 0-1,-1 0 2,2-1 0,-1 0 1,0 3 1,1-1-2,0 1 1,0 1 0,0 1-2,0-1-3,1 2 0,0 0 2,1 1-1,1 1 1,0-1 0,0 4 2,0 0 3,-1 1-1,-1 3 1,-2 0-1,-1 2 1,-1 2 1,-3 1-3,-4 1-2,0 2-26,-2 1-70,0-2-131,-3 2-153,1-2-159,0 0-171,0-2-155,1 1-29,1-4 78,1 0 126,1-4 145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3:12.2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43 38 246,'3'-7'372,"0"0"50,-2 2 46,1-1-93,-1 1-87,-1 2-53,0 1-40,1 0-31,-1 1-30,0 0-10,0 1 4,0 1 27,0 0 34,0 1 39,0 2 39,0 0 32,0 3 13,0-1-13,0 4-30,0-1-40,0 3-44,-1 1-44,1 2-41,-1 0-30,-2 1-22,1 2-16,0 0-11,0 1-8,0-1-6,-1-2 3,1 1-3,0-2-1,0 0-3,1-2-1,-1-2 1,1-3-2,1 0 0,-1-3 3,0-1 6,1-1 9,1-2 4,0-1 7,-1-3 3,1-2 1,1-1-6,-1-3-7,1-2-6,-1-2-7,0-2-1,1-2-4,-1-1-1,2-1 0,-2-1 0,1 0 5,1 1 5,1 2 11,-2 0 6,1 2 5,0 1 9,0 2 3,0 1 0,-1 2-7,1 0-2,-1 4-5,0-1-8,-1 1-6,0 2-6,1 1-8,-1 0-4,2 1 0,-2 2-1,2 1-1,0 1 2,2 0 7,-1 3 5,2 1-1,1 0 2,-2 2 0,2 2 0,-2 0-5,2 2-2,0 0-2,-1 2 0,1 1-1,-1 0 0,0-1-2,0 1 2,-1-1 0,1 1-1,-2-1-1,1 0 0,-2-2 3,2-2-1,-3 2-10,0-4-24,0 1-41,0-1-65,1-2-115,-1 1-151,-2-4-148,0 1-141,-2-1-128,-2-2-83,0-2 36,-2 0 110,1-1 133,-1-3 151</inkml:trace>
  <inkml:trace contextRef="#ctx0" brushRef="#br0" timeOffset="566">34 227 336,'-10'-5'418,"1"1"49,2 0 41,2 0-109,3 0-132,0 1-72,4-1-51,2 1-47,2 0-37,2 1-26,1 0-11,1 0-9,2 0-5,1 0-4,-2 0-2,1 0 0,1 1-3,1 0-8,-1-1-48,1 0-73,1 0-91,-2-1-112,2-1-112,-2-1-48,1 1 13,2-1 56,-2-1 84</inkml:trace>
  <inkml:trace contextRef="#ctx0" brushRef="#br0" timeOffset="752">354 75 309,'-1'-4'434,"1"0"69,-3 0 59,2 1-74,0 1-99,-1 1-76,2 0-57,-1 0-57,0 1-33,1 1-5,0 0 20,1 2 36,0 0 38,1 2 37,-1 0 22,0 3-12,2 0-29,-2 1-42,0 3-40,0 0-40,-1 2-43,0 0-30,0 1-25,1 1-18,-1 0-11,1 0-8,0 1-7,-1-2-5,1 1-1,-1-1 0,0-1-2,1 0 0,1-1-3,-2-3-24,1 1-56,0-2-89,-1-2-122,2-1-134,-2-3-145,1-2-120,-1-2-77,-1-2-55,-1-2 44,0-2 93,-1-2 126,1-1 134</inkml:trace>
  <inkml:trace contextRef="#ctx0" brushRef="#br0" timeOffset="1013">350 177 304,'0'-12'366,"0"0"50,1 1 12,-1 0-71,2 3-51,-1-1-28,0 3-25,2-1-9,0 3-1,2-1 6,-1-1 17,2 3 16,1-1 19,-1 1 1,2 0-11,-1 0-22,2 1-37,1 0-41,0 0-43,0 0-42,2 0-33,0 0-28,0 0-17,2 1-14,-2 0-7,1 0-1,0 1-4,0 0-22,-3 0-55,-1 0-90,-1 1-116,-1 0-117,0 0-110,-3 0-92,-1 1-67,-2 0-44,-2 2 24,-1 0 65,-1 1 86,0 0 100</inkml:trace>
  <inkml:trace contextRef="#ctx0" brushRef="#br0" timeOffset="1248">475 153 38,'-10'6'331,"1"-1"47,0 0 43,3-2-13,1 0-93,-1 0-75,3 0-45,0 0-23,0-1-7,1-1 19,1 1 36,1 0 67,1 1 55,3-1 38,0 1 14,0-1-10,3 0-36,1-2-71,3 0-69,0 0-56,1 0-48,2-1-41,1 0-38,0-1-62,-2 1-118,0-1-169,0 0-186,-2 1-204,-5-2-166,1 1-46,-2 0 61,-1-1 137,-1-2 171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3:14.92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70 269 45,'1'-2'274,"-1"-1"39,1 1 34,0 0-60,-1 0-63,1 0-47,0 1-38,-1 0-31,1 0-31,0 0-17,-1 1-14,0-1-8,0 1-5,0 0-5,0 0-3,0 1-1,0-1-3,0 1-4,2 0 0,-1-1-2,-1 1-2,0-1-2,0 1 0,0 0-2,0 0-2,0-1-1,0 1 0,0 0-1,1-1-1,-1 0 8,0 0 8,0 0 11,0 0 13,0 0 13,0-1 4,-1 0 10,1 0 4,-3-1-2,2 1-2,0-2 1,-1 1 11,2 0 0,-1 0 4,0-1 4,1 1 0,-1 0 1,0 1-1,1-1-5,-1 1-10,1 0-6,-1 1-5,0-1-7,1 1-11,0 0-6,0-1 6,0 1-11,0 0-9,0 0-8,0 0-6,0 0-3,0 0-16,0 0 5,0 0 0,0 0-1,0 0 1,0 1-1,0-1 3,0 0-3,-1 0 2,0 0 1,1 1-2,0-1 1,0 0-1,0 0 1,0 0 1,0 0 3,0 0 1,1 0-4,-1 1 5,0-1 13,0 0 17,0-1 26,0 1 22,-1-1 23,1 1 10,-1-1-5,0 0-9,-1-1-19,1 0-13,0 1-15,-1-2-3,0 0 7,1 1 4,1 1-3,-1-1-1,0 0-4,1 0-9,-1 1-13,0 0-12,1-1-5,-2 2-8,2-1-2,2 0-2,-2 1-5,1-1-1,-1 1-1,1 0 0,-1 0-2,2 0 1,-2 0 3,1 0 0,1 1 3,1 1-1,-1 0-1,0-1-1,0 1 1,0 1 1,0-1-1,0 0 1,0 2 0,0-1-2,-2 0-1,1 0-2,0-1 1,-1 1 1,2 0 3,-2-1 2,0 0-1,0-1 2,0 0 1,0 0 0,-2-1-1,2 0 1,-2 0-1,0 0 2,0-1-6,0-1 0,0 0 0,-1-1 0,1 0 1,0 1 0,0 0 3,-1-1-1,2 0 0,0-1 1,1 1 4,-1 1-4,1-1 2,0 1 0,1-1 0,-1 1-3,1-1-1,3 1 0,-2 0-1,2 0-1,0 0-1,-1 1 2,1 0-1,1 1 1,-2 1 0,0 0 8,2 1 4,-1 1 6,0 1 4,0 1 2,-1 2 4,1 0-8,-3 2-6,0 1-7,-2 1-2,-3 2 0,0 2-5,-3 1-26,0 0-101,-2 1-147,-2 0-166,1-1-177,-2 0-205,1 0-80,0-1 43,1-1 118,2-3 148,1-3 167</inkml:trace>
  <inkml:trace contextRef="#ctx0" brushRef="#br0" timeOffset="3189">322 79 210,'0'-1'258,"1"-1"8,-1 0-30,0 0-30,0 1-24,0 0-14,0 0-5,0 0 0,0 1 1,0-1 6,1 1 7,-1 0 7,0-1 7,0 1 10,0 0 9,0 0 8,0 0 10,0 0 6,-1-1-3,1 0-12,0 1-8,-1 0-13,1 0-21,-1 1-16,0 0-15,1-1-7,0 0-11,0 0-8,-2 0-2,1 0-4,1 0-4,0 1-7,0-1-11,-1 0-13,1 0-8,0 0-11,0 0-10,0 0 0,0 0-9,0 0-6,0 0-7,-1 0-1,0 0-4,1 0-10,0 0 3,0 0 1,0 0-3,0 0-1,0 0-1,0-1-2,0 0-3,0-1-1,0 0-2,0 0-3,0-1 1,0 1 0,0 0 3,0 0-1,0 0 5,0 0 3,0 0 1,-1-1 2,0 1-1,1 0 2,0 2-2,0-2 1,-1 1-2,0-1 0,1 2-1,0-1 2,0 0-2,0 1-1,0 0 0,0 0-1,0 0-1,-1 0-3,1 1-1,0 0-2,0-1 0,-1 2-3,1-2-2,-1 1-1,1-1-5,-1 0 5,1 0-1,0 1 3,0-1 1,0 0 1,0 0 7,0 0-3,0 0-3,0 0-1,0 1 0,0-1 0,0 0-1,0 0-2,0-1 2,0 1 1,0-1-1,0 1 1,0 0 0,0 0 1,0 0 0,0 0-2,0 0 2,0 0 0,0 0 0,0 0 0,0 0 1,1 0 1,-1 0 1,0 0 0,0 0-2,0 0 4,-1 0 1,1 0 0,0 0 0,0 0-2,0 0 1,0 0-2,0 0-1,0 0 0,0 0-2,0 1 1,-1 0 0,1-1-2,0 2-1,0 1-2,0 1 3,1 0-2,-1 2 1,1 2 0,0 0 0,1 2 1,-1 0-3,0 1 4,1 0-2,-1 2-1,0-2 0,0 1-1,2-2 3,-2 2-2,0 0 0,0-2 1,-1 0 4,0 0-2,2 0-2,-1-1 0,0 1 2,1-3-5,0 1-18,-1-2-21,0 0-33,1-1-51,-1-1-70,1-1-115,-1-1-141,-1-2-136,-1 0-121,-1-3-92,0 0-76,-1-1 38,-2-2 117,2 0 135,1-2 142</inkml:trace>
  <inkml:trace contextRef="#ctx0" brushRef="#br0" timeOffset="4024">285 95 252,'0'-8'329,"1"0"42,0 1 14,2 0-91,0 0-66,0 1-28,2 0-16,0-1-16,1 3-12,2-2 2,-2 1 15,3 1 15,0-1 17,1 1 5,1 1-8,-2 1-8,2-1-13,0 1-17,-1 1-25,1 1-22,-1 0-11,0 1-18,0 1-19,0 0-18,-2 1-18,0 1-9,1 2-7,-3-1-4,0 2-3,1 0-9,-5 2 1,2 0 0,-1 2 1,-1-1 3,-2 1-1,-2 1 5,-1 1 3,-1-1 2,-1 0 1,-1 0 3,0-2 2,-2 2-3,2-2-4,-3-1 0,1 1 0,0-2 0,1-1-4,-2 0 2,1-2-1,0 0-2,3-2 0,-2 0 3,2-1 12,2-1 8,-1-1 9,1-1 9,0 0 6,2 0-5,0-1-6,1 0-7,0 0-8,2-1-10,1 0-8,3-2-3,0 1-4,1 0-2,1 0-2,2 0-3,0 2 0,0-1-2,2 1 3,1 2-1,-2 0 1,1 1 2,-1 1-1,0 0 4,-1 1-5,0 1 2,0 1 1,-2 0 6,0 2-3,-2-1-4,0 2 1,-2-1-1,-1 0-1,0 1-8,-2 0 7,-1 0 1,-1 0 0,-2-2 3,-1 3 1,-1-3 0,-3 2-4,1-1 1,-2-1 1,-1 1-2,-1-3 0,0 1 0,-2 0 1,-1-2-1,-1-1 0,-1 0-4,1-1-29,-1-2-66,2-1-106,0 0-130,1-3-118,3-1-112,2 0-101,-1-3-77,4 2 29,4-2 90,-1 0 96,3 0 106</inkml:trace>
  <inkml:trace contextRef="#ctx0" brushRef="#br0" timeOffset="4723">776 82 203,'3'-4'386,"1"-1"68,-2 0 64,0 1-41,-1 1-58,-1-1-20,1 1-12,1 1-11,-2 0-17,0 1-15,0 0-26,0 0-32,0 1-37,0 0-26,0 1-23,1 1-18,0 1-20,0 0-18,1 2-13,1 1-15,0 2-16,-1 0-23,1 4-17,1 0-11,-1 1-13,-1 2-11,0 1-8,1 0-7,-1 1-2,0-2 0,0 1-1,-1-1-3,0 0-3,0-2 2,2-1-1,-3-1-4,1 0-4,1-1-25,-1-2-44,0 0-76,1-4-111,0 1-145,-1-3-149,0-1-127,-2-2-81,0-3-49,-2 1 2,1-3 88,0-2 123,0 0 136,2-2 118</inkml:trace>
  <inkml:trace contextRef="#ctx0" brushRef="#br0" timeOffset="4997">819 168 225,'-1'-13'359,"-1"0"67,1 3 52,0 0-70,1 1-53,0 1-21,0 2-14,1 0-17,0 1-7,1 0 4,1 3 15,1-2 10,3 0 6,-1 0-6,2 2-20,1-1-30,0 0-46,1 0-45,-1 1-52,1-1-39,0 2-32,0-1-22,0 1-17,2-1-9,-1 1-6,1 0-5,-1 0-1,1 1-3,-3-1-26,0 0-40,-1 1-69,-1 0-97,-1 1-114,-1 0-110,-2-1-87,-2 2-69,-1-1-37,-1 2-15,-2 1-3,-4 0 51,2 1 77,-3 0 93,0 2 97</inkml:trace>
  <inkml:trace contextRef="#ctx0" brushRef="#br0" timeOffset="5243">882 152 250,'-9'6'296,"0"3"36,1-4-48,1 2-52,2-1-35,1-2-17,0 0-5,2 0 4,2 0 16,0-1 28,2 1 45,0-1 58,3-1 39,0 0 27,2-1 2,1 0-6,-1-1-40,2-1-71,2 0-65,1-1-60,0 0-32,0-1-47,1 1-32,0-1-24,-2 1-53,0 0-121,-2 0-162,-2 1-158,-1-1-180,-4 1-183,-2 1-58,0 0 60,-1 1 122,-1-1 145,-1 0 176</inkml:trace>
  <inkml:trace contextRef="#ctx0" brushRef="#br0" timeOffset="6742">1129 317 137,'4'0'262,"-2"-1"40,0 1-20,0 1-34,0-1-24,2 1-15,-2 1-13,0-1-14,0 0-9,1 2-12,-2 0-10,1 0-6,0 1-6,0-1 0,0 0 4,-1 0 8,0 0 14,-1 0 17,0 0 25,1 0 16,-1-1 19,0-1 15,0 1 10,0-1 8,-1 0-4,1-1-12,-1 0-24,0 0-25,1 0-35,0 0-39,-2-2-35,2 0-25,-1 0-19,0-1-16,0 1-8,0-2-10,0 0-3,1 1 1,-1 0-2,1 1-2,0-1 3,0 0-2,0 2-2,0 0-3,0 0-4,0 0-3,-1 0-5,1 1 0,0 0 0,1 1-2,0 0 1,0 0 1,0 1-1,0 0 0,1 0-2,0 1 1,-2-3 2,2 2-1,-1 0 0,0 0 1,-1 0 2,1-1 0,0 0-3,-1 0 0,1 0 3,-1-1 0,0 0-1,0 0 4,0 0 0,0 0-3,0 0 0,-1-2 1,1 0 0,-1-1-3,0 0 1,1 1-4,-1-2 1,1 0 1,1 0-1,-1 1 5,1 1-3,0-1 5,0 0-3,0 1-5,2 0 3,-1 1-7,0 0 2,0 1 2,2 2 2,0 0 0,-1 1-1,2 0 1,-1 1 0,1 3 1,-2 1-1,0-1 1,-1 2 1,-1 1 0,-2 2-4,-2 0-18,1 1-37,-3 1-64,-2 0-125,1-1-173,-3 0-180,3-1-162,-4-2-169,0 1-47,0-3 68,1-1 143,1-3 166,2-3 172</inkml:trace>
  <inkml:trace contextRef="#ctx0" brushRef="#br0" timeOffset="7379">1433 206 26,'5'-12'379,"1"0"63,-3 2 55,-2-1 49,2 3-126,0-1-92,-1 3-53,0 1-35,-1 0-31,0 2-24,1 0-12,-2 2 0,1 0 8,0 1 14,-1 1 13,2 1 17,-1 1 10,0 1 0,0 2-11,1 1-19,-1 2-24,1 0-29,-1 2-34,0 3-30,-1-1-26,-1 2-23,0 1-15,-1 0-10,1 0-7,-1-1-2,1 0-3,0 0-1,0-1 3,-1-2-2,1-2 2,0-1 1,1-2-2,0 0 1,0-4 0,0 1 1,0-2 3,0-2 0,2-2 3,-1-3-2,1 0-2,0-4-2,1-1-3,1-2-2,-2-2-1,1-1 2,1-2 1,-1-2 1,1 1-2,-1-2 0,1 0 3,1 1 5,-1 1 2,-2 2 8,3 0 7,-1 2 5,0 2 2,0 1-3,-1 3-1,1-1-5,0 3-8,-2 1-6,2 1-6,-1 0-2,1 3-2,1 1 0,0 0 4,1 1-1,-1 3 6,2 0 2,0 2 1,2 0-2,-2 3-2,2 0 4,-2 3-2,2 0-3,-1 1 0,-1 2-2,0-1 0,0 0-1,-2-2 0,2 2-3,-2-2 0,0 0 0,-1 0-1,0 0-9,-2-1-16,0 0-40,-1 0-70,0-1-123,-2-1-160,0 0-145,-1-2-131,0-1-103,-3-2-86,0 0 40,-1-1 115,-2-2 129,3-2 135</inkml:trace>
  <inkml:trace contextRef="#ctx0" brushRef="#br0" timeOffset="7917">1508 270 79,'-10'-6'367,"1"2"61,0-2 57,3 1 21,-1 1-119,2 1-88,2-1-57,1 1-54,2 0-51,2 2-48,3-1-29,1 0-17,2 1-9,3 0-4,1 0-8,2 0-2,0 1-7,2 0-5,-1 0-24,0 0-59,-1 0-85,-2-1-114,1 1-145,-2-1-105,-1 0-38,1-1 25,2 0 70,2-1 104</inkml:trace>
  <inkml:trace contextRef="#ctx0" brushRef="#br0" timeOffset="8109">1801 130 139,'1'-5'453,"0"-1"84,-1 1 79,-1 1 47,1-1-152,0 2-120,0 1-85,2 1-49,1 1-34,-2 1-9,2 1 8,2 1 24,-2 2 20,1-1-1,0 3-23,0 1-41,-1 2-35,1 1-39,-3 1-36,1 2-32,0 1-19,1 1-15,-2 0-13,0 0-5,-1-1-4,0 1-17,0-1-40,0-1-82,1-2-126,-1-1-136,2-2-130,-1-2-113,0-1-93,-1-1-75,0-2 44,-1-2 93,1-1 106,-1-1 116</inkml:trace>
  <inkml:trace contextRef="#ctx0" brushRef="#br0" timeOffset="8345">1843 198 199,'-1'-13'403,"0"-1"65,0 0 57,1 2-25,1 1-101,3 1-63,0 0-44,0 1-35,2 1-15,2 1-10,-2-1-4,4 2 13,-1 1 21,2 0 7,-1 2-9,1-1-18,1 3-24,-1-1-36,-1 2-37,0 0-35,-1 2-30,-1-1-23,0 2-17,0 0-17,-1 0-9,0 3-1,-2 0-5,0 1-1,0 1-4,-2 0 1,-2 1-1,0 1-2,-1 1 2,0-2-3,-1 2 1,-2-2 0,-1 1 2,-2-2-2,3-1-1,-3 1 3,-1-1 1,2-2-1,-2 1-1,2-2 0,-1-1-2,2 0 0,0-1-2,1-1 2,0 1 0,0-2 1,1 0 4,1 0 1,1-2 3,1 1-2,3-1 0,0-2-3,0 1-1,3 0-1,0-1-2,2 0 0,-2 1 0,1 0 1,0 0 1,2 1 0,-2 1 1,1 0-1,0 1 2,-2 1-2,2 0-1,-1 2-2,0 0-1,-3 1 4,1 1 2,-1 1-2,-1 0 1,-2 2 3,0 0 1,-1 1 1,-1 0 0,-1 0 5,-2 1 4,-1-1-2,-1 0 4,-2 0 0,0-2-1,-2 3 2,-2-3 1,-2 1-4,1-2-1,-3 0-3,0-1-1,0 0-5,-1-1-4,2 0 0,-2-3-3,3 0-11,-2-2-23,3 0-58,-1-3-129,-1-1-167,2 0-157,2-4-148,0 0-145,0-1-84,3-1 56,0 0 126,2 0 139,1-1 146</inkml:trace>
  <inkml:trace contextRef="#ctx0" brushRef="#br0" timeOffset="9009">2253 127 259,'2'-7'380,"1"0"53,-2 1 49,1 1-86,0 0-71,0 1-38,1-1-13,-2 2 6,0 0 25,1 2 26,-1-1 30,-1 1 25,0 0 14,1 0-14,0 1-43,-1 1-47,0 0-54,2 0-51,-1 1-44,0 0-29,1 3-18,1 1-12,1 0-9,-2 4-7,2 0-9,-1 2-10,0 2-10,-1 1-10,-1 1-7,-1 1-8,2 1-5,-2-1-4,2-1-4,-1 0 1,-1-2-3,1 1 3,-1-2-1,0 0-5,0-2-13,0-1-26,0-1-34,1-2-50,-1 0-65,0-2-121,0-2-166,-1-1-149,0-2-128,-2-3-109,0 0-75,1-3 51,-1 0 140,0-4 153,1 2 150</inkml:trace>
  <inkml:trace contextRef="#ctx0" brushRef="#br0" timeOffset="9301">2282 187 354,'1'-14'465,"-1"2"94,1 1 102,0 0-42,2 1-29,-3 2-19,2-1-24,0 2-41,0 1-60,1 1-75,-1-1-71,1 2-63,0 1-49,3 0-40,-2 0-25,1 0-18,3 0-16,-1 1-10,2 1-8,1-1-8,0-1-10,4 1-9,-2 1-9,1-1-7,3 0-8,-1 1-9,0 0-4,0-1-2,0 1 0,0 0-5,-1 0 0,-2 0-4,0 1-13,-1 0-24,-2 0-36,-1 0-40,-2 1-60,0 0-81,-4 0-117,0 1-129,0 0-108,-4 0-89,-1 2-62,-2 0-58,-4 0 34,1 2 101,-1 0 115,-2-1 115</inkml:trace>
  <inkml:trace contextRef="#ctx0" brushRef="#br0" timeOffset="9578">2382 170 160,'-9'4'344,"1"0"51,4-1 38,-2 0-53,2 0-63,1-3-46,0 2-25,1 0-3,0-1 25,1-1 49,-1 1 61,2 0 56,0 0 39,0 0 11,1 0-31,0 1-61,1-2-70,1 1-70,0-1-64,1 0-47,3 0-29,-2 1-23,4 0-18,1-1-16,1 0-11,3 0-10,1-1-8,0 0-7,2 1-5,1-1-1,-1-1-3,1 1-3,-1 0-2,0 0-6,-2-1-1,-1 1-18,-2 0-26,-3 0-42,-1 0-68,-4 0-155,-2 1-239,-4 0-251,-5 0-200,-2 0-80,-6 2 5,-1-1 125,-1 0 219,-3-2 258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3:26.90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183 54 250,'1'-3'298,"2"0"36,-2 0-32,-1 0-56,2-1-31,-1 1-16,0 0-8,0 0-2,0 0 2,0 0 12,1 2 13,-2 0 27,1 0 33,-1 0 15,0 0 22,0 0 11,-1 1-6,-1 0-26,2 0-40,-1 0-33,0 0-44,1 1-42,-1 0-32,0 1-27,0-1-18,-1 0-9,2 0-12,-1 1-5,-2 1-3,1 1-4,-1 1 0,-2 2-3,1 1-1,-3 2-1,1 1-3,-2 0 1,1 1-5,-2 0-4,1 1-2,0-1-1,-1 1-3,-1 0-1,1 0 0,-1 0 0,-1-1 0,2 0 0,0 0 0,-2-1 3,3-1-2,0-2 0,3 0 1,0-3-1,1 0 3,2-1 0,-1-1 5,1-1 8,0-2 5,2 0 4,-1 0 1,1 0-1,1-2-2,1-1-8,3 0-5,-1 0-2,3-1-6,1 1-2,3-1 0,0-1 0,1 2-1,4-1-3,-1 1 2,3-1 3,1 1-1,0 1 0,0-1 0,0 1-1,-1 0 0,0 1-15,-2 0-29,-1 1-51,-2 0-82,0 1-101,-3-1-109,0 0-81,-1-1-52,-2 0-21,1 0 14,-3-1 40,0 1 58,-1-3 49,-2 0 52,0-2 55,-2 0 57,0-2 59,-2 2 51,2-2 51,-5 1 43,2-1 38,-2 0 38,1 0 31,-2 1 27,0 0 19,0 1 24,1-1 17,0 2 17,0 1 18,1-1 20,0 2 23,1 0 17,0 2 13,0 0 10,1 1-8,0-1-13,0 1-21,1 0-15,0 1-10,1 1-2,2 0 7,0 4-1,1 0-4,0 1-17,-1 2-31,1 2-43,-1 2-40,1 1-29,1 2-24,-2 2-20,0 0-9,0 3-7,-1 0-5,2 0-4,-1 1-4,-1-1-18,0 0-49,1 0-95,-1-4-147,0-2-155,1 0-154,-2-5-140,0-2-135,-2-2-4,-1-2 95,0-4 126,1-4 142</inkml:trace>
  <inkml:trace contextRef="#ctx0" brushRef="#br0" timeOffset="748">338 113 46,'2'-15'375,"2"0"67,-1 2 65,0 0 64,0 2-116,-1 1-61,3 1-21,-1 3-13,0-1-16,0 2-19,2 2-16,-1 0-8,0 1-8,1 1-18,0 2-18,1 1-21,-1 0-30,1 1-38,1 3-35,-2 0-26,3 0-15,-1 4-14,0-1-13,2 2-8,-2 2-7,0 1-8,-1 1-9,2 2-7,-2 1-6,-1 2-3,-1 1-4,0 3-2,-1 0-3,-2 2-4,-1 1 1,-2-1-4,-1 1-24,-2-1-45,0 0-85,-1-1-164,-1-2-208,-1-2-218,-1-2-209,-2-1-79,-1-2 18,0-2 130,0-3 188,0-4 211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3:30.97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218 192 23,'2'-2'288,"-2"0"43,1 1 42,0-1-30,-1 0-72,0-1-48,1 1-24,0-1-13,-1 1-11,0 0 0,0-1 10,0 1 22,0-1 20,0 1 24,0-1 27,-1 1 23,0-2 7,1 1-9,-1 1-13,0-1-18,-1 1-28,1 0-35,-1-1-30,0 0-25,0 1-24,-1 0-26,0 0-24,1 1-17,-1 0-11,-2 0-12,1 0-10,0 0-6,0 1-4,-3 1-3,3 0-4,-4 1-1,1-1 3,0 1-2,-1 2-1,0-1-1,0 1 0,1-1-1,-1 2-3,-1 1 1,1 0-2,0 0 1,1 0-1,-2 1 1,1 0 0,0 1-1,1-1 2,0 0 1,1 1 0,-2-1 0,3 1 1,-1 0-2,2 0 0,0 1-4,1-1 0,0 2 1,2-2-3,1 1 2,0 1-2,2 1 2,2-1 0,0 0 1,2 0 3,1-1 3,2 1 5,1-2 1,1 1 2,2-4 2,1 1 2,0-1-4,2-2 0,-1-1 1,2-1-2,-1-1-1,0-1-1,1-1 1,-2 0-4,0-1-2,-2 0-2,0 1-4,-2-1 0,-1 1-1,0 1-1,-3-1-10,0-1-23,-3 2-42,0-1-80,-1 1-156,-2-1-175,-1 0-161,0 0-131,-2 2-140,-2 0-21,-1 0 104,2 0 147,-3 0 156,1-1 148</inkml:trace>
  <inkml:trace contextRef="#ctx0" brushRef="#br0" timeOffset="1262">687 287 78,'1'-2'286,"-1"-1"36,0 1 30,0 1-65,0-1-62,0 2-42,0-1-30,0 0-21,0 1-13,0 0-5,-1 0 0,1 0 8,-1 0 9,1 0 16,-1 0 13,1 0 16,0 0 17,-1 0 24,1 1 21,-1-1 10,1 0 6,-1 1 1,-1-1-7,2 0-23,-1 0-27,0 0-25,1 0-22,-1 0-24,1 0-15,-1 0-16,1 0-8,0 1-6,-1-1-5,1 0-2,0 0-4,0 0-2,0 0-4,0 0-2,0 0-8,0 0-8,-1 0-8,1 0-7,0 0-6,0 0-5,0 1-3,-1-1-1,1 0 0,-1 0 1,1 0 0,0 0 0,0 1 2,0-1 0,0 0 1,-1 0-1,1 0 0,0 1-1,0-1-3,0 0-3,0 1-5,0-1-5,0 0 0,1 1-2,2 0-1,0 0 3,2 0 3,1 0 2,3 0 3,0 1 1,0-1 6,3 0 3,3-1 4,-1 2 0,2-2 1,-1 1-3,3 0-4,-1-1-4,0 1-4,0-1-3,0 1-1,-1 0-4,0-1 0,-1 0-2,1 0 1,0 0-2,-2-1 1,0 0 3,1 0 0,0-1-1,-1 0 2,0 2-3,0-3 0,0 1 1,-2 0 1,0 0-1,-1 0-1,-2 0 0,-1 1 0,1 0-2,-4 0 1,0 0-1,0 1-2,-2-1 1,-1 0 2,-1 1 1,1-1-3,0 1-2,-1 0-10,-1 0-20,0 0-31,0 0-44,-3 0-64,1 0-102,1 0-135,-2-1-125,-2 0-97,3 0-72,-1-1-35,-1 0-1,1-1 27,-2 2 79,0-2 93,2 1 95,-1-1 94</inkml:trace>
  <inkml:trace contextRef="#ctx0" brushRef="#br0" timeOffset="2069">1178 115 259,'1'-3'314,"0"1"37,0-1-24,-1 1-52,2-1-39,-1 1-29,-1 0-15,0 1-13,-1 1-9,-1-1-5,2 1-4,-1 0 7,1 0 12,0 1 24,0-1 30,0 1 36,0-1 43,1 2 27,-1-1 15,3 1-9,-1 0-30,0 1-49,0 0-53,1 0-48,1 1-48,0 1-36,0-1-20,0-1-13,2 3-10,-1 0-8,1-2-1,0 2-4,0-1-4,2 1-1,-1 0-3,0-1-1,1 1-5,0 0-2,-1 0-2,1 0-2,0-1-2,1 1 0,-2 0-1,2-2 0,-2 1-2,2 1 1,-2-2-3,2 1 1,-3-1 0,2 0 5,-1-1 0,0 0-2,-3 0 4,0 0-1,1-1-3,-2-1 1,0 0 0,-1 1 2,-1 0 7,0-2 5,1 1 8,-2-1 7,1 1 6,-1 0 4,0-1-4,0 1-5,-1 0-6,0 0-4,-2 2-7,-2 0-6,-1 3-1,-2 1-3,-4 2-3,0 2-3,-1 1-4,-1 1-20,-2 1-32,1 1-48,-2-1-74,1 0-141,0 0-162,1-1-143,0-3-135,1 1-141,1-4-51,0-1 77,0-2 128,2-2 146,0-3 156</inkml:trace>
  <inkml:trace contextRef="#ctx0" brushRef="#br0" timeOffset="2909">587 171 158,'5'1'210,"-2"-1"0,0 0-8,1 0-9,0-1-2,-2 1-1,3-1-5,-3 0-2,0 0 4,0-1 1,1 2 2,-2-1 1,0 0 6,-1 1-1,1-1 6,-1 1 4,1 0 11,-1 0 10,0 0 8,-1 1 7,1-1-4,-1 1-7,1 0-13,-1 0-9,1 1-13,-3 2-8,0 1-19,-1 1-16,-1 0-19,0 2-25,-3 0-24,1 3-23,0-2-14,-1 2-9,-2 0-9,2 0-5,0 1-6,0-2-3,1 1-8,-1-2-2,1-1-3,2 1-1,-1-3-2,3 0 0,-1-1 3,1-2-2,1 2 1,0-2 1,1-1 0,0 0 0,-1-1-2,2 0-1,0-1-2,-1 2 2,1-2 0,-1 1-1,1-1 0,0 1 3,0-1 1,1 0 1,-1 1-2,1 0 4,2 1 5,-1 0 0,1 1 2,2-1 2,-1 2 8,3 0 3,1 1 0,1 0 0,1 1-2,3 0 0,0 0-7,1 0-6,2 0-3,1 0 0,0-1-2,1 0-2,1 1-12,-2-1-39,1 0-107,-1 0-177,-2 0-191,-1-2-191,-3 1-210,0 1-79,-3-1 41,-1 1 143,-2-2 174,-1 0 183</inkml:trace>
  <inkml:trace contextRef="#ctx0" brushRef="#br0" timeOffset="3746">1667 247 164,'3'-2'272,"0"-1"36,-1 0-26,1 0-48,1 0-30,0 0-15,-2-1-4,1 0 1,2 0 15,-2 1 16,1 0 30,-2 0 44,1 0 49,-1 0 50,0 1 30,0 0 21,1 0-9,-2 0-34,0 0-56,-1 2-67,1-1-56,0 1-54,-1 0-46,0 0-37,-1 1-24,1 0-19,0 1-11,0 0-6,1 1-3,-1 1 2,1 4-1,-1-1 1,0 3 1,-1 1-1,1 1-2,-2 2-5,1-1-4,0 3-1,-2-1 2,2 1-5,-1 0-2,1-1 0,-1 0 0,1-1-1,0-1-7,0-1 5,1 0 5,0-2-4,0-1-9,0 0-26,1-2-40,-1 1-77,2-2-127,0 0-149,0-2-142,0-1-123,0-2-95,0 0-84,-2 0 23,1 0 99,1-2 123,3-1 133,-2 1 130</inkml:trace>
  <inkml:trace contextRef="#ctx0" brushRef="#br0" timeOffset="4142">1878 268 202,'3'-7'389,"-1"0"56,-1 0 52,2 1-56,-1 1-91,0 1-66,0 1-42,-1 0-21,2 0-5,-2 1 20,-1 1 35,0 0 24,1 0 19,0 0 17,0 1-4,0 1-19,0 0-36,2 1-31,-1 1-26,0 0-34,0 2-33,-1-1-31,3 3-25,-2-1-19,0 2-19,-1 1-13,1 1-11,1 1-9,-2-1-7,0 2-4,0 1-5,-1 0 1,1 0-3,-1-1-1,1-1-1,0 0 2,-1-2-1,1-1 0,1 0-1,-2-2 1,0 1-2,0-1-3,0-2-5,1 2-26,0-2-32,-1-1-43,1 0-58,-1 0-100,-1-1-118,-1-1-98,-1 1-69,-1-1-43,0-1-21,0-1 31,-1 1 66,0-3 65,0 1 47,-2 0 37,0-1 28,1 1 24,0-2 36,-3-1 44</inkml:trace>
  <inkml:trace contextRef="#ctx0" brushRef="#br0" timeOffset="4481">1798 381 61,'-5'-4'253,"1"1"41,-1 1 3,0-1-16,3 1-18,-3 1-13,2-1-14,1 0-12,0 1-12,0 0-14,1 1-13,0 0-10,1 0-4,-1 0 0,1 0 18,0 0 38,1 0 53,1 0 45,3 0 29,-1 0 12,2 0-18,2 0-47,-1 0-68,2-1-68,2 0-56,0 0-43,3-1-26,-1 0-19,0 1-13,1 0-28,-3 0-80,0 1-138,-1-1-163,-1 0-171,-1 0-168,-4 1-156,-1 0-18,-1 0 86,-2 0 133,-3 1 157</inkml:trace>
  <inkml:trace contextRef="#ctx0" brushRef="#br0" timeOffset="8858">1020 0 34,'0'0'45,"0"0"1,0 1-2,0-1 0,0 1 0,0-1 7,0 0-4,-1 0 1,1 0-1,0 0-4,0 0-2,0 0-4,0 0 0,0 0-4,0 0-2,0 0 1,0 0-3,0 0-3,0 0-1,0 0-1,0 0-2,0 0-4,0 0 0,0 0-2,0 0 0,0 0-1,0 0-1,0 0 3,0 0 1,0 0 3,0 0 4,0 0 2,0 0 4,0 0 2,0 0 1,0 0-4,0 0-3,0 0-5,0 0-2,0 0-4,0 0-4,0 0-3,0-1-1,0 1 0,0 0 0,0 0 1,0 0 5,0 0 3,0 0 5,0 0 4,0 0 5,0 0 1,0 0 1,0 0-5,0 0-2,0 0-4,0 0-3,0 0-4,0 0-3,0 0-1,0 0-3,0 0-3,0 0-3,0 0 2,0 0 1,0 0 4,0 0 2,0 1 4,-1-1 0,1 2-2,-1-1-2,0 1-5,-1 0-2,-1 0-1,1 1-2,-1 1 1,1 0-2,-2 0 3,2 0-2,-1 1 0,-1 0-1,1 1 0,0 0 2,1-1-1,-1 3-1,0-2 0,0 2 0,1-1-1,-2 1 1,1-1-2,-1 2 2,1 0 0,-1-1 0,1 2 0,0-1 0,0 2 0,0 0 0,-1-1-1,0 1 0,0 2 1,1-1-2,0 0-1,0 0 3,-1 0-4,0 0-1,0 1-4,1 0-3,0-1-5,-2 1-3,1-1 0,0 0 1,0 2 1,0-2 4,0 0 5,-1 0 2,-1 0 0,2 0 2,-2 0 0,1 0-2,-1-1-3,-1 0 0,2-1-3,0-1-1,-1 1 1,1-2-1,1 0 5,0-2-1,0 1 4,1-3 2,-1 1 0,0 0 4,2-2 0,-2 0 2,3 0-3,-2 0 1,0 0 0,0 0-3,2 0 1,-1 0-3,0-1 3,1 0 0,0-1-1,-1 0-4,2 1-6,0-2-2,0 1-7,0-1-5,2 0-5,-1 0-4,0-1-9,0 0-9,0 0-10,1 0-18,-1-1-25,0 1-60,-1-1-32,0 1-11,-1 0 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3:44.71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98 103,'2'-2'286,"1"-1"42,-3 1 23,1-1-55,0 1-45,-1-1-31,0 2-22,1 0-12,-1-1-16,2 0-9,-1 0-5,0 0 5,0 0 14,2 0 29,-2 1 31,0 0 36,0-1 27,0 1 14,-1 0 2,0 0-29,0 1-31,-1 0-37,0 0-39,1 0-36,-1 1-33,0 0-24,1 0-23,-1 1-15,-1 0-11,2 2-3,-1 2-5,0 0-5,0 2 2,1 0-6,-1 1-5,0-1-5,1 1-2,0 1-1,0-3-5,0 1 0,0-1 0,0 0 4,0-1-3,1 0-2,0-1 0,-1-1 2,0-1-2,0 0-3,1 0-1,0-1 2,0 0 2,2-1 0,-1 0 1,1-1 1,1 0 4,0 0 5,2 0 4,-1 0 6,3 0 5,0 0 5,0 0 3,0 0 4,2-1-4,0 0-3,0 1-1,1-1-4,0 0-5,1 1-6,-2 0-2,1 1-1,0 0-4,-1 1 2,0-1-3,0 1 0,-1 3 2,0-1 0,-3 0 2,2 1 2,-2 1 2,-1-1 5,0 2 0,-2 0 3,0 1 1,1-1 1,-2 2 2,-1-2 3,-1 3 0,-1-3 1,0 3 0,-4-2-2,1 1-4,-1-1-5,-1 0-5,0 1-5,-3-2-4,1 2-2,-2-3 1,0 1-3,2-2-1,-5 0 1,3-1 0,0-1-9,-1-2-17,0-1-28,1-1-39,-1 0-67,0-3-102,1-1-140,1 0-122,-1-3-97,2-1-76,1-1-40,0-1-9,0 0 30,1 0 74,0-1 94,-1 1 98,4 0 94</inkml:trace>
  <inkml:trace contextRef="#ctx0" brushRef="#br0" timeOffset="611">2 119 211,'0'-7'383,"1"1"58,-1 1 50,2 0-64,-2 2-92,0-1-66,2 1-44,-1 0-31,2 2-12,2-2 2,1 1-5,3 0 17,0 0 2,1 0-14,1 0-29,0 1-37,0 0-24,3-1-39,-1 1-19,-1-1-16,0 1-15,1 0-52,-1 1-83,1-1-91,-2 0-95,0 0-85,1-1-76,-1 1-40,-1-1-26,-1 2 13,-1-2 50,-1 0 66,1 0 70</inkml:trace>
  <inkml:trace contextRef="#ctx0" brushRef="#br0" timeOffset="799">293 22 135,'1'-4'360,"1"1"66,-2 0 61,1 0-36,-1 1-59,0 1-46,0-1-35,1 0-23,-1 1 5,2 1 21,1-1 27,1 1 13,0 0 20,2 1-4,-1 0-28,1 1-45,0 1-47,0-1-44,1 2-41,-1 0-27,2 1-23,0 0-17,0 2-11,-1 0-5,2 1-8,-1 1-3,2 2-7,-1 2-3,0 1-11,0 1-9,-2 1-11,0 1-9,-1 2-7,-1 1-7,-1 1-3,-2 1-1,-2 1-1,-2 0-12,-2-1-26,-1 2-38,-2-2-53,-2 1-98,0-2-194,-1 0-211,-1-2-200,-1-1-174,0-3-59,-2 0 40,2-2 159,0-3 209,1-3 214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3:58.40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0 113 196,'0'0'224,"0"-1"-16,0-1-42,0 1-31,1-1-19,-1 0-5,1 0 0,-1 0 7,1 0 8,0 0 15,-1 0 16,1-1 14,0 0 12,0 1 18,0 0 20,-1 1 26,0 0 35,0 1 42,-1 0 38,1-1 26,-1 0 16,1 1-5,-1 0-29,0 0-49,1-1-54,0 1-50,0-2-51,0 1-43,0 0-33,0 0-23,0-1-16,0-1-16,0 1-8,1 0-1,0 0 5,-1-1 3,0 0 7,0 0 7,0 0 5,1 1 2,-1-1-4,0 1-1,0 0-4,0 0-5,0 0-4,0 1-6,0 0-6,0 1-4,0-1-4,0 0-5,0 1-3,0 0-2,0 0-3,0 0 0,0 0-1,0 1-3,0 0 0,0 0 0,0 0 2,0 1-2,1 2 1,-1 0 3,0 2 3,1 2 2,0-1 2,-1 4 2,1 0 0,-1-1-3,1 3 1,0 0-3,1 2-3,0-1 0,-1 1-1,1-1 0,-1 0-1,0 0-1,-1 0 1,1 0-4,0-2 1,-1 0 0,3 0 0,-2-2 0,1-1 0,0 0 0,0-2 0,1 0 0,0-1-2,1-2-1,2 1 1,-2-2 2,3 0-1,0-2 0,3 1 1,-1-2 0,0 0-4,1-1-2,1 0-1,-1-1-8,1 0-16,0 1-19,-2-2-19,2-1-28,-1 1-34,-1 0-33,1 1-41,-3-1-65,1 0-94,-2-1-89,-1 1-80,1 0-85,-4 0-64,-1 0-59,-1 0-6,-1 0 57,-3 2 80,-2 0 109,1 0 113</inkml:trace>
  <inkml:trace contextRef="#ctx0" brushRef="#br0" timeOffset="639">80 263 263,'-7'-1'391,"1"-3"55,1 1 57,0 0-64,1 1-99,3 0-47,-2 1-27,1 0-34,0 0-31,0-1-21,2 1-2,0 0 13,1-1 25,3 0 30,-1 0 16,0 0 5,4 0-8,-2 0-23,2-1-34,2 0-38,-1 0-37,1 1-27,2-2-31,-1 1-22,1 0-21,1-1-10,0 1-6,1 0-13,-2 0-52,-2 0-97,1 1-124,-3 0-123,1 1-107,-2-1-89,-1 0-48,-1-1-19,-2 1-9,-2 0 47,-2-1 69,0 2 78,-2-1 87</inkml:trace>
  <inkml:trace contextRef="#ctx0" brushRef="#br0" timeOffset="913">96 88 29,'-7'-5'379,"0"0"77,0-1 71,2 2 73,-1-1-104,1 1-54,-1 0-37,4 1-40,-1 0-46,0 1-47,2 0-54,0 0-42,1 0-21,2 0-7,1 0 5,1 0-1,-2-2 1,5 1-1,-1 0-16,1 0-19,2-1-29,1 0-20,-1 0-19,2 2-16,2-1-14,1 1-8,-1 0-10,2 1-47,-2 1-100,-2 0-149,0 0-147,-1 1-136,-1 1-129,1 1-115,-4 1-5,-1 3 90,-1-1 117,-1 0 121,0 2 126</inkml:trace>
  <inkml:trace contextRef="#ctx0" brushRef="#br0" timeOffset="1420">434 326 161,'-3'-2'305,"1"1"41,1 0 4,0-1-49,-1 0-52,2 1-33,-1-1-16,0 1-7,1 0 7,-1 1 14,1-1 26,-2 1 43,2 0 45,-1 0 42,-1-1 30,2 0 20,-1 1-9,1 0-38,0 0-49,1 0-57,2-1-55,-1 1-55,1-1-38,2 1-27,0 0-20,2-1-17,1 0-14,0 0-10,1 0-7,1 0-7,2 1-7,0-1-3,-1 0-2,0 1-4,-1-1-2,1 1-6,-2 0-21,0 0-42,-1 0-70,-2 0-115,-1 0-162,1 0-171,-2 0-165,-3 0-173,-1 0-43,0 1 54,-1 1 131,-2-2 159,3 0 179</inkml:trace>
  <inkml:trace contextRef="#ctx0" brushRef="#br0" timeOffset="1845">781 140 210,'2'-5'401,"-1"1"72,-1 0 66,1 0-27,-1 1-60,0 0-19,1 1-7,-1 1-2,1 0-10,-1 1-20,0-1-24,0 1-41,1 0-46,-1 0-46,2 1-41,-2 0-33,2 1-28,-1 1-22,1 2-14,-1 0-9,1 2-6,0 0-11,0 3-9,-2 0-12,0 1-8,1 3-13,-1-1-11,0 2-7,0-1-4,0 1-3,0 0-4,-1-1 2,1 0-1,0 0 2,-1-1-3,0-1-2,1 0-1,0 0-7,0-3-20,0-1-34,0 0-50,0-1-77,-2-3-126,1 1-164,1-3-142,-2-1-114,0-1-89,0-1-72,-2-2 48,1-2 125,0 0 141,0-1 135</inkml:trace>
  <inkml:trace contextRef="#ctx0" brushRef="#br0" timeOffset="2143">766 214 106,'0'-11'383,"0"-1"73,0 2 73,1 2 19,0-2-71,2 3-36,-2-1-7,3 1 1,1 0 1,-2 0 1,1 1-18,1-1-32,2 3-46,-3-2-52,3 1-58,-2 1-56,2 0-49,1-1-33,-1 2-25,2-2-20,0 2-15,1-2-9,1 2-6,-1-1-6,1 0-3,1 1-3,0 0 1,-1 1-2,0-1-1,0 1-4,-1 0-20,-1 1-31,-1 1-47,-1 1-69,1-1-90,-3 2-114,-1-1-102,-1 0-83,0 2-63,-3-1-39,-1 3-19,-4 0-12,-2 1 40,1 2 70,-2 0 86,1 2 95</inkml:trace>
  <inkml:trace contextRef="#ctx0" brushRef="#br0" timeOffset="2418">855 220 95,'-8'6'330,"4"-1"53,-3-1 44,3-1-45,0 2-67,1-2-50,0-1-33,1-1-15,-1 1 8,3-1 34,-1 0 61,2 0 66,-1 0 59,3-1 33,1 0-8,-1 0-33,2 0-69,1-1-83,2 0-80,0 0-63,0-1-44,3 0-37,-2-1-24,2 0-15,0-2-8,-1 2-8,-1 1-8,0 0-27,-1-1-54,-2 1-73,0 0-130,-1 1-157,1-1-144,-2 0-140,-4 2-125,0-2-61,-2 2 53,-2 1 119,-2-1 132,0 1 157</inkml:trace>
  <inkml:trace contextRef="#ctx0" brushRef="#br0" timeOffset="6884">1404 252 34,'0'0'110,"0"-1"-15,0 1-16,0 0-18,0 0-13,0-1-11,0 0-6,0 1-7,1-1-6,0 0 0,-1 0 4,1 0 7,0 1 9,-1-1 11,0 0 7,0 0 6,0 0 0,0-1-2,0 1-1,0 0-6,0-1 1,1 1-3,-1 0 2,0 1-1,0-1 1,0 0 0,0 1 0,0-1-1,0 1-1,0-1 0,0 0 2,0 1 3,0-1 1,0 1 3,0 0 6,0 0-1,0 0 3,-1 0-1,1 0 1,-1 0-1,1 0-2,0 0 0,0 1-2,0-1-1,0 0-1,-1 0-1,1 0 1,0 0 0,0 0 2,-1 1 5,0-1 7,1 0 8,-1 0 7,0 0 9,1 0 10,0 0 3,0 1 4,0-1 3,-1 1 2,1-1-3,-1 0 0,1 0 0,0 0-7,0-1-7,-1 1 0,1 0-3,0 0-10,0 0-6,0 0 1,0 0-6,0 0-8,0 0-6,0 0 0,-1 0-4,1 0-5,-1 0-1,1 0 2,0 0 2,0 0 1,0 1 5,0-1 4,0 1 2,-1 0 1,0-1 1,1 0 1,0 0-6,-1 0-4,1 0-4,0 0-6,0 0-7,-1 0-9,1 0-4,0 0-7,0 0-2,-1 0-4,1 0-1,0 0 0,0 0 0,0 0-3,-2 0-2,2 0-4,0 0 6,0 0-1,0 0 0,0 0 3,0 0 0,0 0 3,0-1-7,0 1 2,0 1 1,0-1-2,0 0 0,0 0-2,0 0-3,0 0 0,0 1-3,-1-1-3,1 0 0,0 0-3,0 0 2,0 0-3,0 0-1,0 0 0,0 0-1,0 0 0,0 0-2,0 0 4,0 0-1,-1 0 0,1 0 0,0 0 0,0 0 1,0 0 1,0 0-1,0 0 3,0 0-1,0 0-2,0 0-1,0 0 0,0 0 2,0 0-2,-1 0 0,1 0 3,0 0-1,0 0 0,0 1-2,0-1-1,0 0 2,0 0-2,0 0 0,0 0-3,0 0 3,0 0 2,1 0-2,-1-1 2,0 1 1,0 0 3,0 0 0,1 0 0,-1 0 2,0 0-1,0 0 0,0 0 0,0 0 0,0 0 0,0 0-2,0 0 0,0 0-1,0 0-2,-1 0 1,1 0-1,0 0-1,0 0 3,0 0-1,0 0 1,0 0-1,0 0 3,0 0-1,0 0-2,0 0 2,0 0-4,0 0 2,0 0 1,0 1-2,0-1 3,0 0-5,0 0 7,0 0-1,0 0-2,0 0 0,0 0-4,0 0 1,0 0 1,-1 0-3,1 0 0,0 0 0,0 0 3,0 0 2,0 0-5,0 0 3,0 0-1,0 0 2,0 0-3,0 0 0,0 0 0,0 0-3,0 0 2,0 0-1,0 0 1,0 0 1,0 0 4,0 0 0,0 0-4,0 0 0,0 0-3,0 0 0,0 0-3,0 0 6,0 0 0,0 0 0,0 0 3,0 0 1,0 0-1,0 0 0,0 0-2,0 0 1,0 0 2,0 0-5,0 0 0,0 0-3,0 0 4,0 0-1,0 0 1,0 0 0,0 0-3,0 0 3,0 0 0,0 0-2,0 0 1,0 0 0,0 0 0,0 0-1,0 0 1,0 0 1,0 0 0,0 0 2,0 0 1,0 0-2,0 0-1,0 0 0,0 0 0,0 0-1,0 0 1,0 0 1,0 0-1,0 0-1,0 0 0,0 0 1,0 0-2,0 0 0,0 0 2,0 0 2,0 0-1,0 0-1,0 0 1,0 0 2,0 0-1,0 0-4,0 0 1,0 0 0,0 0 0,0 0 0,0 0 3,0 0 0,0 0 0,0 0 1,0 0-3,0 0 1,0 0-2,0 0-1,0 0 2,0 0 2,0 0 0,0 0-3,0 0 0,0 0 2,0 0-2,0 0-2,0 0-1,0 0 4,0 0 0,0 0-2,0 0 2,0 0 2,0 0 2,0 0-4,0 0-1,0 0 1,0 0 3,0 0-3,0 0-1,0 0 2,0 0 1,0 0 0,0 0-3,0 0 2,0 0-1,0 0 0,0 0 0,0 0 1,0 0-1,0 0 1,0 0 1,0 0-2,0 0 0,0-1 0,0 1-1,0 0 1,0 0-2,0 0 1,0 0 1,0 0 0,0 0 3,0 0-4,0 0 1,0 0 0,0 0 0,0 0 0,0 0 1,0 0 0,0 0-1,0 0 1,0 0-1,0 0 0,0 0-2,0 0 2,0 0 0,0 0-2,0 0 0,0 0 0,0 0 5,0 0-3,0 0 0,0 0 0,0 0 2,0 0-2,0 0-2,0 0 2,0 0 0,0 0 1,0 0 0,0 0-1,0 0 1,0 0-1,0 0 0,0 0 1,0 0-1,0 0 0,0 0 0,0 1 0,0-1 0,0 0-2,0 0 1,0 0 1,0 0 9,0 0-6,0 0-1,0 0-2,0 0 2,0 0-1,0 0-9,0 0 6,0 0 1,0 0 0,0 0-1,0 0 2,0 0-1,0 0 1,0 0 0,0 0 0,0-1-1,1 1 1,-1 0 2,0 0-2,0 0-1,0 0 1,0 0 1,0 0-3,0 0-3,0 0 5,0 0 0,0 0-1,0 0 2,0 0 0,0 0 3,0 0-4,0 0 2,0 0-1,0 0 0,0-1-1,0 1-2,0 0 2,0 0-1,0 0-3,0 0 2,0 0 2,1 0-1,-1 0-3,0 0-5,0 0-12,0 0-10,0 0-14,1 0-16,-1 0-25,0 0-30,0 0-44,0 0-70,-1 0-121,-1 0-126,1 0-118,-5 1-113,0 1-127,-1 1-15,-3 2 81,0-1 118,0 1 129</inkml:trace>
  <inkml:trace contextRef="#ctx0" brushRef="#br0" timeOffset="14319">1429 294 174,'1'-1'270,"-1"1"34,1-2-26,0 0-44,-1 1-34,1 0-20,0-1-9,-1 0-4,1 0-6,0 1-3,-1-1 1,1 0 3,0 0 4,-1 1 2,1-1 16,0 1 20,-1 0 26,1-1 22,-1 1 22,0 0 19,0 0 2,0 1-2,0-1-21,-1 1-21,1 0-28,-1 0-27,1 0-27,0 0-32,0 0-22,-1 0-21,1 0-12,-1 0-16,0 0-6,1 0-7,0 0-7,0 0-4,0 1-6,0-1-3,-1 0-7,1 0-2,0 0-8,0 0-1,0 1-3,0-1 2,0 0-1,0 0-3,0 0 8,0 1-2,0-1 3,0 0-2,-1 0 3,1 0 0,0 0 0,-1 0-1,1 0-3,0 0-2,0 0-1,0 0-3,0 0-3,0 1-2,0-1 0,1 0-1,1 0 1,1 1 0,2 0 4,0-1 9,3 1 5,1 0 2,1-1 3,-1 1 4,2 1-4,0-1-2,1 0-2,-1 1-1,2 0-1,-2-1-2,1 1-1,-1 0-2,0 1-3,0-1-1,1 1-2,-1-3-2,1 3 1,-1-1 0,1-1 1,0 0 0,0 0 3,1-1 2,0 0 0,-1 0-1,1 0 0,0 0 0,-2-1-2,1 1 0,-1-1 0,1 0-1,-1 0 0,-1 0 0,0-1 0,3 1-1,-3 1 1,0-2 0,2 1-4,-3 0 0,1 0-1,0-1 0,-1 1-3,0 0-2,-2 1-1,0-1 2,1 1-1,-2-1-1,-1 0 0,-1 1 1,2-1 0,-3 1-1,0-1 0,0 1 0,-1 0-2,0 0-4,0 0-10,-2-1-19,2 1-27,-2 0-35,-2 0-40,1 0-42,-2 0-59,-2 0-85,0 0-129,0 0-120,0 0-94,1-1-69,-1 0-34,-1-1 1,1 1 33,0-1 91,-1 1 98,1-1 95,2 0 95</inkml:trace>
  <inkml:trace contextRef="#ctx0" brushRef="#br0" timeOffset="15054">1935 189 182,'1'-2'238,"0"0"-2,0 0-31,1 0-32,-1 0-24,0 1-14,1 0-5,-1 0-2,0-1 4,0 1 3,1 1 12,0 0 7,-1-1 9,0 1 9,-1-1 12,0 0 14,0 1 20,0 0 27,0 0 20,0 0 33,-1 0 22,0 0 8,1 0-7,-1 0-7,0 0-17,1 1-35,-1 0-33,0-1-31,1 0-30,-1 1-35,0-1-24,1 0-20,-1 0-17,-1 0-11,2 0-7,0 1-3,-1-1-6,0 0-3,1 0-1,-1 0-1,0 0-7,1 0-5,-1 1-3,1 0-5,0 0-5,1 0 0,-1 0-1,2 1 1,-1 1 2,0 0 1,2-1 1,1 1-3,0 1 1,1-1 0,0 1 1,2 1-2,-1 0-1,1 0-1,0-1 0,1 1-4,0 1-6,-1-2 0,1 1-2,0 0 1,-1-1-3,0 0 0,0 0 5,1-1 0,-3-1-2,3 1-2,-2-1 0,-1 0-1,0 0 0,-1 0-1,-2-1 1,3 1 0,-2-2 1,-1 2 1,2-2-1,-3 1 0,0-1 1,0 1 0,-1 0 2,1-1-6,0 1 4,-1-1-1,0 1 3,0 0-2,-2 0-1,-1 1 6,-3 2-3,0 1 0,-2 1-4,-2 0 0,-2 2-13,-2 1-26,0 1-37,-2 0-53,1 1-94,-3-1-179,2 2-190,0-4-175,0 1-167,-1-2-94,2 0 18,2-2 140,0-2 180,3 0 188</inkml:trace>
  <inkml:trace contextRef="#ctx0" brushRef="#br0" timeOffset="16148">1407 169 181,'2'-2'291,"3"-2"42,-3 2-6,0 0-45,0 1-36,2-1-23,-1 0-12,-1 0-11,1 0-8,-1 1-4,0 0 2,0 0 8,0-1 12,-2 2 13,1-1 16,-1 0 10,0 1 7,0 0-7,0 0-10,-1 1-14,1 0-18,-1 1-8,0-1-13,-1 2-13,-2 1-14,1 0-15,-3 2-21,0 1-27,-1-2-24,0 3-16,-1-1-13,0 2-12,-2-1-8,1 1-5,-2-1-4,2-1-5,1 1-2,0-1-2,1-3-2,-1 1 0,3 1-3,0-3-1,1 1 0,-1-1 2,4 0 1,-1-1-1,0-2 5,1 2-1,-1-1-2,1-1-3,1 1-1,0 0-1,3 1-2,-2 0 4,2 0-2,-1 2 1,3-2 1,0 2 2,1 0-2,2 1 0,-2-1 3,4 1 2,0 0 1,1 0-3,2 0 2,1 1 2,-1-1-6,-1 1 0,1-1 0,-1 0 1,0 1-11,-1-1-44,-2 1-76,0-1-148,-3 0-179,0 1-190,-2 0-198,-2-1-106,-1 2 2,-1-3 105,0 0 158,0-1 177</inkml:trace>
  <inkml:trace contextRef="#ctx0" brushRef="#br0" timeOffset="18686">2487 115 58,'-2'1'177,"1"-1"-8,1 0-20,-2 1-26,2 0-20,-1-1-16,-1 1-13,1-1-6,0 1-4,-1 0 1,0-1 1,1 1 7,0-1 7,-1 1 10,1 0 13,1-1 15,-1 1 19,-1-1 15,1 0 14,-1 0 10,1 0 10,0 1 11,0-1 13,-1 0 24,1 1 25,-1-1 19,0 0 15,2 0 2,-1 0-2,-1 1-21,1-1-15,0 1-16,-1 0-19,0-1-18,1 1-20,0-1-17,-1 0-26,1 1-19,1 0-19,-1-1-11,1 0-13,0 0-8,-2 1-8,1-1-6,1 1-1,-1-1-7,0 0-3,1 0-3,-1 0 0,0 1-5,1-1-4,-1 0-1,0 1-4,0-1-6,0 1-6,-1-1-1,0 1-3,1 0-4,-2 0-1,0 1-1,0-2 1,0 1-4,1 2-1,-1-2-1,1 1-2,0-1 0,0 0 0,0 0 2,0 1 0,1-1-1,0 0 1,1 0-2,0-1 2,-1 0-1,1 0 0,-1 0-1,1 0 2,0 0-2,1 0-2,-1 0 0,1 1 1,1-1 1,2 1 1,0-1 6,2 1 3,3 0 3,0-1 2,2 0 2,0 0-2,0-1-1,0 0-3,1 1-3,0-1 0,1 0-3,-1 0-2,-1 0-2,0 0 0,-2-1-1,-1 2 0,-2-1 0,1 1 3,-4 0-1,2 0-2,-2 0 1,0 0-1,0 0 1,-1 1-3,0-1 1,-1 0-2,-1 1 2,0 0 2,0-1 0,0 1 4,0 1 6,0 0 8,0 2 4,-1 2 0,-1-1 2,-1 2 1,0 0 1,0 1-9,-1 0-5,-1 2-3,1 0-3,-2-1-3,1 3-7,0-2 3,0 1 2,-1 2 1,-1-2 3,1 0-2,0-1-2,1 1 0,-1-2-5,0 0-1,1 0 3,2-1 1,-2-2 1,2 0 0,-2 0 3,3-1 0,-1-2-2,1 0 0,-1 0 0,2-1-1,-1 0 1,1-1-2,0 1 0,1-2-1,0 1 1,0-1-1,0 0 1,0 0-1,-1 0 0,1 0-2,0 0-1,0 0 3,0 0-1,1 0 1,0 0 1,2 0 0,3-1-1,-1 0-1,5-1 2,0 0 0,3 0 0,0-2 1,0 1 1,3 0-2,-1-1-1,0 0-1,-1 0-15,0 2-19,-1 0-31,-4 0-33,0 1-47,1-1-70,-4 1-114,3 0-158,-1 0-135,1-1-111,-1 1-81,0-1-58,0 0 7,-1 0 115,-2 1 131,2-1 127,-2 0 119</inkml:trace>
  <inkml:trace contextRef="#ctx0" brushRef="#br0" timeOffset="20438">1844 53 75,'0'2'74,"0"-2"-13,-3 1-14,3 1-8,-1-1-4,1 0-5,-1 0-2,0 1 3,1-1 0,-1 0 2,0 1 3,0-1 6,-2 0 2,2 2 2,1-2 1,-2 1-2,1-1-5,0 1-5,-1 0-7,1-1-6,-1 1-5,2-1-5,-1 0 2,0 2 1,-1 0 0,1 0 2,0 0 2,-1-1-2,0 1 2,1 0 1,0 2 0,-1-2 2,1 0 1,1 1 3,-2 0-5,1-1 0,-2 1-1,1 0 0,0 0 0,0 0-1,-1 2 2,2 0-3,-2-1-1,1 2 1,-3-1-4,2 1-2,0 1-1,-2 0-3,2 1-1,-2 0-3,1 2-3,-2-2 4,1 4-3,0-2-1,0 1 1,-1 1 3,0-1 2,0 1 0,2 0 4,-3-1 2,2 1 1,0-1 0,1-2-1,-2 2-1,3-2-5,-3 0-2,2 0-3,0-1-1,0 0-1,0-2 0,-1 1 1,3-1-1,-2 0 1,2-2-1,-1 1 0,1-1 2,-1-1-2,0 0 0,1 1 0,-1-2-2,0 0 2,0 1-1,1-1 0,0 1 1,-2-2 0,2 1 0,0 0 0,0 0 0,0-1 0,0 0 0,0 1 0,0-1 0,1 1-1,0-1-6,-2 0-10,2 0-14,0-1-17,1 0-17,-1-1-22,1 1-18,0-1-20,0 0-26,0 0-42,0 0-20,0 0 2,0-1 11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4:23.19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149 131 246,'2'-3'352,"-1"1"50,0-2 23,0 1-71,-1 1-56,0-1-37,0 1-23,0 1-16,0-1-1,0 1 11,0 0 26,0-1 29,0 1 33,0-1 23,0 1 12,0 0-5,0 1-23,-1-1-31,1 1-43,0 1-44,0-1-42,0 0-38,-1 0-29,1 0-18,0 0-12,0 0-7,-1 0-6,1 1-5,-2 0-10,0 0-8,-2 2-6,-1 0-7,-2 1-7,0 1-1,-2 3-2,2-1-3,-3 2-1,1 0 2,0 2 2,-1-1-3,1 3 3,1 0-3,-2 0-1,2 1 6,0 0-5,1 1 0,0 0-2,3 0 0,0 1 1,1-1-8,2 0-1,0-1 1,3 1 0,0 0 1,2-2-1,0-1 0,3 1 2,-1-2-1,3-2 0,0 0 1,1-2-1,1-1 1,0-2-2,2 0 1,-1-3 0,1 0 0,-2-2 0,2 0 2,-2-1 1,-1-1-1,1-1-1,-2-1 2,-1-1 1,-1 0-4,1-1 5,-4 1 0,1-3-1,-2 2-3,-2-2 1,0 1 1,-2 0-3,0-1 1,-3 1 1,-1 0 4,0 2-2,-3-2 1,-1 2-1,-1 1-1,-4 0-3,0 2-3,-1 1-2,-1 2-8,1 0-15,-2 1-23,3 1-34,0 2-57,1-1-101,3 1-163,1-1-168,3 2-154,2 0-136,1-2-99,3 1 16,2-1 126,3-1 159,3-2 164</inkml:trace>
  <inkml:trace contextRef="#ctx0" brushRef="#br0" timeOffset="646">391 34 369,'-2'-7'466,"-2"2"85,2 0 98,1 1-45,-1-1-54,0 3-29,0 0-27,0 0-36,1 1-55,0 1-71,0-1-59,1 1-45,0 1-36,1 0-24,2 2-21,2-1-8,-2 3-8,4 0-11,0 0-12,0 3-9,2 0-12,-1 3-13,1-2-11,1 3-6,-1 0-9,0 3-7,-1 0-5,1 0-3,-1 3-2,-1 2-6,-2 0-5,-1 0-4,-2 3-2,-1 0-4,-2 3-5,-1-1 0,-3 0 1,0 2-5,-2 0 0,-2 1-2,-1-2-18,0 1-35,-1-1-50,-1 0-86,1-3-189,1-1-236,-2-3-240,-1-2-182,1-2-65,-1-3 25,3-2 158,-1-5 219,3-4 250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4:25.11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32 55 38,'0'-3'337,"0"-2"59,0 0 60,0 1 25,0 1-92,0 0-43,-1 1-16,0 0-14,1 1-15,-2-1-18,2 2-18,0 0-15,0 1-8,0 1-8,2 1 0,-2 1 7,0 2-4,0 1-10,0 1-22,-2 4-24,1 0-36,0 1-40,-1 3-29,1 1-23,-1 0-19,-1 2-14,2 0-5,-1 1-5,0-1-3,0-1 0,1 1-3,-1-2-1,2-2-1,0-2-1,0-3 3,0 0-4,0-3-5,0-2 4,0-4 1,0-2 4,3-3-2,-2-3 4,0-5 2,1-1-4,-1-2-1,1-2 0,1-1 1,-1-1 1,-2-1-3,1 0 0,1 0 1,0 1-3,1 0-5,0 2 4,-1 2 1,0-1-1,1 3 2,0 2 3,0 0 0,-1 1 1,2 2 3,-1 1 4,1 1 1,0 0 0,0 3 4,1 0-2,-1 0 4,2 1-1,-1 2-1,1 2 1,0 1 8,1 0 5,-1 2-2,0 2 2,2 0-1,-2 3-3,2 1-8,-1 2-3,1 0-3,0 2-4,1 1-2,-1 1-3,-1 1 0,0 0-3,1-1 1,-2 0-1,1 0 0,-1-1 1,0 0 0,0-2 0,-1 0-6,0-1-15,-1-2-34,1-1-61,-2-2-103,-1-1-160,-1-1-165,-2-3-142,-2 0-119,-1-1-114,-2-1 11,-2 0 111,0-1 143,-2 0 143</inkml:trace>
  <inkml:trace contextRef="#ctx0" brushRef="#br0" timeOffset="578">17 291 335,'-4'-5'439,"-1"1"66,4 0 64,-2 2-66,1-1-94,1 1-47,0 0-19,3 1-2,0-1-12,2 0-14,3 0-20,1 0-17,0 0-37,1 0-53,2 0-49,-1 0-46,1-1-30,1 2-25,1-3-16,-1 2-11,1-1-6,0 1-47,-2-1-107,1 2-136,-1-2-134,-2 1-128,1-1-140,-1 1-124,-2 1 17,1 0 90,-2 1 105,0 1 118</inkml:trace>
  <inkml:trace contextRef="#ctx0" brushRef="#br0" timeOffset="940">417 243 179,'-1'-1'388,"0"-1"71,-1 0 62,2 0-22,-1 1-70,1 0-35,0 0-6,0 1-4,1 0-12,1 0-17,1-1-12,2 0-17,0 1-34,1-1-42,0 1-38,1 0-37,2 0-47,-1-1-42,1 0-36,3 0-22,-2-1-14,0 1-9,2 0-4,-3 1-39,0 0-91,1 0-147,-2-1-150,2 0-150,-3 1-155,1-1-145,0 1-6,-1-1 95,1 0 124,1 0 136</inkml:trace>
  <inkml:trace contextRef="#ctx0" brushRef="#br0" timeOffset="1193">783 107 310,'-2'-6'514,"2"0"116,-1-1 126,0 2 22,1 2-118,0-1-83,0 1-79,0 0-97,2 2-107,0 1-86,0 1-57,0 1-41,-1 2-23,2 1-14,1 1-14,-2 2-7,0 0-16,0 2-11,0 1-7,0 0-4,-1 0-5,1 1-3,-1 2-2,1-2-1,-1 0-2,1 0-15,0-1-65,-2 0-122,1-3-148,0 1-150,-1-3-160,-1 0-167,-1-2-65,-1-1 51,0 0 114,2-1 129,-1-2 149</inkml:trace>
  <inkml:trace contextRef="#ctx0" brushRef="#br0" timeOffset="1454">703 98 57,'-3'-10'419,"1"3"77,1-2 72,0 3 70,2-1-110,0 1-87,2 0-52,2 1-32,2 1-24,-1 1-34,3 1-26,0 0-20,-1 1-18,2 1-16,0 1-26,-1 0-25,2 2-23,-1 0-21,-1 0-25,1 2-22,-1 1-16,0 0-7,0 2-16,-1 1-11,0 1-6,-1 2-7,-1-1-6,2 1-4,-4 1 0,1-1-1,-1 1-2,-3 1 2,0-1 0,-2 1 2,0-1 3,-3 0 3,-1 0 7,0-1 0,-4 1 2,0 0-1,-2-1-2,0-1-4,-1 0-5,-1-1-1,0-2-5,1-1-19,-1-1-55,-1-1-114,2-3-175,1-2-194,-2-1-215,0-1-180,0-1-48,0 0 57,2 0 146,-2 0 178,1 0 208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4:39.02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166 218 159,'1'-2'257,"0"0"27,-1 0-31,1 0-50,0 0-43,-1 1-24,1 0-14,-1 0-9,0-1-5,0 2-1,0 0 0,0 0 6,0-1 4,-1 1 3,1 0 7,0 0 7,0 0 10,-1 0 11,0 0 27,1 0 23,-1 0 31,0 0 27,1 0 24,-1 0 10,0 0-2,1 0-9,-2 0-14,2 0-23,-1 0-28,0 1-28,0-1-28,0 0-23,1 0-28,0 0-20,-1 0-17,1 0-10,-1 0-7,0 0-5,1 1-6,0-1-3,0 1-2,-1-1-3,-1 0-5,2 0-1,-1 0-4,1 0-4,0 0-1,0 0-2,0 1-1,0-1-3,-1 0 2,1 0 1,0 0-1,0 0 0,-1 0-1,1 0-1,-1 0 0,0 0 0,1 0-4,0 0 1,0 0-3,0 0-1,0 0-3,0 0-2,0 0 0,0 0-2,-1 0-2,0 0-1,1 0 1,0 0-3,0 0 0,0 0-1,0 0 3,0 0-1,0 0-1,0 0 0,0 0 0,0 0-1,0 0-2,1 0 1,-1 0-1,0 0 2,0 0 0,0 0 1,0 0-1,0 0 0,0 0-1,-1 0 0,1 0 1,0 1-1,0-1 3,0 1 0,0-1 1,0 0-3,0 0 0,0 0 2,0 0 0,0 0-1,0 0-1,0 0 2,0 0-1,0 0-2,0 0-3,0 0 1,0 0 2,0 0-1,0 0 1,1 0 1,0 0-1,2-1 0,2 0-1,-2 1-1,4-1 1,0-1 1,-1 2 1,2-1 4,0 0-1,0 0-2,0 0-1,1 1 0,2-1 1,-1 1-5,1-2 2,2 0 2,-1 1 2,0-1 2,-1 0 0,1 1-3,1-1 0,-1 1-1,-1 0-1,0-1-5,0 1 2,0 0 3,0 0-1,0 0 1,0-1 0,-1 2 0,2-2 1,-1 2 0,1-1 0,-2 1 0,0 0 1,0-1 1,0 0-1,-1 0-2,1 1 1,-2-1 1,0 1-2,1-1 0,-2 0 0,1 1 2,-2 0-1,2 0 0,-1 0-1,-2 0 1,2-1-2,-2 0-1,0 1 3,-1 0-6,0 1-14,-2-1-16,1 0-22,0 0-26,-2 0-34,0 0-39,0 0-55,-1 0-86,0-1-107,0 1-90,-2-1-65,1 0-43,-1 0-7,1-1 29,-1 1 55,0 0 42,1-2 10,-3 1 19,2-1 38,0 0 58,1 0 63</inkml:trace>
  <inkml:trace contextRef="#ctx0" brushRef="#br0" timeOffset="952">616 48 179,'0'-3'239,"0"1"-4,-2-1-23,2 1-25,0 0-22,0-1-19,0 1-9,0-2 0,2 2 4,-2 0 5,1 1 15,-1-1 20,0 1 20,0-1 19,0 2 19,0-1 21,-1 0 8,-1 1-5,1 0-9,1 1-10,0 0-11,0-1-18,3 2-5,-2-1-2,1 2-4,0-1-7,0 2-19,1 1-21,1-1-26,0 1-20,1 0-19,2 0-20,-1 0-17,0 1-13,0-1-11,-1 1-9,3 0-10,-2 0-6,1-1 1,0 1-6,-1 0 3,0 1-3,-1-2 0,2 0 1,-1 2-2,-2-4 4,3 2-3,-3-1 2,1-1-1,-1-1 0,2 1-1,-4-1-1,2 0 2,1-1-2,-3 0 1,0 0-1,-1 1 0,0-1-2,2-1 0,-3 0 0,0 1-2,0 0 1,-3 2 2,0 1 3,-4 2-1,0 2 2,-3-1-12,-1 3-44,-3 0-92,0 0-142,-2 1-146,0-1-147,-1 0-137,-1 0-133,2-1-20,-2 1 81,0-3 115,1 1 128,1-3 140</inkml:trace>
  <inkml:trace contextRef="#ctx0" brushRef="#br0" timeOffset="1647">142 128 169,'0'-1'328,"1"-2"51,-1 0 37,2 1-84,-1 1-67,0-1-42,-1 0-27,0 1-33,0 0-17,0 1-14,0-1-13,0 1-9,0 0-5,-1 0 0,0 1 3,1-1 3,-2 1 9,1-1 8,-1 2 4,0-1 8,0 1-7,-3 1-8,2 0-19,0-1-19,-3 0-14,1 0-22,-1 1-16,-1-1-8,3 1-13,-4-1-7,2 1-3,-1-2-1,0 0-1,0 1-1,1-1 22,0 1 12,0-1 5,0 0 3,2-1 4,-1 1 2,0-1-14,2 0-9,0 0-2,1 0 1,0 0 2,-1 0 7,2 0 3,0 0 3,0-1 3,1 1 2,0-1 5,-1 0 0,1 1 2,-1 0 8,0 0 2,1 0 3,-1 0 0,0 0 2,1 0-3,-2 1-6,1 0-4,1-1-8,0 0-10,0 1-6,0-1 5,1 2 5,2 0 6,0 1-1,-1 1 2,3-1-1,0 2-10,1 0-10,2 2-8,-2-2 1,5 1-7,-1 1-3,1-2-5,1 1-2,1 0-2,-1 0-5,-1 1 5,0 0 0,1-1-35,-3 1-82,-1 1-133,1-2-151,-2 2-150,2-1-147,-4 0-140,1 0-36,-1 0 73,-1-1 116,0-2 132,2 0 136</inkml:trace>
  <inkml:trace contextRef="#ctx0" brushRef="#br0" timeOffset="6087">570 0 42,'0'0'147,"-1"0"-9,0 0-16,1 0-16,0 0-13,-1 0-10,0 0-9,1 0-9,-1 0-9,-1 1-8,2 0-7,-1 0-5,-1 1-2,-1 0-1,1 0 0,-2 1 0,1 1 3,1 0 3,-2 1 0,0 2 3,1-1 1,-1 2 1,1 1-5,-2 1 0,1 0 1,1 2-3,-2 0-1,0 2 3,0 1-2,-1 2-2,-1 0-2,1 1-6,0 1-2,-1 1-7,-2 1-6,1 1-2,0 0-4,-1 2-3,1-1-3,-1 0-1,1 1 1,-1-3 0,4 1-1,-2-3-9,2-3-14,2-2-17,1-3-26,1-3-32,0-2-46,1-2-59,-1-2-66,1-2-24,-1-2 3,1-1 20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4:43.52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84 50 127,'0'-1'224,"-2"1"2,1-1-25,0 0-28,1 1-23,0-1-14,-1 0-11,0 0-3,1 1-3,-1-2-4,0 1-2,0-1-1,0 1-1,-1 1 0,0-1-1,1-1-3,0 1 3,0 0 2,0 0 5,-1-1 4,-1 2 10,2-1 11,-1 1 10,0-1 11,0 0 8,0 1 7,0-1 2,0 1-1,1-2 0,-1 1-6,-1 1-6,1 0-9,0-1-15,1 1-15,-1-1-19,-2 1-13,2 0-17,-1 0-3,1 0 0,-1 0 4,1 0 6,0 0 8,0 0 8,-1 0-1,1 1-5,0-1-6,1 1-10,0-1-10,0 0-12,0 0-8,-1 0-10,1 0-6,1 0-10,0 0-5,-1 0-6,1 0-6,1 0-2,0 1-2,3 0 8,-2 0 5,2-1 9,2 1 6,1-1 6,2 0 3,-1 0-5,3-1-2,2 0-7,-1-1-7,1 1-4,1-1-3,-1-1-1,-1 1-4,2 0 0,-2 0 0,-1 0-1,-2 1-2,1 0-2,-2-1 0,-1 1-2,-1 0-2,-1 0 0,1 0 0,-4 1 2,3 0 2,-1-1 4,-1 1 0,-1 0 3,0 0 3,0 0 1,-1 1 2,0-1 1,-1 1 4,1 0 4,-1 1 1,0 1 1,0 0 5,-1 1 3,-2 2-4,0 0-2,0 2 1,-1 0-6,-1 1-10,1 0-3,-1 1-2,0 2-1,-1-3-2,1 1-1,-2 1 3,0 0-2,1 0-3,-1 0 3,1 1-5,0-2 2,-1 0 1,2-1-1,-1-1-1,2-1 4,-2-1-3,4 0-1,-2-2-1,1 0 0,1 0 0,1 0-6,-1-1 3,1-2-1,0 1 1,1-1 3,-1 0 0,1 1-2,0-2 0,0 1 2,0-1-3,1 0 1,1 0-1,0 1 1,4-1 0,0 0 1,3 0 1,2 0 0,3-2 0,2-1-1,1 0-1,2 0-12,1-2-11,0 0-21,0 2-27,-1-2-51,-2 0-83,-1 0-139,-2 3-168,-1-2-168,-3 2-178,-3 1-116,0 0-7,-4 2 105,-3-1 153,0 0 176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6:45.64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7 308 180,'0'-3'324,"-1"0"41,-2-2 47,2 1-71,0 1-66,1-2-21,-1 1 2,1 0 4,1-2 4,0 1 19,0 1 24,2-1 15,-2 0 13,0 2 9,0 1 6,0-1-14,-1 1-25,0 1-26,-1 0-29,1 1-35,-1 0-34,0 1-30,1 0-21,-1-1-23,0 1-16,-1 0-12,1 0-9,0 1-13,1-1-11,-1 1-4,1 0-5,-1 0-6,1 1-6,1 1-2,0-1 1,0 2-1,2 0 0,-1 1-2,0 0 0,1 1-2,0-1-3,0 1-1,0-1-1,-2 2 1,0-1-1,2 2-2,-1-2 0,0 2 2,0-2-5,0 1-2,1 0-2,-3-1-2,2 0 0,-1 0-5,0-2 0,0 1-1,2-1 0,-2-1 1,0-1 4,1-1-2,-1 0 0,0 0 3,0-1 2,0-1 1,2-1-5,1-1 5,3 0 1,5-3 3,3 0 4,7-6 3,4-2 4,8-4 1,2-2 3,4-6 0,2 1-2,3-4-1,0 1-2,0-2-15,-2 2-11,0 1 0,-4 1 0,-1 2 0,-3 3 0,-4 2 0,-6 2 0,-2 3 0,-3 2 0,-4 2 0,-4 2 0,-2 2 0,-2 0 0,-1 1 0,-2 2 0,0-1-74,-2 1-57,1 0-52,0 1-70,-2 2-135,-2 1-213,-3 3-237,-3 2-203,-2 3-78,-2 3 7,-1 1 112,-1 0 219,0-1 262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7:48.87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170 45 86,'0'0'79,"0"0"-13,-2 1-15,1-1-12,1 0-11,-1 0-2,1 0-7,-1 0 0,0 1 0,1-1 4,-1 0 5,0 0 5,1 0 5,-2 1 5,2-1 6,-1 0 4,0 0 1,0 0 0,0 0 2,0 0 0,1 0 4,0 0 3,0 0 7,-1 0 7,0 0 8,1 0 9,-1 0 8,0 0 8,1 0 4,-2 0 6,0 0 6,1 0 6,1 0 2,-1 0 2,1 0 0,-1 0 2,0 0 6,1 0 8,0 0 5,-1 0 11,1 0 14,0 0 14,-1 0 11,0 0 10,1-1 7,0 0-2,0 1-12,0-1-22,1-1-31,0 0-32,0 1-31,1-2-27,2 1-22,0-1-14,0 0-10,1-1-4,0 1 1,1 0-2,0 0-1,1-1 1,0 2-1,1 0-2,-1 0-2,2 0-3,0 0 4,0 1-9,1 0 0,-2 1-1,1 1-2,-1 0-2,-1 1-3,0 1 3,1-1-1,-3 3 1,1 0 1,-2 0 3,0 1 0,-1 1-1,-1-1 3,-1 2 0,0-1-2,-1 2-2,-2 0 4,0-1 5,-1 3-1,-1-2 0,-2 0 1,0 1 0,-1-2-2,0 1-5,1-2-2,-2 1 0,2-2 8,-1 1-3,0-2-2,1 0 0,0 0-1,3-1 5,-1-3-9,1 1 15,0-1 15,1 1 17,1-2 12,0 0 9,0 0 6,1 0-8,0 0-11,0 0-15,0-1-17,1 0-8,0 0-7,1 0-6,1 0 0,0 0-5,2 0 2,0-1-1,1 1 0,1 1 2,-1-1-1,1 1 4,1 1 0,-1 0-1,0 2-2,1-2-2,-1 2 2,0 1 1,-1 1 1,1-1 0,-3 2 2,2 0 0,-3 0 1,1 2-3,-3-1 0,2 2 0,-2-1 0,-1 1-1,0 1 1,-1-1 1,-2 0 1,2-1 1,-2 0 1,-1-2 2,-2 2-2,0-3 1,-4 1-2,2-1 0,-4 0 0,1-1-1,-3 0 0,1-2 1,-2 0-1,0-1 0,-1-2 1,0-1 0,0 1-2,-2-3-1,0-1-9,-1 0-44,2-4-89,0 1-143,2-3-151,1-1-162,2 1-150,1-1-117,1 0 4,1 1 96,2 1 129,2 0 148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7:50.34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32 64 253,'1'-3'304,"-1"-1"42,1 1-31,0 1-37,0-1-26,0 0-12,-1 0-9,1 0-2,0 1 11,-1 1 33,1-1 35,-1 1 32,0 0 35,0 0 28,0-1 8,0 1-28,0 1-34,-1-1-43,1 0-50,0 1-49,0-1-47,0 0-34,-1 1-26,0 0-18,1 0-12,0 0-9,0 0-9,0 0-9,-1 0-8,1 0-7,0 0-8,-1 1-7,1 0-6,0-1-4,0 1 4,0 0 0,0-1 0,-1 0 0,1 0 6,0 0 3,0 0 1,0-1 0,0 0 7,0 1 6,0-1 3,0 0 9,0 1 3,1-1 7,-1 0 1,0 0-2,0 0-3,1-1-7,-1 0-5,1 0-6,-1-1-5,0 1-3,0 0 1,0 1 2,0-1 1,0 1 1,0-1 2,0 1 0,0 0-5,0 1-4,-1 0-5,1 0-6,-1 0-7,1 0-3,0 1-2,0 0-3,0 1-1,-1 0 1,0 1 0,1 3 0,0 1 0,0 0 2,0 2 3,0 3 0,0-1 1,0 1 2,0 0 0,-1 0 4,0 2-3,1 0-3,-1 0 0,1 1-8,-2-1-15,0 1-33,0 0-28,1 1-34,-1 0-47,-2-2-60,1 0-99,1-1-162,0-3-167,0-1-173,-1-4-161,1 0-45,0-4 55,1-1 159,2-4 180,1-1 200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7:51.31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53 102,'1'-2'324,"0"-1"55,1 0 47,-1 1-52,1 0-54,-2 0-37,1 0-19,0 1-8,-1-1 12,1 0 26,0 1 28,-1-1 22,0 2 10,0-1-6,0 1-35,-1 0-43,0 1-54,1-1-56,-1 2-44,1-1-37,0 1-13,1 1-8,-1 1 7,1 2 14,0 0 3,1 4 2,-1-1-10,1 1-10,0 2-21,-2 0-17,1 0-11,-1 1-6,1 0-1,0 0-3,-1 2-1,0-1-2,0 0-7,0 1-40,-1-2-71,0-1-117,1 0-156,1-2-151,0-1-143,-1-3-125,0 1-72,-1-2 42,1-2 116,0-3 129,2-2 141</inkml:trace>
  <inkml:trace contextRef="#ctx0" brushRef="#br0" timeOffset="336">168 75 83,'2'-8'385,"0"1"62,-1-1 45,1 2 11,1 0-129,0 1-87,0-1-56,1 1-44,1 2-27,2-2-12,-3 1-7,4 1 2,-2 1-1,1 0 10,1 0 2,1 1-6,-1 0-11,1 0-13,-1 1-12,0 1-19,-1 0-18,1 1-15,-1 1-14,0-1-12,-1 1-12,-1 2-7,0 0 1,-2 1-5,1 0 2,-2 0-1,-2 2 2,0-2 1,-1 3-1,-2-2 0,0 3-3,-2-3 1,-3 3-6,0-2 1,-1 0 0,0 1 0,-1-2 2,0 1-3,1-2 1,-1 1-3,3-2-3,0-1-2,-1 1 0,3-2-1,1 0 3,1-1 0,0-2 2,0 1 6,2-1-6,1 0 1,1-1-4,3 1 3,1-2-2,0 1-7,4-3 6,-1 2 0,3 0 1,0-1-3,-1 2-1,1 0 1,0 1-1,-1 1-2,0-1 1,0 2 4,-2 1 0,0 2-1,-2 0 3,1 0 6,-3 1-4,-1 1-3,-1 0 5,-1 0 0,-2 2-2,-1-1-4,-1 1 3,-3-2 1,0 1 0,-3-2-1,0 1 2,-4-1-1,-1-1 3,1 0 2,-2-1-4,-2 1 2,0-2 0,1 0-2,0-2-38,-1-1-90,3-2-113,1-1-120,0-4-134,2 1-148,1-3-103,1 0 13,3 1 73,1-2 100,3 2 122</inkml:trace>
  <inkml:trace contextRef="#ctx0" brushRef="#br0" timeOffset="1190">572 74 139,'1'-4'335,"1"1"53,-2-1 41,1 1-47,0 0-47,-1-1-32,1 2-4,0-1 13,-1 1 21,0-1 16,0 1 5,0 1-13,0 0-34,0 0-55,0 1-62,-1 0-56,0 1-51,0 0-33,0 1-20,-1 2-15,0 0-6,-1 1-3,0 2 0,0 0 1,2 1-2,-2-1-1,0 0-2,1 0-1,1 1-1,1-2-3,1 0-2,0 0 3,1-2 2,2 1 0,-2-2 1,1 1-2,3-2 6,0 0 1,1 0 2,2-1 4,3 0 0,-1 0 7,1-1-3,1 0-1,-2 0-6,2 0-2,-2 0 1,-1 1-4,1-1-4,-2 1 0,1 0 1,-1 1 1,-1 1-1,-1-1 1,-2 1 4,1 0 8,-2 3 12,-2-1 9,2 1 5,-3 0 9,0 0 5,-2 2 5,0-1-1,-3 0-2,2 0 1,-2 1-3,-1-2-4,0 1-8,-1-2-9,-2 2-9,1-1-9,-1-1-3,-2 0-5,0-1-4,-1-1-2,-2 1-20,0-2-62,2-1-109,-1-1-146,1-1-147,-1-2-146,1-2-135,0 0-90,1-2 27,1-1 102,2-1 126,-1-1 132</inkml:trace>
  <inkml:trace contextRef="#ctx0" brushRef="#br0" timeOffset="1672">547 52 168,'2'-3'427,"0"-1"67,1 1 62,1 0 8,0 1-92,2-1-59,1 1-52,2 1-36,2-1-48,1 2-57,1-1-57,0 1-64,0 1-39,3 0-28,-2 0-15,3 0-25,-1 1-83,-1-2-97,0 1-105,-1-1-121,-1-1-132,0 0-125,-3 0 1,0 0 55,-3 0 84,0 0 106</inkml:trace>
  <inkml:trace contextRef="#ctx0" brushRef="#br0" timeOffset="3133">1057 57 154,'0'-1'215,"0"0"-10,0 0-19,0 0-20,0 1-18,0-1-16,0 1-10,0 0-4,0 0 3,0 0 8,0-1 13,0 1 16,0 0 24,0 0 22,0-1 30,0 1 37,0 0 49,0 0 45,0-1 39,0 1 30,0 0 8,0 0-17,-1 0-45,1 0-52,-1 0-60,1 0-58,-1 0-53,0 0-39,1 0-30,-1 1-23,0 0-17,1-1-15,-1 1-9,-1-1-10,2 1-7,-1 2-3,0-1-2,1 2 0,0 1-1,0 1-1,0 2 1,0 0-1,1 1 0,-1 0 1,0 2-1,1-1 2,-1 2 0,0-1 1,0-1-2,-1 1 1,1 1-5,-1-1-20,1 1-30,-1-2-62,1 1-109,0-2-171,0 1-170,0-4-151,0 0-142,0 0-94,-1-2 25,0 0 127,1-3 149,2 0 158</inkml:trace>
  <inkml:trace contextRef="#ctx0" brushRef="#br0" timeOffset="3563">1182 115 125,'0'-4'374,"1"-1"63,0 0 57,0 1-21,0 1-87,1-2-57,1 2-40,-1-1-21,1 2-13,2-1 4,-1-1 5,-1 1 2,2 0 2,0 1-5,0 0-11,1 0-29,1 1-29,-1 0-23,1 0-30,-1 1-28,2 0-28,-3 1-21,1 0-19,1 0-16,-1 2-8,0-1-9,-1 1-4,1 0 1,0 2 1,-2 0-2,0 0 0,1 2 4,-2-2 1,-1 2 3,1 0 2,-2 1 5,0-1 3,-2 2 2,0-1 1,-2 1 4,0-1-1,0 2-1,-3-1-1,2 0-2,-3 1-1,0-1-4,2-1-1,-1 1-1,1-2-6,-1 0-2,2 0-1,-1-1-3,1-2-2,0 1-3,2-2-2,0 0 0,0 0-1,2-1-1,-1-1-1,1 1 2,0-2 2,0 1 3,1-1 7,2 0 6,3 1 10,-1-1 7,4 1 3,2 0 0,1 0-5,2 0-8,1-1-7,2 0-8,0-1-6,-1 0-2,1 0 1,-3 0-2,2 1-7,-4 0-16,0 0-30,-1 0-55,-3 0-98,0 0-179,-5-1-224,0 1-248,-5 0-132,-2-1-32,-3 1 50,0 0 155,0-2 215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7:57.85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37 45 132,'2'-5'329,"-1"1"57,0 0 48,-1-1-52,0 1-45,0 0-13,-1 0 8,0 0 22,1 1 23,-1 2 9,0-1 5,1 0-16,0 1-39,-1 0-54,1 0-55,-2 1-42,2 1-46,-2 0-37,0 1-28,1 0-22,-1 2-16,0 1-12,-1 3-5,1 1-4,-1 0 0,0 2-2,0 1 0,0-2-1,1 2-4,0 0 1,0-1-3,1 0-1,0 0 0,1-1-5,0-2 2,1 0 0,0-2 0,2 0 1,-1-2 2,0 0 3,1-1 4,2 0 4,0-2 5,1 0 5,2-2 3,1 0 5,0-2 0,3 0 0,0 0-1,0 0 0,2-1-5,0 1-4,-1 0-4,1 0-6,-2 2-5,2 0-4,0 1-1,-1 1-1,-1 0-1,-1 1 2,0 1 0,2 2 4,-5 0 2,1 0 1,0 2-1,-2 0 5,1 1 0,-3 1 4,-1 0 1,0 0 3,-2-1 5,-1 2-1,-1-2 1,-1 1 0,-2-1 0,-3 0-1,2-1-1,-4 0 0,-1-2-1,-1 1-4,-3-1-2,1-1-3,-2 0-3,0 0-4,1-2-2,-2-1-3,1-1-1,-2 0-3,2 0-2,-2 0-5,2 0-26,-1-1-42,2-1-76,1-1-152,0-1-178,3-1-175,1 0-143,0-2-140,1 0-28,4-1 95,-1 0 150,1-2 164,3 0 161</inkml:trace>
  <inkml:trace contextRef="#ctx0" brushRef="#br0" timeOffset="556">66 66 367,'1'-5'472,"1"0"73,-2 2 68,1 1-58,0 0-60,2 0-22,0 1-4,1 0-3,1 1-13,1 1-33,2 0-64,3 0-70,0 0-69,2 0-66,1 1-47,3-1-37,-1 0-26,3 1-11,1-1-12,1 1 2,0-1-8,2 0-4,-2-1-2,-3 0-8,-2 0-2,-2 0-20,-2 0-29,-3 0-61,-3 0-134,-1-1-179,-3 0-201,-4 0-215,-3-1-119,-1 1-17,-3 0 95,-1 0 163,1-2 190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00.2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33 52 145,'0'0'169,"0"0"-14,0 0-18,0 0-17,0 0-14,0 0-14,0 0-15,0 0-12,0 0-11,0 0-3,0 0-1,0 0 6,0 0 6,1 0 7,-1 1 10,0-1 7,1 0 7,-1 0 5,0 0 4,0 0 6,0 0 4,0 0 0,0 1 0,-1-1-4,0 1-8,1-1-12,0 0-10,0 0-14,0 0-12,0 0-10,-1 1-12,0-1-7,1 0-8,0 0-3,0 1-1,0-1 3,0 0 8,0 0 11,0 0 10,0 0 9,0 0 14,0 0 11,0 0 5,0 0 6,-1 0 4,1 0 2,0 0 0,0 0 0,0 0 0,0 0-2,0 0 4,0 0 4,0 0 7,0 0 9,0 0 10,0-1 8,0 0 6,0 1 3,0-1-2,1 0-6,-1 1-9,1-1-14,0-2-14,-1 1-13,1 0-6,0 0-6,-1 1-4,1-1 0,-1 0-3,2 1-8,-2-1-8,3 0-12,0 0-11,2-1-9,0 0-6,2 1-3,0-2-3,0 1 0,1 0-1,-2 0-2,3 1 2,-1 0-2,-1 0 0,2 0-3,-1 1 1,0 1 1,-1 0 2,2 0-2,-2 1 3,0 0 4,0 1 4,-1 0 2,0 0-1,-2 2 1,1-1-2,0 2 0,-3 0-5,-1 2-2,0-1 1,1 0 3,-2 2 0,-1-1-4,-1 2 0,0 0-1,-2-1 1,0 2-4,-1-1 2,1 0 1,-3-1-2,1 0 1,-1 0-1,0-1-2,0 0 4,-1-1-3,1-1 4,-1 0-3,2 0 0,-1-3-2,3 1-1,-1 0 0,1-1 0,0 0 1,2-2 0,-1 1 2,1-1-2,0 0 0,1-1 0,0 1-2,1-1-1,1 0-2,0-1 1,2 1-3,0-1 0,0 0 4,3 1-1,2-1 1,-2 2 1,4-2 2,0 2-2,-1-1 1,2 1-2,0 1 1,-1 0 1,0 0 0,3 2-3,-4 2 1,1 0 2,-2 0-3,0 1 3,-1 1-3,-2 0 5,1 1 0,-1 0 0,-2-1 0,-1 3-2,0-3 2,-2 3-2,0-3 2,-1 2-1,-2-2 2,0 1 1,-2-1 0,-2 1-1,0-2-1,-2 0 0,-1-1-2,-1-1-2,-1 1 0,0-2 4,-2-1 1,-1-2 1,1 0-1,0 0-13,0-3-31,0 0-65,0-2-105,0 1-145,2-4-141,1 0-134,0 0-128,1-1-98,2 1 17,-2 1 98,3-1 119,2 2 134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01.93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0 111 104,'3'-3'302,"-2"0"40,0 0 30,1 0-54,-1 0-48,1 0-30,1 1-18,-2-1-1,0 0 3,1 1 17,-2 0 21,1 0 33,0 1 25,-1-1 23,1 0 10,0 1-3,-1 0-17,0 0-29,0 0-33,-1 1-38,1-1-36,-1 1-36,1 0-33,0 0-26,0 0-21,0 0-15,-1 0-8,0 0-6,1 0-1,0 0 0,0 0 0,0 0 1,0-1-2,0 0-2,0 1-3,0-1-4,0 0-6,0-1-5,0 0-4,0-1-7,0 0-3,0 0 0,0 0 2,0-1 4,0 0 4,0 0 7,0 2 3,0-1 2,-1 0-3,0-1-2,1 2-5,-1 0-6,1 1-6,0-1-3,-1 1-2,1 0 0,-2 1-5,2 0-3,0 0 0,0 0-3,0 0-6,-1 2-1,1 0 3,0 0 1,0 2 0,1 2 0,1 0 2,-1 2 0,1 1-2,0 2-1,0 0 2,0 2 1,0-1 3,0 2 0,0 1-2,0-1-5,1 1-18,-1 0-25,-1 1-39,1-1-49,-1-1-70,1-1-116,1 1-165,-2-3-150,2-3-129,-2-2-124,1-1-78,-2-2 42,1-2 141,0-2 155,2-2 154</inkml:trace>
  <inkml:trace contextRef="#ctx0" brushRef="#br0" timeOffset="512">205 44 61,'4'-8'406,"-1"0"83,0 2 77,-1 0 66,-1 1-104,-1 1-75,0 2-67,1 0-62,-1 0-63,0 1-70,0 2-57,0 1-41,1 1-10,0 0-3,-1 3-2,1 0 5,1 1-4,-2 2-6,2-2-19,-2 2-12,2-1-14,-2 1-7,1 0-6,0 0-3,-1-1-2,1 0-4,-1 0 1,2-3-3,-1 2-6,0-2 4,1 0-4,-1 0 2,1-2-1,0 1 1,1-1 5,0-1-1,1 0 3,2-2 6,0 1 13,1-1 12,0-1 14,0 1 12,1-1 7,0 0 1,1-1-4,1 1-7,-1 0-9,0 0-9,1 0-7,0 1-2,0 0-3,0 1 3,-1 0-2,1 1 2,-1 0-1,-1 0-4,-1 2-6,0-1-2,0 2 2,-1 0 0,-1 0 3,0 2 0,0-2 5,-2 2-2,0 1-3,0-2-1,-1 1-3,-2 0 2,0 0-2,0-1 1,-2 0 2,-2 0-2,1 0-1,-2 1-2,-1-2 0,1 1-5,-2 0-2,-1 0-1,-2 0-3,1-1-6,-1 0 0,0-1-2,0 0-1,0 0 0,-1 0 1,0 0 5,2-1-2,-1-1-8,1-1-40,1 0-102,0-2-171,2-1-153,0-1-161,1-3-148,0-1-136,2 1 5,1-3 118,-1 1 127,2 0 146</inkml:trace>
  <inkml:trace contextRef="#ctx0" brushRef="#br0" timeOffset="1048">290 93 125,'0'-6'400,"1"1"71,0 1 63,-1 0 9,1 1-87,0-1-57,1 3-22,1-2-11,3 1 0,-1 1-5,3 0-13,-1 1-11,3 0-35,0 0-40,0 0-49,2 0-42,0 0-39,1 0-42,1 0-26,-1 0-19,1-1-15,0 1-10,0-2-10,0 0-1,-1 1-4,-1 0-1,-2-1-1,-2 1-2,1-1-1,-4 1-18,0 0-31,-1 1-60,-2 0-119,1-1-153,-3 1-134,-3-2-115,-1 1-97,-2 0-97,1 1 17,-4 1 102,1 0 108,0 1 114,1 0 122</inkml:trace>
  <inkml:trace contextRef="#ctx0" brushRef="#br0" timeOffset="1750">791 101 156,'-2'-2'294,"1"0"44,-1 1 4,0-1-41,0-1-44,-1 1-25,0-1-19,0 0-23,1 1-15,0-1 7,-1-1 22,0 1 42,0 0 64,1 1 59,2 0 52,-2 0 22,0 0-6,1 1-40,0 0-69,-1 1-70,2 0-73,-1 0-64,1 0-46,2 0-33,3 0-22,0 0-11,5 0-3,1 0-5,1 1-1,2-1 0,1 1 0,2 0 0,-1-1 1,-1 1-1,0-1 0,-1 1 1,-3-1 0,1 0 1,-3-1 0,-1 1 3,1-1-2,-4-1-1,2 0-1,-1-1-2,-2 1 1,0-1 0,0 0 1,-1 0-1,-2 0 3,1 0 1,0 1-1,0-1 3,-2 0-4,1 1 8,0 0 7,-1 0 4,1 1 4,-1 1-1,0 0 3,0 0-6,0 0-7,0 1-6,0 0-2,-1 1-5,1 1-1,-1 1-2,0 1-1,1 2 1,0 1 2,-1 1 0,0 0 2,1 2 0,-3 2 1,2-1-1,1 1-2,-2 1 0,1 0 1,-1 1 2,-2 0-2,1 1-1,0 0-1,-1 0-19,2-1-38,0 1-66,0-3-119,0 0-160,0-2-162,1-1-149,0-1-147,-1-1-69,1-2 51,0 0 124,1-2 144,1-4 157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04.40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 65 223,'1'-6'397,"1"0"73,-2 2 70,1-2-39,0 0-42,-1 1 3,0 0 14,0 1 11,0 0 3,0 0-11,0 1-38,0 1-63,0 0-65,0 1-67,0 0-63,0 1-47,0 0-35,0 0-30,-1 0-20,0 1-15,1-1-11,-2 3-7,2 0-5,0 2 0,2 1 3,-2 2 1,2 1 3,-2 2-2,1 1 0,0 1-3,-1 0-4,1 1-4,0 1-2,-1-1-1,0 0-1,0 1 0,-1-1 1,0-1-2,0 1-2,0 0-19,0-1-34,-2-1-54,1 0-91,1-3-168,0 0-180,1-3-167,0-1-162,0-1-105,1-3 9,1-1 121,3-4 160,-1-2 172</inkml:trace>
  <inkml:trace contextRef="#ctx0" brushRef="#br0" timeOffset="342">350 44 122,'7'-7'481,"-1"-1"102,-1 1 100,0 2 95,0 0-118,-2 0-123,-1 3-89,-1-1-93,2 1-90,-1 2-89,-2 0-67,1 1-40,-1 1-15,0 1 8,0 0 9,-1 2 14,-1 1 16,-2 0 14,1 1 9,-4 0-3,0 2-9,-2 0-13,0 0-18,-1 1-20,0 0-18,1 0-13,-1-1-10,1 0-7,0 0-5,1-2-4,2 1-2,-1-2 0,1-1 0,2 1-2,-1-3-1,3 0 1,-1-1 0,1 0 3,2-1-2,-1 0 0,1 0 2,1 0-3,0-1 4,2 0-4,3 0 3,0 0 3,5 0-1,1 0 2,0 0-4,1-1 3,0 0-3,1 1 0,1-1 4,0 0-6,-1 0-6,1 0-17,0 0-32,0 0-45,-2-1-71,-2 1-102,0-1-117,-1 1-107,0-2-101,-2 0-90,-1 0-98,-3-1 7,-2 2 71,2-2 97,-2-1 116</inkml:trace>
  <inkml:trace contextRef="#ctx0" brushRef="#br0" timeOffset="730">492 39 147,'-4'-3'535,"-2"-1"149,1 0 135,1 0 103,1 2-135,-1 0-138,1 0-131,1 2-133,1-1-129,-1 1-99,2 1-61,-2 0-27,2 2 4,2 0 16,-2 3 16,1 0 10,0 2 5,0 0-6,1 3-21,-2 0-27,1 2-19,0 1-12,-1 1-12,0 1-9,-1 1-6,0 0-15,0 1-45,-1 0-81,0 1-196,0-1-226,-2 0-260,-1-1-181,-2-1-63,-1 0 27,2-3 164,0-2 213,0-3 251</inkml:trace>
  <inkml:trace contextRef="#ctx0" brushRef="#br0" timeOffset="3686">543 159 60,'-1'1'201,"0"-1"0,1 0-19,0 0-23,0 1-21,0-1-15,0 0-8,0 0-4,0 1 2,2-1 6,-1 0 12,1 0 8,0 1-1,0 0 4,0-1-4,0 1-3,0-1-10,2 2-5,-1-2-1,3 1-2,-1-1 5,1 1 5,0 0 5,1-1-2,1 1-9,-1 0-16,0-1-21,0 0-22,-1 1-25,0-1-15,0 0-10,-1 0-8,2 0-23,-4 0-50,3-1-78,-3 1-112,-2-2-156,-3 1-134,-5 0-52,2 1 10,-3-1 58,1-1 99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06.27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50 463 146,'-5'-5'155,"-1"1"-7,4-1-9,-3-1-9,2 2-7,1 0-5,-2-1-4,2 0-6,0 0 1,0-1 0,1 1 11,0 0 19,-1 0 11,0 1 8,1-2 4,0 1 16,-1 1 8,2-1 3,0 0 10,-2 2 15,2 0 11,-2 0 5,1 2-4,1-1-17,-1 2-28,1-1-34,0 1-35,0 0-32,0 1-31,-1-1-20,1 2-12,0-1-10,0 1-2,1-1-3,0 2 3,2 0 12,-1 2 8,2 0 3,1 0 5,-1 1 8,1 1 11,0 1 1,2-1 8,-2 2 16,2 0 13,-1 0 3,-1 1-1,2-1-9,-3 1-7,3-2-17,-3 2-17,1-3-5,0 1 7,0-2 12,-3 0 10,1-3 13,1 0 14,-2 0 8,1-1-3,2-3 1,1-2 6,4-1 4,4-5 1,3-3-5,7-5-4,2-4-9,5-4-18,4-3-16,4-2-11,0-3-8,2 0-7,2 1-7,-1 2-4,-1-1-4,0 2 0,1 0-1,-3 4-2,-3 2 1,-3 2 1,-4 3-1,-3 3-4,-6 2-1,-4 3-2,-2 1-1,-3 3-1,-2 1-2,-2 1 0,-1 1-3,-1 1-6,-1 0-11,-1 1-17,2 0-20,-1 3-27,0 1-58,1 0-96,1 3-175,-2 2-196,2-1-195,-1 2-177,1 0-51,-1-1 46,2-2 154,-1-5 195,2-5 207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09.58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88 64 274,'2'-7'358,"-2"0"56,0 0 16,0 2-59,0-3-38,-1 1 0,0 3 24,1-2 23,0 2 15,0 2 0,0-1-11,0 1-37,-1 1-58,0 1-62,1-1-50,-1 2-34,1 0-20,0 1-6,0 2-5,0 1-4,1 3-3,-1-1-12,1 2-10,0-1-19,-1 2-13,0 0-11,0-1-8,0 0-8,0-1-7,1-1-5,-1 0-5,1-2-1,-1-2 7,1 1 13,0-3 15,-1 1 15,0-2 15,0-2 6,-1-1-2,0-1-8,1-3-9,-2-1-13,1-2-12,-1 1 0,0-1 3,1 0 3,0 1-2,-1 1 1,2 1 0,-1 2-6,0 0-7,1 3-8,0 0-5,0-1-5,0 3-2,0 0-4,0 3-1,1 0 1,0 2 0,1 3 3,0 3 0,1 2 3,0 4 1,0 2-1,-1 3 0,1 3-2,-2 2 0,0 2 0,0 2-3,-1 0-2,-1 1 1,0-2 2,-1-1-1,-2-1-1,0-2 2,1-2 0,-2-1-1,-1-3 2,1-3 1,0-2-1,1-2-2,1-4 3,-1-2 1,3-1 1,-2-1 1,0-2 3,-2-3 1,2-1-1,-3-3-2,0-2 1,1 0-6,-1-1-2,1 0-1,3 0-2,-2 1 4,2 0-5,1 0 0,0 2-2,2-1-2,1 1 1,3 1-3,0 0-2,5 0 3,3 1 3,2-1 1,2 2 1,2 1 1,3-1 3,0 1 0,1 0-1,1 1-5,1-1-11,-1 1-20,-2-1-27,1 2-34,-2-1-42,-3 0-59,-1 0-88,-3-1-132,-2 0-137,-2 0-132,-2-2-118,-5-1-122,0 0 1,-6 0 97,1 0 134,-2-1 151,-1-1 154</inkml:trace>
  <inkml:trace contextRef="#ctx0" brushRef="#br0" timeOffset="651">252 363 296,'-8'-4'472,"1"-2"83,1 2 89,1 0-8,-1 1-125,3 1-95,0 0-75,1 1-76,1-1-82,2 1-76,4 0-51,0-1-25,4 1-11,0-1-8,2 0-7,1 1-1,3-1 0,-2 0 0,3 0-4,-2-1 2,0 1 2,1 1-38,-3-1-85,-1 0-91,0 0-102,-1 0-117,-2-1-133,-2 0-93,-3-2 15,-2 3 56,-2-3 86,-1 1 104</inkml:trace>
  <inkml:trace contextRef="#ctx0" brushRef="#br0" timeOffset="869">251 134 78,'-14'-11'415,"-1"1"78,1 0 85,0 1 112,2 0-99,3 3-49,-1-2-47,4 4-50,-1-1-72,3 0-103,1 1-92,2 1-76,2-1-46,2 0-26,3 0-15,1-2-6,3 2-5,1-1 2,2 3-2,2-3-5,0 2-31,2 1-85,1 0-110,1 1-120,-2 1-124,2 0-127,0 0-83,2 3-35,-1 0 46,2 2 85,0-1 106,1 3 122</inkml:trace>
  <inkml:trace contextRef="#ctx0" brushRef="#br0" timeOffset="1110">778 327 37,'5'5'406,"-1"0"74,-2-4 69,0 1 86,0-2-87,-2-2-68,0-1-36,0-1-11,0-2-9,-1 1-29,0-2-30,-1 0-43,0-1-39,-1 0-43,-1 0-42,-3 0-42,3 1-33,-4 0-23,1 1-14,-1 1-11,1 2-15,-2 0-8,0 1-13,0 2-11,-2 3-10,1 1-5,0 3-6,-1 2-4,1 3-1,1 2 0,0 1-1,3 2-1,1-1 1,2 1-2,1-1-2,4 1 2,0 0 1,2-2 0,1 0 0,2-1-3,0-2 2,3-1-2,-1-2 0,1-2-1,1-2 1,-1-1 0,0-3-1,2-2 1,-1-3 0,1-1 1,-2-3 3,1-2 2,-2-2-1,-2-2 0,0 0 3,-2 0-1,0-1-3,-3 0 1,-1 2 2,2 0-2,-3 1 2,0 2-2,0-1 3,0 4-1,0 0 1,0 2-2,-2 2 1,2 0-2,0 1-2,0 1-1,0 2-1,2 1-2,-2 3 0,2 0 0,0 4 4,0 0 0,1 1 0,2 3 3,0-1-3,1 2 0,2-1-8,0-1-23,0 0-35,1 0-62,2-2-90,1-2-139,1 0-135,1-3-97,2-2-64,3-2-29,-1-3-1,3-2 50,0-2 43,-2-2 46,-2-1 65,-1-2 70,-1 1 81</inkml:trace>
  <inkml:trace contextRef="#ctx0" brushRef="#br0" timeOffset="1572">1118 363 167,'4'-12'355,"-1"0"88,-2 0 78,-1 0 5,-1 1-25,-2 0 9,0 2 2,0 0 6,-1 1-2,-1 1-24,1 2-50,1 1-78,-2 1-68,2 1-69,-1 1-65,-1 1-48,0 1-36,0 1-25,-1 3-18,-1 2-11,1 1-5,-2 2-3,3 2-4,-2 1-2,2 0 0,0 1-3,2-1-2,1 1-1,2 0 1,1-1-4,1 0 0,3-1-1,1 1 0,3-3 1,1 1-3,1-3-9,2-1-28,1-2-45,1 0-86,1-2-163,-1-2-172,3-2-159,-2-3-122,-1-1-99,2-1-36,-2-3 96,1-1 141,-2-2 149,2-1 140</inkml:trace>
  <inkml:trace contextRef="#ctx0" brushRef="#br0" timeOffset="1840">1356 207 105,'-1'-19'462,"-1"0"115,0 1 144,-2 2 139,0 3-83,0 0-68,0 3-55,0 2-73,0 1-115,1 2-119,0 1-97,0 0-76,2 2-53,-1 1-36,1 0-23,0 1-17,1 1-11,-1 0-3,1 2-2,1 4 0,1 0 4,0 5 2,2 1 0,0 3-5,1 3-3,0 4-7,1 1-7,-1 2-6,2 2-2,-2-1-1,3 0-3,-1-1-1,-1 0 0,1-2 0,-1-3 0,1 0 0,-1-3 0,0-2 2,-2-4-2,-1-2 1,1-1 0,-2-3 2,0-1 3,0-2 0,-2-1 1,0-3-1,0-1-1,-2-3 0,1 0-3,-1-3-2,0 0-2,-1-2 2,2 0-1,0-1-1,0-1-2,1 1 3,0 0-1,2 1-2,2-2 1,1 3-1,1-1 1,1 1 1,1 1 1,1 0 0,0 2 0,3 1 0,-1 1-1,0 2-1,3 2 0,-2 2 0,1 2 2,2 1-2,-3 2 4,-1 2-2,0 0 2,-1 1 2,-2 4 1,-3 0 1,-1 1-4,-3 1-12,-2 0-36,-3 3-71,-3 1-184,-2-1-267,-3 0-310,-4 2-181,-2-1-72,-1-2 17,-2-2 152,1-1 252,0-3 303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12.20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162 384 124,'2'-5'331,"0"-2"46,0 0 34,-1-1-51,2-1-76,-2 0-41,-1 0-20,1 0-5,0-2 9,-1 2 27,-1 0 34,0-1 31,0 1 29,-3 0 15,1 1 4,-1 2-22,0 1-50,-2-1-48,-2 3-54,-1 0-47,0 3-40,-3 1-36,1 2-25,0 3-16,-2-1-11,2 4-5,-1 1-8,2 1-1,-1 1-1,1 1-1,2 0-1,2 0 1,0 0-1,3 1-3,2-2-1,2 2-1,2-2 1,1-1-1,4-1 0,2-1 1,2-1 3,2-2-1,0-2 1,2-2 0,0-2 0,-1-1-1,0-2 1,0-2 0,-1-3 1,-2 0-2,0-2 3,-2-2-1,-2-2 0,0 0 1,-2-1-2,-1 0 1,-1-2-1,-2 2 4,0-1 1,-2 1 6,0 1 9,0 1 9,-1 2 14,0 2 7,-1 0 5,1 3 1,-1 1-6,2 2-9,-1-1-13,1 3-8,0 0-7,0 2-6,-1 2-4,1 2-2,-1 3 0,0 2-1,1 2-1,1 3-1,0 1 1,0 0-1,3 1 3,0 1-2,2-2 0,0 1 2,4-1 1,-1-1 0,1-1-5,1-1-9,-1-3-22,1-1-22,2-1-29,-1-4-39,1 0-43,0-2-38,0-4-31,0-2-27,-1-1-16,1-4 7,-1-3 31,-3-1 40,0-2 47,-2-2 48,-2-1 41,-2-1 31,0-3 15,-2 1 20,-1-1 37,-1-1 54,0 2 52,-1-1 55,0 4 56,1 0 40,-3 1 12,1 3-21,0 1-34,-1 2-35,2 1-45,1 3-40,0 0-33,0 1-26,0 4-16,0-2-16,-1 3-13,1-1-8,1 2-12,0 0-1,0 2 2,0 2 4,1 1 7,1 4 5,0 0 6,0 4 2,0 2-4,1 0-3,0 4-4,0 3-7,0 0-6,1 2-2,-1 1 0,2 0-5,0 0-1,0 0 1,0-2-1,1 0-1,-2-3-1,2-1 1,-2-2 1,1-2 1,-1-3-1,0-1-1,0-2 2,0-1-2,2-2 0,-2-2 0,3-1 1,1-1 1,-1-2-1,3-1 1,1-1-1,0-2-1,0-1 0,-1 1 0,1-1-1,-2-1 0,-1 1 0,0 1 1,0-2 0,-1 0-2,0 0 3,0-2-3,0 1-6,-2-1-8,2 0-10,-1-1-10,-1 0-9,1 0-5,-2-1-5,-1 2 5,1 0 4,-1-1 3,-1 1 5,-1 0 7,1 0 7,-2 0 3,0 1 6,0-1 8,-2 2 2,2-1 4,-1-1 3,0 1-1,-1 1 5,1-1-5,0 2 0,-1 1 1,0-1 6,1 1 9,0 1 4,0 1 10,0 2 6,0-1 4,0 1-5,0 0-3,1 1-4,0 4 2,0 1 0,2 3 1,0 1 1,-1 3-1,1 2-6,1 1-8,0 2-4,-1 2-4,2 1-5,-3 1-1,2 2-1,0 1-2,0-1-1,-1 2-18,0-1-21,-1-1-36,1-1-82,1-3-146,0-1-172,0-3-136,1-3-128,-1-2-116,-1-3-73,-1-1 67,-1-5 131,0-2 128,0-1 139</inkml:trace>
  <inkml:trace contextRef="#ctx0" brushRef="#br0" timeOffset="1119">711 469 21,'-6'-20'413,"-1"2"82,2-1 79,-1 3 81,3 1-83,2 0-96,1 1-70,3 2-51,2 0-53,3 1-54,2 1-62,0 2-50,2 1-30,2 1-21,0 2-18,1 1-16,-1 3-2,1 1-1,-2 2-4,-2 1-5,-2 2-2,1 1-3,-5 0 3,1 3 0,-2-1-2,-2 2-1,-2-1-7,-1-1-6,-2 1-5,-2 0-8,-1-1 0,-4 0-4,-1 0-3,-1-1-49,-2-2-92,1 0-123,-2-2-136,-2-1-143,0-2-165,-1 0-93,0-2 14,0-1 86,1 0 110,2-3 134</inkml:trace>
  <inkml:trace contextRef="#ctx0" brushRef="#br0" timeOffset="1419">806 76 141,'7'-9'542,"-4"1"92,-2 1 82,0 0 81,-1 1-117,0 3-182,0-1-122,0 2-79,1 2-76,0 0-69,3 3-33,-1 1-10,3 3 8,-1 1 11,2 5 15,-1 2 10,2 2-15,-1 2-19,1 4-24,-3 2-20,3 1-21,-2 2-18,0 0-17,2-1-8,-2 0-4,0-2-6,0 0 1,0-3-4,0-2 2,-2-3-1,1-1 1,-2-3 2,-1-2 1,1-3 5,-1-2 1,-1 0 9,0-3 8,0-3 6,0-1 0,-1-3 0,0-3-3,1-2-7,0-2-9,2-2-4,0-2-2,-1-1-10,3 1 3,-1-1 0,2 1-1,-1 2-2,3-1 0,-1 3 7,0 2-4,1 0-1,0 3 1,1 1 0,-1 1-1,1 3 0,-2 2 0,4 2 1,-2 2 0,0 2 4,1 3-2,-1 0 1,-1 1-1,-1 3 0,-1 0-19,-1 1-37,-1 0-73,0 1-150,0-1-161,-1 0-152,1-2-126,0 1-122,0-3-61,0-1 79,2-2 125,2-3 131,2 0 133</inkml:trace>
  <inkml:trace contextRef="#ctx0" brushRef="#br0" timeOffset="1828">1318 440 58,'5'-11'408,"0"-1"71,-3 0 68,-1 1 83,-2-1-83,0-1-67,0 3-30,-1-1-16,-3 1-14,2 1-30,-2 2-59,1-1-42,-3 2-47,1 2-37,-3 1-39,1 1-44,-3 1-33,0 2-20,0 2-13,-2 2-14,0 1-13,1 2-9,-1-1-6,1 3-7,2 1-4,1 0-4,0 2 1,2 0 0,1 0 2,2 0 1,2 1-1,2-1 2,1-1-3,3-2 0,1 1-1,1-3 0,2 0 1,1-2-2,2-2 3,2-1 0,1-2 0,1-3-2,0-2 2,0-2-1,1-2-1,-2-1 0,0-1 1,-3-1 1,0-1-3,-1-1 2,-3 0-1,0-1 1,-2-1-1,-1 2-2,-2 0 4,1 1-1,-1 1 5,-2 1-1,0 3 7,0-1 6,0 4 1,0-1 1,0 2-3,0 0-1,-1 1-6,0 2-6,1 2-3,-2 1 0,2 2 1,0 1-2,0 3 1,2 0-1,-1 2 1,1 1-1,1 0-1,4 0 0,0-1-1,3 1-1,0 1-10,2-3-35,1 0-59,1-2-101,1 0-153,1-2-175,0-2-174,0-1-183,-1-1-57,0-1 41,-3-1 122,0-2 157,-3-2 178</inkml:trace>
  <inkml:trace contextRef="#ctx0" brushRef="#br0" timeOffset="2904">1673 76 113,'0'-5'284,"0"1"45,1-1 4,-1-1-30,2 2-35,-1-1-27,-1 0-15,0 0-7,1 2-5,-1 0 0,0 1 0,0 0 0,0 1-4,-1 0-9,1 0-15,0 0-11,0 1-10,0 0-3,0 0-2,0 0-2,-1 0-1,-1 1 1,2 0-6,-1-1-12,1 1-15,0 0-17,0 0-13,0 0-18,0 1-17,0 0-12,1 1-11,-1-1-11,2 0-8,-1 1-3,-1-1-5,1 0-6,-1 0 1,1 0-2,0-1 17,-1-1 26,0 2 22,0-2 20,0 0 16,0 0 13,0 0-7,0 0-16,0 0-16,0 0-13,0 0-7,0 0-12,0 0-10,0 0-5,0 0-6,0 1-6,0 0-8,-1 0-1,0 1 1,1 3-1,0 0 1,0 5-2,0 0 3,0 3 0,1 3-2,0 1-3,0 4-2,1 0-1,0 3-1,1 2 0,0 0-2,0 2-1,1 0 2,-1 0 1,0-1-2,1-3-2,-1 0 1,0-3 2,0-2-3,-1-3 0,0-4 2,-1-2 3,0-1 1,0-3 1,0-2 3,-1-2-1,2-3 0,-2-2-1,0-2-3,0-2-1,-2-2-1,2-2-2,0-1 0,2 0-3,-1-1 1,1 0-1,1 0-1,1 1 1,1 0-2,1 3 1,0-1-1,3 3 1,0-1 2,0 2-1,3 2 2,-1 2-1,0 2 1,1 1-2,-1 2 0,-1 1 1,-1 2-1,-1 0 1,-1 1 2,0 3 0,-3-1 2,0 1-2,-3 2 2,-2-1 0,-2 0 1,0 1-1,-4 1-1,1-2 1,-3-1 1,-1 0-2,-1-1-1,0-2 6,-2-1-2,1-1-2,-1-2-2,-2-1 0,2-1-17,0-3-32,-1 0-40,2-1-85,2-4-122,1-2-150,4 0-130,1-3-118,4-1-89,3 1-71,1-1 25,3 0 98,2 0 121,1 0 129</inkml:trace>
  <inkml:trace contextRef="#ctx0" brushRef="#br0" timeOffset="3642">2018 382 238,'5'5'347,"0"1"38,0-2 38,0 1-100,0-1-93,0 0-44,2-1-22,1 0-24,0-1-28,0 0-16,2 0-9,0-2-2,0-1-3,2-1-1,-2 0 16,0-2 22,-1 0 26,-1-2 25,-2 0 29,0-2 23,-2 0 16,1-2 18,-2 1 2,-2-1-15,-1-1-12,0 0-11,0 2-12,-2-2-25,-3 2-25,1 0-19,-1 2-23,0 0-18,-2 2-21,1 0-24,-1 2-11,0 2-9,-2 1-7,2 1-5,-3 2-8,1 2-4,-1 2-3,0 2-2,1 0-1,0 2 0,1 2-2,2 0-2,1 0 0,1 2 1,0-1-1,3 2 0,2-2-2,2 1 3,0 0 1,4-1-1,-1-1-1,3 1 0,2-2 3,1-1 0,3-2-2,2-1-1,0-2-13,3-1-26,1-3-40,3-2-66,1-3-119,2-1-143,-2-3-127,3 0-118,-1-1-109,-3-3-86,1 0 38,-3-1 101,-1-1 117,-1-2 132</inkml:trace>
  <inkml:trace contextRef="#ctx0" brushRef="#br0" timeOffset="4035">2568 249 65,'-2'-13'453,"-2"2"109,0 0 121,-1-1 108,0 5-79,1-1-100,2 3-84,-2 1-90,2 1-110,1 0-103,0 3-86,2 0-47,1 3-5,2 0 18,-1 4 18,1 0 10,0 3 7,-1 2-7,0 0-27,0 3-31,-1 1-28,1 2-14,1-1-11,-2 2-9,0 0-6,0-1-2,0 1-3,1-1-16,-1-1-41,-1-1-80,-1 0-139,0-2-163,0-2-163,-2-1-155,-2-4-154,-1 1-23,-1-4 85,0-1 134,-1-2 149,-1-2 161</inkml:trace>
  <inkml:trace contextRef="#ctx0" brushRef="#br0" timeOffset="4272">2434 399 317,'-11'-6'467,"3"-2"61,0 2 44,1-1-68,1 2-163,4 1-111,2 0-74,2 0-61,6 1-42,2 0-24,4 0-13,3 0-11,2 0-6,2 1 0,0 1-18,0-1-29,-2 0-25,0 0-11,0 0-7,-1 0-8,0-2 0,-2 2 19,0-3 21,-3 0 7,0 0 4,-2-1 11,-1-1 16,-1 2 16,-1-1 19,-3 1 31,0 0 33,-2 0 36,1 2 31,-2 1 28,0 0 17,-1 0 1,0 2 3,0 0 18,1 3 18,0-1 21,1 3 16,0 2 5,1 1-1,-1 2-30,0 3-41,2 0-46,-1 1-44,-1 1-30,1 2-29,0 0-23,1-1-13,-1 2-6,0 0-4,1-1-18,-2-1-68,3-2-113,-2-1-131,1-1-123,0-3-126,-1-1-122,0-2-105,-3-2 19,-1-2 85,0-2 94,0-3 114</inkml:trace>
  <inkml:trace contextRef="#ctx0" brushRef="#br0" timeOffset="4666">2825 163 221,'-10'-15'529,"1"1"115,1 1 135,1 2 106,-1 1-179,3 2-118,1 1-100,0 2-103,1 1-134,1 1-101,1-1-69,1 3-47,1 1-62,0 1-83,1 3-114,0-1-129,1 1-130,-1 1-136,-1 4-146,-1 0-35,0 3 60,-2 2 96,1 0 108,1 2 136</inkml:trace>
  <inkml:trace contextRef="#ctx0" brushRef="#br0" timeOffset="4877">2967 378 335,'-2'-4'550,"0"-3"54,-3-1 55,1-1 36,1 1-199,0-1-127,3 1-73,-1 2-45,1-2-51,0 3-63,0 0-60,0 0-31,1 2-8,-1 0 27,0 1 24,1-1 40,1 2 36,-2-1 24,0 1 2,0-1-21,0 1-23,0 0-37,0 1-37,0 0-29,1 0-20,0 0-13,-1 0-16,1 0-39,0 0-60,0 1-83,1 0-97,0 0-99,1 1-82,-3 0-60,2 1-49,0 1-35,0-1-47,-1 2 26,1 0 49,0-1 76,1 1 94</inkml:trace>
  <inkml:trace contextRef="#ctx0" brushRef="#br0" timeOffset="5123">3082 323 371,'2'-2'462,"0"-1"66,-1-2 63,-1 0-69,0 1-65,0-1-32,0-1-14,0 3 1,-1-1 1,1 0-15,-2 1-30,1 1-35,0 0-40,-3-1-47,2 1-50,-2 0-43,-1 1-38,0 1-26,-2 0-20,1 1-15,-3 2-9,3 1-9,-4 1-6,1 2-5,-1 0-6,0 4-2,1-1-2,1 2-4,-1 1-3,3 1 0,0 0 0,2 1-3,2 0-5,-1-1 2,4 1-2,2-1-1,1-1-1,3-1 0,-1-2 2,4 0 0,4-2 1,0-1-13,2-2-22,1-1-34,3-1-62,0-2-111,2-1-169,0-1-149,0-1-137,2-1-113,-1-1-96,0-1 3,-1 0 113,-1 0 132,-2-1 144,0 0 139</inkml:trace>
  <inkml:trace contextRef="#ctx0" brushRef="#br0" timeOffset="5411">3383 420 351,'4'-8'476,"-1"-1"83,-3 2 96,0-3-18,0 2-59,-2-1-34,1 2-26,-1 0-26,0 2-50,-1 0-67,0 1-72,-1 1-62,-1 1-52,0 1-52,-2 1-36,0 1-30,-1 1-24,0 2-13,-2 2-9,-2 1-8,4 2-8,-2-1-4,0 2 1,1 2-2,1-1-2,3 1-1,1 0 5,1 1-2,2-2-3,2 0-1,2 0 0,1-1-1,0-2-2,2 1 1,1-4 1,2 0 1,0-1-3,3-3-1,-1-1-1,0-1-2,3-3-2,-3-1-2,2-2 0,-2-3 1,-1 0 2,-1 0 3,0-3 0,-3 1 2,-1 1 3,1 0 3,-3 0 1,-2 2 2,1 2 4,-1-1 8,1 2 3,-1 1 2,-1 2 4,0-1 0,0 2-2,0 1-8,-1 1-7,-1 1-3,1 3-4,0 1-2,0 1 1,0 2-1,0 1 3,1 2-3,0-1-1,2 1-1,-1 1-1,4 1 1,-1-2-2,1 0 2,2-1 1,1-1 1,1 0-3,1-2-5,1-2-3,2 0-5,1-2-2,1-3-3,2-3 5,1-2 2,1-2 2,-2-3 5,2-3 2,-2-1 4,-2-2 0,-1-1 1,-2-2-3,-1-2 1,-2-2 3,-1-2 0,-2-2 6,-2-1 5,-2-2 7,-1 0 4,-2 0 2,-2 0 8,0 2 6,-2 1 7,-2 3 8,2 3 12,-3 2 6,1 3 0,-1 3-6,1 3-7,-1 0-11,1 5-13,-2 1-10,3 2-11,-2 3-4,2 2-5,0 2-1,0 4-2,2 2-3,0 4 0,2 1 0,2 4-2,1 1 0,1 3 1,4 1-1,0 2 0,1 0 0,3 1 2,0-1 0,2-1-2,2-2-11,-1-1-32,2-1-42,-2-2-74,-1-1-142,0-1-228,-1-3-256,-3-1-218,-1 0-93,-3-2 4,-1-1 105,-2-2 209,-1-4 256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19.43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69 331 280,'-1'-9'383,"-1"-1"59,0 0 61,-2 1-88,0 0-27,2 0 17,0 0 16,0 2 17,0 1 1,0 1-14,1 2-38,-1 0-59,1 1-55,0 1-48,1 2-41,1 1-29,0 2-17,0 2-11,1 3-10,0 2-16,1 3-13,-1 2-12,-1 4-16,0 1-15,0 4-14,0 2-9,2 2-8,-2 2-5,1 1-5,0 0 2,0 1-2,0 0-2,0-2-3,0-2-11,0-2-22,0-1-46,1-4-72,-1-2-124,-1-5-153,0-4-131,-1-3-103,-1-4-68,-2-3-33,-3-4 12,0-2 62,0-5 90,-2-2 100,1-2 98</inkml:trace>
  <inkml:trace contextRef="#ctx0" brushRef="#br0" timeOffset="260">5 544 28,'-1'-24'275,"-1"2"46,0 0 43,2 1-33,1 1-53,1 1-33,2 1-19,1 2-15,3 0-14,2 2-11,1 0-9,3 4-6,3 0 5,1 2 5,2 3-12,-1 0-17,-1 3-16,2 2-11,-1 2-6,-2 4-9,-2-1 3,-2 3 3,-2 1 6,-2 1 3,-3 1-8,0 1-9,-5 0-10,-1 1-10,-1 0-5,-5 1-10,-1 1-18,-3-2-11,-3 1-8,0-2-5,-1 0-11,-2-2-5,0 0-5,1-2-7,0 0 0,1-3-6,1 0-43,0-2-93,1-3-113,2-3-115,3-1-113,1-1-115,2-4-113,2 1-16,4-3 59,2 2 88,2-2 95,3 1 113</inkml:trace>
  <inkml:trace contextRef="#ctx0" brushRef="#br0" timeOffset="578">432 316 142,'4'-1'453,"-3"0"65,0-1 57,-1 1 43,-1 1-192,0 1-127,0 1-79,-1 3-45,0 2-35,-1 3-17,1 1 1,1 2 11,-2 1 7,0 2-8,2 0-25,-1 1-18,2 1-27,1-1-23,1-2-19,2 0-12,1 0-6,1-1-6,3-2 4,1-2 1,1-1 1,1-3 3,4-1 10,1-3-2,3-2-5,0-4 0,1 0-1,1-2-2,-3-4 3,-1 1 27,-2-1 36,-2-3 43,-3 1 40,-1-2 35,-4-1 35,-2-1-5,-2 0-18,-4-1-35,-2 0-33,-2 1-30,-4-1-32,0 1-19,-2 2-20,-1 1-8,-2 2-9,0 2-6,-1 2-7,0 3-16,-1 3-23,2 1-59,0 3-105,2 1-137,0 4-129,2-1-110,5 2-94,-1 1-72,4 1-47,3 0 57,0 2 87,5-1 99,4-1 109</inkml:trace>
  <inkml:trace contextRef="#ctx0" brushRef="#br0" timeOffset="950">938 386 28,'18'-10'406,"-4"1"65,-3-3 66,-3 2 71,-1-1-75,-5 0-74,0 0-35,-1 1-12,-1 1-21,0 2-31,-1-1-51,-1 4-60,0 0-49,-4 0-44,0 3-42,-1 2-38,-3 2-27,-1 2-17,0 1-14,-1 2-6,0 0-5,1 2-1,1-2-3,3 1-2,-1 1-1,1-2 1,5 0-1,0 0-5,2 1 2,1-1 1,2 1 2,2-1 0,0-1 0,3 1 5,0-1-4,1 2-1,1-2-2,0 1 2,0-1 0,1-1 0,1 1-1,-2-2 4,0 2-2,0-2-3,-2 0 2,-1 1 5,0-1 2,-1 1-4,-2-1 1,-1-1 0,-1 3-4,-1-3-6,-1 1 2,-3 1 9,0-1 11,-1-1 12,-4 2 11,-1 0 12,0-2 9,-3 0-6,-1-1-7,-1 0-8,0 0-12,-2-2-11,0 1-7,-1-1-3,0-1-3,1-1-3,0 0-6,2-1-28,1 0-72,2 0-134,3-1-152,2-1-158,1-1-155,4 1-161,2-2-31,2 0 79,2 1 124,1-3 144,3 2 153</inkml:trace>
  <inkml:trace contextRef="#ctx0" brushRef="#br0" timeOffset="1411">1193 382 80,'7'-4'485,"-2"1"81,-3 0 60,-1 0 48,0 2-129,1 0-177,-2 0-120,3 1-74,-2 2-34,1-1-8,0 3-3,1 1 3,0 1 6,-1 3 2,1 1-22,-1 0-38,1 1-28,-2 1-19,0-1-17,0 1-5,-1 1-5,0-3-34,0 0-71,0-1-99,-1 0-95,0-2-118,0-2-122,-3 1-135,0-1-18,0-3 47,-2 0 75,1-3 98</inkml:trace>
  <inkml:trace contextRef="#ctx0" brushRef="#br0" timeOffset="1642">1145 248 242,'-3'-18'405,"1"1"37,1 1 33,2 2-57,1 1-156,2 2-93,1 2-49,2 2-35,1 1-30,1 0-20,0 3-15,-1 3 2,-1 0 3,1 0 7,-4 2 6,2 1 13,-2 2 17,-2-2 19,0 0 20,-2 1 27,-2 0 28,0 1 22,-2-1 14,-2 0 3,0 0-3,-2 0-14,1-2-18,-1 1-19,2-2-19,-1 0-15,1-2-17,0 0-15,0-1-16,3-1-16,-3-2-14,2 0-19,1 0-30,1 1-65,0-3-103,2 3-107,0-1-112,1-1-121,1 2-115,0 2-83,2 0 27,2 1 65,0-1 90,2 2 115</inkml:trace>
  <inkml:trace contextRef="#ctx0" brushRef="#br0" timeOffset="1956">1420 178 469,'0'1'581,"-2"0"76,1-1 84,-1 0-9,-1 0-185,2 0-130,0 1-76,1 0-61,1 2-61,0 1-40,2 3-12,0 1 9,-1 4 10,1 1 6,2 1-14,-3 3-28,1 1-41,-1 1-33,-1 1-25,1 1-16,-1-2-16,1 2-6,-1-2-3,0-2-3,1 1-1,0-1-2,-1-2 4,1 0 0,0-2-7,-1-2-37,-1 1-79,2-3-143,-2-1-171,-2-3-176,1 0-164,-1-3-149,-2-1-21,-3-2 90,1-2 143,-2-1 158</inkml:trace>
  <inkml:trace contextRef="#ctx0" brushRef="#br0" timeOffset="2194">1332 431 333,'-5'-8'437,"-3"-1"59,3 3 53,1-1-79,1 2-131,2 0-83,1-1-60,2 3-55,3-2-52,4 1-42,3 1-21,3 1-17,2 0-2,2 1-6,1-1-15,1 1-30,0-1-35,-2-1-32,0 1-31,-2 1-20,-1 0-1,-1-1 22,-2 0 32,-3 1 31,0-1 29,-4 0 27,0 1 29,-1-1 28,-1 0 26,-2 1 30,0 0 27,0 1 22,1-1 5,-3 1 0,1 1-5,0 0 14,-1 0 36,0 3 32,2 2 43,0 0 24,1 3 17,-1 1-14,0 1-43,1 2-52,-2 1-56,3 0-39,-2 1-33,2 1-28,0-1-18,-2-1-7,1 1-6,2-1-24,-1-1-75,-2-2-123,3-1-135,-1-1-135,0-2-134,-2-1-127,0-3-52,-1-1 55,0-2 97,1-3 116,0-3 125</inkml:trace>
  <inkml:trace contextRef="#ctx0" brushRef="#br0" timeOffset="2545">1686 301 110,'-3'-22'464,"-1"3"68,1 0 81,-1 2 91,0 3-113,0 0-125,1 3-82,1 1-57,1 2-73,1 2-89,0 2-75,0 1-42,1 0-24,0 2-52,3 1-81,0 0-87,0 2-99,0 2-101,-1-1-116,1 3-120,1 1-21,-4 0 36,1 2 70,0 1 89</inkml:trace>
  <inkml:trace contextRef="#ctx0" brushRef="#br0" timeOffset="2736">1852 341 231,'-5'8'511,"-1"-4"58,0 2 50,1-2 45,1 1-215,1-2-149,0 3-68,2 0-24,1 2-25,0 1-17,2 1-9,0 0-1,2 0-2,1 1-16,1 0-15,-1-1-18,2 1-16,0-2-18,1-1-18,0 0-9,1-2-4,1 0-10,1-3-2,2-1-1,0-2-1,2-2-5,0-1 0,-1-2 3,1-1 17,-3-1 19,-2-1 29,-1-2 22,0 0 21,-4-1 13,-1-1 2,-2-1-11,-2 1-17,-2-1-11,-2 1-17,-1 1-13,-3 0-15,0 1-11,-3 2-12,-1 0-14,0 2-7,-3 2-6,1 2-6,-1 1-8,0 2-14,-1 3-25,2 0-46,0 3-80,2 0-144,2 1-158,1 0-140,4 1-128,-1-1-131,2 2-46,2-1 74,2-1 126,3-1 133,2-2 142</inkml:trace>
  <inkml:trace contextRef="#ctx0" brushRef="#br0" timeOffset="3095">2097 383 147,'4'0'474,"-1"0"53,-1 0 29,0 0 19,0 0-201,-1 1-162,1 2-93,1 2-50,1 2-29,0 2-19,2 2-7,0 0-6,0 2-4,0-1-3,-1-1 4,-1 0 14,0-1 20,-1-1 22,1-2 32,-2 2 42,0-3 51,-1-3 47,1 1 34,-1-1 20,1-2-4,-4-1-22,1-2-44,-1-2-54,0-1-49,0-1-39,1-3-19,-1-1-14,2-2-5,2-2 4,-1-1 7,2-1 8,1 0 10,2-1 3,0 2 6,1 1-3,0 2-4,2 0-10,-1 2-14,1 3-11,-2 0-7,2 4-12,1-1-5,-1 3-3,1 2 0,0 3 0,1 1 1,-2 2 0,1 2 1,-1 1-2,-1 4-2,-2 0 0,1-1-11,-2 3-28,-1 1-71,0-1-139,-1 1-162,-1 0-160,-1-1-161,0 0-164,0-1-34,1-1 86,1-2 131,1-2 144,2-4 164</inkml:trace>
  <inkml:trace contextRef="#ctx0" brushRef="#br0" timeOffset="3473">2605 466 256,'4'-13'499,"-6"0"56,-1 0 81,-1-1 92,-3 4-151,1-1-62,-1 2-33,0 0-23,1 3-57,1 0-96,0 1-75,0 2-74,-2 2-49,1 2-30,-4 2-15,1 3-13,-1 0-7,-2 4 1,-1 0-3,2 2-4,-1 1 0,1 1-6,0 1-7,3 0-11,1 0 1,2-1-2,1 1-6,3-1-10,2-1 2,3-1 2,-1-2-1,5 0-5,0-1 5,3-3 6,0-2-2,1 0 0,2-3-1,1-3 3,0-2-3,1-1 0,-2-2-1,1-2-1,-2-1-1,-1-2 0,-1-1 1,-2 0 0,-1-2-3,-2 0 2,-1 0 1,-1 0 2,-2 2 3,-1 1 11,-1 0 9,0 5 12,0-1 5,0 3 3,0 1 0,0 1-8,0 1-7,-1 1-13,0 2-10,0 2-2,-1 3-1,0 1-3,1 2 0,0 0-1,0 1 2,1 0-1,1 1-1,0 0 1,2 1-2,2-1 1,-1-1 1,3 0 1,1 0-2,2-2 0,-1 0-1,1-2-2,2-1-1,1-1-1,1-1-1,0-3-1,2-2 1,0-2 5,1-1-2,-2-3-1,1-2 3,0-2-2,-2-1 0,0-2 0,0-2 2,-3-1 1,-2-1-3,1-4 4,-4 0 2,0-3-1,-2-2 5,-2-1 3,-2 0 7,-2-1 3,-2 1 8,-3 0 10,1 1 4,-3 2 5,-1 2 4,-1 3 7,-2 2 2,2 2-2,0 4-5,1 2-6,-1 3-5,2 2-12,1 1-11,0 4-6,0 2-6,0 3-2,1 1-5,0 4 0,1 2 0,3 2 0,0 2 1,3 3 0,0 3 4,3 2-5,-1 1 0,1 3-1,3 1 1,0 0 0,1 1-3,1 0 5,1-1 0,0 0-1,3 0-2,-1-2 1,2-1 0,1-1 0,-2-2-2,1-1-7,1-2-19,-2-1-35,-1-2-57,-2-1-110,-2-1-203,-1-2-230,-2-1-274,-2-3-120,-4 0-27,-1-4 68,-1-1 179,-2-5 227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23.98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50 208 11,'-5'-6'368,"2"-2"67,-1 2 56,-1 2 49,1-1-118,0 2-91,2 0-60,-1 2-46,0 1-33,1 4-15,1 1-7,-1 3-7,1 2 4,0 2 0,-1 2-13,2 0-24,-1 1-25,0 0-24,1 2-20,0-2-16,1 1-12,0-1-9,0-1-6,0-2-7,-1-1 0,0-1 2,0-4 24,1 1 40,-1-2 40,0-3 45,0 0 26,-1-2 16,0 0-9,0-2-29,-1-1-36,0-3-39,1-2-28,-1 0-23,2-3-15,0-1-11,0-2-5,2-1-3,1 1-3,0-1 5,1 1 5,0 0 2,2 1 1,0 1-3,1 2 0,0 0-2,1 3-3,0 0-2,0 3-1,1 1-1,0 1 2,1 3-2,-1 2-1,1 1 4,0 2 0,-1 2 3,0 2 1,-1 1 1,-1 1-3,-2 3-1,0 1 0,-1 1-1,-2 1-3,-2 0-16,0-1-34,0 1-65,0-1-115,0-2-156,0-1-145,0-2-140,2-2-120,-1-1-91,1-3 32,1-3 111,1-3 122,2-3 143</inkml:trace>
  <inkml:trace contextRef="#ctx0" brushRef="#br0" timeOffset="425">293 300 300,'0'-9'457,"0"-1"72,0 3 73,0 1-38,-2 1-111,0 2-83,1 0-66,0 2-47,0 4-41,0 0-28,0 4-11,-1 2-3,1 2-5,1 1-12,0 1-25,0 0-33,1 1-38,1 1-19,2-1-14,1-1-8,-1 1-9,4-1-1,-1-2 3,2-1-5,-1-2 0,3-1-4,1-3 0,0-1 1,0-3 1,3-2-2,-1-2 1,2-2 2,-1-3 2,2-1-5,-2-2 3,-1-1 21,-2-2 28,-2 0 37,-1 0 28,-4-1 32,-2-1 18,-1 0-9,-4 1-9,-1 0-32,-3 1-21,-3 2-26,-1 1-19,-4 0-14,0 3-19,-2 3-6,-1 1-5,-1 3-5,1 1-6,1 3-7,-1 3-19,0-1-41,3 3-63,2 0-99,2 1-149,2 0-152,2 2-135,3-1-116,2 1-105,1 2 10,2-1 106,3 1 133,0-1 140</inkml:trace>
  <inkml:trace contextRef="#ctx0" brushRef="#br0" timeOffset="825">705 402 442,'8'-2'708,"-4"-1"138,-1-1 131,1-1 61,-3 0-214,0 2-194,-1-1-151,1 0-126,0 0-124,-1 2-94,0-1-57,1 1-34,0 0-19,1-1-15,-1 2-31,0-1-47,-1 1-80,1 0-167,-1-1-204,0 0-223,-2-1-194,-3 2-73,0 0 18,-3 1 132,0 1 188,-2-1 213</inkml:trace>
  <inkml:trace contextRef="#ctx0" brushRef="#br0" timeOffset="1378">1169 233 46,'6'-2'435,"-4"1"89,-1-1 95,1 0 121,-2 1-55,0 0-78,0 0-61,0 1-53,-1 1-73,0 1-94,1 1-81,0 1-61,0 3-42,0 1-26,0 3-17,-1 1-24,1 1-23,1 1-20,-1 1-10,1 1-9,1-1-7,-1 0-3,2 0-3,-1-1-4,-1-1-23,0-1-51,0-1-95,1-2-136,-2-1-142,0-2-143,-2-2-126,-1-2-104,-2-2-20,1-3 76,0-2 111,-1-2 131,1-3 135</inkml:trace>
  <inkml:trace contextRef="#ctx0" brushRef="#br0" timeOffset="1615">1147 116 277,'1'-19'383,"-1"2"48,1 1 41,0 3-97,1 1-97,0 2-69,-1 3-43,0 0-39,1 2-34,1 2-28,0 2-18,0 1-2,0 1 0,1 2 1,-1 3 0,-1 0 6,0-1 7,-1 2 12,-1-1 18,-1 1 24,-1-1 36,0 0 37,-3 1 28,0-3 22,0 1 8,0-2-8,-2 0-20,3-2-32,-3 1-32,1-2-33,1-2-26,0 1-19,0-3-22,3 0-16,0-2-4,-1 0-10,1 0-15,2-1-22,0 0-41,2 1-63,1-1-98,0 1-103,1 2-98,2 0-90,1 0-62,0 3-43,1 2-47,1 1 30,0 4 65,2-1 86,-1 3 89</inkml:trace>
  <inkml:trace contextRef="#ctx0" brushRef="#br0" timeOffset="1917">1380 257 78,'5'15'292,"-2"1"36,0-2 31,-1 1-57,1-2-69,-1 1-40,0 0-29,1-2-25,-1 0-11,0 0-12,0-2-9,0 0 1,-1-1 13,0-1 26,-1-2 44,0-1 47,0-2 64,0 0 64,0-1 41,0-1 18,-1-1-25,-1 0-41,-1-2-61,0-1-83,1-1-64,0-2-52,0-2-37,1 0-23,2-2-17,1-3-2,2 0-7,1 0-2,2-2-1,0 1-1,3 0 1,-1 1 3,1 1 2,1 1 1,-2 2 3,1 1 0,1 1-2,-2 2-4,1 2-1,1 0-2,0 2-5,0 3 0,-1 1-3,1 1 2,-1 2-2,-1 2 1,0 1 1,0 1 1,-1 1-1,-1 2 2,-2 0-1,0 1-10,-4 1-16,1 1-49,-2 1-80,-2-1-149,1-1-163,1 1-167,-2-2-165,-1 0-124,0-2-9,1-2 98,1-1 139,1-2 160</inkml:trace>
  <inkml:trace contextRef="#ctx0" brushRef="#br0" timeOffset="2321">1980 292 126,'1'-11'531,"-7"0"69,-1 0 40,-3-1 47,-3 3-85,2 0-165,0 2-81,1 1-38,1 2-25,2 1-39,0 2-72,0 2-65,1 3-44,-1 2-18,0 2 2,1 1 15,-1 2 12,0 2 11,2-1 10,-1 1 4,1 0-7,1 1-16,2 0-12,1 1-15,1 0-18,2 0-14,2-2-9,2 0-7,2 0-5,2-2-4,2-1 2,1-1-3,4-1-16,1-2-57,0-3-107,3 0-130,0-3-139,1-1-138,1-1-128,0-3-117,-2-1 8,-1-2 81,-1 0 110,-3-2 123</inkml:trace>
  <inkml:trace contextRef="#ctx0" brushRef="#br0" timeOffset="2589">2161 359 178,'-6'2'428,"3"-1"44,-1 0 33,-1 0-20,2 1-166,1 0-119,-1 2-75,3-1-44,0 2-30,1 0-24,1 1-8,1 0-7,0-1 5,3 1 11,-2-2 13,2 0 14,0-1 13,1 0 13,1-1 10,1-2 8,0 0 10,1-2 6,-1-1 13,1-2 4,0 1 6,-2-4 0,2 1 7,-3-3 3,1 1-9,-1-3 4,-1 0 0,-2-2-4,0 0-12,-1-1-2,-2 1 0,-1 0 2,-1 1 4,-1 0 2,-1 3-2,0 0-4,-1 3-7,0 0-20,-1 2-20,1 1-18,-2 2-15,1 2-17,-1 1-12,-1 2-8,2 1-4,0 1-1,1 1-4,1-1-1,2 2-1,1-1-1,2-1 2,1 2-2,3-2-6,-1 0-6,5-1-11,0 0-15,2-3-24,1-1-9,2 0 2,0-2 7,1-2 8,0-1 14,-2 0 23,0-2 8,-1 1 8,-3 0 0,-1 0 7,0 1 12,-5 0 19,2 1 17,-2 1 13,-2 0 14,0 2 3,0-1-8,-2 2-13,1 0-13,-1 0-11,0 1-9,-1 1-8,0 4-4,0 1-3,-1 2-3,0 1-8,0 2 0,0 0 1,1 1-1,-1 1-1,2 1-4,2-1 6,1 0-2,1 1 0,1-1-1,1-2 0,3 1 4,1-2-2,1-2-2,4 0 0,0-4 1,4-2 0,0-1-1,3-2 1,-1-2 0,1-2 2,-1-2-2,-2-1 2,-1-1 0,0-4-3,-3 1 0,-2-1 0,-1-1 0,-1-2 0,-4 1-2,0-1 0,-4 0 2,-1 1 0,-1 1 1,-2 1 8,-1 1 12,0 2 10,-3 1 9,0 2 5,0 1 6,-1 1-5,-2 2-7,1 2-10,-1 2-7,-2 2-7,0 2-5,-1-1-3,-1 5-3,1-1 0,2 1-3,-1 3-1,2 0-1,1 1 0,2 0 0,1 1 0,2-1-1,2 2 2,0-2 1,3 1-1,1-2-2,3 0 0,3 0 1,2-1 0,4 0-6,4-3-11,4-1-23,4-1-49,4-2-79,1-2-137,1-2-158,2-1-133,1-2-100,0-2-58,-1-2-5,-2 0 64,-2-4 108,-3 1 113,-4-1 118,-4-1 136,-3 0 138,-3 1 141,-4-2 122,-2 0 90,-5 0 74,0 0 64,0 1 79,-3 0 52,0 1 25,-1 3 24,-1-2-1,0 3-44,1 0-102,-1 2-93,1 0-70,0 2-61,0 0-43,0 0-23,0 1-3,-1 0 9,1 0 18,-2 1 23,2-1 28,-1 1 29,0-1-114,1 0-141,-1 1 0,0-1 0,0 1 0,0 0 0,1 0 0,-1 0 0,1-1 0,-1 0 0,-2 1 0,2-1 0,0 1 0,-1-1 0,-1 0 0,0 0 0,0-1 0,0 1 0,-1-2 0,1 1 0,0-1 0,-2 2 0,1-2 0,-1 0 0,2 1 0,-1-1 0,0 1 0,1 0 0,1 2 0,2-1 0,-3 0 0,2 1 0,1 0 0,-1 0 0,1 0 0,0 0 0,0 1 0,0 0 0,1-1 0,-1 0 0,1 1 0,1 0 0,-1 1 0,0-1 0,0 0 0,0 0 0,1 0 0,-1 0 0,1 0 0,-1 0 0,1 0 0,-1-1 0,0 1 0,-1-1 0,1 0 0,0 0 0,-1 0 0,0 0 0,1 0 0,-1 0 0,2 0 0,-2-1 0,1 1 0,0-1 0,-1-1 0,0 1 0,0-1 0,0 0 0,-2-1 0,0 2 0,-1-2 0,-1 1 0,-1 0 0,1 0 0,-3 0 0,-1 1 0,-1 0 0,0 2 0,0 0 0,-3 2 0,0 0 0,1 1 0,-2 0 0,1 2 0,0 1 0,2 2 0,-1 1 0,2 0 0,3 3 0,-1 0 0,3-1 0,0 1 0,4 0 0,2-1 0,1 1 0,1-2 0,3-2 0,2 0-37,1-3-32,1 0 6,2-1 4,1-4 6,1 0 6,-1-2 5,1-1 8,-2-3 6,0 0 7,-2-1 5,0-2 3,-3 0 5,-1-2 1,0 1 4,0-1 0,-3-1 0,0 0 1,-1 1 3,-1-1 1,-1 1-2,0 1 0,0 1 3,-1 2 1,0 1-2,0 1 1,0 1 0,0 1 2,0 1-2,0 0 0,-1 2-2,0 1-1,1 1 0,0 2-1,0 2 0,1 0 0,0 2 1,-1 2 0,3-1 0,1 1 0,0 2-1,1-1 1,3 0-2,-2-1 0,3 0 1,0 1 1,3-3 1,-1 0-1,0-1 1,2-2-1,0 0 0,1-3-1,0-1-2,0-2 1,1-2 1,-2-1 1,0-3 0,1-1 0,-3-1 0,0-3 1,-1 0 1,-1-1-1,-2-2 0,-1-1 0,-2 0 0,0 1-2,-2-1-2,-1 0 2,-1 1 2,0 1 0,-1 3 1,-1 1 0,0 1 0,-2 2 0,2 0-1,-2 2-1,1 1-1,0 3 0,-1 1-1,-1 2 0,2 2-1,-1 1 0,2 0 1,1 3-1,1-2 1,1 1-1,3 1-1,0 1-1,1 0 1,2 0-2,1-1 0,3 2 1,0-2 1,1 1-2,1-1 0,-2 1 0,2-2 1,-2 2 0,-1-2 0,-1 1 1,-1-2 1,-1 1 3,-2-2-3,0 0 2,-3 0-2,0-2-1,-2 0-1,-2 0-5,-2-2-7,-1 0-22,-1 0-22,-4 0-34,-1 0-49,-2-1-85,0-1-171,-2-2-181,2-1-158,1 0-136,-2-1-120,5-2-5,0 0 132,4-1 175,2 0 168</inkml:trace>
  <inkml:trace contextRef="#ctx0" brushRef="#br0" timeOffset="4529">3629 385 194,'3'5'433,"0"-2"36,0-1 21,-2 0-29,3-2-163,-1 1-110,3-1-61,0 0-22,3-1-10,2 1-6,0-2-2,4-1 1,-1-1 1,2-1 11,-1 0 24,0-1 27,-2 0 34,0-2 38,-1 0 37,-3-2 11,-1 0 8,0-1-6,-3-1-24,-1 0-31,-2 0-31,-2 0-14,0 1-23,-2 0-17,-2 2-15,0 1-13,-3 0-14,2 1-15,-3 3-12,0 0-11,-2 3-8,1 1-12,-1 1-10,-2 4-3,0 1-7,1 2-3,0 1-4,-1 1 1,1 2 0,3-1-4,0 2-3,2 1-1,2-1 1,3 2 0,0 0 1,3 0-1,2 0 3,1-1-3,4-1-2,1 1-5,1-3-12,3 0-19,3-2-36,2-1-47,3-3-54,2-2-75,4-2-102,2-2-92,1-1-64,0-3-41,0-2-16,-1-1 22,-2 0 72,-3-2 89,-2 1 88,-3-3 84,-5 0 79,0 1 76,-5-1 76,-2 1 69,-3-1 52,-2 1 48,0 1 32,-4 1 34,-2 1 22,0 0 15,0 3 21,-1 0 10,-2 1 6,0 2-14,-1 2-33,-1 0-35,-1 3-44,0 1-37,-1 2-33,0 2-26,0 1-21,2 1-21,0 1-14,2 1-14,1 1-12,3 0-11,2 0-6,1 0-3,2-1-1,3-1-2,1 0-1,2-3 0,1 0-2,1-2 0,1-2 1,2-3-1,1-2-2,-1-2 0,1-3 1,-1-1 1,0-3 2,1-3 0,-3-1 5,0-2 21,-2 0 29,0-3 24,-2-1 23,-1-1 24,-2-2 16,-1-1-1,-1-3-12,-1 0-3,0 0-8,-2 0 0,-1 2 7,0 0 7,-1 5 6,0 1 1,0 3-3,-1 4-7,3 1-18,-2 3-20,2 1-20,-1 3-70,1 1-3,-1 1 0,0 2 0,1 3 0,0 3 0,0 4 0,0 5 0,2 3 0,-1 5 0,1 3 0,-1 4 0,3 3 0,-1 2 0,0 1 0,1 4 0,1 0-13,0 2-197,0 1-237,0 1-351,-1 0-308,1 0-124,-4 0-21,0-2 52,-2-4 212,1-1 337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30.47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76 190,'3'-9'258,"1"2"24,-1 0-46,0 0-54,0 0-38,2 1-22,-3 0-15,1 1-11,1 2-10,-1-2-11,-1 2-6,1 1-4,0 0 3,-1 2 2,1-2 8,0 2 9,-1-1 11,0 1 13,-2 0 12,2 0 15,-2 0 29,1 0 47,1 0 49,-2-1 49,1 1 43,-1 0 32,0-1 9,0 1-17,0-1-36,0 0-48,-1 1-46,1-1-49,0 0-40,0 1-35,0 0-26,0 0-20,0 0-15,0 0-14,0 0-13,0 0-11,0 1-7,0 0-7,-2-1-4,1 2-1,1 1 0,3-1 5,-1 4 2,0 1 1,1 1 6,0 3 0,0 2 3,0 2 0,2 2-5,-2 3-3,-1 3-1,2 3 0,-2 0-3,0 3-5,0 0-1,-1 2 1,1 0-4,-1-1-3,0 0-1,1-3 1,-2-1 3,1-2-4,0-3 0,-1-4 0,1-2 1,0-2-4,-1-3 3,0-3 3,0 0 1,0-3 3,0-2 1,0-4 0,-1-2-2,0-4-2,1 0-1,0-3 1,1-1-2,0-2 0,1-1-1,2-1 0,-2 2 0,3-1-3,0 0-1,1 1-1,1 2 1,2 0-1,2 1-1,0 1 2,2 2 1,0 1 4,0 2 1,2 0 0,0 2 0,0 2 2,-2 2-2,1 3-3,-1 0-2,-1 1 1,-1 3 0,-1 1 0,-1 1 2,-2 1 0,-1 0 0,0-1 0,-4 2 1,0-1 0,-2-1-1,0 1 0,-2 0 0,0-2 2,-3 1 2,0-1-1,-1-1 0,-3 0 0,-1 0-1,0 0 0,-1-2 0,0 0-1,0-2-1,0-1 3,0-2-3,1-1-12,0 0-26,0-1-35,2-1-50,-1-2-79,3-1-142,-1 0-158,3-2-140,0 0-121,2 1-120,0-1-46,2 3 75,1 0 138,2-1 144,1 1 147</inkml:trace>
  <inkml:trace contextRef="#ctx0" brushRef="#br0" timeOffset="725">464 364 48,'3'-4'420,"1"0"62,-3 2 46,0 0 45,-1 1-129,1 1-135,0 0-75,0 1-18,0 2 12,0 0 24,2 3 30,-1 0 36,0 2 35,0 1 8,1 2-25,-1 2-45,1-1-50,0 1-53,1 1-52,-1 1-48,3-2-33,-1 1-20,1-1-15,0 0-7,1 1-5,3-3-3,-1-2-1,0 1-2,3-4 1,-1-1-1,1-3 1,2-2 2,-1-2-1,2-3 1,-1-2-1,0-3 0,0 0 0,-3-2 2,-2-1 8,1-1 6,-5-1 13,1 1 16,-3 0 11,-1 0 9,-2 1 3,0 0 8,0 3 2,-1-1-1,1 3-3,-1 0 1,0 3-2,1 0-9,-1 1-10,1 2-12,-1-1-7,1 2-10,-1 0-9,1 1-7,-1 2-4,-1 0-5,2 1-2,2 3 1,-1 2 1,1 2-3,0 0 1,0 4 2,2 1-1,-1 3-3,0 2 0,2 2 2,-1 2-1,2 2-1,-1 1 0,1 0 0,1 0 1,-3 2 0,3-2 0,-1-2-1,0 0-1,-1 0 1,0-3-2,-1 0-1,1-2 3,-3-3 0,0-1 1,-1-2 1,-1-1 2,-1-4-2,-1 0 1,-1-1 1,-2-3 1,0 1 0,-4-2 0,0-1 1,-2-2-1,-1-1-1,-2-1-1,1-2-3,0-3 2,-2 1-1,1-3 0,-2-1 0,3-3-1,2-1 1,1 0-4,2 0 1,1-2-5,3 0-8,2 0-15,0 1-25,2 0-33,3 1-42,-1 0-63,2 1-106,3 0-172,0 1-166,4 0-151,1-1-152,4 2-64,0-1 46,2 1 151,1-2 172,1 2 176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31.8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102 59 36,'12'-8'481,"-3"-1"68,-3 2 42,0-1 45,-2 2-65,-1 2-165,-1 0-100,-1 2-53,1 1-28,1 1-22,0 3-36,0 2-30,-1-1-6,-1 4 5,0-1 10,0 2 4,-1 0 2,-1 0-8,-1 1 3,0-2 5,-3 1 0,0-2-6,1 2-7,-1-4-8,-1 1-20,2-2-14,-2 0-16,0-3-13,1-1-11,-2 0-6,2-1-6,-2-3-6,1 0-6,-1-2-4,0 1-5,1-4-4,0 2-3,1-2-3,2 1-2,0-1-2,2 1 2,0 0 0,2-1-3,0 3-1,1-1-1,1 2-2,1-1-2,1 1-3,2 1 1,2 1-1,0 1 1,2 1 0,0 0 0,1 2 0,-1 1-1,2 0 5,0 1 0,-1 3 4,-1 1 0,0 0 5,0 3 2,2 2 3,-4 0 1,-1 4 0,2 0-1,-3 1-1,1 2-2,-4 2-4,0 0 0,-3 2-3,-2 0 1,-2 2 0,-2-2 0,-3 1 2,-1 0-1,-2-1-1,-2-1 0,-3-2 0,-2-1-2,1-2 0,-2-1-1,0-3-1,1-1-1,0-3 0,2-2 0,0-4 3,3-1 1,1-3 1,1-3 1,3-2-1,0-4-3,5-2-3,-1-1-3,4-2-1,1 0-2,3-1-1,0 2-1,4 0 1,-1 1 2,1 2-1,1 0-1,2 2 2,2 2 1,-1 2-2,2 1 0,2 3-1,-1 1 2,2 3 4,0 1-1,0 1-1,-1 3 0,0 0 0,0 2-1,0-1-5,-2 1 1,2 1-1,-3 0-2,1-1-13,-1 2-19,-2-1-35,-2 0-51,-1 1-85,-2-1-156,2-1-192,-2 1-192,0-2-209,0 1-77,-1-3 17,2 0 126,0-1 182,3-6 204</inkml:trace>
  <inkml:trace contextRef="#ctx0" brushRef="#br0" timeOffset="652">561 433 73,'9'-6'722,"-2"-1"221,-3-1 148,0 3 104,0-2-24,-1 1-245,-1 1-270,2-1-188,-2 2-127,0-1-90,0 2-71,1 1-62,-2 0-62,-1 0-56,1 1 0,0-1 0,0 2-72,-1 0-150,-2 0-281,0 3-409,-7 1-239,-1 3-98,-4 1-8,-2 1 67,-2-2 259,-1 1 396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55.54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 97 184,'1'-3'354,"-1"0"54,0-1 53,0 1-61,0 1-66,0 0-32,0 0-19,0 0-13,0 1-3,0-1 4,0 2 3,-1 0 9,1 0 0,-1 0-2,0 0-12,1 0-13,0 1-15,-2 0-18,2-1-16,0 1-23,-1-1-21,0 1-23,1 0-22,-1 1-23,0-1-17,1 0-14,-1 0-11,1 0-13,-1 0-8,0 2-5,1 1-5,1 1-1,0 0 0,0 3 0,1 1-1,0 1-3,0 2-1,0 0-5,0 2-2,-1 1-2,0 0-3,0 2-1,-1 0 0,0 0-1,-1-1-2,0 1-5,0-1-3,0-1-1,0 0-5,-1-1-7,0-2-33,2-1-49,-1-1-94,0-3-155,1-3-180,0-2-188,-2-3-184,1-2-79,1-3 25,-1-3 119,2-2 163,0-3 187</inkml:trace>
  <inkml:trace contextRef="#ctx0" brushRef="#br0" timeOffset="383">107 49 18,'5'-8'387,"-3"2"72,1-2 62,0 3 55,1 0-101,-1 0-81,2 2-32,1 0-25,1 0-22,2 1-16,0 1-21,1 1-38,1 1-20,0 3-19,1-1-12,1 3-25,-1 2-20,0 0 3,-2 2-23,0 3-18,0 2-16,-1 0-11,0 4-12,-3 1-20,0 1-11,-2 3-10,0 0-9,-3 1-6,-1 0-2,-3 0-3,-1 2-2,-4-2-4,-1 1-6,-3 0 1,-1 1-1,-1-3-5,-2 1-37,0-1-91,1-2-150,0-2-170,3-2-167,-1-3-154,2-1-122,0-4 6,2-1 112,3-4 143,2-2 158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56.47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136 59 25,'-1'-5'367,"0"1"73,-1-3 72,0 1 81,0 0-70,1-1-19,-1 2 16,-1-1 6,2 1-1,0 2-34,-1 1-66,1 0-80,0 1-72,0 1-69,-1 0-60,1 0-44,0 1-29,-1 1-22,0 1-15,0 3-10,-2 1-8,0 3-3,-1 2-3,-1 2-2,1 2-1,-2 1-3,0 3 0,0 0-1,0 0 0,1 2-2,-2-2 2,4 1 1,-3-1 1,2-2-4,0 0-1,1-1 3,0-1-2,1-2 1,2-2-2,-1-1 1,1-3 3,-2-1 0,3-3 8,0 0 8,0-2 12,0 0 7,1-4-1,1-2 1,-1-1-2,1-4-8,0-2-9,1-2-8,2-3 1,0-1-5,0-3-2,0 1-4,1-1 2,0-1 2,0 2-2,0-1 4,-1 2 0,2 0 3,-3 2-1,2 2 2,0 1 1,-2 2-1,1 1-3,0 1-1,-1 3-2,2 0-4,0 0-1,-1 3 0,3 1-1,-2 1 2,2 2-2,0 1 2,1 1 2,-1 3 0,0 0 2,1 3 2,-1 1 3,1 2 0,0 2 0,0 0 1,0 2-3,-1-1-2,0 2-1,0 0-5,0-2 2,-1 2-1,0-1-1,-1 0-1,1 0 0,-2-1-1,-1-1-4,0-1-5,-1 1-3,1-2-13,-2 1-23,-1-2-37,1-2-50,-1-1-76,-1-3-120,1 0-141,-1-2-118,-1-2-97,-2-1-65,0-1-31,-5-2-11,1 0 82,-1-2 107,1 1 111,-1-3 109</inkml:trace>
  <inkml:trace contextRef="#ctx0" brushRef="#br0" timeOffset="576">135 270 66,'-10'-6'339,"0"2"66,2-1 66,0 1 15,4 1-64,-2 0-35,2 1-22,1 0-32,0 1-45,1 1-51,2-1-46,0 0-45,2 1-35,2-1-26,2 1-21,2-1-13,2 0-17,1 1-8,2 0-19,3-1-15,1 0-67,-1 1-101,2-1-116,1-1-108,0 0-99,3 0-144,0-1-14,1 0 55,1 0 92,-1-1 95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57.3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84 32 3,'2'-4'334,"-1"1"58,0-1 60,-1 1 51,0-1-94,-1 1-42,0 0-1,1 1 7,-1-1 5,0 2 1,1 0-10,-2 0-24,1 1-30,0 1-41,-1 0-45,0 1-51,0 1-38,-3-1-31,0 2-28,-2 2-17,0 1-16,-2 2-9,2 0-12,-2 1-10,2 2-5,0-2-5,3 2-1,1 0 1,-1 0 4,4 0 4,0-3 4,4 1 4,-1-1 1,2-1-2,2-1-1,2-1-2,0-2-1,2-1-2,1-2-3,2-2 2,0-1-4,2-3 2,-1 0 5,1-3 5,-3-1 6,0 0 5,-2-2 12,-1 2 0,-3-2 1,0-1-1,-4 1 3,0 1-1,-3 0-4,0-1-1,-3 3-4,-2-1-8,-2 3-10,-2 0-11,-1 1-9,-1 3-14,-1 0-21,-1 2-40,1 2-64,0 0-116,0 3-153,0 0-135,2 0-115,1 1-81,0 1-56,3-1-31,1 3 80,2-2 102,3 2 112,3-3 107</inkml:trace>
  <inkml:trace contextRef="#ctx0" brushRef="#br0" timeOffset="416">206 77 263,'6'-7'430,"0"1"76,1-2 76,-2 2-29,0 0-43,0-1-26,1 0-25,-3 2-28,1 1-36,1 0-53,-1 1-57,2 1-53,-1 1-48,1 1-39,1 0-31,-1 2-27,1 1-27,0 1-18,-2 1-7,4 1-6,-2 1-1,2 2-2,-2-1-2,1 3-1,-2-1-5,0 2-4,-1-1-4,0 2-3,0-1 0,-3-1-3,0 1 1,-2-1-3,1-1 1,-1-1 8,0-1 5,-1-1 5,1 0 7,0-3 6,-2-1 6,0 0-2,0-1 1,-1-2 3,0-2 0,0-1 2,1-1 3,-1-3-6,2-1-3,2-3-5,2-1-7,0-1-8,4-1-7,0 0-4,3-1-3,0 2-2,3 0-5,-1-1-5,2 3-13,-1 3-29,1-2-56,-2 4-98,0 1-154,1 0-153,-1 3-136,-2 1-133,0 1-130,-1 1-2,-3 2 105,0 1 131,-1 1 135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58.2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67 89 223,'0'-8'439,"0"-2"80,-1 1 90,1 0 63,1 0-83,-1 2-17,0 0-5,2 1-26,-2 3-54,0-1-86,0 2-98,0 1-83,0 0-62,-2 2-45,2 0-27,0 1-19,-1 2-9,1 0-6,-1 2-8,1 1-2,0 2-7,0 1-6,0 2-4,0 2-7,0 1-5,-1 0-5,1 2-3,-1-1-2,0 1-2,1 0-3,-2 0-3,0-1-5,1 0-23,0-1-49,-1-2-93,1-1-156,0-2-161,0-1-153,0-4-141,-2-1-140,2 0-8,0-3 105,1-1 135,0-3 143,2-2 157</inkml:trace>
  <inkml:trace contextRef="#ctx0" brushRef="#br0" timeOffset="261">63 151 243,'-1'-14'415,"-1"0"77,0 2 87,2-1-5,0 1-53,2 2-16,0 0-14,2 0-20,0 2-37,1 0-51,2 1-57,1 1-50,2 2-41,0-2-40,1 1-34,-1 1-30,1 1-28,2 0-20,-1 2-16,-1 0-13,1 2-15,0 0-10,-1 1-7,-2 2-5,1 0-6,-1 2-3,-3 0 1,2 1-5,-2 1 0,-3 1 2,-1 1 1,0 0 2,-2 0-2,-2 0 5,0 0-4,0 0-1,-4 0-3,1 0-2,-2-1-2,-1-1-1,0 1 1,0-3 0,-1 1 1,0-1-1,-1-1 2,1 0 1,0 0-1,2-3 0,1 1-1,1-2 2,0 0-2,1-1 0,1-1 9,1 0-7,2 0-1,0-1-4,2 0 0,2-1 0,2 0-8,1 0 3,1 0 2,1 0 2,3 1-2,0-2 4,-1 1 1,1 2 0,1-1-1,1 2 2,0 0 1,0 2-3,-1 0 0,-1 2-1,-1 0-1,-1 3 0,-1 0-1,-2-1 2,-1 3 0,-2-1 1,-1 0 1,-3 1-2,0 0 1,-3 1 0,-1-2 1,-1 1 2,-2-1 0,-3-1 1,-1 1-1,-1-1 1,-4-1-3,0 0 1,-4-2 0,-2 1-1,-1 0-4,1-1-10,-2-2-37,0-1-87,2-2-182,2-1-214,1-3-212,2-3-213,3 0-83,2-2 22,1-2 150,1-2 198,-1-2 204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8:59.89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25 135 193,'-3'-1'289,"2"-1"35,-3 0-23,2 0-46,-1-1-37,1 1-22,0-1-19,1 1-11,1-1-3,-1 1 1,0-1 7,1-1 11,-1 1 19,1 0 19,0 0 25,1-1 28,-1 0 19,2-1 10,-1 1 0,2-1-4,1 0-20,0 0-34,1 0-28,3-1-32,1 1-32,1-1-25,1 1-28,1 0-21,0 1-22,-1 2-13,3 0-9,-3 1-14,0 2 0,0 1-3,-1 1-1,-1 2-2,0-1-1,-2 2 0,1 2 0,-3 0 3,0 1 0,-3 1 3,0 0 1,-2 0 0,-2 3-1,-1-2-2,-2 2-1,-2 0-3,-1 0-4,-2 0-6,0 0-1,-2 1 0,-1-2-1,-1 1 0,2-1 0,-1-2 5,-1 2-3,1-2-1,0-1 1,2 0-2,2-2 1,0-1-1,2-1 4,2-2-2,1 1 1,1-1-1,1-2 3,1 1-1,0-2-3,3 1-2,1-1 1,3-1 3,4 0-2,2-1 2,3 0 3,4 1 0,1-3-1,4 1-2,-2 1-2,1-1-1,0 0-1,1 1-1,0-1-1,-3 1-15,0 1-34,-2-1-53,-1 1-88,-2 0-143,-2-1-146,0 0-124,-1-1-109,-2 0-104,-2-1-47,1-1 70,-4 0 110,2-1 120,-1-4 131</inkml:trace>
  <inkml:trace contextRef="#ctx0" brushRef="#br0" timeOffset="510">483 46 35,'-3'-9'415,"0"0"93,1 2 96,-1 1 98,0-1-84,2 4-88,0 0-52,2 1-34,3 1-33,1 1-51,3 2-44,0 1-28,0 1-32,1 2-38,0 1-40,2 0-33,-2 3-22,0-1-17,1 2-15,-3 1-16,-2 1-17,1 2-11,-4 1-12,0 1-9,0 1-8,-4 1-5,-1 1-5,-1 1-2,-3 1-1,0-1-11,-3 2-35,0-1-67,-1 0-142,-2-2-204,-3 1-223,2-2-242,-3 0-122,2-2-15,-1-2 98,3-3 178,1-3 209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9:01.50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2 119 129,'1'-3'291,"-1"1"46,0 0 3,0 0-31,0 0-37,0 0-27,0 0-19,0 0-6,0 0 4,0 1 12,0 0 28,0 0 47,0 1 41,0-1 36,0 1 22,0-1 10,-1 0-21,1 1-45,-1 0-46,0 0-52,1 0-51,0-1-45,0 0-34,0 1-24,0-1-17,0-1-15,0 1-11,0 0-10,0 0-7,0-1-6,0 0-6,0 1-4,0-1-2,0 0-2,0 0-3,1 1 0,-1-2 0,0 1 0,1 0-2,-1-1-1,1 1 0,1-2-3,-2 1-2,1 0-2,0 1 0,-1-2-2,1 0-1,-1 0 2,0 2 2,0-2 1,1 0 1,-1 0 5,1 2 3,0-1 3,-1 0-1,1 1 2,-1-1 1,0 0-3,0 2-1,0-1-1,0 1 1,0-1-1,0 1-1,0 0 1,0 1 0,0 0-1,0 0 0,0 0-5,0 1-1,-1 0-5,1-1-3,0 2-1,-1-1-3,0 1 1,1 2 0,0 1 0,0 1 0,0 1 0,0 1-1,0 1 1,0 0 1,0 1-1,0-1-1,0-1-6,1 0 4,0-1-2,-1-1 1,1 0 2,0-2 0,-1 0 5,0-1-1,0 0-1,0-1 0,0-1 1,0 0 3,2-1-1,-1-1 2,-1 0 5,1-2 0,0-1 1,-1-1 0,1 1 2,-1-4-2,0 1-6,0-1 0,1 0 1,0 0 0,-1 0 2,0 1 7,0 0 10,0 0 7,-1 2-27,0 0-8,1 0 0,-1 2 0,1 1 0,0-1 0,0 1 0,0 1 0,-1 0 0,1 1 0,0 1 0,-1 0 0,1 2 0,-1 1 0,-1 4 0,2-1 0,-1 5 0,0-1 0,1 3 0,-1 1 0,0 1 0,1 2 0,-1 0 0,0-1 0,1 2 0,-1-1 0,0 0 0,1 0 0,0-2 0,1-1 0,0 0 0,0-1 0,1-1 0,1-2 0,0-3 0,0 2 0,1-3 0,2 2 0,2-4 0,-2 0 0,4-2 0,4 1 0,-1-3 0,1 0 0,4 0 0,-2-2 0,2 0 0,-2 0-48,1-2-101,-3 0-31,2 0-30,-3 0-40,-1 0-64,1 0-125,-4-1-135,-2-1-120,1 1-108,-3-1-99,-4 0-37,-2 1 88,-2 1 138,-1-1 142,1 0 145</inkml:trace>
  <inkml:trace contextRef="#ctx0" brushRef="#br0" timeOffset="868">153 242 126,'-7'-3'366,"1"0"63,-1-1 50,3 2-37,1 1-107,-1-1-81,1 1-65,1 0-58,2 1-35,0 0-6,3 0 11,1 0 24,2-1 25,2 1 29,1-1 14,1 0-10,-1 0-22,2 0-27,0 0-33,0-1-31,0 2-27,-1-2-17,1 1-26,-2 0-57,-1 1-86,0-1-107,-1 0-126,-3 0-151,0-1-121,-2 1-21,-2 0 47,0-1 85,-2 0 117</inkml:trace>
  <inkml:trace contextRef="#ctx0" brushRef="#br0" timeOffset="1092">166 115 42,'-12'-6'338,"1"-2"62,-1 2 55,2-1 9,1 1-78,0 1-48,3 0-15,-1 2-5,2 0-8,1 0-12,2 2-19,-1-1-24,2 1-44,-1 0-32,4 1-7,1-1 8,1 1 7,3 0 1,2-1 2,1 0-12,2 0-34,1 0-42,2 0-36,0 0-22,1 0-15,1 0-14,-2 0-19,1 0-52,-2 0-100,-1 1-137,-1-1-145,-1 1-144,-4-1-140,1 0-120,-3 0 11,-1 1 87,-1 1 119,0 0 133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9:02.99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28 39 65,'3'-3'317,"-1"0"56,-1 0 56,0 0-19,0-1-44,0 3-31,-1-1-11,0 0 6,0 0 20,0 2 16,0-1 16,0 1 9,0 0-5,0 1-21,-1-1-50,0 2-53,-1 0-55,0 0-48,-2 2-41,0 1-36,1 2-23,-3 1-16,3 0-12,-1 3-9,1-2-8,1 2-7,1 1-4,1 0-2,1-1 0,1 1 1,1-1 0,2 0 0,1-2 0,0 0-2,3 0 3,-1-2-3,3-1 0,-1-2-2,1 0 4,-1-4 2,2 0-3,-1-1 4,-1-2 3,1-2-1,-3-1 0,0-1-1,-1-1 12,-1-3 7,-4 2 6,1-2 8,-3-1 3,-1 1 3,-2-1-10,0 2-8,-4-1-7,2 2-7,-4 0-4,0 2-6,-2 1-5,1 4-12,-1-1-22,0 2-47,-2 3-85,2 0-142,1 0-171,0 3-163,3-1-152,-1 0-135,2 2-12,1 0 95,3-2 145,2 2 160</inkml:trace>
  <inkml:trace contextRef="#ctx0" brushRef="#br0" timeOffset="420">242 53 292,'6'-5'474,"1"-1"83,-1 0 77,-2 0-8,2 1-95,0 2-69,0-2-51,2 2-38,-1 0-32,1 2-41,-1 1-44,1 0-26,-2 1-21,2 2-28,0 0-32,1 2-29,-3 0-22,2 1-21,-2 1-21,1 2-10,-1 1-12,1 0-10,-2 2-9,0-1-2,-2 1-4,1 0-2,-1-1-4,-2 2-1,1-4-1,-1 0 1,0-1 0,0-1 6,-1 0 14,0-2 14,0-2 11,-1-1 7,0 0 6,-1-2-4,0-1-7,-1-1-11,0-1-6,0-1-4,1-1-7,-1-2-1,2-3-4,2 1-3,2-3-6,0 0-2,2-1-2,0 1-2,2-1-1,-1 1 0,4 1-4,-1-1-10,1 3-20,1 0-35,0 0-56,0 3-90,3-1-150,-1 2-157,0 2-152,0-1-127,-1 3-120,1-1-5,-2 4 104,3 1 140,-3 0 158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9:04.02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88 62 121,'-1'-5'298,"1"0"58,-1 0 22,0-1-22,1 2-28,-2-3-6,1 2 11,0 2 37,0-2 58,-1 1 46,1 0 44,0 2 16,-2 0-18,2 0-62,0 0-79,0 2-86,1-1-79,-1 1-61,0 0-42,1 1-32,0 0-25,-1 2-12,0-1-5,0 4 1,-2 2 1,2 0 1,0 4 4,0 0-3,0 2-6,0 1-9,1 1-7,-1 1-6,0 0-2,1 1-5,0-1 3,0 1 1,0-1-4,0-1-1,0-1-3,1 1-19,-1-3-32,0 1-38,0-3-56,-1-2-83,1 0-147,-2-4-160,0 0-152,-1-2-126,-2-3-125,1 0-18,0-3 96,-2-1 148,1-1 165,1-3 157</inkml:trace>
  <inkml:trace contextRef="#ctx0" brushRef="#br0" timeOffset="293">2 141 70,'0'-15'427,"0"1"91,-1 0 134,0 2 137,1 2-71,0 1-68,1 1-43,0 1-51,2 1-104,0 1-109,1 1-86,3-1-63,0 0-45,2 2-30,1 1-20,0-2-19,3 2-17,-1 0-16,1 0-8,2 0-11,-1 0-8,2 1-9,-2 0-3,1 1-4,-1-1-4,0 1-7,-3 0-7,0 0-26,-2 1-44,-2-1-70,1 1-114,-1-1-136,-3 1-129,1 1-110,-3 0-92,-3 1-71,-1 0-9,-4 1 77,0 0 102,-1 1 117,-2 1 126</inkml:trace>
  <inkml:trace contextRef="#ctx0" brushRef="#br0" timeOffset="531">98 98 216,'-10'4'354,"1"0"52,0 0 18,4-2-45,-2 0-53,2 0-44,2-1-27,0 2 4,2-1 27,1 2 44,1-2 58,2 2 43,0 0 26,3-1-12,1 0-41,0 0-64,3-2-82,3 1-68,0-2-59,3 0-40,-1-1-32,3 0-24,-1-2-18,0 2-25,0 0-52,-1 0-97,-3 0-174,-2 0-204,-3-1-241,-3 2-181,-4-1-61,-4 2 37,-1-1 143,-4 0 187,-1 0 235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9:08.12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16 188 244,'-3'-4'379,"-1"0"59,3-2 57,-1 2-69,0-1-59,1 0-21,-2 0-5,3 0-5,0 0-11,0 0-6,3 0-14,-1 0-14,0 1-14,-1-2-14,2 2-14,2 1-19,0-2-21,-1 2-27,1-2-30,2 3-33,0-2-21,0 2-21,1 0-15,1 0-12,-1 1-6,-1 0-5,3 1-9,-3 2-6,1-1-7,-1 1-5,1 1-3,-3 1 0,2 0-1,-2 2 2,0 0-1,-1 1 2,-1 1-2,0 1 0,-2 1-1,-1-1-2,-1 2 2,-2-2-3,0 2-1,-1-1-2,1 0-1,-2 0 0,1-1-2,-2-1 5,0 0-1,0-3 8,1 2-4,-1-2-2,0-2-1,3-1-4,-1 1 1,0-1-9,2-1 5,0 0 3,1-1 5,0 0 1,0-1-1,1 1 3,0-1-5,0 1 0,0-1-4,2-1 1,1 0-2,1 1-1,2 0 3,0-1-2,2 0 1,0 1-1,0 0 1,1 1 1,-1 1-1,1 1 1,-1 0 0,1 0 0,-1 2 0,1 1 0,-3 0-1,1-1 1,-1 1 0,-2 1 0,0 0 1,0-1 1,-3 1-1,0-1 0,-1 1-1,-2-2 2,-2 3-2,-1-1 0,-2-1 3,0 1-1,-2-1 1,-1 0-3,1-1 0,-2 0 2,0-2-4,-1 0-6,0-2-12,1 0-26,-1-3-36,0-1-64,2-2-97,0-2-139,0-3-133,2-1-115,1-2-78,2 0-65,-1-1-45,1 0 71,1 2 103,0 0 119,0 1 105</inkml:trace>
  <inkml:trace contextRef="#ctx0" brushRef="#br0" timeOffset="631">214 12 259,'6'-4'489,"0"2"60,-2 0 49,-1 0-15,1 1-161,0 0-88,3 1-27,0 1 3,2 2 16,-1 0 12,1 2 18,1 1-10,-1-1-33,-1 2-33,1 1-37,-1-1-33,-1 2-40,0 1-30,1 0-20,-3 0-25,1 3-22,-3 0-19,2 0-8,-3 1-14,0 1-11,-1 1-4,-1 1-2,-1 0-1,0 0-4,-2 2-4,-2 1-13,-1 0-31,-1 0-46,-2 0-84,0-1-151,0-1-178,-1 0-174,0-2-158,0-1-136,-1-2-12,2 0 101,0-2 152,1-3 169</inkml:trace>
  <inkml:trace contextRef="#ctx0" brushRef="#br0" timeOffset="20874">190 860 268,'3'-5'388,"-1"-2"58,-1 3 56,0 0-72,0 0-75,-1 1-33,0 1-17,0 0-24,0 0-25,0 2-28,-1 0-19,0 0-19,0 2 1,0 1 5,-2 2-1,0 2 4,2 2-4,-2 1-7,-2 0-23,0 2-26,0 0-16,0 0-15,-1 1-17,-2 0-14,1-1-17,-1 0-7,0 0-10,0-1-9,0 0-10,1-2-6,1-1 1,1-2-9,0 0-3,2-1-2,0-3-1,1 1 2,1-2 3,0 0 5,1-1 2,2-1-1,0-1-1,3-1-3,2 0-4,2-3-4,1 1-1,2 1-1,0 0 0,0 0 0,3 0 1,-1 2 0,1-1-2,-1 1-3,1 1-18,-1 0-31,-2 1-49,1 0-76,-3 0-103,-1 1-102,0-1-70,-2 0-47,-2 0-12,1-1 18,-4 0 41,0 0 48,-1-1 46,-2-1 49,-1-1 46,1-1 48,-1 0 58,-3-2 60,2 0 50,-2 0 50,0-1 51,1 1 45,-2-1 32,2 2 29,-2-1 34,2 2 24,1 0-4,0 1 1,2 1 2,-1 1-8,-1 0-25,2 1-31,0 0-6,1 2 8,0 1 26,0 0 19,2 3 20,1-1 23,-1 2 3,1 2-23,1-1-43,-2 4-36,1-1-34,0 1-32,1 2-31,-2-2-18,1 2-10,1 0-7,-1-1-11,-1 0-54,1 2-102,0-3-127,-1-1-127,-1-1-129,-1 1-131,0-3-93,0 0 24,-1-2 84,-1-4 105,1 0 116</inkml:trace>
  <inkml:trace contextRef="#ctx0" brushRef="#br0" timeOffset="21477">352 832 52,'2'-13'399,"0"1"60,0 3 50,1-1 48,2 3-132,-1 1-96,4 3-38,0 0-5,3 2 7,0 2 6,1 1 5,-1 1 5,2 3-9,-1 2-11,-3 1-21,0 1-30,-1 2-30,-1 3-36,-1 1-33,-3 1-39,-1 3-30,-2 0-24,-1 2-18,-1 1-11,-2-1-7,0 2-27,-2 0-77,-2-1-162,-1 1-180,-1-2-194,-2 1-219,-1-1-114,0 0 1,0-2 121,-1-3 159,2-2 183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9:23.5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197 107 38,'0'-1'215,"1"1"29,0-1-20,0-1-22,0 1-18,1 0-9,-1 0-2,0 0 1,0 0 3,0 1 6,0-2 8,-1 0 7,1 1 13,0-1 16,-1 0 23,1 0 35,0 0 33,-1 1 34,2 0 16,-2-1 10,0 0-7,0 0-33,0 0-44,0-1-54,-2-1-43,2 1-43,-2-1-38,1-1-27,0 1-17,-1-2-6,0 0-10,-1 2-6,1-1-2,-2 0-4,0 1-2,0 0-5,-2-1-4,0 1-1,0 2-5,-2-1-4,2 1-3,-3 1-2,2 0-5,-2 1-1,0 1-4,0 1 0,0 1-1,0 1-3,-2 3-2,-1-1-1,2 3 1,-1 1-1,1 1-1,1 0 2,1 1 1,0 0 0,1 1-3,4 0 2,-1 0-1,3 0 0,2 1 0,2-1 0,1 0-1,1 0-1,2 0-1,1-2 2,2 0 0,2-2-1,-1 0 1,3-2 1,1-2 0,1 0-2,2-3 1,-1 0 0,1-2-1,1-1 0,0-1-1,-2-1-1,0-2-4,-2 1-14,-3 0-30,-1 2-40,-2-1-64,-1-1-125,-3 1-181,0 0-181,-1 1-165,0-1-154,-3 1-40,-1 1 73,0 1 157,0 0 180,0 0 185</inkml:trace>
  <inkml:trace contextRef="#ctx0" brushRef="#br0" timeOffset="743">666 159 62,'-4'-1'309,"1"-1"52,1-1 44,0 1-39,0-2-51,0 1-35,0 1-21,1 0-4,-1 0 17,1 0 36,-1 1 32,1 0 35,0 0 25,0 0 11,0 1-12,0 0-37,1 0-45,-1 0-48,1 0-44,1 2-36,1-1-30,4 0-21,0 0-12,1 1-9,2 0-14,0 0-15,1-1-11,1 2-8,2 0-10,0-1-9,1 1-8,1-1-5,1-1-13,-1 1-5,2-1-6,0 0-4,1 0-2,-2-1-2,0 0 3,-1 0-5,0 0-1,-2-1 0,-1 0-1,0 1-1,-3-1-11,0 1-20,-2-1-27,-2 0-37,-1 1-42,0-1-60,0 1-86,-1-1-145,-1-1-140,-1 0-108,-1 1-72,-2-2-27,0-1 24,0 2 108,-2-1 129,1-1 126,0 0 118,-2 0 116,0-1 105,0-1 93,0 1 79,-1-1 66,2 1 43,-1-1 20,1 0 7,0 1 4,3 1 3,-1-1-4,0 1 8,0 2 14,1-1 23,-1 0 20,2 1 18,0 1 12,0 1 1,3-1-16,-1 1-24,0 1-30,0-1-36,3 1-39,0 1-38,1 1-32,1-1-25,0 0-21,1 2-13,0-1-15,2 1-14,-1-1-11,1 2-10,0 0-10,0-1-9,1-1-5,1 2-3,-1 0-5,1-2-2,-1 1 1,1-1 1,-2 1-1,-3 0 0,1-1 1,-2 0-2,-1-1 2,0 1-2,-3 0 0,0 0 0,-2 2 2,-1 1 1,-2-1 0,-4 5 1,0-1 1,-3 2-1,-1 2-1,-2 0-4,0 1-12,-2 1-28,0-1-40,0 0-59,1 1-102,0-2-180,1-1-182,0-1-180,3-1-179,3-4-59,0 0 40,5-3 150,3-3 177,5-2 197</inkml:trace>
  <inkml:trace contextRef="#ctx0" brushRef="#br0" timeOffset="1442">1376 105 181,'7'-11'524,"-2"0"122,-3 2 133,2 1 104,-2 1-146,2 1-140,-2 1-98,-1 1-108,1 1-118,-1 1-82,2 2-42,0 0-15,0 2-2,-1 0 6,1 2 3,-1 0-2,0 1-12,0 0-12,0 2-12,0 1-12,-1 0-10,0 2-11,0-1-14,0 3-10,0 0-10,-1 1-6,1 1-8,-1 1-6,0-1-3,0 1-6,0 1-2,2-3 0,-1 1-3,1-2 1,0-1-1,2 0-1,1-1 0,3-1-1,0-1 2,1-2-1,1-1 1,2-1-3,1-2-4,1-2-10,1-1-18,-1-1-24,0-2-33,-1 0-45,-1 0-72,-2-1-135,0-1-164,0 0-142,-2-2-130,1 1-119,-5 0-51,1 0 80,-2-1 147,1 2 146,-2-2 150</inkml:trace>
  <inkml:trace contextRef="#ctx0" brushRef="#br0" timeOffset="1774">1560 173 358,'-14'-2'488,"4"0"78,0-1 75,3 1-58,0 0-122,2 1-91,1 0-71,2 1-47,1 0-35,1 1-7,2 0 25,1 0 34,2 0 32,1 1 3,1-1-14,2-1-40,0 0-56,2-1-56,0 1-47,1-2-37,0 1-23,0-1-18,0 1-25,-1 0-48,-2 0-64,1 0-132,-4-1-153,1-1-138,-2 0-120,-1-2-87,-3 2-77,-2-1 29,-1-1 95,-2 2 113,-1-1 121,-2 1 122</inkml:trace>
  <inkml:trace contextRef="#ctx0" brushRef="#br0" timeOffset="1992">1512 76 298,'-9'-3'435,"1"-1"76,2 1 69,0 0-55,2 0-52,2 0-13,0 0-14,2 1-2,2 0 0,0-1-13,2 1-30,2 1-52,-2 0-49,2 0-60,2-1-62,0 2-52,2-1-40,2 1-28,0 0-18,0 0-15,1 0-10,0 0-8,0 0-7,-1 0-17,-2 0-32,-1 0-51,0 0-89,-4-1-177,1 1-206,-4-2-213,-3-1-165,-2 0-53,-3 1 36,-1 0 148,0-1 195,-2 1 217</inkml:trace>
  <inkml:trace contextRef="#ctx0" brushRef="#br0" timeOffset="6971">210 744 193,'2'-2'399,"0"-1"71,-2-1 67,1 2-14,-1-1-51,1 1-10,-1 1 8,0-1 15,0 0 15,0 1-4,-1 1-32,0-1-55,1 1-54,-2 0-61,2 1-64,-1-1-52,0 1-38,-1 0-25,1 1-19,0 0-12,1 2-9,0 1-7,1 1-6,1 3-5,0 0-6,1 3-9,0 0-9,-1 0-9,2 3-8,-1 0-5,0 1-4,0 0-4,-1-1-2,1 1 1,0 0-1,-1 0-8,2-2-23,-2-1-30,-1-1-31,1-1-40,1-2-43,-2-2-48,-1-1-77,0-2-144,0-3-147,-2-2-125,-2-1-97,2-3-68,-3-2-27,2 0 107,0-2 144,0 0 145,-1-3 133</inkml:trace>
  <inkml:trace contextRef="#ctx0" brushRef="#br0" timeOffset="7254">210 827 127,'0'-13'338,"0"1"61,0 0 60,0 1-38,2 1-53,1 0-31,0 2-8,2-1 9,1 0 11,1 1 8,2 1 5,1 1-3,1-1-13,1 2-27,1 1-37,2-1-42,-1 2-37,2 1-36,-1 0-37,0 3-38,-1 1-29,1 2-22,-3-1-13,0 1-9,-2 3-8,1-1-5,-2 0-1,-1 2-3,-4-1-1,2 2 2,-3 0-1,-3 0 2,0 1-1,-3 0-1,-3 0 1,2 0-1,-4 0-2,0-1 0,-2 0 0,3-2 1,-3 1-1,1-2 1,0-1 3,0 0-3,1-1 1,0-2-1,3 0-1,-1-1 0,1 0-3,1-1 3,2 0-4,0 0 1,1-1-2,3-1 0,0 0 0,3 1-1,0-2 3,3-1-2,2 2 1,0-1 2,2 1-1,1 2 1,1 0 0,-1 0 2,0 0-1,1 2-2,-2 1 3,0 0-3,1 3 1,-1-1 4,-2 1-2,-1 1 3,-1 0-1,-1 1-2,0 1 0,-2-1-2,-2 2 1,-2-2 1,-1 1 1,-1 0 4,-2 0-1,-2-1 0,-2 0 1,-1 0-2,-1-2-1,-2 1 1,-1-3 2,-1 1-4,-2-2 1,1 1-6,-2-3-18,2-1-44,-2-2-78,3-2-124,0-1-130,0-1-106,2-2-94,3 1-64,-1 0-41,1 0-20,0 1 51,3 1 71,-1 1 90,2 0 93</inkml:trace>
  <inkml:trace contextRef="#ctx0" brushRef="#br0" timeOffset="8184">883 889 76,'-3'-1'299,"1"0"49,-3-1 38,3 1-32,-1 0-41,1 0-27,-1 1-10,1 0 5,0 0 21,1 0 36,0-1 36,-2 0 39,2 1 34,0 0 11,0 0-20,-1 0-45,1 0-55,1 0-63,-2 1-60,2-1-51,-3 0-36,3 0-30,-1 1-17,1-1-12,2 1-1,2 0-1,0-1-2,5 1-2,0-1-3,3 2-9,4-1-15,0 0-9,2 0-11,1 1-5,0-1-6,1-1-1,0 2-3,-2-1-1,1 0-1,-3 1-4,-1-1-12,-2 0-22,-1 0-23,-2-1-30,-2 0-38,0 0-48,-3 0-64,1-1-133,-2-1-137,0-2-119,-1-1-84,-1-1-51,-1 0-4,-1-1 74,-1-1 96,0 1 109,-1-1 127,0 1 130,-2-1 126,0-1 128,-1 1 117,1 0 97,-2 0 58,1 1 30,2 0 16,-2 1 25,1 0 30,1 2 23,1 0 8,0 1-1,1 1-13,0 1-27,1 0-32,0 1-29,1 1-31,1 0-27,0 1-19,2 1-22,2 0-29,0 1-38,3-1-29,1 1-21,0 2-20,2-2-20,0 2-18,3 0-12,0-1-6,3 1-8,-1-1-4,2 1-4,-1-1-2,0-1-4,-1 1-2,-4 0-3,-1 0-1,-1-3-1,-2 2 3,-3-1-3,-2 0-1,1 0 2,-3-1 1,-2 1-2,0 1-3,-3 0 2,-3 2 0,-2 2-1,-4 1-1,-2 0 1,-2 4 0,-1-2-5,-1 2-11,0 0-24,0 0-29,0-1-37,2 1-53,1-1-78,1-1-135,2-1-147,3-2-135,0-2-124,4-2-127,1-1-29,3-2 89,2-1 137,4-3 150,2-1 151</inkml:trace>
  <inkml:trace contextRef="#ctx0" brushRef="#br0" timeOffset="8864">1657 837 243,'7'-7'436,"0"-1"69,-5 1 68,2 1-13,-1 1-112,-1 1-65,0 0-32,-2 1-21,1 0-22,-1 1-21,-1 0-18,-1 1-7,-1 0-1,-2 0-3,1 1-15,-3 1-14,-1 1-19,-1 0-25,0 1-29,-1 1-31,-1 1-23,1 1-17,0 2-15,-1 0-14,2 2-11,-1 1-7,0 0-11,3 1-6,-1 1-4,2 1-4,1 0-4,-1 0-1,4 1-1,-1-1-1,1 0-2,2-1-1,2 1 2,1-3-3,0 0 4,3 0-1,0-1 1,3-2 1,0-1-1,3 0 0,1-4-1,-1 2-1,0-3 0,1-1 0,-1-1-1,1-2 0,-2-2 0,0 1-2,0-1 2,-1-2 0,-2 0-2,0-1-1,-3 0 0,1-1 0,-3 1 0,-1 0 0,-1-1 2,-1 3 2,-1-3-1,-2 2 2,0 0-1,-3 1-2,2 0-1,-3 1-1,0 0-1,0 2-1,0 2-2,-1-1 3,2 1 0,-1 1 0,0-1 1,4 2-2,-2 0 1,2 1 0,1 1 1,1-2-2,1 0-3,0 1-2,3-2-6,2 1-3,-1 0-6,5-1-2,0 0 1,3-1 1,-1-1 5,0 0 4,1-1 5,0 0 3,-1 1 0,-1-2 5,-1 2 0,0-1 0,-1-1 0,0 1 0,-1 1 3,-1-1-2,0 1-1,-3 0 2,2 0-1,-2 1-1,0 0 6,1 1 5,-1 0 7,0 1 5,1 1 7,-1 1 8,-1 2 2,2 0-3,-2 1-4,1 3-7,-1 0-5,-1 1-5,0 1-6,-1 0-3,0 2-7,-1 1-16,-2 2-42,-1 0-71,-1 0-149,0 1-242,-3 1-280,-1 0-216,-1-1-85,1 0 5,1-1 113,1-2 223,1-2 273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9:54.94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337 55 135,'0'-4'250,"0"0"23,1 0-22,0 0-34,0 1-31,1-1-21,0 1-18,-1 0-18,0 0-15,0 0-9,-1 0-7,1 1-9,-1-1-7,1 1-3,0 0-5,-1 0-4,0 1 0,0-1 0,0 2 1,0-1 3,0 1-5,-1 0-4,0 0-5,1 0-2,0-1-5,0 1-5,0-1 3,0 1 2,0 0 1,0 0-3,0 0 3,0 0 1,0 0 4,0 0 3,0 0 1,-1 0 6,1 1 1,0 0 2,0-1-1,0 0-5,-1 0-3,0 0-7,1 0-8,0 1-13,-1-1-8,-1 2-4,2 0-6,-2 0-3,0 1-7,0 3 3,-3 0-6,1 4-1,-2 0-2,0 1 1,-2 3 6,0 1 0,-1 2-7,-1 2 2,0 2 6,0 0-16,-2 1 1,0 1 8,0 1 2,-1 0 0,0 0-13,-1 1 14,-1 0-1,0 1-6,-1 0 7,1-1 2,0 0-6,1 0 0,0-2 0,1 0-2,1-3-2,2 0-3,1-3 9,0-1 0,3-3-3,1-2 0,-1-1-2,3-2-8,1-2-16,0-2-33,0-2-48,1-1-67,1-2-81,1-2-83,1-2-89,-2-1-126,0 0-35,0-1 23,1-2 58,0 2 80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3:23.73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17 401 55,'0'-3'276,"0"2"37,0 0 27,0 0-51,0-1-47,-1 1-28,1 1-11,0-1 0,-2 0 7,2 1 14,-1 0 25,0 0 36,1 0 45,-1 0 40,0 0 31,1 0 22,-1 1-2,-1 0-30,2-1-50,-1 1-52,1 0-51,-3 0-49,2-1-41,0 1-30,1 0-24,-1-1-18,1 1-15,-1-1-22,1 0-8,0 1-10,0 0-3,0 0-1,0 0 0,0 1 1,0-1-4,0 1 1,1 0-2,-1 1-2,1-1-1,-1 1 4,1 1 0,0 1 4,-1-2 0,1 2 1,1 0-2,-1-1-3,0 1-1,0 0-4,0-1-1,1 0-2,-1 0-2,0 0-1,2 0 0,-1 0-2,-1 1-2,1-2 0,-1 0 1,0 0-1,1-1-3,0 0 4,0-1-1,-1 0 2,1 0 1,2-1 6,-1-2 10,6 0 5,1-3 7,4-1 5,5-4 4,2-4 2,6-2-2,3-2-6,2-4-3,4 0-6,1-2-3,0 1-7,1-1-3,-1 2-1,-1-2-5,0 3-1,-1 0-2,1 1-1,-2 0-1,1 1 0,-2 0 2,-2 2-2,-1 0 3,-3 2 0,-2 1-1,-1 1 1,-4 3-1,-3 0-1,-1 1-1,-2 3 1,-1-1-2,-2 3-3,-2 0 0,-2 0-8,-1 1-12,-2 0-22,2 1-32,-4 0-50,1 0-79,0 1-158,-1 0-239,-2 1-260,-2 2-180,-1 2-63,-1 2 17,1 0 136,-3-1 231,1-1 273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9:57.85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128 37 224,'1'-1'308,"0"0"38,-1 0-18,0 0-58,0 1-47,0 0-32,0 0-21,0 0-16,0 1-8,0-1 1,-1 1 5,0 0 14,1-1 19,-1 0 20,1 0 26,0 0 24,-1 0 20,1 0 12,-1 0 2,1 0-3,-1 0-17,1 0-24,-1 0-28,1 0-32,0 0-30,0 0-28,0 0-24,0 0-19,1-1-16,0-1-9,-1 0-6,1-1 0,0 0-4,0 0 0,0 0 5,0-1-1,1 1 4,-1 0-7,-1 1 3,1 0 0,-1 0-5,0 1-8,0 0-2,0 0 0,0 1-4,0 0-3,0 0-4,-1 0 1,1 2-5,-3 1-7,0 2-3,1 3 0,-3 1-5,0 3 0,-1 2-1,-1 3 0,0 2-1,-1 1-4,1 1 7,-1 1-3,-1 1-3,0 1-3,1 0 0,-1 1 1,2-2-8,0-1 3,2-1 2,-1-1 2,2-3 0,2-2 2,0-3-1,0-2 0,0-2-1,2-3 0,0-2 2,3-3-2,-1-3 2,1-4 0,3-4 1,0-3 0,1-2 0,1-5-2,-1-1 0,1-1 0,-1-1 0,1 0 2,-1 0-2,0 0 0,-1 3 0,1-1-1,-2 3 0,0 2-1,0 0 1,-1 2 0,0 2 2,-1 1 3,1 1-2,-1 3-2,-1 0 1,0 2-2,1 0 0,-2 1-4,0 2 1,0 2 3,0-1 0,1 2-2,0 0 3,0 2 0,1-1 2,1 2 1,1 1 2,-1 2 2,2 0 1,0 3 1,1 1-1,1 1-1,0 2-1,0 0-1,0 3 1,2 1-3,1 2-1,-2 2-1,1 0-4,0 1 2,-1 1-1,0 0 1,1-2 0,-2 1 2,1-1 4,0-1-2,-2-1-2,1-2-2,0 0 0,-1-3-3,-1-1-10,-1-3-20,0-1-28,0-1-31,-2-1-39,-2-3-74,0-1-133,-2-2-153,-1-2-129,-3-1-115,-1-3-102,-2 1-82,-2-2 60,1 1 127,-2-3 133,0 1 135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09:58.60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56 41 60,'-9'-4'352,"0"0"70,1 0 68,0 1 22,1 0-66,2 2-33,0 0-23,2 0-38,1 0-49,-1 0-46,3 1-42,0 0-34,4 1-13,0 0-4,3-1 2,2 1 0,1 0-22,2-1-31,1 0-35,2-1-30,0 0-21,1 0-25,-1-1-64,1 0-135,-2 0-167,-3-1-193,-2 0-202,-3 1-100,-5 0 4,-1 0 102,-2 2 148,-4-1 185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04.81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36 51 204,'0'-1'318,"-1"-1"38,1 0-2,0 1-65,0-1-53,0 0-34,0-1-21,0 2-10,0-2 1,0 0 9,0 1 18,0-1 33,0 0 43,-1 1 41,-1 0 36,2-1 26,-2 0 10,1 1-13,0-1-31,0 2-43,0-1-44,1 1-45,-1 0-43,0 0-34,1 1-30,-1-1-18,1 0-16,-1 1-13,0 0-10,1 1-10,-1 0-6,0-1-10,1 1-6,0 0-6,0 0-4,0 1 0,0 1-1,0 3 0,1 1 1,0 2 0,1 2 1,-2 1 0,1 2 0,-1 1-2,1 0-2,0 2 3,-1 1-5,0 0 1,0 1-1,1-2 3,-1 2-1,0-1-1,0 0 0,0-1-3,0 1-17,0-3-26,-1 0-45,1 0-67,-1-4-114,0 0-160,1-3-150,-1-3-138,-2-2-114,0-2-95,-2-3 28,0-1 116,2-2 139,-1-2 154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05.20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1 158 174,'0'-13'379,"-1"0"65,1 1 62,0 0-28,1 2-72,1-1-51,1 1-15,0 1-8,2 0-8,1 1-10,1 0-17,1 1-2,1 0-25,0 1-31,2 1-30,-1 0-27,1 0-22,1 3-25,-1-1-21,0 1-19,0 1-18,1 1-16,0 0-15,-1 1-10,1 2-9,-1 0-4,1-1-6,-2 2-3,0 1-6,0 0-1,-2 1-2,1 0-2,-2 1 2,-1 2-1,-1-2 0,-1 3-1,-2 1 2,0-1 1,-2 1-2,-2 2-1,0-1 1,-2 1 1,-1-1-1,-1 0-2,-1 1 2,-2-1-2,1 0 0,-1 0-2,0-2 1,0 1-1,0-3 5,1 1-3,-1-2 0,2-1-1,-1-1 0,3-1 6,-1-1-6,2-1 2,-1-1-2,1-1 1,1 0 2,-2-2-4,3 1 0,2-2 2,0 0-2,2-1 0,2 0 2,1-1-2,2 0 1,1 0-1,0-1 1,3 0 1,0 2-1,0-2-1,0 2-1,1 1 1,0 0-2,-1 0 0,3 1-1,-3 1 2,1 1 0,1 1-2,-2 1 3,1 1 0,-1 0 0,0 0-1,-1 3 0,-1 1 2,-1-1-1,0 4 1,0-2 0,-3 2 0,0 1 3,-2 0-3,0-1 2,-2 2 1,-2 0 3,-2-1 4,0 0 4,-2-1 1,-2 2 4,-2-3 0,-1 1-4,-3 0 0,-2-1-4,-1-1-2,-2 0-3,-1-1-1,-1-3 0,-1 1-4,1-2-1,-1-3 1,0-1-3,3-2-6,-2-3-27,1-1-35,2-2-70,2 0-155,3-2-192,-1 1-206,3-3-199,-1 1-82,2 3 5,1 1 121,0 1 178,0 2 199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07.6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21 21 173,'-1'-2'345,"1"0"52,-1 1 46,-1-2-66,2 1-65,-1-1-36,1 2-16,-1-1-7,0-1 4,1 2 9,0 0 7,0 1 4,0 0-1,0 0-9,-1 0-17,0 0-24,1 1-23,-1 0-26,0 1-18,1-1-7,-1 1-7,1 0-7,0 0-6,0 1-9,0 0-12,0 1-21,1-1-21,-1 1-16,1-1-15,0 0-7,-1-1-9,1 0-6,-1 0-6,0-1-1,0 1-2,1-2 2,-1 1 12,0 0 11,1-1 12,-1 0 9,0 0 8,0 0 5,-1 0-6,1 0-7,0 0-9,0 1-7,0-1-9,0 0-7,0 1-4,-1 0-4,1 1-6,0 1 1,0 1 2,0 2 3,0 1 0,0 3 2,-1-1 4,1 3-3,-1 0-2,0 3 0,1 0-3,-1 0-2,0 1-1,-1 2-1,1-1 0,0 1-3,0 1-1,0-2 1,0 2-1,1-2 2,1-1-3,1 0-1,0-2 0,2-1-2,1-1 0,2 0 0,-2-3 0,3-1 0,1 0 2,0-3 0,2-1 0,1-1 0,1-2 0,2-1 1,0-1-1,1-2 0,0 0-5,0 0-3,0-1-9,1-1-17,-2 0-18,0 0-26,-2 0-33,-2 2-43,0-2-64,0 1-119,-3-1-148,1 1-136,-5-2-122,1 0-118,-3 3-58,-1-2 65,-2 1 129,0 1 144,-2-1 145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08.19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68 99 55,'-11'-2'333,"1"-2"58,1 0 54,1 1-7,1 1-75,1 1-52,1-1-29,1 1-25,1 0-30,0 0-24,1 1-29,2 0-9,0 0 17,3 0 23,0 0 27,1 0 30,4-1 32,0-1 6,4 0-22,-1 0-31,3 0-37,0 0-43,2-1-46,-1-1-35,1 1-31,-1 0-22,1 1-14,-2-1-9,2 1-2,-2-1-3,0 0-5,-3 1-18,0 1-36,-1-1-57,-4 0-95,0 0-129,0-1-118,-4 0-94,-1 0-74,-2-1-45,-3 0-17,-1 1 13,-3 0 61,-2 0 78,-1 0 91,0 0 96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08.4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82 102 217,'-14'-7'373,"2"-1"69,1 2 60,2-2-50,1 2-29,1 0 14,2 0 22,0 1 1,1 1-6,1 0-23,0 1-50,2 2-62,1-2-62,1 1-45,4 0-38,0 0-28,4 0-24,1 1-26,1 0-20,2-1-23,1 2-15,2-1-17,0 0-7,2 0-5,0-1-3,1 0-3,-1-1-3,0 1-4,-1-1-23,-3 2-44,-1 0-86,-1-1-145,-5 0-183,-2 1-212,-3 0-196,-4 2-73,-3 2 23,-2 1 112,-4 3 167,-1 0 207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13.31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24 42 210,'1'-4'259,"0"1"17,-1-1-36,0 1-33,0-1-18,0 1-6,-1 0-11,1 0-5,-1 1-5,0-1-1,1 1-1,0 0-6,0 0-5,0 0-3,0 0-6,-1 2-7,1 0-10,0 0-7,-1 0-6,1 1-4,-1 0-1,-1-1 7,2 1 3,-1 0 2,0 0 1,1 0-3,-1 0-6,0-1-8,1 0-4,0 1-3,0-1 6,0 0 6,0 0 12,0 0 14,0-1 9,0 1 17,0 0 11,0 0 6,0 0-1,0 0-6,-1 0-11,0 0-18,1-1-21,0 1-18,0 0-19,-1 0-12,1 0-10,0 0-12,0 0-8,0 1-2,-1-1-10,0 0-9,1 1-7,-1 0-4,1-1-3,-1 2-9,1 0 2,0 1 1,0 2 2,0 1 0,0 2 3,0 1-2,0 1 3,-1 3-1,0 2 2,0 0-1,0 1 0,0 2-1,0 0 1,1 0-1,-1 1-2,1-3-1,0 1 0,0 0 1,0-2 0,0 1 1,1-4 1,-1 1 2,1-1-2,0-4-2,-1 1-1,1-2 0,0-1 1,1-2-1,-1 1 0,0-1 0,1-1-2,1-1 2,0 0 0,2-1 3,-2-1 1,3 0-3,0 0 2,1-1-1,2-1 1,1 1-4,1 0-1,-1-1 1,2 0-1,-1-1 0,0 1-2,1 0-7,-1 1-15,0 0-22,-2 1-30,2-1-40,-2 1-59,-2 0-95,2 0-122,-2-1-114,1 0-91,-2 1-79,-2-1-63,-2 1-50,-2 0 57,-2-1 90,-2 0 100,1 1 107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13.9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41 68 300,'-7'-2'393,"0"0"58,1-1 49,0 1-110,2 1-84,1-1-57,0 1-52,0 1-47,1-1-37,2 1-9,0 0 24,3 0 45,2 0 55,1-1 41,3 0 23,1 0 3,0-1-33,1 0-52,3 1-56,-2-2-49,1 1-33,2-1-30,-1 2-17,1-2-11,-1 0-8,0 1-9,1-1-41,-3 1-82,-2 0-106,-1 1-104,-2-1-108,-1 0-103,-2 0-70,-2-2-53,-2 1 20,-4 1 60,0-1 84,0 0 95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14.20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81 87 75,'-11'-5'333,"0"0"50,2-2 48,-2 3-6,3-1-88,0 0-40,3 1-25,0 1-16,1 0-13,2 1-20,-2 0-18,2 1-15,1 0-3,1 0 11,2 0 12,3 0 6,-1 0 0,4-1-7,2 0-24,0 1-39,2-1-40,1 0-34,3 0-25,-1 0-19,3 1-18,-1 0-6,1 0-5,-1-1-18,0 1-65,-1-1-104,-2 1-110,-1-1-118,-1 0-123,-1 1-116,-4-1-86,0 0 25,-5 0 73,-1 0 96,-2 1 113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23.22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278 63 73,'1'0'274,"1"0"44,-2 0 14,1 0-38,0 0-39,-1 0-30,1 0-22,-1 0-17,0-1-11,0 1-8,0 0 1,-1 0 4,1 0 16,0 0 24,0 0 31,0 0 30,0 0 27,0-1 26,-1 0 11,0 1-3,1-1-22,-2 0-33,1-1-36,1 0-40,-3 0-42,0-1-37,1-1-25,-3 0-17,3 1-14,-1-2-8,-2 1-4,1-1-2,-2 2-6,1-2-2,-2 2-4,-1-1-4,1 1-3,-1 1-2,1 0 1,-2 1-1,1 0-1,0 1-8,-1 1-3,-1 1-5,1 1-4,-2 1-5,0 2 0,1 1 2,-1 0-3,0 1 0,0 2 3,0 0-2,2 1-2,-2 1-1,2 0 0,2 0 1,-2 0-4,2 0 2,2 2-3,-2-1 4,5 0-3,-3-1 2,3 0-3,2 0 2,0 1 2,2-2-1,3 1-1,-2-2-1,4 1 1,-1-1-2,3-2-2,1 2 0,1-3 2,3 1-2,-2-2 2,2 0 0,1-1 3,0-2 2,2 0 0,0-1 2,-2-1-2,2-2 2,0 0-2,-1-2-1,1 0-1,-3 0 0,0-1-1,-1 0 0,-1 0-1,-2 0 1,0-1-2,-1 2 2,-1 0 0,-2 0-7,-1 0 2,-1 0-3,0 1 0,-1 0-9,-1 1-20,0 1-26,0 0-44,-2 0-71,-2 1-145,-1 1-189,1 0-189,-4 1-200,0 2-114,-1-1-11,-1 1 102,2-1 175,-1-1 197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0:25.88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255 68 79,'3'0'294,"-1"-1"43,-1 1 42,0 0-54,0 0-51,-1 0-26,0 0-17,0 0-7,0 0-4,0 0 5,0-1 23,0 0 24,0-1 26,0 0 21,0-1 21,-1 0 13,1 0-13,-1 0-19,0-2-27,0 0-32,0 2-41,-1-1-42,-1-1-35,0 2-31,1-1-28,-3 1-20,1-1-15,0 1-13,-1 1-8,0 1-9,-2-1-3,1 1-1,-1-1-3,0 1 1,-2 0 2,1 1 0,0 1 3,-2 1-3,0 1-2,-1-1-2,-1 3-2,0 1-2,0 0-2,-1 2-2,2 0 1,-2 2-3,2 0 0,1 1 2,0 0-2,1 2 0,1 0 0,1-1 0,1 1-1,3 1-2,0 0 1,1 1 0,3-1 1,1-1-1,3 1-1,1 1 1,1-2 0,1-1 1,2-1-1,2-1 1,3-1 0,0-3 0,2-1 0,2-2-1,0-1 0,2-3 2,-2-2 2,1-1-1,0 0-3,-3-1 4,1-2-1,-2 2-4,-2-1-1,-2 0 2,1 1 2,-4 0-4,-2 1 2,0 0 1,-2 1-1,-1 1 1,-1 0-1,0 1 0,0-1-13,-2 2-25,-1 0-46,-1 0-87,-2 2-172,0 1-194,0 0-191,-2 1-199,0-1-85,-1 2 15,2-2 135,-1-1 174,2-2 193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1:44.18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56 81 217,'0'-4'252,"0"-1"11,0 1-36,0 0-33,1 0-19,1-1-5,-2 1-10,0-1-6,1 0-2,-1 1 6,0 0 6,0 0 4,0 0 11,-1 1 16,1 0 16,-2-1 27,1 0 29,1 1 32,-1 2 15,1-1 9,-1 0 1,0 1-17,1-1-31,-1 2-44,0 0-34,0 0-38,0 0-40,-1 1-30,1 0-26,-1 2-20,0 0-15,0 4-9,0 1-4,1 0-6,-1 3 0,0 1-3,0 1 0,0 1-1,-1 0 0,2 1 0,-1-1-3,2 2 1,0-1-3,0 0 0,0 0-1,0-1 2,0 0 1,0 0-3,1-2 1,0 0 0,-1 0 0,1-2-1,2-1-1,-2-1-15,0-1-38,-1-2-68,1 0-120,-1-3-161,-1-1-166,-1-1-134,-2-1-110,0 0-62,-2-2 50,1 0 125,0-2 147,0 0 138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1:44.58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4 154 192,'-1'-9'338,"0"1"48,0-1 41,1 1-79,0 1-62,0-3-33,0 3-23,0-1-19,1 0-14,0 1-7,1 0 0,0 0 8,3 1 15,-2 0 13,2-1 11,-1 3 1,2-2-1,0 1-7,0 1-18,3 0-15,-2 0-15,3 0-14,1 2-19,2-1-14,-1 1-21,2 1-21,1 1-24,-1-1-16,2 2-14,-1 0-11,1 1-3,-1 0-8,0 0 2,0 3-1,-2-1 0,0 1-3,-1 0 2,-1 3 2,0 0 1,-2 2 0,1 1 3,-3 0 1,1 2-3,-4 0-2,2 1 0,-3 1 0,1-1-3,-2 0 2,-1 1 1,-1 0 2,-1 0 3,-1-1 3,-2 1 3,0-1 1,-2 0 1,-3 0-2,0-1 0,-2 1-5,-3 0-5,-2-1-3,0 1-4,-3-1-2,-1 0-5,0-1-2,-1-2 1,0-2-2,2 1-1,1-3-1,2-1-1,2-1-10,0-1-25,2-2-51,1-2-97,2-2-174,0-2-201,4 1-205,-2-3-191,4-1-64,0 3 36,0 0 142,3 0 184,0 1 206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35.60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29 5 17,'1'0'59,"-1"0"-1,0 0 2,1 0 1,0 0 5,-1 0 6,0 0 7,0 0 5,0 0 3,0 0 0,0 0 0,0 0-3,0 0-2,0 0-1,0 0 3,0 0 0,0-1 3,0 1 8,0 0 7,0 0 7,0 0 9,0 0 12,0 0 12,0 0 12,0 0 14,0 0 12,-1 0 23,1 0 28,-1 0 37,1 0 36,-1 0 30,0 0 20,1 0 2,0-1-11,-1 0-28,0 1-35,1 0-35,0-2-37,-1 2-33,1 0-30,-1 0-27,0 0-17,1 2-18,0-2-11,-1 1-6,0 0-6,1-1-7,-1 1-8,0 0-4,1 0-5,-1-1-4,0 1-6,1 1-3,-1 1-4,1 0-4,-2 2-3,0 0-3,1 3-1,-1 0-3,2 2 1,-1 0 0,0 0 0,1 2-2,0 1-1,0-1 1,0 2-3,0 0-3,0-1-2,0 1 2,1 0 0,0-2 1,1 0-2,1 0-13,-1-2-19,0-1-32,0-1-44,-1-2-62,1-2-106,0-1-154,-2-1-165,0-3-141,-2-1-106,-2-3-89,1 0 27,-3-2 126,2 1 164,-2-3 157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36.1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12 100 157,'-2'-5'336,"0"-2"50,0 2 48,0 1-62,1-1-72,-1 0-46,2 2-29,-1-1-24,1 1-23,1 0-6,0-1-2,1 2 5,2-2 10,-2 1 19,2-1 21,3 2 15,0-3 12,3 0 16,0 1 13,1 1-6,0-2-19,2 2-26,2-1-24,-3 2-35,3-1-37,0 1-29,-1 1-22,1 1-20,-1 0-12,2 0-11,-2 1-7,0 2-7,1 0-1,-3 2-4,0 1-1,0 1 2,0 1 3,-2 1 0,-1 1 2,-2 1 2,0 1 1,0 0-3,-3 2-2,0 0-2,-1 0-2,-2 0-1,-2 1 1,-1 1 0,-1-1 0,-1 0 1,-3 0 0,1 1-2,-4-1 0,1 1-3,-4 0 0,1-2-4,-2 1-1,-2-1-2,0 0-5,-2-1-1,0-1-2,0-2-1,2-1-1,0 1 1,1-4 1,0-1-3,2-1 1,1-1-1,0-2 0,1-1-1,-1-1-7,3-2-6,0 2-20,1-2-26,1 1-38,1-1-66,1 1-117,1 1-165,2 0-164,0-1-163,2 0-168,0 2-48,0 0 64,0 2 143,0 0 167,0-1 177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40.41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56 55 111,'-3'-3'309,"1"0"46,0-1 42,-1 1-45,-2 0-69,2 1-29,2-1-13,-3 0-3,1 1 15,1-1 25,-1 1 41,0 0 43,0 0 44,1-1 26,1 1-1,-2-2-27,1 1-57,0 1-53,1 1-58,1-1-51,-1 1-47,-1 1-32,0-1-22,1 0-24,1 2-19,-1 0-15,0 2-10,1 1-7,0 4-3,0 0-1,0 4-1,1 0 0,0 2-2,0 1-2,1 2-1,0-1 0,-1 1 2,2-2-1,1 2 2,-1 0 1,0 0-16,1-1-23,-1-2-40,-1-1-57,1-2-81,1 0-122,-3-3-128,0-1-103,1-1-80,-2-2-60,0-1-31,-2-1-11,0-2 69,-2-1 90,1-1 97,1-3 105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40.7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8 212 257,'-2'-14'327,"0"0"48,0 1 0,1-1-59,-1 0-34,2 1-16,1 0-11,1 0-2,1 0 6,2 1 22,0 0 22,2 0 26,2 2 10,0-1-11,1 2-26,-1 2-42,2 0-45,1 3-46,0 0-39,1 1-25,1 2-20,0 2-16,1 2-18,-1 1-11,-1 0-12,1 3-12,-2 0-3,1 1 2,-3 1-2,-1 0 0,-1 1 0,-4 0-1,1 1 0,-3-2-3,0 2-2,-3-1 1,-1 1-2,-1-1 1,-2 0-2,-1 1 0,-1-2 0,0 0-1,-1-1 2,2-1 0,-3 1-5,1-2 2,1-2-2,0 2 0,-1-2-4,1-1 2,2 0 2,-1-2-2,1-1 2,1 0-1,1-1 1,1 0-2,-1-1 0,2 1 2,2-2-1,2 0 0,0-1 1,3 0-1,2 1 1,2 0-1,2 1 0,0 0 0,2 1 0,1 1 0,0 0-2,0 2 0,0 1 1,0 0 0,-1 1-1,-1 2 2,1 0 0,-4 0 1,0 2 1,0-2-3,-4 2 1,0 1 0,-2-1 0,-1 1 4,-2-1 2,-1 2 6,-1-2 2,-2 3-1,-3-2 5,-2 0-5,-1 0-1,-1 0-1,-2 0-4,-3 0-2,-1-2-2,-2 1-1,0-2 0,-1 0-1,0-2-2,2-1-1,-2-1-15,2-2-34,0-3-63,3 0-105,2-3-124,1 0-110,1-4-93,3 1-70,0 0-44,3-1-31,2 1 26,-2 0 60,3 1 77,1 1 92,1 0 96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41.51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86 91,'1'-4'262,"0"-1"36,-1 0 5,0 0-47,1 1-40,0 0-21,1-1-10,-1 3 0,0-3 5,0 2 9,1 0 18,-1 0 23,0 2 31,-1-2 31,1 1 25,-1 1 18,0-1 4,0 2-12,0 0-29,0 0-39,-1 0-44,1 0-44,0 2-37,0 0-29,0 0-24,1 0-20,0 2-15,1 1-12,0 0-10,-1-1-12,1 1-7,-1-1-6,0 0-3,1-1-3,-1-1-1,-1 0 1,2-1 5,-1 1 15,-1-2 14,1 0 15,0 0 10,-1 0 6,1-2-3,-1-1-10,0 0-11,0-1-13,0-1-10,0 0-2,0-1 1,0 0 2,-1-1 5,1 2 9,0-2 4,-1 3 6,1-1 3,0 0 0,0 1-2,0 3-5,0-2-5,-1 2-3,1 0-8,-1 0-7,-1 1-7,2 0-5,0 0-3,0 1-4,0 1 2,0 2-1,0 0 4,0 3 1,2 1 1,-2 3 3,0-1-2,0 2 0,-2 1-2,2 0 0,-1 2-4,1 1 1,-1-1-1,0 1 0,1 0 1,0 0-1,0-1 0,0 0-6,1 0 3,0-1-2,0-2 2,1 1-1,0-1 2,0-1 6,1-2-4,0 0-1,1-1 1,2-2-2,-1 0 0,2-1 0,1-1 0,3 0 0,0-3-1,3 0 7,3-1-6,2-2-7,0 1-20,3-2-23,-1 1-34,1-1-49,0 1-57,-2 1-107,0 0-151,-2 0-147,-2 0-133,-2 1-127,-3 1-93,-2 1 32,-2 0 125,-2-1 149,-2 0 155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42.14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60 71 151,'-11'-6'378,"0"-1"54,2 1 60,1 2-7,1 1-110,2 0-71,1 1-51,0 0-43,3 1-52,1 0-41,1 1-19,2-1-7,2 0 1,2 0 0,0 1 4,3-1-15,1 0-25,0 0-21,2 0-15,0 0-10,0-1-11,2 0-17,-2 0-18,0 1-49,0-1-75,-3 0-85,0 0-93,-4 0-82,0 0-115,-2-1-30,-2 1 30,-1-1 63,-2 0 80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42.38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59 55 234,'-11'-6'373,"0"-1"54,2 3 57,1-1-74,1 0-74,2 1-47,1 1-41,1 0-39,2 0-45,1 0-38,3 0-34,1 2-26,2-2-14,2 1-16,1 1-14,1 0-8,2 0-5,1 1-11,1 1-33,-1-1-68,3 2-100,-1-1-100,3 0-114,0-1-114,2 0-33,2 0 34,-1-2 82,-1 0 89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43.25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187 70 64,'1'0'303,"0"0"43,0 0 34,-1-1-39,0-1-73,0 1-46,0-2-26,0 0-15,0-1-10,0 0-1,-1 0 7,0-1 16,0 0 32,0 1 37,-1-1 26,0 0 14,0 0 13,1 1 6,-3 0-15,1 0-29,0 2-31,-3 0-29,1 0-40,-1 1-41,-1 1-39,1 2-32,-3 0-20,1 1-14,-2 1-8,0 2-10,0 0-1,-1 2-1,1 1-2,0 2-2,1 0-2,0 1 1,1 1-2,-1 2 0,3 0-4,-1 0 2,2 1 0,1 1 0,2 1 1,0 0-3,2-1 2,2 1 2,1-2-3,1 0 0,1-2-2,3-1-2,0-1 3,3 0-2,1-3 2,3-1-1,1-2 1,3-2 4,2-1-1,-1-1 0,3-2-1,1-2 0,0-1 1,0-1 0,-1-1-3,1 2-13,-3-2-37,1 2-81,-6-1-151,0 1-173,-5 0-193,-1 1-221,-5 2-87,-1 1 14,-2 2 118,-3 1 153,-1-1 183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2:49.6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202 93 223,'0'-4'334,"0"1"45,0-1 32,-1 1-95,1-1-64,-1 1-39,1-1-29,0 2-26,0-1-24,0 0-17,0 1-9,0 0-3,0 1-1,0 0 1,0 0 2,-2 1 6,2 0 3,0 0 3,0 0 4,0 0 1,0-1-2,0 1-3,0 0-5,0 0-8,0 0-13,-1-1-11,1 1-23,0 0-11,0-1-10,0 0-9,-1 1-5,1-1-6,0 1 16,0-1-14,0 0 1,0 1-1,0-1 7,0 0 11,0 1 0,0-1 12,0-1 1,0 1 2,0-1-5,-1 1-8,1-1-5,-1 0-4,0 0 0,1 0 0,0 1 7,-1-1 13,0 0 10,1 0 12,-1 0 12,0 1 5,-1-1 1,2-1-5,-2 1-4,0 0-10,0 0-6,-2 1-8,2-1-4,-1 1-10,2 0-10,-4-1-6,3 1-8,-1 1-3,-1 0-4,1 0-3,-2 0-1,0 1-1,0 1-3,-1 0-1,0 0-1,1 0 0,-2 2-2,2 0 0,-2 1 2,0 0-1,0 0-2,0 0 0,-1 2 0,1 0 1,1-1-1,-2 2 0,4-1 0,-3 3 1,1-3 1,1 2-2,-1 0 2,2 1 0,-1 0 0,1-1 0,1 0 0,0 2 5,1-2-2,0 1-2,1 1 1,0-1-2,1 1 0,1-1-4,1 1 1,1-2 1,1 2 0,0-2-2,1 1 2,-1 0 0,3-1-2,-1-1-1,0 0 3,2-1-1,-3 0 2,3-1-1,0 0 0,0-2 0,-2 0 0,2-2 2,0 0-1,0-1 2,0-1 2,1 0-2,0-3 0,-1 2-1,1-2 1,-2 0 1,0 0 1,-1-1 4,-1 0 0,2 0 0,-4-1-1,2 1 1,-2-2 0,0 0-1,0 2-1,-2-2 1,0-1 4,0 2 4,-1-1 2,-1 1 1,0-1 1,-1 1 1,-2 1 0,1-2-4,-1 1-4,0 1-1,-1 0-2,-2-1-2,1 2-2,0 0-4,-1 1 0,0 0-1,2 0 1,-2 1-1,1-1-1,1 1 2,1 1 0,-1 0 0,2 0-2,1 0 0,-1 0 0,2 0-2,0 0-1,1 1 1,1 0-3,3 0 2,-1 0-1,3 1 1,0-1 3,3 0 0,1-1 1,1 0 0,1 0 1,2 0-1,0-2-1,0 0 0,0 0-3,-1-1-3,1 0 6,-2 2 1,1-2 1,-3 0-4,0 0 6,0 0 1,-2 0-4,0 1-1,-2-1-1,1 1 3,-4 0-1,2 0 0,-2 1-2,0 0 1,0 0 0,-2 0 0,1 1 1,0 0-1,-2-2 2,1 2-1,0 0-2,-1 0-2,0 0-2,2 2 3,-1-1 3,-1 1 4,1 2 6,-1 1 4,1 2 5,0 1-6,-1 0 3,2 2-1,-1 1-2,-1 0-3,3 2-2,-2 0 5,1 0-5,0 1-3,0 1 0,-1-2-4,1 1 0,0 0 1,-1-1-3,1-1-2,0 1-9,1 0-35,-1-1-77,-1 0-156,0-3-200,1 1-225,-2-3-231,0 1-91,0-3 7,-1 0 119,0-3 183,1-2 216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5:15.738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893 685 171,'-4'1'182,"1"-1"-4,0 1-8,-1 0-2,1-1-1,0 0-7,0 0 1,-1 0 2,1 0 8,0 0 10,0 0 15,0-1 18,-1 0 29,2 1 40,1-1 55,-1 0 44,0 1 34,-1 0 24,2 0 1,0 0-29,-1 0-50,0 0-54,1 1-54,1 0-52,-3 1-48,2-1-34,1 1-26,0 0-18,0 2-9,3 0-3,0 2-2,2 2 3,3 2 8,-1 2 0,2 1-3,3 2-5,-1 2-2,1 2-4,2 1-11,1 1-6,1 2-5,0 0-5,2 0-5,1 2-4,-1 1-3,1-2-3,0 3-2,-3-2-1,2-1-2,-2 0-3,0-1 0,0-1-3,-2-2-1,0 0-1,0-2-1,-2-1-2,-1-2-1,0-2-1,-1-1-2,-2-3-10,0 1-19,-1-4-27,-2 0-38,-1-1-59,-2-3-100,-1-1-169,-2-2-168,-1 0-145,-1-2-117,-1 0-98,-1-2-21,1 2 114,0 1 151,0-2 156,2 1 145</inkml:trace>
  <inkml:trace contextRef="#ctx0" brushRef="#br0" timeOffset="558">1398 1187 148,'1'-4'288,"0"0"46,-1 1-7,0-2-20,0 0-18,1 0-8,-1 0 7,0 1 33,0 0 60,-1 1 52,1-1 37,-2 2 29,1 0 10,0 1-33,0 0-66,1 0-74,-1 1-63,-1 0-65,2 0-55,-1 1-38,1 0-29,1 0-13,1 1-17,0 1-8,0 1-9,2 0-4,-1 0-4,1 2-7,2 0 0,-2 2-1,3 0 1,1 2-2,-1 0-3,2-1-3,1 3-2,-1-1-2,1 1-5,1 0-1,-2-1-1,2 2-2,0-1-1,-1 0 1,-1-1 0,2 0 2,-2-1-2,0-1 1,-1 2-2,-1-3-2,0 1 0,0-1-1,-4-2 1,2 0 0,-2-1 0,0-2 1,-1-1 0,-1 1 1,-1 0 2,0-1 3,-2 0 6,-1 0 5,-2-1 0,-2 1 0,-4 1-2,-1 1-3,-4 1-5,-3 0-3,-1 2 0,-4 0-2,-2 1-2,0 1 0,-3 1 1,0-1-2,1-1-3,1 2-10,4-3-23,2 0-37,2-2-66,4-1-117,2-1-210,4-4-220,3-2-206,2-2-152,4-3-37,1 0 63,2-4 184,1 0 216,2-1 221</inkml:trace>
  <inkml:trace contextRef="#ctx0" brushRef="#br0" timeOffset="2274">428 44 7,'0'-3'295,"-1"0"48,-1-1 41,2 0-19,-1-1-62,0 1-40,1 0-21,0 1-6,0 0 10,0 0 22,0 2 25,0-2 31,0 1 26,-1 1 17,1 1 6,0-1-9,-1 1-27,1 0-42,-1 1-49,-1-1-43,2 1-48,-1-1-37,0 2-33,0-2-22,1 1-11,-1-1-13,0 1-7,1 0-9,0-1-2,0 1-4,0-1-4,0 0-1,0 1 0,0-1 1,0 0 0,0 1 2,0-1 2,0 0-3,0 0 3,0 0-1,0 0-1,0 0 0,1 0-1,-1 0 1,0 0 7,0 0-4,0 0-3,0 0-1,0 0-1,0 1-1,0-1-7,-1 0 3,1 0 2,0 0-1,0 0 3,0 0-1,0 1 0,-1-1-2,1 0 0,0 1 1,0-1-2,0 1 2,0 0-1,0 0 1,0 0 3,1 1 0,-1 0 3,1 1-6,0 1 3,1 1 0,1 0 0,0 3-1,-1 0 0,1 2 4,1 1-1,-1 2-2,0 1-1,0 2-3,-1 0-2,0 1 0,1 1-3,0 1-2,-1-1-2,0 1 1,1 0-1,-1 0 0,1-2 0,0 0 0,0 0 0,1-1-4,0-1-3,0 0-17,0-3-31,-1 0-41,-1-2-63,0-1-106,0-3-168,0-2-156,0-2-150,1-2-140,-2-2-86,0-4 28,1-2 128,3-3 153,0-2 165</inkml:trace>
  <inkml:trace contextRef="#ctx0" brushRef="#br0" timeOffset="2849">704 69 273,'3'-9'401,"0"1"72,0 1 74,-2 0-55,1 3-36,-1 0-5,0 1-4,0 1-11,-1 0-24,2 1-36,-1 1-41,-1 1-44,1-1-35,0 2-39,0 1-32,1 0-24,-1 1-26,3 1-23,-1 2-23,0 0-15,2 2-17,-3 1-13,2 2-9,1 1-10,-1 2-8,-1 1-5,0 1-4,0 0-1,0 1-5,0 2 2,-1-2-2,1 2-2,-2-1 0,2 0-2,0-1-3,0 0-8,-2-2-20,2 1-38,-1-2-64,-1-2-96,-1-1-143,0-1-132,0-3-114,-2-2-107,-2-1-96,1-2-19,-1-2 79,-2-1 107,0-3 119,1-3 134</inkml:trace>
  <inkml:trace contextRef="#ctx0" brushRef="#br0" timeOffset="3158">601 296 63,'-14'-2'364,"2"1"67,0 0 49,-1 0 34,2 1-91,4 1-44,0-1-21,2 1-25,1-1-12,1 0-31,1 0-22,1 0-11,1 0 1,1-1 15,1 1 5,3-1 4,1 0-22,2-2-40,2 0-44,0-1-50,3 0-42,3-1-32,-1 0-20,3 0-12,2-1-9,-1-1-6,0 2-12,0 0-34,-2 0-64,0 1-118,-3-1-160,-1 1-162,-2 1-162,-2-1-166,-3 2-55,0 1 55,-2 0 127,-3 1 144,1 0 163</inkml:trace>
  <inkml:trace contextRef="#ctx0" brushRef="#br0" timeOffset="6022">84 1952 257,'0'0'334,"-1"-1"46,0 0-7,0 1-55,0-1-50,-2 0-35,3 1-16,-2 0-11,2 0-4,-2-1 10,1 1 21,0 0 29,-1 0 21,1 0 19,-1 0 2,0 0 1,-2 0-14,0 0-17,1 0-19,-1 0-26,0 0-15,-1 0-23,1 0-22,0 0-25,0 0-17,0 0-11,1 0-12,-1 0-11,2 0-6,-1 0-12,1 0-4,0 1-6,0 0-7,0-1-7,0 1-8,1-1-4,0 1-8,1 0-8,0-1-5,0 1-5,0 0-1,2-1 0,0 1 1,0-1 5,3 1 4,1 0 12,1-1 10,5 0 9,1-1 6,3 0 2,2 0-2,2 0-6,3-1-5,2-1-6,1 0-6,3 1-2,1-1-4,1 0-1,3 0-3,-1 0-3,0 0-10,0 0-13,1 1 0,-1-1 0,1 1 0,-3 1 0,0 0 0,-1 0 0,0-1 0,-2 2 0,-3-2 0,0 2 0,-1-1 0,-3 0 0,-2 1 0,-1 0 0,-3 0 0,-1-1 0,-3 1 0,-1 0 0,-1 0 0,-3 0 0,1 0 0,-3 0 0,0-1 0,-1 0 0,0 1 0,0-1 0,-1 0 0,0 1 0,0-1-8,-1 0-119,0 0-40,2 1-42,-3-1-47,0 0-70,-3 0-126,1-1-129,0-2-100,-2 0-68,0 0-43,0 0-5,0-1 37,1-1 88,-1 1 100,0-1 97,3-1 97</inkml:trace>
  <inkml:trace contextRef="#ctx0" brushRef="#br0" timeOffset="6563">817 1768 189,'-4'-5'369,"-1"0"69,1 1 49,2 0-15,-2 2-7,1 0 15,1 0 19,-2 0 14,3 1-1,-1 1-16,0 0-52,0 1-71,0-1-71,1 2-61,0-1-46,1 1-36,0-1-26,1 1-14,2 1-10,-1 0-10,2 1-9,1 0-6,1 1-7,1 0-5,3-1-11,0 3-7,1 0-9,1-2-9,2 3-8,-1-2-11,0 0-3,1 1-4,-1 0-4,0 0 2,0-2-3,-1 0-5,-1 0-1,-1 0 2,-1 0 2,0-1-6,-3-2 5,0 1 4,0 0-1,-2-1-4,0-1 0,0 0-3,-1 0-3,-1 0 2,-2 0 1,1 0 2,-1 2 0,0 0 4,-2 4-1,-2 0 0,-5 3-4,0 3-12,-2 3-32,-3 1-43,0 3-65,-3 2-121,1 1-224,-3 0-232,1 0-240,1 0-116,2 1-22,1-1 75,3-1 201,2-2 231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5:23.182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54 547 102,'-2'0'336,"0"1"50,-2-1 39,2 1-50,0-1-75,1 2-60,0-1-44,-1 1-28,1-1-8,0 1-6,-1 0 7,1 0 20,0-1 44,0 0 48,-1-1 41,1 1 37,-1 0 25,0 0 15,2-1-28,-1 1-40,0 0-48,0-1-47,1 0-42,-1 0-46,1 0-26,-1 0-18,-1 1-12,2-1-12,-1 1-8,0-1-9,1 1-8,-1-1-5,1 1-7,0 0-7,0-1-7,0 1-5,0 0-4,0-1-4,0 1-2,0-1-4,0 0 1,0 1-1,0-1 1,0 0-1,0 0 0,-1 1 2,1-1 2,-1 2 2,0-1 2,0 1 4,0 0-1,0 1-1,-1-1-2,1-1-4,0 0-3,-1 1-3,1-1 0,0 1 1,1-2 0,0 1 0,0-1-2,0-1 2,2 0 1,0-1 3,2-1 0,0-2 2,4-3 3,1-1-1,2-2 1,3-3-1,4-1 0,2-3 1,2-1 0,5 0 0,1-2-2,3 0 2,1-1-4,1-1-3,4 0-3,-1-3 1,-1 3 2,-2 0-2,-3 1-1,-3 2 3,-4 3 2,-5 3-1,-2 3-2,-3 2-1,-4 1 0,-1 2 0,-2 1-1,1 0 0,-5 3-6,2-1-9,1 1-11,-3 0-16,0 0-14,-2 1-19,2 0-16,-2-1-14,0 1-8,0 0-5,0 1 2,0 0 11,0-2 15,-2 1 21,2 0 22,0 0 18,0 0 9,0 0 12,2-1 6,-1-1 5,1 0 4,0 0 12,1-2 15,1 0 11,-2 1 15,2 0 8,1-1 6,-1 1-3,0 1-8,-1 0-11,-1 0-12,0 1-8,1 0-9,-2 1-7,0 0-4,-1 0-3,1 1-3,-1-1-1,1 0-4,0 1-1,-1 0 0,0 0 0,0 0-1,0-1 0,0 1 1,1 0 0,-1 0 0,0 0-1,0 0 1,0-1 0,0 1 1,0 0 1,0 0-1,0 0 1,1 0-2,-1 0-12,0 0-21,0 0-31,-1 0-47,1 0-79,-1 0-138,-1 0-133,1-1-104,1 1-79,-2-2-52,0 0-4,1-1 70,1 1 92,0-3 83,0 2 83,1-1 84,1 1 82,-2 1 76,1 0 65,0 0 47,-1 0 32,0 1 16,0 0 1,-2 0-24,-1 0-49,1 1-70,-1 1-39,-2 0-18,3 0-9</inkml:trace>
  <inkml:trace contextRef="#ctx0" brushRef="#br0" timeOffset="899">537 35 244,'-4'-3'302,"0"0"39,0 1-37,0 0-48,0 0-37,1 1-14,-1 0-8,1 1-2,0-1 13,2 1 26,-3 0 36,2 0 45,0 1 38,1-1 31,0 0 17,-1 1 2,1-1-19,-1 1-45,1-1-47,1 1-50,0 0-46,0 0-45,1 0-34,1 0-25,1 0-16,1 1-10,2 0-6,1-1-7,1 0-2,5 0-7,-2 0-6,2-1-8,0-1-7,2 0-4,-1 0-6,1-1 2,-1-1-1,1 0 1,-1 0 1,-1-1 2,2 1-1,-3-1 2,-2 1 2,0 1 0,-1-1 0,-2 1 0,0 0 2,-1 2 2,-1 0 1,0 0 3,-1 0 3,1 2 4,-2 1 3,0-1 1,1 3-3,-3 2-2,1 0-3,0 3-7,-3 2-5,0 2-7,-2 1-5,0 2-1,-1 2-5,-1 1-12,0 2-37,-2 0-49,1 1-82,-1-2-181,0 0-261,0-1-279,0 0-179,1-3-61,0-2 22,1-2 148,1-4 244,-1-3 282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4:33.576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170 220 58,'-1'-2'259,"0"1"39,-1-1 1,0 0-23,1 0-28,1-1-20,-1 1-11,0 0-6,1 0 3,-1 1 1,1-1 11,-1 0 21,0 1 37,1-1 39,0 2 31,-1-1 27,1 1 12,-1 0-10,-1 0-35,1 1-42,0-1-54,0 1-51,1 0-52,0-1-36,1 2-22,1-1-15,2 1-4,1 1 4,4 0 6,0 1-3,1 1-3,2 0-4,3 1-4,0 0-7,1 3-5,2-2-2,2 3-3,1 0-7,0 1-2,2 0-3,2 1-6,-2 0-7,4-1-6,-2 1-4,2 0-3,-1-1-4,1 1-4,0-2-2,-4 1 1,1-2-1,-2 0-2,-4-1 1,0-1-1,-3-1-1,-2 0-14,-2-3-22,-1 2-28,-3-3-38,-3 0-53,0-1-101,-4-2-178,-4-1-177,-1-2-166,-3 0-169,-4-2-86,0 0 26,-2 0 150,-1-3 177,0 1 183</inkml:trace>
  <inkml:trace contextRef="#ctx0" brushRef="#br0" timeOffset="512">229 66 213,'0'-4'296,"0"0"39,0 1-26,1 0-53,-1 1-37,1 0-27,0-1-24,-1 1-21,0 0-18,0 1-9,0-1-9,1 1-9,-1 0-7,0 1-9,0-1-2,1-1-7,-1 1-3,0 0-1,0-1 6,0 1 12,0 0 14,0 0 22,0 0 23,0 0 25,-1 1 17,1-1 15,0 1 4,0-1-9,0 1-18,0-1-25,-1 0-31,1 0-29,0-1-26,0-1-21,1 1-17,-1 1-13,0-1-6,0 0-5,1 1 3,-1-1 15,2 1 23,-2 0 27,0 0 28,0 0 26,-2 1 14,2 0 3,-1 0-7,1 0-15,0 1-18,-1 0-20,-1-1-14,0 1-19,-3 1-17,0 0-14,-2 2-9,-1 1-7,1-1-4,-2 0-4,-2 2 1,1 0 2,-2-1-1,1 1-1,-2-1 0,2 1-2,-1-1 1,-1 0-2,1 1 1,-1 0 1,2-2-1,1 1 3,0 0 0,1-2 0,2-1-2,1 1 0,0-1 0,3 0-3,-1 0 0,2 1 0,1-2 1,1 3-1,0 0 1,2 1 2,2 1-2,-1 1 0,4 0-1,0 2 1,1-1 0,2 2-2,2 0 2,2 0-2,-1 1 2,1 2-3,2-1-28,-2 2-60,2-2-128,-2 2-195,0-1-222,0 1-258,-2-1-121,1 1-19,-1-4 84,0-2 175,0-4 209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4:35.140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232 118 67,'0'-2'219,"-2"0"13,1 1-12,-1 0-14,0 0-19,1 1-20,0-1-11,-1 0-9,1 1-5,0 0 1,0 0 6,-1 0 9,2 0 11,-1 0 10,0 0 14,1 0 15,-1 0 15,0 0 14,1 0 15,0 0 29,0 1 13,2 0 13,0 0 2,3-1 1,1 1-15,1 1-40,3-1-27,1 1-42,4 0-33,0-2-34,4 1-26,3-1-18,3 0-18,1 0-11,3-1-14,1 0-8,2-1-5,1 0-5,-1 0-3,0 1-3,-2 0-3,-1 0-3,-1 0-2,-4 0 3,-2 0-1,-3 1-1,-1 0-1,-5 0-7,-2 0-14,-2 0-20,-2 0-37,-1 0-61,-3-1-111,-1-1-128,-3 1-120,-1-2-108,-2 0-84,-1 1-63,-3-1-33,-1 0 58,-3 1 91,0 1 105,-4 1 108</inkml:trace>
  <inkml:trace contextRef="#ctx0" brushRef="#br0" timeOffset="460">195 40 110,'0'-6'303,"0"0"52,0 0 35,0 1-63,0 1-48,0 0-30,0 2-29,0 0-23,0 0-16,-1 1-6,0 1-7,1-1-8,-1 0-10,0 1-5,-1 1-11,-1 0-12,-1 1-11,-2 1-9,1-1 8,-2 2 1,0 0 10,-1 0 11,0 0 6,-2 1-1,1 0-5,-1-1-14,-1 2-17,2-2-19,-1 0-15,0 0-7,2 0-14,-2 0-6,4-2-7,-1 1-7,1 0-3,1-1-6,-1 1-6,3-1-2,0 0 1,-1-1-2,1 1-2,1 0-3,0 0 1,0-1-4,0 2-3,1 0 2,0 1-2,0 1 2,1 1 1,1-1 2,0 2 4,2 0 7,1 1 12,1 0 12,2 1 10,0 0 1,1-1 6,2 2-2,3-2-7,1 2-12,1-2-9,2 1-6,0-1-6,2 1-7,-2-1-7,1 1-50,-1-1-120,1-1-145,-2 1-151,1-2-163,0 2-191,-2-2-55,1 0 63,-2-1 120,0-1 135,-2-1 153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4:48.134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181 444 181,'-1'-1'300,"0"1"36,-1-2-8,0 2-58,1-1-48,-1 1-38,2-1-23,0 0-16,-1 1-11,0 0-3,0 0-2,0 0 10,0 0 11,-1 0 22,0 0 30,1 0 38,0 1 46,0 0 36,-1-1 29,1 1 19,-1-1-3,0 0-23,0 0-42,0 1-41,0 0-44,-1-1-43,2 0-37,0 0-27,1 1-17,-2 0-14,1-1-14,0 1-6,1 0-6,-3-1-4,3 1-5,-1-1-4,0 1 0,1 0-2,0 0-3,0 0-2,0-1-5,0 0-2,1 1-4,0-1 1,3 1 3,-1 0 4,3-1 5,0 0 7,3 0 6,2 0-2,3 0-1,2-2 3,4 1 4,4-3 0,3 1-5,2 1-1,2-3-7,2 1-10,2-2-12,2 1-6,1-2-4,1 0-4,0-1 1,1 1-2,0-2-1,-2 1 1,-3-1 0,-3 2-2,-6-1 1,-2 3 1,-5-1-2,-2 2 2,-3 0-1,-4 1 0,-1 1-1,-3-1-3,1 1-10,-3 1-20,1 1-26,-2-1-29,-1 0-35,-2 1-39,0 1-39,-3 0-45,-1 2-75,-2 0-116,-2 1-111,-2 0-85,-1 1-64,-2 1-36,-3 0-4,-3 1 20,-1 0 67,-1 1 84,-2-1 89,1 1 91</inkml:trace>
  <inkml:trace contextRef="#ctx0" brushRef="#br0" timeOffset="620">221 344 100,'-3'-6'277,"0"2"39,1-1 18,-1 0-42,0 1-32,0-1-20,2 2-15,0-1-6,1 1-5,0 0-4,-1 0 2,0 1 15,1 0 26,-1 0 24,0 2 23,1-1 14,-1 0 2,-1 1-8,2-1-17,-1 1-23,0 0-29,1 0-30,-1 0-26,0 1-30,0-1-28,1 1-30,-1 0-20,0-1-17,0 3-15,-3 1-11,-2 2-9,1 1-3,-4 3-2,1 1-4,-1 1-2,-2 2-1,1 1 2,-1 0-6,0 2 0,1-1-4,-1 1 0,0 0-1,2-1 0,-1 0-1,1-2-1,1 1 1,2-2 1,-1-3-1,3-1 0,-1-2 0,1-1 0,2-1 2,0-1-1,1-1-1,-1-1 5,2-1 2,-1 0 2,0 0 0,1 0 1,1 0 1,0 0-5,2-1-2,1 1 0,3 0-1,-1-1-1,5 1-3,0 0 1,2 0 1,1 1-1,2 0-2,-1-1 1,2 2 0,-1 0-17,1 2-32,1-1-57,-3 0-104,1 1-151,-2 1-173,1-1-160,-4 1-166,0 0-91,0 1 27,-1-1 109,0 0 152,0-2 166</inkml:trace>
  <inkml:trace contextRef="#ctx0" brushRef="#br0" timeOffset="1544">1187 145 61,'1'-3'310,"0"-1"59,-1-1 61,0 0-19,0 1-42,-1 1-16,1-1 8,0 1 20,-1 1 17,0 1 16,1 0 15,0 0-4,-1 1-20,1-2-43,-1 2-49,0 0-56,0 0-49,-1 0-47,0 0-37,2 1-32,0 0-25,0 1-10,0 1-9,2 2-3,-1 1-4,0 2 2,1 2 0,-1 0-3,0 2-6,1 1-7,1 2-5,-2 0-8,1 0-4,0 1-5,0 0-1,-1 0-1,2 1-3,-1-2 1,0 1 0,0-1-1,1-1-4,0-1-9,-1-1-20,1-1-32,0-1-39,-2-2-64,1-1-99,0-2-137,-1-1-140,0-3-133,-1-1-117,-1-1-107,-1-2 11,-1-1 99,1-2 136,-1-1 149</inkml:trace>
  <inkml:trace contextRef="#ctx0" brushRef="#br0" timeOffset="1886">1192 129 346,'-4'-10'449,"0"1"72,2 0 63,-2 1-76,3 0-70,1 2-38,0-1-24,3 1-14,2 0-15,2 0-21,-1 2-22,3-1-20,1 0-24,0 1-36,1 0-31,3-1-32,-2 2-34,0 0-31,1-1-30,0 1-19,-1 0-14,1 0-10,2 2-10,-2-2-6,0 1-3,-1 0-1,1 2-16,-3 0-40,0 0-72,-2 1-112,-1 1-138,-1 0-129,-1 0-113,-2 0-88,-2 3-61,-4 0-13,-1 0 71,0 2 95,-3 0 108,0 0 117</inkml:trace>
  <inkml:trace contextRef="#ctx0" brushRef="#br0" timeOffset="2147">1289 175 119,'-6'6'343,"0"-1"52,1-2 43,0 1-39,2-2-64,0 1-47,-1-2-19,2 1 1,0 0 22,2-2 21,-1 2 29,2-1 32,0 1 31,1-1 7,1 0-23,3 0-32,-2 0-46,4 0-61,0-1-59,3-2-50,0 1-34,1-1-30,3-1-21,-1 1-13,3-2-14,-2 1-10,2-2-10,1 1-2,-1 0-5,-1 0-11,2 0-28,-4 2-50,-2-1-89,0 1-159,-4 0-182,-1 1-191,-3 1-204,-3 1-86,-2 2 19,-3 1 119,-1 1 163,-2 1 191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36.340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53 228 103,'-1'-1'221,"-1"0"10,0 0-22,0 0-26,0-1-19,1-1-11,-1 2-1,1-1 7,0 1 9,-1 0 9,2 0 11,0-1 14,0 1 20,-2 0 20,1 0 28,-1 0 26,1 0 37,0 1 33,1 0 29,-1 1 19,0-1-9,-1 1-27,0-1-46,1 2-51,0-2-53,0 1-50,0 1-34,0-1-15,-1 0-7,1-1-1,-1 1-4,1-1-5,-1 1-7,1 0-6,0 0-10,-1 0-10,2 1-8,0-1-6,-1 0-3,1 0-8,-2 0-5,2 0-5,0-1-4,0 1-3,0-1-35,0 1-2,-1 0 0,0-1 0,1 1 0,-1 0 0,1-1 0,0 1 0,0-1 0,0 0 0,0 1 0,-1-1 0,1 1 0,0 0 0,0-1 0,0 1 0,0 1 0,0-1 0,-1 1 0,1-1 0,0 1 0,0-1 0,1 0 0,-1 0 0,1 0 0,0 1 0,1 1 0,0 0 0,0 2 0,1-1 0,-1 1 0,2 0 0,0 1 0,-2-1 0,2 1 0,-1-1 0,1 0 0,-1 0 0,0 1 0,0 0 0,1-2 0,-2 2 0,1 0 0,-2-3 0,2 1 0,-1 1 0,-1-2 0,0 1 0,1-1 0,-2-1 0,1 0 0,0 0 0,-1-1 0,1 0 0,1 1 0,-2-2 0,0 0 0,0 1 0,0-1 0,0 0 0,0 0 0,0 0 0,0 0 0,0 0 0,0 0 0,0 0 0,0 0 0,0 0 0,0 0 0,0 0 0,0 0 0,0 0 0,0 1 0,0 0 0,0 0 0,0-1 0,0 0 0,0 0 0,0 0 0,0 0 0,0 0 0,0 0 0,0 0 0,0 0 0,0 0 0,0 0 0,0 0 0,0 0 0,0 0 0,0 0 0,0 0 0,0 0 0,0 0 0,0 0 0,0 0 0,0 0 0,0 0 0,0 0 0,0 0 0,0 0 0,0 0 0,0 0 0,0 0 0,0 0 0,0 1 0,0-1 0,0 0 0,0 0 0,0 0 0,0 0 0,0 1 0,0 0 0,0-1 0,0 0 0,0 0 0,0 1 0,0 0 0,1-1 0,0 1 0,-1-1 0,0 1 0,0 0 0,0 0 0,1 1 0,0-1 0,1 1 0,-1 1 0,1 0 0,-1 0 0,1 0 0,0 0 0,-1 1 0,-1 0 0,2-1 0,0-1 0,-1 0 0,-1 0 0,1 0 0,-1-1 0,0 1 0,0-1 0,0-1 0,1 1 0,-1-1 0,0 0 0,0 0 0,0 0 0,1 0 0,-1 0 0,0 0 0,0 0 0,0 0 0,0 0 0,0 0 0,0 0 0,0 0 0,0-1 0,0 1 0,0 0 0,0 0 0,0 0 0,0 0 0,0 0 0,0 0 0,0 0 0,0 0 0,0 0 0,0 0 0,0 0 0,0 0 0,0 0 0,0-1 0,0 1 0,0 0 0,0 0 0,0 0 0,0 0 0,0 0 0,0 0 0,0 0 0,0 0 0,-1 0 0,1 0 0,0 0 0,0 0 0,0 0 0,-1 0 0,1 0 0,0 0 0,0 0 0,0 0 0,0 0 0,0 0 0,0 0 0,0 0 0,0 0 0,0 0 0,0 0 0,0 0 0,0 0 0,0 0 0,0 0 0,0 0 0,0 0 0,0 1 0,0-1 0,0 0 0,0 1 0,0-1 0,0 0 0,0 0 0,-1 0 0,1 0 0,0 0 0,0 0 0,0 0 0,0 0 0,0 0 0,0 0 0,0 0 0,0 0 0,1 0 0,-1-1 0,0 1 0,0 0 0,0 0 0,0 0 0,0 0 0,0 0 0,0 0 0,0 0 0,0 0 0,0 0 0,0 0 0,0 0 0,0 0 0,0 0 0,0 0 0,0 0 0,0 0 0,0 0 0,0 0 0,0 0 0,0 0 0,0 0 0,0 0 0,0 0 0,0 0 0,0 0 0,0 0 0,-1 0 0,1 0 0,0 0 0,0 0 0,0 0 0,0 0 0,0 0 0,0 0 0,0 0 0,0 0 0,0 0 0,0 0 0,0 0 0,0 0 0,0 0 0,0 0 0,0 0 0,0 0 0,0 0 0,0 0 0,0 0 0,1 0 0,-1 0 0,0 0 0,0 0 0,0 0 0,0 0 0,0 0 0,0 0 0,0 0 0,0 0 0,-1 0 0,1 0 0,0 0 0,0 0 0,0 0 0,0 0 0,0 0 0,0 0 0,0 1 0,0-1 0,0 0 0,0 0 0,0 0 0,0 0 0,0 0 0,0 0 0,0 0 0,0 0 0,0 0 0,0 0 0,0 0 0,0 0 0,0 0 0,0 0 0,0 0 0,0 0 0,0 0 0,0 1 0,0-1 0,0 0 0,0 0 0,0 0 0,0 0 0,0 0 0,0 0 0,0 0 0,0 0 0,0 0 0,0 0 0,0 0 0,0 0 0,0 0 0,0 0 0,0 0 0,0 0 0,0 0 0,0 0 0,0 0 0,0 0 0,0 0 0,0 0 0,0 0 0,0 0 0,0 0 0,0 1 0,0-1 0,0 0 0,-1 0 0,-1 0 0,2 1 0,0-1 0,0 0 0,0 0 0,0 0 0,0 0 0,0 0 0,0 0 0,0 0 0,0 0 0,0 0 0,0 1 0,0-1 0,0 1 0,0-1 0,0 0 0,0 0 0,0 0 0,0 0 0,0 0 0,0 1 0,0-1 0,0 1 0,0-1 0,0 0 0,0 0 0,0 0 0,0 0 0,0 0 0,0 0 0,0 0 0,0 0 0,0 0 0,0 0 0,0 0 0,-1 0 0,0 1 0,1-1 0,0 0 0,0 0 0,0 0 0,0 0 0,0 0 0,0 0 0,0 0 0,0 0 0,0 0 0,0 0 0,0 0 0,0 0 0,0 0 0,0 0 0,0 0 0,0 0 0,0 0 0,0 0 0,1-1 0,0 1 0,-1 0 0,0 0 0,0 0 0,0-1 0,0 0 0,3 0 0,1 0 0,2-1 0,2-2 0,5-2 0,2-3 0,4-1 0,3-4 0,5-2 0,3-3 0,1-1 0,6 0 0,0-2 0,2-1 0,1 2 0,1-2 0,-1 2 0,-1 1 0,-1 0 0,-3 3 0,-3 0 0,-3 3 0,-2 1 0,-3 0 0,-2 3 0,-4 2 0,-3 0 0,0 3 0,-3-1 0,0 2 0,-2-1 0,-2 3 0,2-2 0,-3 1 0,2 0 0,-1 1 0,3 0 0,-1 0 0,-1 0 0,2 0 0,-1 0 0,-1 0 0,1 0 0,-1 1 0,-2 0 0,1 0 0,-2 0 0,0 0 0,0 1 0,-1-1 0,0 0 0,-1 0 0,-1 1-44,-1-1-89,1 0-38,-2 1-55,-1 0-118,-1 0-245,-2 3-302,-2 1-191,-3 1-73,-4 4 6,-2-1 105,-1 0 250,-2-2 323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3:57.39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5 7 92,'-2'0'127,"2"-1"-24,-1 1-28,1-2-23,0 2-14,-1 0-12,0 0-9,1 0-8,0 0-5,0 0-3,1 0 1,0-1 0,-1 1-2,1-1-5,1 1-15,-2-1-27,0 1-44,0 0-34,0-1-18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3:58.55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1606 3084 53,'1'-1'158,"0"1"-21,-1 0-31,1-1-26,1 1-10,-1 0-2,-1 0-1,3 0 3,-2-1 1,0-1 3,1 2 6,-1-1 2,-1 0 6,1 0 5,0 1 6,-1-1-1,0 1-1,1-1-2,0 0-8,-1-1-8,0 1-10,0 0-4,2 0-6,-1 0-1,-1 0 2,0 0 3,1 0 8,-1 0 1,1 0 2,-1 0-2,1 0-1,0 0-2,-1 1-1,1-1 2,0 0 7,-1 0-2,1 1 1,1-1 3,-2 0 1,1 1 5,0-1 0,0 1 9,0 0 10,0 0 7,0-1 8,2 1 4,-1 0 3,0-1 2,-1 0-3,1 0 5,3 0 0,-2-1-1,1 0-11,2 0-10,-2-1-8,3 1-19,-1 1-12,-2-1-6,2 0-3,-1 0-4,0 1-5,-1-1-6,1 1-8,-3 0-9,1 0-8,-1 1-3,1-2-2,-1 2-2,1 0 2,-2-1 2,3 0 4,-1 0 3,-1 0 2,1 0 2,0 0-2,-1 0-4,0 1-2,0-1-2,1 0-5,-1 1-3,1-1-3,-2 1 0,3-1 0,-1 1-3,-1-1-1,-1 1-2,0 0 3,0 0-3,2 0-1,-2 0-3,1 0 2,0 0 1,-1 0-2,0 0 1,1 0 2,-2 0 2,0 0-2,1 0 0,0 0 1,-1 0 4,2-1-4,-1 0 5,0 1 8,1-1 10,1 1 12,-1 0 4,1-1 9,-1-1 3,2 1-2,-1-1-5,0 1-13,1 0-1,0-1-6,-2 0-8,3 0-2,-1 1 0,1 0 1,-1-1-2,2-1 2,-2 0 1,2 0 0,-1 0-1,-1 1-5,1-1 1,1 0-4,-2-1 4,3 1-3,-1 0-2,-1-1 1,0 1 1,1-1-2,-2 1-5,2 0 4,-2-1 0,1-1 0,2 1 0,-2 0 3,0 0 0,-1 0-3,2 1-2,-3-2 0,2 0 0,0 1-4,-1 0 2,1-2-1,1 2 1,-1-1 1,0-1 0,1 1 3,-2 0-4,2-1 3,-2 1 1,1-1-2,-1 0 0,3 2 0,-3-3 1,2 1-2,-2 0 0,1-1-1,1 2 1,-1-1 2,-1 0 0,1 0 1,0 0 0,0 1 0,0-1 0,1 1 0,-4-1-2,4 0 1,-2 1 0,1-1 0,0-1-2,1 1 0,-1 0-1,2-1 1,-2 1 0,0-1-1,0 0 1,1 1-1,0-2 2,-1 1 0,0 0 2,0-1 2,1 1 1,-2-1 0,2 0 1,-1 0 2,0-2-4,1 3 0,0-3-3,-2 2 0,3-1 1,-2-1-2,1 0 1,0 0 0,-1 1 3,2 0-2,-1-2 1,0 2 1,1-1 0,-2-1-1,2 2 1,-2 0 2,1 0 0,0 0 1,-2 0 1,2 0 0,-1 0-2,-1-1 1,0 0-3,0 1 0,1-1 1,-2 1-3,3-1 2,-2 0 3,1 2-4,-1-3 2,0 1-1,1 0-1,-1 0 0,1 0-2,0 0 2,-1-1-3,1 1-4,0 1 2,-3-1 1,2 0 1,1 2-1,-2-1 4,1 1 4,-1-1-1,1 1-2,0-1 0,-1 1 1,-1 0 0,3-1-1,-2 1 0,1-3-1,0 2 0,-1 0-1,0-2 0,1 2 0,-2-1-1,2-1 2,1 1-1,-2 1 0,0-2-1,0 2 1,0 0-2,1-1 0,0 0 1,-2 1 0,1-2-1,1 2-3,-1-1 5,-1-2-2,0 2-1,1 0-1,0-1-1,-1 1 1,2 2-3,-2-4-1,-1 3 1,1-2 3,0 0-1,1 1 0,-1 0 2,0-1 0,-1 0 2,0 1-1,0-1 0,0 0 1,2 0 1,-2 0 1,0 0-1,1-1-1,-1 1 4,0 0-2,0-1 1,0-1-2,1 0 2,0 1 0,-2 0-2,1-1-6,-1 1 4,1-1 0,-1 0 0,0 0 2,0 1 2,0-2 7,0 1-1,0 0-1,-1 0 0,1-1 0,-1-1-2,0 0-3,0 0-2,-2 0-1,2 0 0,-1-1-6,1-1 1,0-1-1,-1 0 3,-1 0 4,2 0 0,-1-1 6,1 0 2,-1 0 2,0 1-3,-1 0-2,0 1 1,2-1-4,-2 0-2,-1 0 0,2 2-2,0-1-1,0 0-1,0 1 0,0 0 0,0 0-1,1 1 0,-1 0 1,-1 1-1,0 0 2,1 1 1,2-1-1,-3 1 0,0 0-3,0 0 1,1 1 0,-2 1-1,3 0 2,-2-2 1,1 2-2,-2 0-2,1 0 1,1-1-1,0 0 0,-1 2 1,1-1 1,-1 0 1,1 0-3,-1 0 1,0 0 1,1 0-2,-1 1 1,-1-1 0,1-2 1,1 1 2,-3 0-1,2-2-2,0 2 0,0-2-1,-1 1 0,1 0 0,0-1-1,0 2 2,1 0 1,0 0 1,-2 0 1,0 0 1,1 0 1,-1 2 0,1-1-1,0 0 0,-1 2 1,1-1-2,-1-1-1,1 1 1,0 0-2,0 0 1,-1 0 0,1 1-3,-2-1 0,1 1 4,1 1 0,-1-1-1,0 2 0,0-1 3,1 1-1,-1 0-1,0-1 1,1 3-1,1-2 1,-3 1 0,1 0-2,0 0-2,0 0-1,0-1-1,0 1 0,0-1 1,-2 1 1,2 0 2,-1-1 0,1 2 2,0-1-1,-1 0-2,2 0 0,-2 0 2,1 1-1,0-2 0,0 3 1,-1-2-2,0 0 0,1 2-1,-1-1 1,1 0 3,0 1-1,1-1 1,-1 0 0,-1 0 2,2 1-1,-1-1-3,-1 0 0,0 0 1,1 1 0,-1-1-1,-1 2 0,3-2 1,-3 0 0,1 1-1,-1 1-1,1-2 0,-1 0 1,2 3-1,-2-3 2,0 2 0,0-2 0,-1 2-2,0-1 2,1 0-3,0 1 2,0-1 0,0 1-1,-1-1 3,1 0-3,-1 1 2,0 0-1,1-2 1,-2 2 1,1 0-1,0 0 1,0 0-2,-1 0 1,1 0 1,0-1-1,-1 2 2,0 0 1,1-1 1,0 0 0,-1 0-2,-2 1 1,1 0-3,0-1-1,-1 1-1,2-1-1,0 1-1,-1-1 1,0 1 2,0 0-2,1-1-1,-1 1 0,1-1 0,-2 1 0,3 1 0,-2 0 0,0-1 0,0 0 0,-1 1 0,1 0 0,0 0 0,-1 0 0,1-1 0,0 1 0,1 0 0,-1 1 0,1-1 0,-1 0 0,0 1 0,0 0 0,-1-1 0,2 0 0,1 1 0,-3-1 0,1 1 0,-1 0 0,1 0 0,0-1 0,-2 0 0,2 1 0,-1 0 0,-1 0 0,2 0 0,-1 1 0,0 0 0,2-1 0,-2 0 0,4 0 0,-3 0 0,1 0 0,0 0 0,0 0 0,2 0 0,-1 0 0,2 0 0,-1 0 0,-2 0 0,3 0 0,-3 0 0,2 0 0,-1 0 0,-1 0 0,1 0 0,-1 0 0,3 0 0,-3 0 0,1 0 0,-1 0 0,0-1 0,-1 0 0,2 1 0,-1-1 0,-1 0 0,2 1 0,-1-1 0,1 0 0,0 0 0,0 1 0,0-1 0,-1 1 0,3-1 0,-2 0 0,0 1 0,1-1 0,-1 0 0,1 1 0,-1 0 0,1 0 0,1-1 0,-1 0 0,1 1 0,-1-1 0,1 0 0,-2 1 0,2-1 0,-1 1 0,-1-1 0,2 0 0,-2 1 0,2-1 0,-1 1 0,-2-1 0,2 0 0,0 1 0,-1-1 0,0 0 0,2 0 0,-1 1 0,1-1 0,0 1 0,0-1 0,0 1 0,1 0 0,-1-1 0,0 1 0,1 0 0,0-1 0,-1 1 0,0-1 0,1 0 0,-1 1 0,0-1 0,0 0 0,-1 1 0,0-1 0,2 1 0,-2-1 0,1 0 0,0 1 0,-2-1 0,2 1 0,-1 0 0,1-1 0,0 0 0,-1 1 0,0 0 0,2-1 0,-3 0 0,2 1 0,0 0 0,-1 0 0,2 0 0,-2 0 0,1 0 0,0 0 0,0 0 0,-1 0 0,2 0 0,-2 0 0,1 0 0,-1 0 0,2 0 0,-2 0 0,3 0 0,-3 0 0,2 0 0,-1 1 0,0 0 0,-1-1 0,2 0 0,-2 0 0,1 0 0,1 0 0,-1 1 0,-2-1 0,3 0 0,-2 0 0,2 1 0,-1-1 0,1 0 0,-2 1 0,3-1 0,-3 1 0,1 0 0,1-1 0,-1 1 0,1-1 0,-2 0 0,2 0 0,-3 0 0,1 0 0,0-1 0,-1 1 0,0 0 0,0 0 0,-1 0 0,0 0 0,-1 0 0,1 0 0,0-1 0,0 1 0,-2-1 0,2 1 0,-1 0 0,0 0 0,0 0 0,-1 0 0,1 0 0,-1 0 0,-1 0 0,1 0 0,0-1 0,-1 1 0,1 0 0,0 0 0,-1 0 0,1 0 0,0 0 0,0 0 0,0 1 0,0-1 0,-1 1 0,0 0 0,0 1 0,-1 0 0,-1 0 0,0 1 0,-1 1 0,-2 0 0,-1 1 0,0 3 0,-4 0 0,-1 1 0,-2 2-92,-1 2-108,-3 0-76,1 2-127,-1 0-188,3-1-179,0 1-151,3-1-132,2 0-23,1-1 85,2-1 189,2-2 206,1-2 195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4:02.18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0 256 175,'0'-3'249,"0"1"26,0-1-45,1 2-49,0-1-37,-1 1-23,0-1-16,1 0-16,0 1-13,-1 0-7,2 0-1,-1 0 4,0 0 2,2 0 1,0 0 0,0 0-7,-1 0-6,1 0-6,1-1-7,1 1 2,0 0 3,-1 0-1,1-1 5,1-1 4,0 2 4,2-1-7,0-1-4,1-1-1,1 1-3,0-1-4,2-1-3,1 0-1,1 0 2,-1 0 0,1 0-2,0 0-1,-1 1 0,0-1 0,0 0 4,-1 2 0,-1-1 4,0 0 8,0 0 5,0 1 3,-1 0-3,0 0 1,0 0-2,1 0-10,-1 0-8,1 0-14,2-1-4,0 1-2,-1 0 3,0 1-1,2-2 1,-1 1 10,0 1 3,2-1 0,-1 2-1,-1-2-4,1 0 1,0 0-2,0 1-6,-1-1-1,0 2 0,1-2 4,-1 1-3,1-1 3,0 1 2,-1-1 7,1 1 0,0 0-1,-1-1-1,-1 1-1,1 0-2,-1 0-9,0 0-1,1 0-2,0 1 0,-1-2-1,-1 2-3,0-1 1,0 0-2,-1 0-1,0 1 2,1 0-2,-2-1 4,1 2 0,1-1 0,-1-2 6,1 2 7,1-1 4,1 0 1,-1 1-1,1-1-3,-1 0-5,2 1-10,-1 1-5,0-1-5,2-1-3,0 1-2,0 0-5,-1 0 0,2-1 1,-1 1 0,0-1 6,0 1-3,0 0 0,2 0-1,0 0-4,1 1 0,2-1-8,1 1 6,1-2 1,2 2 0,0 0 0,-1 0 0,2 0-32,-2 2-126,-1-1-179,-2 3-227,0 2-183,-1 0-98,-4 2-20,0-1 96,-1 0 164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4:19.4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1535 0 52,'-1'-1'227,"1"1"29,-1-1-9,0 1-43,1-1-40,-1 1-24,1 0-16,0 0-19,0 0-8,0 0-9,0 0 0,-2 1 1,2 0 4,0-1 12,-1 1 8,1-1 11,0 1 9,0-1 10,0 0 8,0 0 9,0 0 14,-1 0 18,1 0 19,-1 1 21,0-1 19,1 1 10,-1 0 2,0-1-9,1 0-19,0 0-24,-1 0-26,-2 0-23,1 0-26,0 1-17,0-1-14,0 0-6,-1 0-9,3 0-7,-2 0-4,0 0-6,0 1-7,-2-1-10,1 1-7,0-1-2,-2 0-7,1 1-4,-1-1-5,0 1-2,-1-1-2,1 1-4,-2 0 0,0 0-2,2 1-1,-1 0-1,1-1-2,-1 0-4,1 0-1,-1-1 0,0 1 3,1 0 5,0 0 1,0 0 3,-1-1 1,1 1 0,-1-1-1,1 2-2,-1-1-1,-2 0-1,2 0-1,-2 1 0,0 0-2,0-1-4,1 0-1,-1 0-1,-1 0-4,2 0 0,-2 1-1,3 0 0,-2 0 1,1-1 2,1 0-1,-2 1-1,2 0 0,-1 0 0,1-1-1,-2 1-2,3 0 1,-2-1 2,0 1-1,1 0 1,-1-1 0,3 1 0,-3 0 0,1-1 0,0 1 0,-1 0 0,3 0 0,-3-1 0,0 1 0,1 0 1,-1-1-2,0 1 4,1-1-1,-1 1 0,-1 0 0,1 0 2,0 0-1,-1 0-3,-1 0 1,2 0 0,0 0 1,-1 0-1,0 1 1,1-1 0,-1 1-2,1 0-2,-1-2-2,1 2-1,-1-1 5,1 1-4,-2-1 0,1 1-2,1 0 3,-1 0-1,-1 0-4,0 0 0,0 1 2,-1-1 2,2 1 0,-1 0-1,0 0 1,2-2-1,-2 3 0,2-2-3,-2 1 1,1-2 0,0 1 1,1 0 0,-1 1 1,0-1 2,0 0-4,1 1 2,-1-1-1,0 1 1,1 0 0,-1 0 0,1 0 3,-2 1 0,1-2 0,0 2 0,1 0 1,-2-1-2,1 1 0,-1 0 2,3-2 0,-3 2-1,1-1 0,-1 2 0,2-2-1,-1 0-2,0 1 1,0-1-1,0 1 0,-1 0 0,1-1-1,0 2 2,-2 0-1,2-2-1,-1 3 1,-1-2-1,1 0 1,-1 2-1,1-2-4,0 2 3,-1-1 0,2 0 0,-3 0 2,2 0-1,0 1 6,-1-1-2,1 1-1,0 0 0,-1-2-2,1 3 1,0-2 0,-1 2 1,1-1-2,0 0 0,0 0 3,2 1-1,-3 0 0,1 1 2,0 0 0,0 0-1,0 2 1,-2-1 1,1 1 2,0 0-2,0 0 2,1-1-1,0 1 0,2-2 2,-2 2-1,0-1 0,1 1 0,-2-1 2,2-1 2,-1 2-3,2-3 0,-1 2 0,0-1 3,0 1-2,-1 0 1,3 1 0,-3-2-1,1 2-1,0-1-1,0 1-1,0 1 0,1-1 1,-1 1-1,1-1-2,-1 1-6,1 0 3,-1 1 2,3-1-2,-3 2 1,2-1 3,-2 2 7,3 0-5,-1 0 0,1 0 0,0 0-2,0 0-1,0 0 0,1 0-1,1-1 0,-2 0 1,2 0-1,-2 0 1,4 0 1,-2 0 0,1 1 0,0 0 1,-1 0-1,1 1-1,0-1-1,2 0 1,-2 2 1,-1 0-1,3 0 0,-1 1 1,1-1 0,0 0 1,0-2-1,0 1 0,0 0 0,1 1 1,-1 0 0,3-1-8,-2 1 0,0-1 0,0-1 0,0 1 0,0-1 0,1-1 0,1 1 0,-1-2 0,0 1 0,0-1 0,-1 1 0,3-2 0,-1 2 0,0 0 0,2 0 0,-3 0 0,1-1 0,1 1 0,-2 0 0,1-1 0,0 1 0,1 0 0,0-2 0,1 2 0,-2 0 0,3-1 0,-2 0 0,1 0 0,-1-1 0,2 0 0,-3 1 0,2-2 0,1 1 0,-1-1 0,-1 0 0,1 1 0,0-1 0,0 1 0,1 0 0,-1 0 0,0 0 0,2 0 0,-2 0 0,2 0 0,-2 1 0,1-2 0,2 2 0,-3 0 0,2 0 0,0 0 0,-1 1 0,0-1 0,2 0 0,-2-1 0,1 1 0,1-1 0,-2 1 0,2-1 0,-1 1 0,1-2 0,-2-1 0,2 1 0,0 1 0,0-1 0,-1 1 0,2-2 0,-1 2 0,1-2 0,0 1 0,-1 0 0,2 0 0,-3-1 0,2 1 0,0 0 0,0 0 0,1-1 0,-1 2 0,0-2 0,1 0 0,0 1 0,-1 0 0,3 0 0,-3-1 0,1 2 0,1-1 0,-1 0 0,0-2 0,0 2 0,0-2 0,0 1 0,1 0 0,-1-1 0,-1 1 0,2 0 0,-3-1 0,1 1 0,-1-2 0,1 1 0,0 0 0,-1 0 0,2 0 0,-2 0 0,0-1 0,0 1 0,-1-2 0,2 3 0,-1-3 0,1 1 0,-3-1 0,3 1 0,-1 0 0,1 0 0,-2-1 0,0 2 0,0-2 0,1 2 0,-3-2 0,4 1 0,-3-1 0,0 0 0,1 0 0,0 1 0,0-2 0,-1 1 0,2-2 0,-3 1 0,3 2 0,-1-3 0,-1 1 0,1 0 0,0 0 0,-1 1 0,0-2 0,0 2 0,-1-3 0,2 2 0,-1-1 0,0-1 0,1 1 0,-2 1 0,2-2 0,-1 1 0,0 0 0,1-1 0,-2 1 0,1 0 0,0 0 0,1 0 0,0 0 0,0 0 0,-1-2 0,0 2 0,2-1 0,-3 0 0,2-1 0,0 2 0,-2-2 0,3 0 0,-2 2 0,2-1 0,0 1 0,1-1 0,-2 0 0,0 0 0,0 0 0,1 0 0,0 0 0,-1 0 0,0-1 0,2 1 0,-3 0 0,3 0 0,-1-1 0,0 0 0,0 1 0,0 0 0,0-1 0,-1-1 0,2 1 0,-1 0 0,1 0 0,-3 0 0,2-1 0,-1 0 0,-1 1 0,1-1 0,0 1 0,0-1 0,-1 1 0,2-1 0,-2 0 0,3 1 0,-2-1 0,2 1 0,-1 0 0,1-2 0,-1 2 0,0 0 0,1-1 0,0 0 0,0 0 0,-1 0 0,1 0 0,-1 0 0,-1 1 0,2 0 0,-1-1 0,1 0 0,-3 0 0,3 0 0,-1 0 0,1-1 0,-3 2 0,2-1 0,-1 1 0,2-2 0,-3 2 0,3-1 0,-1-1 0,-1 1 0,2 0 0,-2-1 0,2 1 0,-2-1 0,2 0 0,-1 0 0,0 0 0,-1 1 0,2-1 0,-1 0 0,1 0 0,-3 0 0,2 1 0,0 0 0,0-1 0,-2 1 0,2-1 0,-2 0 0,1 0 0,0 1 0,2-1 0,-2 0 0,0 1 0,1-1 0,0 0 0,1 0 0,-1 1 0,1-1 0,-1-1 0,1 1 0,0-1 0,1 1 0,-2 0 0,0 0 0,2 1 0,-1-1 0,1 0 0,-3 0 0,2-1 0,-1 1 0,0 0 0,0 0 0,-1 0 0,2 0 0,-2 0 0,3 0 0,-2 0 0,1 0 0,1-1 0,-2 1 0,1 0 0,-1 0 0,2 0 0,-2 0 0,1 0 0,-1 0 0,-1 0 0,2 1 0,-1-2 0,2 1 0,-2-1 0,0 1 0,-1-1 0,1 0 0,2 1 0,-2 0 0,1 0 0,0 1 0,-1-1 0,0 0 0,1 0 0,1 1 0,0-1 0,-1 0 0,2 0 0,-1 1 0,-1-2 0,3 1 0,-2 0 0,0-1 0,0 0 0,-1 0 0,0 0 0,1 0 0,-1 0 0,1 0 0,-2 0 0,1 1 0,-1-1 0,0 1 0,1-1 0,-1 0 0,1 0 0,-3 0 0,3 0 0,-1 0 0,0 0 0,0 0 0,0 0 0,0 0 0,-1 0 0,1 0 0,-1 0 0,0 0 0,1 0 0,-1 0 0,-1-1 0,1 0 0,1 1 0,-2 0 0,2 0 0,0 0 0,-1-1 0,-2 0 0,3 1 0,-3 0 0,2-1 0,0 0 0,-2 1 0,3-2 0,-2 2 0,1-1 0,-1 0 0,0 0 0,0 0 0,0 0 0,0 0 0,0 0 0,0 0 0,0 1 0,-1-1 0,1 1 0,0-2 0,1 2 0,0-1 0,-1 0 0,0-1 0,0 1 0,1 0 0,-1 0 0,0-1 0,1 1 0,-1 0 0,1 0 0,0-1 0,-1 1 0,0-1 0,0 0 0,1 1 0,-2 0 0,1-1 0,0 1 0,-1-1 0,0 1 0,0 0 0,0 0 0,0 1 0,0-1 0,0 0 0,2 0 0,-1-1 0,0 0 0,0 0 0,-1 1 0,1-2 0,-2 1 0,2 1 0,-1-1 0,0 1 0,2-1 0,-2 0 0,0 0 0,0 0 0,1 0 0,-3 0 0,3 2 0,-2-2 0,0 0 0,2 1 0,-1-1 0,0 1 0,1 0 0,-1 0 0,1-1 0,-1 1 0,1 0 0,-2 0 0,2 0 0,-1-2 0,2 1 0,-2 1 0,0-1 0,0 0 0,2 0 0,-2 0 0,0 1 0,1-1 0,-1-1 0,1 1 0,-1 0 0,2 0 0,-1-1 0,-1 2 0,3-2 0,-3 1 0,3-1 0,-2 0 0,2 0 0,-2 1 0,3-3 0,-1 1 0,2 0 0,-3-1 0,1-1 0,0 1 0,1-1 0,0-1 0,-1 0 0,1-1 0,0 1 0,-1-2 0,0 1 0,1-1 0,-2 1 0,0-1 0,0-1 0,1 1-6,-1 1-123,1-2-17,0 0-22,1 0-31,1-1-33,-1-1-58,1 1-117,1-1-125,0-1-87,0 2-60,1-1-39,1 0-8,-2 1 50,-1 0 45,1 1 52,-2 0 69,0-1 77,1 1 79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4:28.152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45 45 182,'0'-3'240,"0"0"14,-1 1-41,1 0-38,0 0-29,0-1-17,1 0-5,-1 1-3,1-1 2,0 1 0,-1 0 2,0-1 9,0 1 10,0-1 13,0 1 17,1 1 26,-1 0 35,0 0 38,0-1 37,-1 1 34,1 0 21,0 1 2,-1-1-7,0 1-24,1 0-36,0 0-48,-1 0-47,-1 0-38,2 0-40,0 0-32,0 0-21,0 0-12,0 0-12,0 0-7,0 0-9,0 0-4,0 0-3,-1 0 1,1 0 4,-1 0 3,1 0 6,0 1 2,0-1 1,0 0-3,0 1-4,-1 0-4,1 0-7,0-1-2,0 1-4,0-1-3,0 0-3,0 0-2,0 0-1,0 0-3,0 0 0,0 0-3,0 0-1,0-1 1,0 1 1,1-1-1,-1 1-1,0 0 2,0-1 1,0 1 0,0-1 4,0 1 2,0 0 3,0 0 3,0 0 5,0 0 3,0 0-1,0 0-1,0 0 1,0 0-6,0 1-4,0 0-4,0 1-1,0 0 2,0 1 0,1 2 3,0 2 4,-1 1 4,3 3 0,-2 0-2,0 4 1,1 0-3,-2 2-1,1 3-5,-1 0 1,1 2-2,-1 2-3,-1-1-1,1 2-2,-1 1 0,1-1-4,-1 1 0,0 1-1,0-1 0,0-2 1,1 0-2,-1-3 0,1 0-1,0-3 0,0-2 0,0-1 0,1-3-7,-1-2-12,1-2-21,0-1-23,-1-3-35,0-1-46,-1-2-57,-3-2-104,1-3-182,0-4-177,-2-3-153,0-2-134,-1-4-72,1-2 45,-1-1 163,3-1 179,-3 0 178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4:28.824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27 318 229,'-2'-6'310,"0"2"36,-1 0-9,1 1-75,1 0-59,0 1-30,1 1-22,-1 0-13,1 0-7,-1 1-1,1 0 2,-1 0 3,0 1 5,1 0 7,-2 1 9,1 1 17,0-1 20,0 0 19,0 0 15,1 0 11,-1-2 6,1 0-1,-1 1-11,1 0-12,-1-1-16,1 0-22,-1 0-21,-1 0-18,2 0-17,0 0-12,0 0-15,0 0-8,0 0-10,0 0-13,0 0-6,0 0-8,0 0-3,0-1-4,0 0-5,0 1 0,0 0-3,0-2-4,3-1-3,-1-1-3,1-2-2,1 1 0,1-5 0,1 1 0,1-3 1,1 0 2,2-2 4,-1-1 0,2-2-1,0 0 1,0-2 1,2 0-1,-2 2-3,0-1 0,-1 1 0,-1 1 4,0 3 0,-2 0 1,1 2-2,-3 2-3,0 1-5,0 1-7,-2 2-5,-1 1-5,0 0-4,2 2-1,-1 1-1,1 2-2,1 1 3,2 4-1,-2-1 3,4 5 0,-1 2 0,0 3 0,0 1-3,1 1-2,0 4 2,0-1-2,2 1-20,-1 0-35,-1 0-50,3-2-82,-2 1-168,3-3-214,-1-1-200,1-1-215,0-3-87,0-2 8,-2-2 126,0-3 194,-1-2 210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4:32.284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178 40 113,'0'-1'152,"0"1"-18,0 0-18,0 0-13,0 0-6,0 0 2,0 1 8,0-1 13,0 0 15,0 0 16,0 0 13,0 0 10,0 0 8,0 0 7,0 0 5,-2 1 0,1-1 7,1 0 7,0 0 14,-1-1 25,1 1 28,0 0 18,0 0 9,-1-2-1,1 1-12,-2-2-19,0 1-29,-1-1-23,0 0-24,1-1-20,-2 1-18,1-1-25,-1 0-20,-1 1-18,2 1-12,-3 0-13,1 0-9,-2 0-8,1 2-11,-2 0-7,-1 2-4,1 1-8,-2-1-1,1 4-2,0 1-2,-1 1-5,1 1-2,1 1 4,0 1-6,1 1-1,0 2-3,1 1 0,2 0 1,1-1-1,1 2-1,1-1-2,2 0 2,1-1-1,3 0-2,-1 0 0,5-2 1,0-1 2,1 0-2,3-1 2,2-1-2,-1-2 0,3-1-1,-1-1-1,3-3 2,1-1-2,0-1 2,1-2 0,-1-1 0,-1 0-26,-1-1-71,-2 2-125,-3-1-188,-2 1-227,-4 1-269,-2 1-118,-3 0-7,-1 2 84,-1 0 167,0-2 216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5:14.384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108 42 146,'-3'-3'321,"0"1"46,1-2 38,0 1-60,1-2-56,0 3-28,-1-1-9,1 1 5,0-1 22,1 1 25,-1-1 28,1 1 30,-1 1 22,0 0 8,1-1-13,-1 1-28,-1 0-35,1 0-41,0 0-42,-1 1-40,2-1-31,-1 1-27,0 0-19,0 1-14,0-1-10,-1 1-12,1-1-9,-1 2-10,1-1-9,0 0-11,0 1-9,0 0-6,0 2-4,-1 1 0,-1 2 0,0 5 3,-1 0 3,0 2 2,2 2 3,-2 3-1,1 0 5,-1 2 3,2 2 1,-1 2 0,1 0 1,0 2-2,1 1-6,0-1-8,0 1-5,-2 0-4,3-1-5,-1-1-3,0-1-2,1-2 0,0-2-3,0-1-1,0-1-3,1-2 0,0-1 4,0-2-2,1-3-1,0-1-3,-1-1-7,1-3-16,0-1-24,0-1-32,0-2-41,-1 0-51,0-2-70,0 0-106,-1-2-142,-1-1-115,0-1-82,-1 0-58,-1 2-24,-2-2 18,-1 1 52,1 0 68,-2 2 81,2 0 89,-1 2 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5:14.858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61 22 110,'-6'1'214,"1"1"-4,1-1-21,-1 1-28,1-1-26,2-1-17,-3 1-8,3 0-3,-1-1 2,0-1 9,2 0 16,0 0 17,-1-1 17,1 1 24,0-1 32,-1 0 40,-1 0 56,1-1 52,1 0 44,0 0 35,1 1 11,-2 0-12,1 0-55,-1 1-54,1 0-63,0 0-59,1 0-52,0 1-43,0 0-23,2 0-18,1 0-8,0 2-4,3 0-3,1 1 0,1-1 3,1 3-2,2 2-8,1 0-6,1 1-5,-1 1-9,1 0-8,0 4-8,1-1-5,-2 0-5,1 1-3,-2 0-4,2-1-4,-1 1-2,0-3 0,0-1-1,-1 1 0,1-4 1,0 0 1,-1-1 0,0-1 1,0-3 1,1-1-1,0-1 2,0-3 0,0-1 0,0-3-1,1-1-2,1 0-2,-3-3 0,0 0 0,0 0-2,-1 0 0,-2 1 1,1-1-13,-4 1-26,1 1-51,-2 1-76,-2 1-139,0 1-215,-4 1-231,1 2-245,-2 1-100,-2 3-2,-1 1 96,-1 1 193,1 1 231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5:47.805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69 60 294,'2'-3'416,"0"0"63,-2 0 61,1-1-69,0-2-45,1 1-17,-2 0-3,2 0 7,-1 0 3,0 1-3,0 0-15,0 0-30,-1 2-33,0 0-43,0-1-42,0 2-39,-1 0-39,0 1-24,1 0-20,-1 0-12,0 0-9,-1 1-9,0 0-10,1 2-7,0 0-3,0 1 1,0 3-2,0 1 1,0 3-4,0 0-4,-1 3-10,1 0-9,0 1-11,-1 0-14,1 2-7,-1-1-6,0 1-6,-1-1-4,2-1-2,1 0 1,0 0-1,-1-1 0,0-1-1,1-1-4,0-2-11,1-1-24,0-2-28,-1 0-32,0-3-39,0 0-45,0-2-59,-2 0-93,0-3-176,-2-2-175,0-1-140,-1 0-110,-1-4-74,-1 2 39,-2-2 162,3-1 187,-2 1 167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5:48.160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32 150 340,'-7'-8'451,"2"-3"85,-2 2 105,2 0-13,1 0-49,2 0-31,0 0-38,2 2-43,2-1-57,1 1-81,2-1-56,4 2-39,1-2-22,1 2-24,3 0-31,2-1-25,1 2-19,0 1-12,3 0-9,-1 1-2,3 1-6,1 0-3,-2 1-1,2 1-6,-3 2-7,1 0-8,-1 0-9,-1 3-3,0 1-5,0 1-2,-2 3-1,-1-1-2,0 3-2,-2 0-3,-2 3-6,-1-1-3,-3 3-2,0 0 2,-4 0 4,-1 0 2,-3 0 4,-1 0 7,-2 1 6,-2-2 8,-3 1 9,-3 0-55,-1-1-8,-4 1 0,-2-2 0,-2 1 0,-4 0 0,-1-2 0,-1 0 0,-2-1 0,-1-2 0,1 0 0,2-4 0,2 1 0,2-5 0,3 0 0,3-2 0,1-2-83,2-1-143,2 0-65,2-1-121,0-2-212,2 0-242,1 0-190,1-1-69,1 0 16,0-1 111,3 0 226,0 1 272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01.977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99 104 84,'0'-1'164,"0"0"3,0 1 0,0-1-7,0 1-8,1-1-7,-1 0-1,0 0 6,0 0 7,0-1 8,0 1 14,-1 0 10,1 1 13,0-1 11,-1 1 16,1-1 20,0 0 27,0 1 33,0 0 26,-1 0 24,1-1 8,-1 1-1,0 0-21,1 0-35,-1 0-37,-1 0-45,2-1-37,0 0-40,0-1-35,0 1-26,0-1-15,0-1-9,0 0-6,0 0-1,0 0 0,0 1-6,0-1-4,0 0-4,0 0-6,0 0-1,0 2-5,0-1-1,0 2-2,0-1-3,-1 1-5,0 1-6,0-1-5,0 3-4,-1 0-2,1 4-1,-2-1-1,0 5 1,-1-1 0,-2 4 1,3 1-2,-3 2-4,1 1 1,-1 1 0,-2 3 0,3 0 1,-2 1 0,2 0 3,0 0-1,1-3-1,-1 0-1,3-2-1,-1-1 0,1-3-1,0-2 1,1-3 0,1-1 1,1-3-1,1-4 2,0-1-1,1-3 0,0-5 1,3-3-1,0-4-1,0-4 0,2-2 2,0-3-2,0-2-2,2 0 1,-4-1-1,3 0 0,-1 2 0,0 0 2,-2 0 1,2 4 0,-1 0-1,0 2 1,0 3 1,0 2-2,-2 3 0,0 2 0,-1 1-1,2 4-2,-3-1-3,3 2 2,-1 3-2,1 1 2,0 3 3,1 1 2,2 3 2,-2 1-1,2 3 5,-2 2-2,1 3-1,-1 3 1,-1 2-1,0 2 1,1 2 0,-2 0-2,0 2 0,1-2 0,0 1 1,-2-2-3,1 0 0,1-1 2,-2-3-1,1-1-4,0-2-22,-2-1-22,0-2-30,1-2-41,-1-1-53,-2-3-85,0-1-151,-2-3-157,-2-1-141,-3-3-115,0-2-121,-3 0-8,-1-3 122,-1-2 156,-1 0 154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02.648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65 87 64,'-12'-7'421,"1"1"103,1 0 118,1 1 124,2 0-94,0 0-66,2 3-72,2-1-80,2 0-105,3-1-118,2 2-88,4 0-61,3 0-32,2-1-19,2 1-12,3 0-14,-2 0-5,2 1-50,-1-1-133,-1 1-164,0 1-184,-4-2-218,0-1-117,-2 0-14,0 0 95,-2-2 143,0-1 175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03.506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15 19 81,'1'3'346,"-1"-2"60,0 0 54,-1 0-9,1-1-73,-1 1-54,0 0-30,1 0-24,0 0-14,0 1-7,0-1-3,2 1 4,-1 0 0,0-1-4,2 2-10,-2-1-21,0 0-18,-1 0-25,0 0-15,0-1-6,1 0-7,0 0 0,-1-1-4,0 1-1,0-1-12,0-1-16,0 1-18,0-2-14,0-1-13,0 0-10,-1 0-6,0-1-2,1-1 1,0 1-3,0-1-1,-2 2-2,2-2 1,-1 1 1,-1 1-2,2 1 0,-1 0-1,0 1-6,1 0-7,0 0-9,-1 1-7,0 1-6,1 0-4,-1 2-2,0 0-1,1 2 2,-1 3 1,0 0 1,0 3-1,-1 3 1,1 0-1,0 3 1,-1 2-1,1 1 1,1 2 0,-1 1-2,1 0-1,0 0 0,1 1 1,-1-1-2,1 0 2,1-1 0,1-3-1,0 1-2,1-3 0,2-1 1,-2-2-4,3-3 2,0 0 2,2-3 0,0-1 0,3-1-7,2-2-13,-1-2-16,3-1-26,0-1-30,1-1-36,1 0-51,-1-2-83,0 0-122,1-1-122,-1 0-105,-2 0-91,-1-1-68,-2 2-66,-2 0 52,-2 0 101,-3 0 110,-2 0 116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04.022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97 126 46,'-14'-4'381,"1"0"72,1-1 69,1 2 68,1-1-106,1 1-55,3 0-40,1 1-43,0 0-40,2 1-43,-1 0-45,2-1-32,0 2-18,1-1-6,1 1 0,1 0-3,1 0 3,2-1 2,0 0-7,4 0-14,1-1-22,2 0-21,2 0-28,0-2-27,2 1-21,0 0-12,1 1-25,-2-1-59,2 1-101,-3-1-129,-2-2-127,-1 1-120,1 0-91,-3-2-50,-1 0-26,-4 0 20,-2-2 70,-2 1 92,-1-2 94,-2 2 95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04.272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69 72 235,'-11'-5'393,"0"-1"72,1 2 74,1 0-36,1 1-40,2-1-19,1 2-31,2 0-45,0 1-43,0 0-42,3-1-23,3 2-14,2-1 1,3 0 4,1 0-8,2 0-26,0-1-45,0 0-48,2-1-43,1 1-30,0 0-20,3 0-15,0 0-9,0-1-11,1 1-28,-1-1-50,0 0-111,-1 2-168,-1-2-181,-2 1-176,-3 1-165,-3 0-55,-3 2 57,-3 0 136,-2 0 168,-2 1 175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09.548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246 18 8,'2'0'48,"-1"-1"9,1 0 15,1 1 15,-1-1 16,0 0 15,0 1 10,1 0 7,-2 0 8,1 0 7,-1 0 6,0 0 10,0-1 12,-1 1 15,1 0 11,0-1 9,-1 1 10,0-1 17,0 0 29,0 1 41,0-1 38,0 0 33,-1 1 22,0-1 3,0 0-24,-1 1-43,0-1-52,1 0-55,-3 0-50,1-1-43,0 1-34,-2 0-32,1 1-21,-2 0-19,1 1-8,-2 0-11,-1 1-6,0 1-3,1 0 0,-3 1 0,0 3-2,0-2 0,-3 2 6,2 0-3,-1 3-5,0-1-2,0 1 1,-1 3 1,2-1-5,0 1 4,1 1 0,-1 2 2,1-1-1,1 1-3,0-1 1,2 1-2,-1 0 4,2-1 0,1 1 0,2-2 5,2-1-4,1 1 4,4-2-1,0-1-1,1 1 6,3-3-2,0 0-1,2 0-1,2-2-4,0-1 4,1-1-6,0-2 1,1 0 4,-2-2-3,1-1 5,0-2 0,-2-1 0,2-2-1,-2-1 0,1-1 1,-3-2-5,0 1-1,-1-1 2,-3 0 0,0-1 3,-2 1 1,-1 0 4,0 0 2,-2 2 6,0 0 1,-1 2 0,-1-1 1,0 1-3,-3 2-4,2-1-3,-1 0-5,-2 2-1,2 0-2,-2 2-2,-1-1 0,3 1 1,-3 1 0,1-1-4,1 1 2,0 1 1,0 0-1,2 1-2,-1 0-1,2-1 2,0 0-4,1 1 4,1 0-4,1 1 4,1 1 0,0-2-5,2 1 1,0 1 0,2-2 0,2 0-1,0 0 3,3-1 3,1-1 1,2-1-2,2-1 1,-1-1-1,2-1 1,0 0-3,-1-2 3,1 0 0,-3 0 0,0 1 0,-2-2 0,0 2 1,-2 1 1,-2-1-3,0 0 1,-3 1-1,1 1 1,-2 0 1,-1 1 5,0 0 3,-1 1 2,-1 0 4,1 0 3,-1 0-1,-1 0-1,1 1 1,1 0-1,-2 1-2,0-1 5,0 2 1,0 2 0,1 1 5,0 0 5,-1 3 2,0 0-2,0 2-1,0 1-1,0 1-4,0 2-9,0 0-1,1 0-3,0-1-5,-1 2-1,0-1-3,1 0 1,1-1-1,-2-1 0,2 0 1,-1 0-1,0-2-8,0 1-25,0-1-45,-1 0-82,1-2-143,0 0-229,-3-3-276,-1 1-202,-2-1-77,0-3 17,-1-1 109,1-3 211,3-3 274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14.896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35 21 105,'1'-4'367,"-1"-1"64,0 1 58,-1 2 0,0-1-95,-2 1-51,2 1-30,0 1-18,0 0 13,1 1 29,0 1 34,0 1 32,-1 1 13,0 3-9,1-1-39,0 1-58,0 1-65,0 2-56,-1 1-40,0 0-25,0 2-20,0 1-12,-1 0-15,0 1-12,0 0-14,0 2-10,0-1-9,0 1-10,1 0-6,-1 0-5,2 0-4,-1-2-2,1 0-3,1-1-2,-1-2-6,1-1-16,0-1-20,0-3-25,2 1-30,-2-4-36,0-1-53,-1 0-93,0-3-133,0-1-122,0-2-102,0 0-72,-1-4-41,0 1 1,-2-1 34,0-2 84,1-2 97,-2 0 92,3 1 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7:15.198"/>
    </inkml:context>
    <inkml:brush xml:id="br0">
      <inkml:brushProperty name="width" value="0.05292" units="cm"/>
      <inkml:brushProperty name="height" value="0.05292" units="cm"/>
      <inkml:brushProperty name="color" value="#0070C0"/>
      <inkml:brushProperty name="fitToCurve" value="1"/>
    </inkml:brush>
  </inkml:definitions>
  <inkml:trace contextRef="#ctx0" brushRef="#br0">14 164 114,'-1'-10'330,"-1"0"61,0 1 62,1 0-33,0 1-45,-1 0-8,1 1 4,1 1 2,1-2-2,1 2 5,0-1-11,2 0-5,2 1-14,-1-1-22,2 1-26,0-1-38,2 2-32,-1-2-43,2 1-43,2 1-28,-1-1-23,0 2-18,2 1-15,-1 0-11,-1 0-12,-1 2-7,1 0-7,-2 2-3,0 0-3,1 2-2,-1 1 0,-1-1-4,0 3-2,-2 0-3,0 1 1,-1 0-3,0 1 1,-3 1 1,1 1 0,-3 0-2,0 1 2,-1 1-2,-1 0 2,0 0-3,-4 1 1,1-1-2,-3 1 0,-1 1 3,0 1-3,-1-2 3,0 0-1,-1 0 2,2-2-1,-2-1-4,1-1 1,2-2 0,0 0 1,1-2 1,0-1 0,2 0 1,-1-2 0,2-1 0,-1 0 0,3-1-3,0-1-2,1 1 1,0-2-3,2 1-2,1-3-2,1 2 1,-1-1 0,4-1 0,1 1 2,-1-1 1,3 1 3,0-1 0,0 0 1,2 1 1,-1 1-1,1-1 1,0 1-1,1 1 0,0 0 0,-1 1-1,-1 1 1,1 1 0,-1 0-2,0 0 1,0 1-1,-2 2 0,0 0 2,-1 1 0,0 2 0,-3-1 1,2 2 2,-2-1 1,-2 1 0,0 0-2,-2 1 0,0 0 2,-2-1-1,0 0 1,-2 2 0,-2-3 2,1 1 1,-3-1 0,-1 0 3,0-1 1,-2 0 1,0-2 0,0 0-3,-1-1-2,-2-2-1,1-1-3,0-1-3,-1-2 0,1 0-11,0-3-22,-1 0-39,1-2-73,0 0-153,-2-1-199,3 0-197,0 0-211,0 0-111,0 2-8,0 1 111,0-1 176,1 2 195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2:11.39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315 365 276,'-1'0'318,"0"1"26,-1-1-24,2 0-98,-1 0-64,0 0-46,1 0-33,0 0-25,0 0-19,0 0-16,-1 0-12,1 0-24,1 0-62,-1 1-114,0-1-96,-1 0-50,0 1-27,-2 0 5</inkml:trace>
  <inkml:trace contextRef="#ctx0" brushRef="#br0" timeOffset="127338">50 317 21,'-3'-6'349,"-2"0"82,0 0 74,1-1 52,1 3-26,-1-2 7,0 3 22,0 0 7,0 1-13,0-1-36,3 1-74,-1 0-83,2 1-93,-1 1-72,-2 0-53,2 0-43,0 0-28,1 0-18,-1 0-11,1 0-10,0 0-4,-1 1-2,1 1-5,0-1-8,0 0 1,1 1 2,0 1 6,1 0 11,1 1 6,0 3 8,0-2 6,3 4-1,-2-1-5,3 2-1,0-1-12,-3 1-3,3 1-4,-2-1-3,2 0-1,0 1-8,-2 0 5,2-1 0,-2-1-6,1 1-2,-1-3-3,0 3-5,0-4 0,2 1-4,-2-2 0,1 0 9,-1-1 12,4-2 16,1 0 9,4-4 10,4-4 13,5-3 0,4-3-2,5-5-4,2-4-5,6-1-11,3-5-1,1 1-24,3-1-23,-1 1 0,2 0 0,-2 1 0,-1 1 0,-1 1 0,-2 2 0,-4-1 0,-2 3 0,-4 1 0,-3 4 0,-4 1 0,-3 2 0,-3 2 0,-2 1 0,-1 2 0,-3 0 0,-2 0 0,-1 2 0,-3 0 0,0 1 0,-1 0 0,0 0 0,-1 2-71,-1-2-108,0 1-57,0 1-78,-2 0-183,-2 1-238,-1 2-225,-4 3-134,-3 1-30,-1 3 44,-4 2 185,0-1 257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4:11.13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24 0 7,'-12'9'7,"0"4"-1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24:20.52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61 443 341,'-4'-8'408,"1"1"48,-2 0 58,1-1-109,-2 3-58,3-3-19,0 2 9,1 0 22,0 1 7,0 1-2,-1 0-7,1 0-11,-1 1-13,1 2-39,1 0-44,0 0-35,-2 0-39,2 0-37,0 0-43,0 1-19,0 0-13,0 1-4,-1 0-1,0 0-8,0 0-11,2-1-12,0 1 5,1-1-5,-1 1-1,-1-1 0,1 0 5,0 1 4,-1-1-5,0 1-9,1 0-3,0-1-1,0 1-2,0 0-8,0 1 2,1 0 6,0 0-2,1 0-6,1 0 3,-2 0 6,2 1-4,2 1 0,-2 1-2,1-1 7,1 2 0,-1 0-3,1-2 0,-1 2 0,1-2 4,-1-1-6,-1 2-8,2 0 0,-1-2-5,0 0 0,-2-1-4,1 0 2,2 0 2,-3 0 0,1 0 5,-1 0 1,1-1 2,0 0 4,0 0 4,2-1 0,-3 1 3,3-1 1,1 0 4,-3 0-2,3 0 4,-1-1 3,1 0-2,2-1-2,3-1-1,1-2-3,4-2-3,0-3-3,5 0-3,2-2 1,2-2-4,1-2 1,3 0-2,2-3 0,2 0 0,1-1-3,4 0 1,1-2 0,2 1-5,-1-1 5,1 0 1,0 0 1,0 1-1,-1 0-6,0 2 5,-2 0-7,-3 4 1,-2 1-2,-3 2-1,-3 3 4,-3-1 1,-4 3 2,-3 0-5,-4 2-8,0 0-10,-4 2-28,-1 0-33,-2 1-50,0 0-74,-2 0-138,1 0-223,-2 2-259,0 2-200,-1 1-80,-3 1 13,0 1 112,-3-1 215,1-1 274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4-09-10T11:18:56.3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310 66 200,'0'-6'359,"0"0"55,0 0 53,-1 0-62,0 1-50,0-1 3,0 0 30,-1 3 34,0-2 32,1 0 26,0 1-1,-1 2-30,0 0-58,-1 1-65,2-1-62,-1 2-60,1-1-47,0 1-36,-1 0-23,0 1-19,1-1-18,-1 2-11,1-1-10,-1 1-11,0 0-8,-3 2-7,-1 4-5,-1 0-3,-4 3-3,-3 4 1,1 2 1,-4 4 0,1 1 1,-3 4-1,-1 2 2,0 3-1,1 2 0,-2 1 0,2 1-3,1 0 2,3-1-4,0 1 1,4 1-1,6-3-2,0-1 1,7-3-2,3 0 1,3-2 1,5-2 0,2-2 4,4 0-1,1-2-1,1-4-3,2 0-14,-2-1-32,1-3-56,-3-1-114,1-1-205,-2-3-221,-2 0-204,0-3-160,-2-1-45,-2-1 61,1-2 177,0-3 209,-1-3 210</inkml:trace>
  <inkml:trace contextRef="#ctx0" brushRef="#br0" timeOffset="417">674 416 514,'-1'-11'774,"-1"2"149,-1-2 109,-1 4 74,0-1-294,-1 4-238,3-1-148,0 2-139,-1 1-103,0 0-71,2 1-47,0 1-33,2 2-16,0 2-8,3 3-5,-1 1-2,0 1 2,2 5-2,-1 0 0,0 1-1,0 0-3,-1 2 3,1 0 2,-2 1-1,0 0 1,-2 1 2,2-1 2,0-2-8,-1 2 0,-1-2-8,1-1-20,-1 1-47,0-3-76,0-2-118,-1-1-163,1-3-166,-3-1-132,1-2-96,0-3-74,-4-1 39,1-3 120,0-2 153,0-3 139</inkml:trace>
  <inkml:trace contextRef="#ctx0" brushRef="#br0" timeOffset="650">612 535 272,'-5'-20'399,"-3"-2"66,1 2 69,-1-2-48,3 2-36,1 1 4,1-1 0,2 1 2,1 0-9,1 2-24,2 1-46,1 0-52,2 2-51,2 0-56,1 1-48,1 2-52,2 1-33,2 0-27,0 3-21,2 0-9,-1 3-9,3 0-2,-1 2-6,-2 2 1,1 1-1,-2 2-4,0 0 0,-2 1 0,0 3 0,-2-1 0,-2 3 1,-1-1 3,0 2-1,-2 0-2,-3 1-1,0 1 1,-3 1 3,-2-1-1,-2 1-2,-2 0 0,-1 1 1,-2-2-2,-3 1-4,0 0 0,0-2-1,-2 0 1,2-1-1,0-2-1,2-1 1,1-1 0,2-2 0,1-1 1,3-1 1,-1-1 0,3 0-1,0 0 0,1-1 0,0 0-2,-1-1-2,4 1-2,-1-2 2,1 2 1,1-1-2,1 0-2,1 1 3,2-1 0,1 1-4,-1 1 2,3 0 1,-1 0 2,1 3-1,1 1 0,0-1 0,-1 2 0,3 1 1,0 0-1,-1 1 1,0 0-1,1 1 2,0 0 0,0-1-1,1 1 1,0-1-4,-1 0 4,1-1-1,-1 0 2,0-2-2,2 0 2,-2-1-2,2-2 2,-2-1 1,0-2-2,3-1-2,-2-3 1,2 0 6,-1-2 0,0-2-3,-1-2 2,-1 0 1,-3 1-2,-1-2 2,0-1-6,-3 0-1,-2 0 0,-2 2 2,0 0-1,-2-1 1,-2 4 6,0 0 10,-1 2 6,-1 0 1,-1 3 4,-2-1 2,3 2-4,-4 1-8,0 3-7,-2 2-1,0 1-4,0 2-5,0 2-1,1 1 2,0 2-2,2 1-1,0-1-4,4 3 6,-1-1-3,3 1-1,2 0-2,2-1 4,1 1 0,3-1 0,0-2 1,2 1 2,3-1 0,1-3-5,1 0-4,3-3-8,1-1-2,0-2-2,0-2-2,1-2 1,0-2 4,-1-2 3,-1-2 5,-2-2 1,-2 0 4,0-2 2,-2-1 0,-1 1 0,-2-2-2,-2 0 3,-2-1 8,0 1 12,0-1 15,-1 2 22,-2 1 16,-1 2 14,1 0 9,-1 2-2,0 1-4,0 2-19,0 1-9,0 1-18,0 0-12,0 1-14,0 0-7,0 1-4,0 2-5,0 1-2,0 1-2,0 6 2,0 1 0,1 3 0,0 4 0,-1 2 3,1 3 1,0 2-2,0 2 2,1 2 1,0 0-2,0 2 0,0-2-4,1 0-14,0-2-23,0 0-30,0-1-34,2-3-42,-2 0-57,2-2-76,-1-3-120,-1-3-112,0-2-79,0-3-51,0-2-25,0-2 14,-2-1 55,-2-4 46,-2-1 7,0-3 38,0-3 53,-1-2 65,0-2 77</inkml:trace>
  <inkml:trace contextRef="#ctx0" brushRef="#br0" timeOffset="1615">1323 743 21,'-7'-24'359,"1"1"59,0 0 48,2 0 36,1 1-123,3 2-79,1 0-37,2 1-25,3 2-9,2 0-15,2 2-16,1 3-12,1 0-13,2 3-19,-1 0-33,2 4-20,-2 1-13,2 2-23,0 2-17,-3 1-1,0 2-2,-2 1 1,0 3 6,-1-1 4,-2 2 1,-2 1-4,0 1 1,-3 0 4,0-1 0,-3 3 3,-1-1-8,-2 0-5,-2 1-2,-1 0-9,-2 1-15,-1-2-8,0-1 2,0 1-14,-1-2-43,1-2-114,0-1-134,0-2-147,1-4-148,0-2-158,2-2-63,2-3 57,5-2 106,6-3 128,3-1 139</inkml:trace>
  <inkml:trace contextRef="#ctx0" brushRef="#br0" timeOffset="1934">1733 523 127,'-6'10'455,"0"2"49,1-5 28,0 1 15,0-2-183,2 0-154,-2 0-85,2-2-48,2 0-25,1-1-14,1 0-9,2-2 13,2 1 22,1 0 34,3-2 30,2-1 29,1-1 24,0 0 9,1-3-9,0-1-9,2-1-1,-1-2-1,0 0-10,-2-1-2,-1-1 12,-1 0 2,0 0-5,-2-1-5,-2-1-2,-2 1-13,-1 0-18,-1 0-20,-2-1-16,-1 1-13,-1 1-12,-1 1-6,-2 2-7,-1-2-3,0 4-6,-3 0-7,2 0-6,-3 4-8,3 0-4,-2 2-4,-2 2-7,1 3-4,-2 2-3,1 0 2,0 4-3,2 0-2,-1 1 1,2 1 1,0 2-2,2-1-1,2 2 2,2 1 0,0-1-1,4 0 1,0 1 3,3-2-3,1 0 0,4 0-1,1-1 1,2-1-4,4-3-10,1 1-14,2-4-32,3-1-44,3-3-67,1-1-91,3-4-114,4-1-103,-1-2-78,1-3-53,-1-1-15,0-1 21,-2-2 64,-3-2 72,0 1 83,-6-1 89,-1-1 93,-4 0 103,-3 0 108,-3 1 89,-3 1 85,-3 1 68,0 0 43,-3 0 27,-2 3 19,-2-1 27,-2 2 19,0 2 4,-1 0-8,-2 1-27,-1 3-35,0 1-58,-2 2-66,-2 2-53,0 3-38,-1 2-22,-3 3-25,2 1-4,-1 1-3,2 1-2,1 0-6,2 1-2,1 0-2,3 0-13,1-1-6,2 0-6,3-2-2,3 0-5,1-2-7,1-2 5,3 1-1,2-3-1,3-2-2,-1-2 2,3-3 3,2-3-6,0-1 5,-2-4-4,1 0 3,-2-3-4,0 0 1,-2-2 6,-1-1 1,-2 0 17,-2-2 17,-2 1 19,-1 0 12,0 0 16,-2 0 16,-1 2-4,-1 1-2,-1 2-6,0 2-3,1 2-16,0 2-15,0 0-10,0 2-15,0 1-9,-1 2-9,0 1-7,-2 2-2,1 3-5,0 1 0,0 5-4,0 0 2,0 2 1,1 1-1,0 1 2,2 0-2,1 0-1,1 0 0,1 0-1,3-1 0,0-2-1,2-2-3,1 0 3,2-1-3,0-2-4,0-2 0,0-3-2,2-2 1,-2-2 1,0-1 0,0-3 5,1-5 0,0 0 3,-2-2 2,-1-3-3,-1-1 3,-3-1 4,1-2 0,-2 0 7,-1-3 6,-2 1 12,0-2 10,-2 1 12,0-1 19,0 1 12,-2 1 5,0 2 6,0 2 8,0 3-2,1 1-3,-1 3-13,1 1-11,0 3-16,0 1-16,0 1-14,1 3-16,-1-1-8,0 2-3,1 2-4,0-1-1,0 4-1,0 3 2,1 2 0,0 2 3,1 4 2,-1 2 0,1 1 1,0 1-1,0 2 2,0 0 1,1 2-2,1-2 0,-1 1-1,1-3 0,3 2 0,-2-2 1,2-2-1,0-1-2,2 0 1,0-2-3,2-2-10,0-2-19,1-1-14,1-4-27,1 0-31,0-2-37,1-2-39,-1-2-54,1-3-115,-1-2-141,0-2-131,-1-4-122,-3-1-96,-1-1-92,-2-1 44,-1-2 125,-2 1 136,0-1 148</inkml:trace>
  <inkml:trace contextRef="#ctx0" brushRef="#br0" timeOffset="3046">2699 428 47,'-20'-4'392,"0"1"63,-3-1 63,3 2 62,-1 0-99,2 1-28,2 0-10,2 0 5,2 0-15,3 0-27,2 0-55,1 1-87,1 0-69,2-1-67,0 1-46,3-1-30,2 1-23,5-1-7,3-1-12,4-1 0,4 0-6,4-1-25,4-3-69,2 2-112,2-2-123,0 1-110,1 0-96,-2 1-76,-1 2-21,-3 1 15,-3 2 16,-4 2 54,-4 1 73,-3 4 77,-5-1 80</inkml:trace>
  <inkml:trace contextRef="#ctx0" brushRef="#br0" timeOffset="3233">2828 438 92,'-9'13'286,"1"0"47,-2 0 41,1 1-55,0 0-51,-1-1-31,4 2-23,-1-2-19,4-1-11,-1 1-5,4-2-5,0-1-1,0 0 28,3-2 37,0 0 25,1-2 2,1 0-3,2-1-4,0-2-26,2-3-41,1 0-33,2-1-27,3-3-21,-1-1-25,1 0-21,-2-3-20,1 0-19,-1-2-5,-2-1 3,-1 0 18,-1-1 21,-3-1 22,0 1 12,-4 1 18,0-2-4,-3 1-9,-1 1-13,-1 0-10,-2 2 1,0 0-9,-2 2-1,1 1 0,0 0-3,0 3-9,-2 0-12,2 1-11,-3 2-5,0 1-9,-2 2-7,1 1-5,-1 4-5,1-1 3,-1 3-2,0-1 1,2 3-2,-1 1-1,1 1 5,1 0-2,2 1-1,1 0-2,1 0 2,2 1 0,1-1 1,2 0-2,3-1 1,0-2-2,3 1-2,4-1-1,1-1-7,5-2-8,4-3-13,6-1-16,5-3-27,4-2-45,6-2-67,2-3-112,2 0-122,-1-4-110,0 1-78,-2-2-41,-3-3 19,-4 1 88,-3-1 117,-6 1 120,-1-1 120,-8 1 117,-4 0 106,-4 0 92,-5 2 85,-3 0 110,-3 0 78,-2 1 61,-2 0 48,-2 2 6,-1 0-18,0 1-70,-2 1-71,1 2-78,-1 0-89,1 2-57,0 1-40,-2 1-26,1 0-17,1 4-9,-2 1-6,1 1-8,0 2-11,-1 1-4,2 1-7,2 1-2,-1 1-4,3-1 0,2 1 1,-1 0-3,4-1 4,0 1-1,4 0-2,0-2 2,2-1-1,0-1 2,4-2-1,1-1 4,3-3-4,1-2-2,2-2 3,0-2 0,0-3-1,-1-3-3,0-3 5,-1-1-4,-2-3 1,1-1 0,-4-3 4,-2-2 8,-1-1 10,0-3 15,-4-2 8,0-2 13,-3 0 12,0-1 12,-1 1 13,-1 1 15,0 3 12,-1 4 5,0 1 5,0 3-5,1 3-12,0 4-18,0 1-96,1 3-4,0 1 0,-1 2 0,2 2 0,-1 1 0,0 1 0,1 4 0,-1 2 0,1 5 0,1 3 0,-1 3 0,0 3 0,1 4 0,0 2 0,0 1 0,1 2 0,1 0 0,0 1 0,0-1 0,2 1 0,0-2-7,1 0-140,2-1-47,-2-1-47,2-2-69,0-2-142,1-3-155,2-3-129,-2-4-111,1-4-110,1-2-32,-2-4 109,0-4 158,1-4 152,0-2 150</inkml:trace>
  <inkml:trace contextRef="#ctx0" brushRef="#br0" timeOffset="4134">3683 326 166,'4'-28'499,"1"2"83,-2 3 108,-1 4 133,1 1-94,-1 3-71,1 2-58,-1 3-47,3 3-78,-2 0-113,5 3-98,0 2-71,3 1-39,2 3-21,1 1-14,1 3-5,1 4-18,0 4-10,0 4-7,-1 5-10,-2 4-8,-2 6-13,-3 3-9,-4 6-13,-5 4-12,-4 3-7,-5 5-18,-5 3-36,-4 2-56,-3 2-99,-3 1-219,-4-1-260,-2 0-271,0-1-145,-3-4-40,1-3 49,-1-5 194,3-5 245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8:59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6224 12628 334 0,'0'2'401'0,"0"-2"43"0,-2 1 30 0,2-1-97 0,0 0-92 16,-2 0-40-16,2 0-10 0,0 0 15 0,0 0 30 16,0-1 39-16,0 1 47 0,0 0 37 15,0-2 2-15,0 2-18 0,0-1-43 16,0 1-50-16,0 0-60 0,0-2-55 0,0 2-30 15,0-2-22-15,0 2-15 0,0 0-13 16,0-1-10-16,0 1-7 0,0-1-9 0,0 1-7 16,0 0-7-16,0 0-10 0,0 0-4 15,0 0-7-15,0 0-6 0,0 0-5 0,-1 0-4 16,1 0-3-16,0 1 1 0,1 0 4 16,-1 3 6-16,2-1 2 0,1 3 3 0,0 1 4 15,3 1 6-15,-1 2-2 0,-1 1-2 16,2 1 1-16,-1-2-1 0,-1 2-5 0,4-2-6 15,-3 0-1-15,1-2 6 0,-1-1 11 16,3 4 12-16,1-7 16 0,-1 2 18 16,2-4-59-16,5-1-34 0,0-2 0 0,2-3 0 15,4-3 0-15,4-5 0 0,4-5 0 0,2-4 0 16,1-3 0-16,4-3 0 0,2-3 0 16,-2-1 0-16,4 1 0 0,-2 0 0 0,1-2 0 15,-1 4 0-15,-1 1 0 0,-1 3 0 16,-4 1 0-16,0 4 0 0,-4 5 0 15,-3-3 0-15,-4 7 0 0,-4 3 0 0,-1 0 0 16,-3 3 0-16,-1 1 0 0,-1 2 0 0,-3 2 0 16,0 1 0-16,0 1 0 0,-2 1 0 15,-1 1 0-15,-2 2 0 0,2 1 0 0,-2 0-57 16,2 5-643-16,-2-1-279 0,0 0-204 16,0 1-61-16,-1-1 26 0,0-1 84 15,-1-4 241-15,-1-1 321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22:48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7945 6092 47 0,'-26'7'240'0,"0"1"40"0,7-5-1 15,-1 4-39-15,0-7-30 0,1 5-1 16,6-5-17-16,6 0-14 0,-5 0-16 0,4-5-20 0,8 5-20 16,-6 0-24-16,6 5-22 0,0-5-8 15,0 3-1-15,6 4 7 0,2-3 13 0,4 7 11 16,-5-4 11-16,12 8 14 0,-6-4 15 15,7 3 6-15,6 1 5 0,0 4 8 0,1-5 5 16,5 5-1-16,7-1-14 0,0 0-13 16,-1 1-15-1,9-1-16-15,-2 1-24 0,7-5-23 0,-6 4-13 16,6-3-9-16,6-4-10 0,1 3-9 0,0-3-4 16,6-3-4-16,0-1-2 0,7-4 2 15,-1 4-1-15,-6-7 0 0,7 5-5 0,0-10 1 16,-7 3 3-16,0-6 1 0,0 1 6 15,0-8 8-15,-6 3 12 0,6-5 16 16,-6 2 5-16,-7-3 8 0,7-5 4 0,-8 2 1 0,1-5-2 0,-6 1-15 16,0-1-8-16,-7-3-3 0,-1-4 0 15,-4 3-7-15,-2-7 3 0,1 1 9 16,-8-1 7-16,-5-7-6 0,0 0-3 0,-1-3-1 16,-6-5-2-16,0 1-1 0,-7-3 3 15,2 2 8-15,-2-3 8 0,-6 4 4 0,-6-1 3 16,6 1-6-16,-8 3-9 0,-4-3-9 0,-1 4-13 0,-1-1-5 15,-4 4-8-15,-9-3-3 0,1 0-4 32,-6-2-4-32,-1 2-12 0,-7-1 2 0,2 4 3 0,-8 1 2 0,0-1-1 0,1 7 2 15,-7 0 9-15,7 0 0 0,-8 4-5 16,1 4 0-16,-1 3 2 0,2 1-1 0,-1 3 1 16,-7 0-3-1,7 4-1-15,-6-1 0 0,-1 4-3 16,0-3 0-16,1 7 0 0,5-4 1 0,2 8 2 15,-2 0-5-15,15-1 4 0,-9 5 1 0,9 3 0 16,-1 0-1-16,5 0-2 0,2 8 4 16,-1-2 1-16,1 2-5 0,-1 7 2 15,1-1 1-15,-1 7 0 0,1 2 0 0,-7 3 0 16,7 3 3-16,-7 8-5 0,-1-1 3 0,1 5 0 0,-7 3 0 16,7 0-1-16,0 3-2 0,1-3 2 15,-2 4 0-15,1 0 0 0,6-1 1 16,1 0 1-16,-7 5-1 0,7-1 4 0,5 0-3 15,1 5 2-15,6-5-2 0,1 0 0 16,6 4 0-16,0-3-2 0,7-1 1 0,-1-1 0 16,14-1-1-1,-7-2 0-15,6-3 1 0,14-4 2 0,-7-3-4 16,7 0 2-16,-2-8 4 0,9 0 1 16,5-3 0-16,1-3 2 0,-1-2 5 0,1-3 2 15,7-3-1-15,-2-5 0 0,1 2 3 16,-6-5-4-16,-1 0-1 0,1-3-5 0,-1 0 0 15,-6-1 0-15,1 1-4 0,-8-1 1 16,0-3-2-16,1 5 1 0,-7-5-3 0,-6 3-3 0,6-3-3 16,-7 0-6-16,0 0-30 0,2-3-68 15,-2-2-118-15,0 2-174 0,7-4-199 16,1-1-245-16,-2-3-103 0,2 1-3 0,5 2 82 16,1-3 154-16,-1 4 192 0</inkml:trace>
  <inkml:trace contextRef="#ctx0" brushRef="#br0" timeOffset="2188.91">14126 6011 7 0,'-7'4'245'0,"1"3"26"0,6-3 22 0,-7 4-49 15,7-6-66-15,0 6-35 0,0 0-7 16,0-1-5-16,0 1-2 0,7 3-2 16,-1-1 11-16,1 1 16 0,-1 7 21 0,7-3 20 15,1 3 22-15,-2 1 27 0,8 3 23 16,-1 0 6-16,1 4-8 15,6-1-16-15,0 1-25 0,1 0-36 16,11 2-39-16,-5-1-48 0,12 2-25 0,-5-4-18 16,11 1-10-16,2-4-7 0,-1 0-5 15,7-4 10-15,6-3-5 0,-7-1-4 16,7 1-3-16,0-7-2 0,1-1-4 0,5-4-4 16,-6-3-3-16,7-3-3 0,-1-4-1 15,1-4-4-15,0-4-6 0,-1-3-7 0,8 0 0 0,-8-12-2 16,1 4 5-16,0-7 6 0,-1 0 14 0,-6-7 11 15,0 3 5-15,-6-6 13 0,0-1 7 16,-7-1 13-16,0-2 3 0,0-5 0 0,-13-2 1 16,7-1-3-16,-7-7-10 0,-7 2-13 15,1-4-9-15,-1 1 1 0,-12-4-2 0,6 3 2 16,-7 1 2 0,-5 1 3-16,-8-1 2 0,0-3-4 15,-6 3-8-15,0-2-8 0,-6 2-6 0,-14-3-11 16,1 0-8-16,-1 8-5 0,-12-5 2 0,-1 9 0 15,-5-1-3-15,-2 4-1 0,-5 3 3 16,-8 0 0-16,2 8-3 0,-15 3 1 16,-12 1 3-16,0 7-1 0,-14 2-3 0,1 2-1 15,-6 6 4-15,-7 1-2 0,6 4-1 0,-7 7 3 0,-5-1-2 16,6 5 0-16,-7-1-2 0,0 4 0 16,7 4 1-16,0 2 2 0,6 6 5 0,-6-1-3 15,7 3-2-15,-8 2 1 0,7 5-4 16,-5 5-1-16,5 4-1 0,0 2 5 15,6 5 5-15,1 2-1 0,14 3 3 0,-2 5 0 16,14 1-4-16,6 2-4 0,8 6 1 0,-2-5 0 0,15 4-2 16,5 0 1-16,1 0 0 0,5 0 4 15,7 0-2-15,2 3 1 0,4-3 0 0,1 5-1 16,6-6 5-16,1 5-3 0,6-1 2 16,0-3-1-16,0 0 1 0,6 0-1 0,1-3 0 15,6-1 2-15,1-1-2 0,4-1 3 16,2-2 2-16,7 1 1 15,-2-4 3-15,7-1-1 0,8 1 7 16,-1-7-5-16,0 3 6 0,7-6 7 0,5-1 7 16,-5-4 6-16,7 0 7 0,5-4 14 15,-6-2 2-15,7-5 0 0,-1 0-1 0,1-4-6 16,-7 3-8-16,0-7-10 0,0 0-11 16,-6-3-9-16,-7-2-6 0,0 2-4 15,-7-3-5-15,-5 0-10 0,-1-1-29 0,-7 1-55 0,-6-1-63 16,-6 1-101-16,-1-1-188 0,-6-3-234 0,-6 5-244 15,-7-5-90-15,-7 0-13 0,0 0 60 16,-12 0 168-16,-1 0 231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13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6287 14706 421 0,'-5'-4'494'0,"0"-2"37"0,-3-1 34 0,1 0-63 0,0 1-157 0,1 0-35 15,0 1 19-15,2 2 38 16,1-1 29-16,1 1 0 0,-2 0-30 0,2 1-56 16,-1 1-68-16,3 1-67 0,-1 0-55 15,-1 0-32-15,2 0-18 0,2 3-7 0,-2 0 2 16,1 1 3-16,2 2 4 0,-1 1 1 15,2 3-1-15,-2-1-6 0,1 2-8 0,0-1-5 16,1 0-6-16,0 1-5 0,0-1-2 16,0-1 4-16,4 0 5 0,-2-2 3 0,2-1 8 15,2-3 8-15,6 1 11 0,1-6 6 16,5-3 5-16,7-3 0 0,4-4-7 0,5-5-9 16,4-2-14-16,5-3-14 0,3-4-13 15,2 0-9-15,2-2-7 0,1 2-5 0,1 0-3 16,-1 1-1-16,0 0-3 0,-2 4-3 15,-4 0 1-15,1 4 0 0,-6 2-2 16,-5 3-1-16,-2 3 0 0,-5 2-1 0,-5 1 1 16,-4 2 0-16,-2 4-1 0,-5-3-1 15,-2 6-1-15,-3-3-4 0,-1 0-19 16,-1 4-36-16,-3 2-47 0,-4 0-63 0,1 1-107 16,-4 2-225-16,-4 2-269 0,-2 1-229 15,-3-1-93-15,-3 2-10 0,-1-3 69 0,-1 1 209 16,1-5 276-16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16.9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4312 12424 171 0,'0'-4'468'0,"-2"-1"53"0,1-1 33 0,-1 0 37 16,-3 1-171-16,4 0-98 0,-2 1-8 15,1-1 28-15,0 2 43 0,-2 0 16 0,2 0-18 16,1 1-43-16,-1 2-65 0,1-1-67 0,-1 1-62 15,2 1-39-15,0 3-19 0,2 0-5 16,-1 2 0-16,2 1-4 0,-1 2-6 0,4 3-7 0,-3 0 0 16,1 0-6-1,2 2-5-15,-1-3 3 0,1 0-1 0,0 0 4 16,0-1 3-16,2-3 11 0,1 1 9 0,1-3 0 16,3-5 7-16,3-2 0 0,3-4-2 15,5-3-7-15,4-6-4 0,5-1-5 16,5-4-4-16,5-2-8 0,1-4-9 0,3-1-10 15,1-1-9-15,1-2-3 0,0-1-11 16,2 2-4-16,-1-1-3 0,-4 1 2 0,1 4-4 16,-4-1-5-16,0 3-2 0,-4 3-2 0,-2 2 0 15,-6 0-6-15,-1 4 3 0,-6 2-1 16,-3 2-7-16,-2 1-23 0,-5 2-41 16,0 1-51-16,-4 1-68 0,-4 2-92 0,2 0-213 15,-5 0-258-15,-2 0-245 0,-1 1-99 16,-3 0-13-16,-3-3 50 0,3-3 199 0,-2-2 270 15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19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2854 14264 122 0,'0'-4'520'0,"-3"2"64"0,-4-4 37 15,3 2 31-15,-4 0-107 0,0-1-165 0,3-1-49 0,-2 3 14 16,2-1 21-16,0-1 2 0,2 2-35 15,-2 1-57-15,3 1-65 0,1 0-76 0,-1-1-51 16,1 2-32-16,-1-1-19 0,2 1-8 16,0 1 0-16,0 1 7 15,0-1 1-15,2 4 5 0,-1-1 4 0,2 2 10 16,-1 3 2-16,3-2 1 0,-2-1 3 16,2 4 5-16,0-3 3 0,1 1-3 15,-2-2-3-15,1 1 2 0,0-2 6 0,0-1-3 16,2-1 3-16,3-2 4 0,1-1 3 0,5-2-3 15,3-3-3-15,5-4-4 0,4-4-7 16,5-3-10-16,4-6-9 0,5-2-7 16,1-3-6-16,4-1-5 0,1-2-1 0,2-2-1 15,1 1-2-15,1 1-2 0,0-2-4 16,-2 4-2-16,-1 1-4 0,-3 1-4 0,-1 4-1 16,-5 0 0-16,-2 3 0 0,-4 1-1 15,-6 3 0-15,-3 2-5 0,-3 3-15 16,-2-1-36-16,-7 4-48 0,1 0-62 15,-6 2-103-15,-1 3-213 0,-3-3-240 0,-3 4-239 0,-2-2-100 16,-5 0-16-16,1 1 64 0,-6-2 194 16,3-1 244-16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22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4317 14477 429 0,'-2'0'495'0,"-1"0"37"0,-2-3 42 0,-1 2-74 0,1-1-148 16,-1-1-39-16,3 1 16 0,0 2 44 15,1-2 22-15,-1 2-4 0,1 0-31 0,-1-3-58 16,1 3-75-16,1-2-71 0,-1 2-64 16,2 0-32-16,0 0-13 0,0 5-5 0,2-3 2 15,-1 6 0-15,-1 1 10 0,2 1 6 16,1 2-6-16,-1-1-1 0,-1 5-7 0,1-1-3 15,1 0-5-15,-1 2-6 0,-1-1-1 16,4-2-1-16,-2 1 3 0,0 0 6 0,0-2 0 16,1-3 5-16,0 0 7 0,0 0 6 15,0-3 7-15,4-5 2 0,-2 3 6 16,4-5-3-16,4-3-4 0,2-1-7 0,4-8-6 16,7 0-10-16,3-4-9 0,4-4-7 15,4-1-6-15,3-3-5 0,1 0-4 0,-2 0-4 16,1 0-2-16,2 1-1 0,-4 0-2 15,-2 0 0-15,-2 2-2 0,-2 1 2 16,-3 1 0-16,0 2-2 0,-2 3 3 0,-4-1-1 16,-1 2 0-16,-5 3-5 0,-1-2 1 15,-1 3 0-15,-3 3-5 0,-2-1-2 0,-3 2-21 16,0 1-34-16,-2 1-49 0,-1 0-70 16,-2 2-185-16,-1-4-225 0,-2 0-293 0,-2-1-144 15,0-3-50-15,-2 0 21 0,-1-5 160 16,0-2 215-16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23:32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16724 6584 126 0,'0'-12'347'15,"7"1"65"-15,-1-3 61 0,-6-1-48 0,0 0 30 16,7 4-12-16,-7 0 5 0,0 4-7 16,0 0-28-16,0 3-46 0,0 0-74 15,-7 4-78-15,1 8-51 0,-1-1-35 0,1 3-15 16,-8 5-4-16,2 7-3 0,-8 0-4 16,7 0-18-16,-7 8-19 0,8-1-17 15,-8 0-16-15,1 1-13 0,5 2-8 0,2-2-5 16,-2-1-7-16,2 0-16 0,5 1-34 0,0-5-49 15,7-3-80-15,-6-7-115 0,6-1-114 16,0-2-126-16,6-5-118 0,-6-3-113 16,0-8-8-16,0 0 67 0,0-3 95 0,0-8 126 15</inkml:trace>
  <inkml:trace contextRef="#ctx0" brushRef="#br0" timeOffset="187.39">16412 6561 347 0,'-6'-11'430'0,"-2"3"53"0,2 5 43 0,0-4-99 16,6 7-51-16,0 0-2 0,0 0 1 0,6 7 7 16,-6 1 6-16,6 2-14 0,2 1-44 15,4 5-65-15,-6 2-55 0,8-4-54 16,-1 8-46-16,0-4-31 0,0 4-27 0,-7-3-21 16,8 2-41-16,-2 2-60 0,8-5-106 15,-7 4-157-15,7-8-180 0,-1 4-209 0,-6-3-118 16,6-1-25-16,1 3 63 0,0-7 129 15,-1-3 168-15</inkml:trace>
  <inkml:trace contextRef="#ctx0" brushRef="#br0" timeOffset="624.78">16881 6788 234 0,'0'-7'427'0,"-7"-1"82"0,7-2 102 0,-6 2 5 15,0-3-87-15,6 1-62 0,0-2-50 16,0-3-59-16,6 5-88 0,7-5-67 0,-7 0-69 15,14 4-44-15,-8-3-29 0,8 3-26 0,7-1-9 16,-9 4-18-16,9 2-3 0,-7 3-4 16,-1 3 0-16,0 0 4 0,1 3-5 15,-7 1-2-15,0 3-2 0,-6 5 4 0,-7 2-6 16,0 0 2-16,-7 5-2 0,-6-2 5 16,0 6-1-16,-7-2-3 0,8 6 9 15,-8-5-1-15,1 3-3 0,5-3 2 0,-6 0-1 16,14-4 0-16,-6-4-5 0,5 2-2 15,7-2 4-15,7-2-4 0,-7-2 6 0,12-2 1 16,-6 3 1-16,8-5 4 0,6 3-1 16,-1-2 4-16,1 0 3 0,-1 0-2 0,1 4 7 15,6-4-1-15,-6 4 3 0,-8-3-1 16,8 3 2-16,-14 4 1 0,1-4 4 16,-1 3 4-16,-12 5 3 0,-1-5 1 0,-12 4-1 15,6 1-1-15,-13 4-6 0,0-6-4 16,-7 2-5-16,1-1-2 0,-1-4-7 0,7 1 0 15,-7-5-1-15,7-2-6 0,7-4-33 16,-1-4-74-16,8-4-124 0,4-7-145 0,2-3-175 16,12-5-195-16,2-6-75 0,11-4 18 15,7-5 96-15,0-2 127 0,13-1 165 16</inkml:trace>
  <inkml:trace contextRef="#ctx0" brushRef="#br0" timeOffset="859.14">18034 6488 112 0,'19'-7'535'0,"1"-5"152"0,-14 2 114 0,0-2 83 16,1 5-113-16,-7 1-153 0,0 1-128 15,-7 1-127-15,7 1-100 0,-6 3-69 16,0 0-53-16,-1 3-34 0,0 6-22 0,-5 1-17 16,-1 5-13-16,-1-1-7 0,-6 4-7 15,2 4-11-15,-2 0-7 0,1 0-11 16,-7 0-14-16,6-4-39 0,-7 4-55 0,8-3-84 15,0-1-127-15,-1-3-147 0,7-1-152 16,7-2-144-16,-1-5-104 0,0-4-2 0,7-3 81 16,0 0 124-16,0-7 153 0</inkml:trace>
  <inkml:trace contextRef="#ctx0" brushRef="#br0" timeOffset="1062.44">17812 6503 179 0,'0'-12'419'0,"0"2"82"16,0-2 77-16,0 4-2 0,7 1-67 15,-7 4-55-15,6-1-44 0,-6 1-42 0,7 3-43 16,-1 3-36-16,7 1-41 0,-6 4-31 16,5 2-27-16,2 2-21 0,-1 2-23 0,0 1-33 15,0 3-25-15,-1 1-27 0,8-1-21 16,-7 3-19-16,1 2-35 0,4-1-63 0,2-5-126 16,0 2-171-16,6-1-211 0,-7 1-222 15,8-5-93-15,-1 2-4 0,-6-2 85 16,5-7 155-16,7 1 200 0</inkml:trace>
  <inkml:trace contextRef="#ctx0" brushRef="#br0" timeOffset="1421.47">18529 6667 293 0,'6'-11'554'0,"0"0"126"0,-6-3 106 0,0-1 37 16,7 1-183-16,-7 3-135 0,0-5-102 15,6 6-115-15,1-1-99 0,0-1-68 0,5 5-44 16,2 0-32-16,-2 3-20 0,2 1-12 15,-1-1-10-15,7 8-9 0,-8-1-9 0,1 1-15 16,-6 3-17-16,-1 5-19 0,1 2-15 16,-7 0-15-16,-7 5-2 0,7-2 6 0,-6 6 10 15,-1-1 19-15,0 0 16 0,1 0 18 16,0 0 13-16,6 0 8 0,0-3 10 0,0-1 3 16,6 0 17-16,0-4 13 0,1 1 20 15,6-1 15-15,7 3 10 0,-7-4 8 16,-1-1-7-16,8-2-7 0,-7 5-14 0,1-4-16 15,-8-3-11-15,6 2-13 0,-12 1-1 16,0-3-6-16,-6 2-2 0,0 2 3 0,-7-2 2 16,-7 1 0-16,0 0-4 0,-5 0-1 15,-1-3 2-15,0 3-6 0,0-3-3 0,-1-1-20 16,1-4-45-16,7 1-109 0,-1-4-167 16,8-4-197-16,12-2-211 0,0-6-95 15,0-3-13-15,12-2 73 0,8-3 148 0,-1-2 190 16</inkml:trace>
  <inkml:trace contextRef="#ctx0" brushRef="#br0" timeOffset="1640.18">19408 6521 237 0,'19'-8'615'0,"-12"-2"107"0,5 2 77 16,-4 4 46-16,-8 1-197 0,0-1-191 0,0 4-140 15,-8 4-83-15,-4 3-55 0,5 4-31 16,-6 4-17-16,0-1-10 0,-7 8-14 15,8 0-6-15,-8 4-12 0,1 3-11 0,-1 1-12 16,-6-2-11-16,7 6-10 0,-7-5-19 16,6 1-35-16,-6-2-55 0,7-2-98 15,-1 0-152-15,7-5-176 0,0-1-198 0,0-10-160 16,6-3-49-16,7-2 44 0,0-5 120 16,0-8 156-16</inkml:trace>
  <inkml:trace contextRef="#ctx0" brushRef="#br0" timeOffset="1843.82">19154 6547 371 0,'-7'-12'532'0,"1"5"108"0,6 0 86 0,0 3-71 15,-7 0-100-15,7 4-94 0,0 0-69 0,0 4-62 16,7 3-49-16,-1 1-24 0,1 7-19 16,5-1-27-16,2 4-32 0,5 0-36 15,1 4-33-15,-8 1-25 0,8 2-28 0,0 0-23 16,-1-2-53-16,7 3-87 0,0-4-151 15,1 0-214-15,-1-1-269 0,0-2-176 0,-1-2-61 16,9 0 27-16,-9-4 120 0,8-1 195 16</inkml:trace>
  <inkml:trace contextRef="#ctx0" brushRef="#br0" timeOffset="2218.16">19929 6773 366 0,'-7'-10'602'0,"-6"-5"128"16,6 1 94-16,1-5 3 0,0 4-157 15,0 0-161-15,6 5-127 0,6-5-120 16,0 0-93-16,7 4-70 0,0 0-45 0,7-1-25 16,-1 6-13-16,1 3-6 0,-1-2-8 15,-5 5-9-15,4 5-8 0,-4-2-12 0,-8 8-11 16,-6 1-7-16,0 2 0 0,-6 0-6 16,-8 5 10-16,2 3 5 0,-1-1 12 15,6 2 5-15,-6-1 11 0,1 0 13 0,4-1-1 16,2 1 21-16,6-3 12 0,0-1 23 15,6 1 18-15,2-5 20 0,4 4 20 0,1-3 6 16,1 0 1-16,4-1-9 0,-4 1-11 16,-1-1-14-16,0 1-17 0,0-3-13 15,-7-2-8-15,-6 5-3 0,-6-3-6 0,0 2-2 16,-7-3-1-16,-7 3-4 0,-6 1-4 16,0-5-11-16,-7 5-9 0,1-4-2 0,5 0-5 15,-5-4-20-15,13 1-39 0,-7-3-61 16,12-5-100-16,2-5-175 0,5-3-211 15,14-6-229-15,-1-1-123 0,6-7-24 0,8-3 58 16,0-4 150-16,13-1 200 0</inkml:trace>
  <inkml:trace contextRef="#ctx0" brushRef="#br0" timeOffset="2436.86">20521 6611 421 0,'20'-14'662'0,"-7"3"139"0,0 4 108 0,0 0-25 16,-7 0-141-16,-6 3-168 0,7 0-159 15,-14 4-123-15,7 0-87 0,-6 4-53 0,-1 3-30 16,-5 9-14-16,5-3-7 0,-6 6-4 16,0 3-9-16,0 0-11 0,-7 3-12 15,7 5-13-15,-7 3-10 0,8-3-17 0,-1 2-39 16,0-3-49-16,-6 1-74 0,11-1-98 0,2-7-159 16,0 4-190-16,-1-9-189 0,0-1-153 15,1-9-35-15,6 0 37 0,-6-7 128 16,6-7 177-16,0 0 209 0</inkml:trace>
  <inkml:trace contextRef="#ctx0" brushRef="#br0" timeOffset="2639.97">20313 6609 434 0,'-7'-12'631'0,"7"1"147"0,-6 4 111 16,6 0-54-16,0 0-103 0,0 3-131 15,0 0-152-15,6 4-109 0,1 4-74 0,0 3-39 16,5 0-16-16,8 9-4 0,-1 2-4 15,1 1-20-15,6 1-23 0,0 3-35 0,7 3-32 16,-1-1-26-16,1 1-33 0,-1 4-58 16,1-5-91-16,6 0-117 0,-7 1-208 0,8-4-275 15,-7-4-278-15,-1 1-112 0,1-9-2 16,5-2 67-16,-5-1 184 0,6-3 258 16</inkml:trace>
  <inkml:trace contextRef="#ctx0" brushRef="#br0" timeOffset="2983.6">21297 6736 187 0,'-14'-14'644'0,"-6"3"131"16,8 0 109-16,-1-4 85 0,6 1-130 15,1-1-223-15,6-3-190 0,6 3-124 0,7 1-103 16,0-1-83-16,7 0-51 0,6 4-34 16,7 0-15-16,-1 1-8 0,1 5-3 15,-1 2-6-15,-6 3-16 0,1 3-10 0,-8 5-13 16,-13 3-8-16,1 3-7 0,-7 2 0 15,-13 4 12-15,0 3 8 0,-7-1 14 0,1 4 8 16,-1 3 6-16,8-4 7 0,-8 2 15 16,13-2 28-16,0-3 35 0,7 4 47 0,7-3 56 15,0-3 59-15,13 3 45 0,-1-2 26 16,0 2 14-16,8-2-4 0,-15-2-17 16,8-1-61-16,-14 0-243 0,-6 1 0 0,0-1 0 15,-19 1 0-15,-8-5 0 0,-18 4 0 0,-7 1 0 16,-13-1 0-16,-20 1 0 0,1-1 0 15,-15-3 0-15,-11 3-1008 0,-1-4-325 16,-6-3-128-16,0-3-5 0,-6-8 146 0,-1 0 364 16,0 0 448-16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26.6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3994 16279 264 0,'-2'-3'598'0,"1"3"99"15,-2-2 60-15,-2 0 68 0,1-2-170 16,0 2-142-16,1-2-99 0,0 3-68 0,0 0-42 16,1-1-53-16,0 2-74 0,-1-2-66 0,3 2-45 15,-1 0-28-15,-1 0-16 0,2 2-16 0,2-2 2 16,-1 3 2-16,1-2 2 0,-1 3 1 16,4 1 3-16,-3-2 2 0,3 4 2 15,-2 0 5-15,0 3 3 0,0-2 5 0,2 1 5 16,-4 2 0-16,2-2 2 0,-1-1 3 15,1 0 3-15,-1 0-5 0,1 0 1 0,-1-2 4 0,-1-4 7 16,1 2 6-16,1-3 13 16,0 0 15-16,3-2 11 0,2-5 4 0,2-1-6 15,4-6-12-15,1-4-16 0,6-3-18 16,1-3-16-16,2-3-11 0,5 1-5 0,-1 0-5 16,2-2-2-16,1 1-1 0,2 1-1 0,0 1-2 15,-1 0-2-15,-1 5-3 0,2 0-1 0,-3 2 0 16,-3 3 0-16,-2 2 0 15,-2 3-1-15,0 1 1 0,-7 1 0 0,1 1-1 16,-4 4-2-16,-2 0 0 0,0-1-4 0,-3 3-14 16,-1 0-30-16,-3 3-44 0,-2 1-57 15,-2 2-97-15,0 1-206 0,-5 1-228 16,0 1-260-16,-1-2-108 0,-1 2-22 0,-2-1 52 0,1-2 189 0,0-1 231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29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5234 9432 126 0,'0'-6'482'0,"-2"4"56"0,-1-3 49 16,-2 3 64-16,2-3-97 0,0 2-108 15,-2 0-20-15,2 0 13 0,3 1-6 0,-4 2-40 16,3-1-71-16,0 0-75 0,-1 1-69 0,2 0-58 16,-1 0-30-16,1 2-11 0,0 0 0 15,0 4 3-15,1-2 4 0,1 7 3 16,-1-3 4-16,0 3-7 0,3-1-7 15,-2 2-5-15,-1-2-6 0,1 1-6 16,2-1-8-16,-2-1-2 0,-1-2 0 0,1-1-5 16,1 0-1-16,-1-4-3 0,0 3-1 15,1-4 0-15,2-1 0 0,1-1 0 0,3-4 5 16,4-2 4-16,7-4 1 0,1-4 1 0,9-4-4 16,6-4-3-16,4-4-7 0,4-3-10 15,5-1-8-15,0-4-7 0,0 1-4 16,3 1-3-16,-4 0-3 0,1 4 2 0,-3-1 0 15,-2 5 1-15,-3 5-2 0,-3-1-1 16,-5 5-2-16,-7 3-2 0,-3 2-1 0,-4 3-2 16,-4 2-3-16,-3 1-14 0,-1 3-28 15,-3 2-41-15,-3 0-51 0,1 2-60 0,-3 3-111 16,-3 1-222-16,0 2-275 0,-6 3-202 16,0 0-79-16,-1 0-7 0,0 0 77 0,3-1 218 15,-1-3 292-15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31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3594 10761 384 0,'-5'-10'458'0,"-4"-1"35"0,4-3 20 16,-1 0-80-16,-1 1-160 0,3 1-59 0,0 0-16 16,0 0 14-16,2 2 56 0,1 0 38 15,1 1 26-15,-2 1 7 0,2 6-5 16,0-4-32-16,-1 1-66 0,1 4-64 15,-2 0-51-15,2-1-40 0,0 2-19 16,2 2-3-16,-1 0 5 0,1 4 4 0,1 1 1 16,3 0 5-16,-1 4-3 0,-2 1-8 15,2 0-5-15,1 1-5 0,-1 0 0 0,3 0-5 16,-2-1-1-16,-1 0 2 0,1-3 3 0,2 0 8 0,0-2 6 16,0-1 5-1,2-1 8-15,2-4 5 0,1-1 2 0,4-4-3 0,4-3-4 16,7-4-9-16,4-3-10 0,4-6-7 15,5 0-10-15,2-4-3 0,3-3-7 0,1-2-3 16,2 1-2-16,2-5-6 0,-1 1-5 16,4 0-5-16,-3-2-2 0,4 1-3 0,-1 0-5 15,-4 2-1-15,0 1-2 16,-3 7-1-16,-6 2-2 0,-3 3 2 0,-5 3-2 0,-3 4-6 16,-6 4-13-16,-2 2-27 0,-4 4-29 0,-3 2-50 15,-3 5-60-15,-3 5-105 16,-5 1-199-16,-4 7-217 0,-3 0-241 15,-6 1-94-15,-1 0-15 0,1 0 72 0,0-7 190 16,4-4 236-16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23:53.8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21068 7059 170 0,'-6'15'334'0,"6"-4"50"0,-6-4 43 16,-2 4-98-16,2-7-6 0,0-1-29 0,-7 1 15 15,6-4 30-15,1 3 32 0,-1-3 17 16,1-3-8-16,0 3-25 0,-2-4-46 0,2-3-55 15,0 0-57-15,6-1-45 0,-6 1-31 16,6-4-26-16,6 4-20 0,-6-3-20 0,6-2-14 16,0 1-7-16,2 0-7 0,4 3-5 15,-5 1-4-15,6 0-4 0,-6 3-4 16,-1 4-6-16,6 0-1 0,-12 0-1 0,8 4 0 16,-8 3 1-16,0 5 1 0,0 2 1 15,-8 0-1-15,2 1 0 0,0 4 0 16,-7-1-2-16,0 0 1 0,0-3 0 0,-1-1 0 15,8-3-2-15,-6 1-18 0,4-4-35 0,2-5-61 16,0 0-111-16,-1-6-147 0,1 0-168 16,-1-5-182-16,7-4-112 0,-7 1-18 15,1-3 70-15,0-5 123 0,0-3 160 16</inkml:trace>
  <inkml:trace contextRef="#ctx0" brushRef="#br0" timeOffset="1062.75">18170 5392 33 0,'13'15'191'0,"-6"0"38"0,-1-5-12 16,1 1-36-16,-1 0-8 0,-6-4 15 0,6 1 16 15,-6 0-5-15,0-1 6 0,0 0 15 16,-6-3 10-16,6-1 19 0,-6 5 34 0,6-4 41 16,-7-4 29-16,1 3 6 0,-1-3-1 15,7 0-23-15,-6 0-45 0,-1-3-56 0,7-1-52 16,-6 1-36-16,6-5-34 0,6 1-29 15,-6-4-24-15,7 0-14 0,6-1-15 16,0-2-13-16,-1 3-6 0,8-1-2 0,0-2 2 16,6 3-5-16,-7 4 1 0,7-4 0 0,-6 7 0 15,7 1-2-15,-8-1-7 0,0 8 0 16,-6-1 3-16,7 5 0 0,-7 3 2 16,-6 0-3-16,-1 3 3 0,-6 4 1 0,0 4-6 15,-6 1-1-15,-1 3-4 0,-6 3-2 16,-1-4-2-16,2 4 0 0,-1-4-3 0,0 2-1 15,0-5 3-15,-1-4-3 0,2 1 8 16,5-9 1-16,0 1 3 0,1-3 1 16,6-5 1-16,0 2 7 0,6-10-5 0,1 5-2 15,6-7 1-15,1 3-1 0,-2-3-2 16,8 3 1-16,-7-3 0 0,7 4-1 0,-1 3 3 16,0 3 5-16,-6 1 4 0,7 3 5 15,-7 0 4-15,0 4 4 0,0 1 4 16,0 6 2-16,-6-4 3 0,-7 8 3 0,0-3 1 15,-7 3 2-15,0-1 0 0,1 1 0 16,-7 1 0-16,-7 3-1 0,1-5 3 0,-1-3 5 16,1 4 4-16,-8-2 0 0,2-7 0 15,5 1-2-15,0-6-4 0,-6 0-14 16,13-1-17-16,-6-7-28 0,6 0-40 0,0-3-47 16,0-5-57-16,6 1-82 0,7-4-117 15,7 0-112-15,-1 1-113 0,8-6-121 0,5 1-104 16,0-3-1-16,8 0 80 0,-1-1 109 15,6-2 135-15</inkml:trace>
  <inkml:trace contextRef="#ctx0" brushRef="#br0" timeOffset="1593.83">19375 5466 64 0,'6'-7'328'0,"-6"-4"44"0,0-1 37 15,0 1-28-15,0 0-60 0,-6 0-51 0,6 0-23 16,0 0 7-16,-6 0 24 0,6 4 27 16,-7 0 10-16,0-1 0 0,1 1-9 0,-1 4-33 15,1 3-48-15,0-4-59 0,-8 8-48 16,8-1-38-16,-7 1-21 0,0 4-14 0,0 2-13 15,0 5 0-15,0-4 2 0,-7 7-5 16,7 0-2-16,0 5-2 0,0 2 7 16,1 0 2-16,-2 1-1 0,8 7 2 0,-7-4 4 15,6 5 4-15,7 2-3 0,-6-7-2 16,6 4-3-16,0-4 2 0,0 2-7 0,6-6-3 16,-6-3-1-16,7-5 4 0,-1-2 3 15,7-4 1-15,-7 0 7 0,8-4 5 16,-1-2 3-16,6-5 0 0,-6 0 0 0,7-7 0 15,0-1-4-15,-1-3-1 0,-6 0 4 16,0-4 7-16,0 4 6 0,0-3 12 0,-7-1 20 16,1 0 12-16,-1 1 2 0,-6-1-2 15,-6 1-2-15,-1 2-11 0,1 1-20 16,0 4-18-16,-8 0-15 0,2 3-15 0,-8 4-10 16,1 4-7-16,-1 3-6 0,0 0-9 15,1 1-17-15,6 2-31 0,0 1-49 0,-7 1-64 16,14-1-79-16,-1 0-106 0,7-4-140 15,0 0-147-15,7 1-151 0,-1-5-119 16,14 1-17-16,-7-4 62 0,13-4 129 0,-6 1 164 16</inkml:trace>
  <inkml:trace contextRef="#ctx0" brushRef="#br0" timeOffset="2218.66">19916 5495 141 0,'0'0'347'0,"0"0"62"0,0 0 32 16,0-4-36-16,0 4-26 0,0-3-23 15,0-1-8-15,-7-3 0 0,7 3 1 0,0-3-3 16,-7 0-18-16,7-1-39 0,-6-3-50 16,0 0-40-16,-8-1-34 0,8 2-33 0,-7-1-25 15,0 4-15-15,0-4-16 0,-1 7-21 16,-4 0-19-16,4 4-8 0,-5 0-8 0,-1 8-8 16,8-1-3-16,-2 4-6 0,-5 0 0 15,12 4-9-15,-6-1-1 0,7 4 5 16,0-3-3-16,6 0 3 0,0-4 2 0,6 0 8 15,0 0 0-15,7-4 1 0,0-3 6 16,0 0-3-16,1-4-3 0,4 0-2 0,2-4-2 16,0 0-1-16,-7 1-2 0,7-5-1 15,-8 1 2-15,8-1 0 0,-7 5 0 16,-7-4 8-16,8 3 5 0,-8 0 13 0,-6 1 13 16,6-1 11-16,-6 0 2 0,7 4-8 15,-7 0-12-15,0 0-12 0,0 4-13 0,7 0-10 16,-7 3-2-16,0 4 2 0,6 4 0 15,-6-1 2-15,0 9 0 0,7-2 0 16,-1 5-1-16,-6 0 3 0,7 7 5 0,-7-4 3 16,7 4 4-16,-7-4 6 0,6 5 11 15,-6-6 4-15,0-2-2 0,6-1 2 0,-6 2 1 16,0-9-3-16,0 0-8 0,0 0-3 16,0-7-4-16,0 0-3 0,0 1-6 15,0-9-16-15,0 4-27 0,0-3-47 0,0-4-69 16,6 0-128-16,-6-4-167 0,0-3-187 15,0-1-211-15,8-3-84 0,-2 1 2 0,0-5 92 16,7-3 149-16,-6-1 189 0</inkml:trace>
  <inkml:trace contextRef="#ctx0" brushRef="#br0" timeOffset="2515.39">20359 5564 92 0,'0'-3'549'0,"0"-1"126"0,-7 0 95 0,7 1 70 16,-6 0-100-16,6-2-174 0,-7 5-146 16,7-3-106-16,0-1-87 0,-7 4-65 15,7 0-56-15,0 4-37 0,0-1-28 0,0 5-13 16,0 3 1-16,0 3 8 0,0 5 10 0,7 3 6 16,-7 0 13-16,0 3 11 0,0 1 6 15,0 0 0-15,0 0-4 0,0-1-1 16,0-3-13-16,0 0-14 0,0 0-13 0,0-4-11 15,0-3-6-15,0-1-6 0,0-2-3 16,0-1-15-16,0-4-28 0,0 0-38 0,0-3-61 16,0-1-107-16,7-3-160 0,-7-3-182 15,6-1-202-15,1-7-121 0,-1 0-27 16,7-4 65-16,0-3 136 0,-7-1 179 0</inkml:trace>
  <inkml:trace contextRef="#ctx0" brushRef="#br0" timeOffset="2983.68">20547 5609 114 0,'-6'0'529'0,"6"-4"134"0,-6 0 107 15,-1 1 73-15,0-1-113 0,7-4-148 16,-6-3-124-16,6 4-109 0,0-4-88 0,0-4-67 16,6 5-51-16,1-5-36 0,0 1-27 15,5-1-21-15,2 0-11 0,-2 3-7 16,1 2-1-16,7-5-3 0,-6 8-4 0,4 0-2 15,2 2-4-15,-1 2-5 0,7 3 1 16,-6 3-1-16,0 2 1 0,-1 5-2 0,-5 1 1 16,5 5 5-16,-13-2-1 0,8 4 1 15,-14 1-2-15,0 6 1 0,0 1 2 0,-14-1-6 16,1 5-8-16,1-1-2 0,-8 0-2 16,0 1-3-16,1 0-4 0,-1-5 1 15,0-3 9-15,1 3 0 0,-1-6 9 0,8-5 10 16,-2 1 12-16,2-4 13 0,-2 0 9 15,8-3 10-15,6-6 2 0,-7 3-3 16,7-2-8-16,0-3-10 0,7 0-11 0,-1 0-12 16,8-3-8-16,6-2-9 0,-2-2-5 15,9 0-2-15,-1 0-4 0,6-4-1 0,-5-1-3 16,5 2 3-16,1-1 1 0,-1 0 2 16,-6 0 1-16,7 0 2 0,-7 1 0 15,-7-2-1-15,1 5-3 0,0 0-6 0,-8-1-17 16,1 5-29-16,-6-2-51 0,0 3-62 15,-1 2-73-15,0-5-112 0,0 2-139 0,-6 3-151 16,8-4-170-16,-2 4-125 0,0-4-25 16,1 1 62-16,6-1 127 0,0-3 164 15</inkml:trace>
  <inkml:trace contextRef="#ctx0" brushRef="#br0" timeOffset="3296.1">21636 5488 313 0,'0'-8'699'0,"-8"1"116"0,2-5 85 16,0 5 62-16,-1-4-188 0,0 4-233 15,1 0-149-15,-1 3-90 0,1-4-64 0,6 5-56 16,-6 3-46-16,6-3-38 0,0 6-37 16,0 0-22-16,6 5-4 0,7 7 10 0,-7 4 16 15,8-1 10-15,-8 8 20 0,8-1 14 16,-2 4 0-16,1 0-4 0,-6 5-6 15,-1-6-10-15,1 6-9 0,-1-5-9 0,-6 1-13 16,6-5-13-16,-6 1-7 0,0-4-10 16,0-4-9-16,0 0-11 0,0-3-27 15,-6-4-48-15,6-1-71 0,0-2-94 0,6-8-148 16,-6 0-194-16,8-3-187 0,-2-9-201 16,6-2-71-16,2-4 21 0,-1-4 109 0,7-8 177 15,-1-2 202-15</inkml:trace>
  <inkml:trace contextRef="#ctx0" brushRef="#br0" timeOffset="3609.07">22039 5378 76 0,'0'-11'543'0,"0"3"140"0,-7 2 93 15,1 1 67-15,-7 5-103 0,-1 0-157 0,2 0-152 16,-8 5-111-16,7 1-74 0,-7 2-53 16,8 3-42-16,-2-4-39 0,8 4-27 15,0 0-14-15,6-1-2 0,0 2 4 0,6-1 11 16,0 0 10-16,8-1 6 0,5 2 4 0,1-1-1 15,0 0 1-15,-2 0-3 0,2-4 3 16,7 4 2-16,-9 0-1 0,2 4-3 16,0-4-6-16,-7 3-2 0,0-3-1 0,0 4-2 15,-7 4 0-15,1-5 0 0,-7 5 0 16,0-5-4-16,-7 4-8 0,1 1-13 0,-7-5-11 16,0 4-14-16,-6 1-15 0,-1-4-8 15,6-1-9-15,-4 1-11 0,-2-4-27 0,-7-4-56 16,9 4-74-16,-2-7-90 0,0-4-115 15,1-4-173-15,-1 1-192 0,1-8-181 16,5-8-131-16,2-3-17 0,-2 1 58 0,8-13 148 16,0 5 202-16,6-4 227 0</inkml:trace>
  <inkml:trace contextRef="#ctx0" brushRef="#br0" timeOffset="3765.05">21908 5400 29 0,'8'-11'563'0,"-2"0"166"15,0 3 106-15,0-3 78 0,1 0-63 16,6 1-160-16,0-5-180 0,1 1-135 0,4-2-84 15,9 2-63-15,5-5-55 0,1 1-55 16,6-1-43-16,0 2-35 0,0-3-46 16,7 3-53-16,-7-1-72 0,0-1-102 0,-7 4-156 15,1-3-178-15,-7 4-185 0,-12-1-134 16,-2 4-26-16,-5-4 52 0,-7 5 129 0,-7-6 169 16</inkml:trace>
  <inkml:trace contextRef="#ctx0" brushRef="#br0" timeOffset="4295.85">21804 4432 182 0,'0'-11'441'0,"-6"0"67"0,6-3 84 15,0 3 60-15,-6-1-101 0,-1 2-74 16,-6-1-40-16,7 4-41 0,-8-4-56 0,8 3-86 16,-7 1-75-16,-1-1-49 0,2 8-38 15,-8 0-24-15,7 4-19 0,-7 4-7 0,8 3-3 16,-8 3-2-16,7 5 5 0,0 3 5 16,0 3 3-16,7 4 3 0,6 5 3 0,0-2 5 15,6 1 2-15,0 4 5 0,7-5 4 16,7 2 5-16,0-5 4 0,6 0-1 15,-1-3-3-15,1-4-8 0,7 0-10 0,0-3-5 16,6-5-9-16,-6-3-1 0,6-4-1 16,-1-3-7-16,-5-4-4 0,7-4-2 0,-8-3-1 15,1-4 4-15,-7-3 8 0,-1-1 18 16,1-1 16-16,-6-5 21 0,-7-1 13 0,-7-4 10 16,1 1-1-16,-7-4-7 0,0-5-14 15,-13 2-18-15,0-5-18 0,-7 5-16 0,-6-2-7 16,1 5-6-16,-9-1-1 0,2 9 2 15,-7 2 2-15,0 5 2 0,-7 3-4 0,1 2-4 16,-1 7-4-16,-5 2-9 0,4 2-3 16,9 7-9-16,-1-2-16 0,6 4-30 15,7-1-47-15,6 6-58 0,8-6-72 0,5 5-89 16,14 0-111-16,-1-1-155 0,14-3-168 16,-1 1-175-16,13-1-96 0,-6 0 2 15,7-4 74-15,6-4 158 0,-6-3 200 0</inkml:trace>
  <inkml:trace contextRef="#ctx0" brushRef="#br0" timeOffset="4889.46">22182 4223 67 0,'-6'-28'475'0,"-1"-5"79"0,-6-1 88 0,0 1 99 16,-7-3-65-16,-5 6-141 0,-1-3-70 15,-7 8-45-15,7-1-61 0,-6 1-78 16,-8 6-63-16,7 2-51 0,-12 4-32 0,6 6-16 15,-7 4-20-15,-6 3-11 0,0 3-9 16,0 4-4-16,0 9-8 0,0 6-12 16,0 0 1-16,7 11-3 0,-8 4-4 0,1 3-6 15,7 7-2-15,5 4 2 0,1 8-1 16,0 0 1-16,7 3 2 0,-1 4-1 0,7 8 3 16,6-1-3-16,8 4-1 0,-2 3 0 0,14 1-1 15,0-1 4-15,14-2-1 0,-2 1 2 16,8-1 4-16,0-2 3 0,12-2 0 15,-6 0-1-15,6-5 3 0,8-4 5 0,-1 2-1 16,7-5 1-16,-7 0-2 0,6-11-5 16,7 0-4-16,1-6-8 0,-8-5-4 0,7-4-3 15,1-7-2-15,-2-2 2 0,1-9 0 16,1-7-4-16,-8-4-3 0,7-3-4 0,0-8-5 16,0-7-5-16,1-7-5 0,-1 0-1 15,-1-12-1-15,2-3-1 0,-1-7-2 16,6-4 2-16,-6-4 9 0,-6-3 14 0,6-7-2 15,-6-1-27-15,-7-7 0 0,7-4 0 0,-14-3 0 16,7-4 0-16,-6 0 0 0,-7-3 0 16,-7-5 0-16,1 2 0 0,-8 2 0 15,-12 0 0-15,0 4 0 0,-6 4 0 0,-13-1 0 16,-13 1 0-16,-8 7 0 0,-5-1 0 16,-20 13 0-16,0 0 0 0,-14 10 0 0,-6 6 0 15,-6 6 0-15,0 10 0 0,-1 8 0 16,-5 9 0-16,-1 5 0 0,7 12 0 0,0 2 0 15,6 8 0-15,7 8 0 0,7 3 0 16,12 3 0-16,13 1 0 0,8 2 0 0,11 6 0 16,7-1 0-16,14 3 0 0,12 1 0 0,8-4-62 15,12 4-586-15,7-1-313 0,12-3-228 16,14 0-69-16,-7-3 34 0,7-8 101 0,-8-4 207 16,8-4 331-16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35.0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5966 16046 597 0,'-2'-5'816'0,"0"-1"102"0,-2 1 61 0,-1-1 33 0,-1 3-332 0,3 0-250 16,0 0-154-16,-1 1-92 0,1 1-48 0,1 1-40 16,-1 0-32-16,3 0-18 0,0 0-11 0,0 1-2 15,2 3 0-15,1 0 2 0,2 2 4 16,-2 0 4-16,2 2 2 0,1 3 2 0,2-4-8 16,-2 3 3-16,-1 1 1 0,2-3-3 0,-3 0 0 15,2 0 1-15,-1-2 7 0,0-2 5 16,1-1 9-16,1-2 17 0,2-1 10 15,2-2 5-15,2-6 5 0,4-2-1 0,2-7-6 16,5-2-14-16,6-6-8 0,3-1-13 0,7-6-16 16,2-2-8-16,3-2-10 0,4 0-4 15,0 0-6-15,-2 0-2 0,2 1 1 0,0 4-2 16,0 0 0-16,-2 4-1 0,-2 1-2 16,-2 2 0-16,-1 3-4 0,-4 6 0 15,-3 1-2-15,-5 2-2 0,-2 5-5 0,-2-1-12 16,-7 4-21-16,-2 1-31 0,-6 1-48 15,0 2-56-15,-6 2-82 0,-2 3-189 0,-3-1-230 16,-5 3-287-16,1 0-121 0,-7 3-31 16,1-3 38-16,0 1 176 0,-2-1 239 15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38.2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4431 17985 203 0,'-2'-5'503'0,"0"2"72"0,-1 2 57 0,-2-2 51 15,1 0-193-15,-1 1-108 0,0-1-38 0,2 2-13 16,0-1-9-16,1 2-2 0,-1-1-14 16,1 1-41-16,1 0-46 0,-1 0-48 0,1 0-44 0,1 1-40 15,-4 2-23-15,8 3-13 0,-3 2-8 16,1 2-2-16,-1 2-3 0,3 1 0 0,-1 3-3 15,0-1-3-15,2 0-1 0,-2 1-2 0,5 0-1 16,-4-2 0-16,1 0 1 0,0 1-1 16,2-3 1-16,-1-1-1 0,0-2 3 0,0 1-1 15,1-3-2-15,-1-2 2 0,3-1 4 16,-1-2 4-16,5-2 1 0,1-5 6 0,4-1 6 16,2-5 1-16,5-6 1 0,2-2-2 0,3-4-4 0,4-4-8 15,0-4-4-15,4-1-6 0,2-3-4 0,1 1-4 16,0-1-4-16,-1 4 0 0,2-2-3 15,-2 6-4-15,0 2-2 0,-1 2 1 16,-1 3 0-16,-2 2-4 0,1 5-3 0,-2 0 2 0,-2 5-1 16,-3 3-2-16,0 2-1 0,-3 3 1 15,-4 3 1-15,-1 3 0 0,-4 3 0 0,-1 2-2 16,-5 2-6-16,-3 2-17 0,-1 3-29 16,-7 0-44-16,-1 5-47 0,-3-1-81 0,-5 3-181 0,1 0-211 0,-2-2-264 15,-5 3-126-15,0-2-44 0,-2-1 37 0,0-2 161 16,-1 0 215-16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40.8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6177 15084 140 0,'-9'0'478'16,"-2"-1"53"-16,0-3 30 0,-3 2 30 0,3 2-168 16,-2-4-142-16,4 4-43 0,1-2 3 15,1 2 11-15,1-3-2 0,2 3-14 0,0 0-28 0,3 0-16 0,-1 3 7 16,2-1 2-1,2 2-4-15,1 3 9 0,0-1 8 0,0 3-28 0,3 3-49 16,-1 1-34-16,1 0-14 0,-1 4-16 0,-1 0-7 16,0-1-5-16,2 1-3 0,-1 0 3 15,-2-3-3-15,2 0-2 0,-2-1-5 0,2-4-6 0,-2-1-4 16,3-2-3-16,-1-4 3 0,2 0 7 16,2-4 9-16,7-3 12 0,1-6 11 0,7-4 3 31,4-4-3-31,6-6-4 0,4-1-7 0,4-6-13 15,4-2-13-15,1-2-9 0,1-3-7 16,3 0-6-16,1-1-8 0,-3 3-1 0,-2-1-5 16,-1 5-2-16,1 1 0 0,-7 3-5 15,0 3 0-15,-3 2 0 0,-4 4 0 0,-2 2 0 16,-7 2-2-16,-1 3-4 0,-4 3-12 16,-3 1-21-16,-2 2-31 0,-4 0-41 0,-2 4-48 15,-1-1-71-15,-4 3-181 0,-1-3-221 16,-4 3-282-16,-1 0-124 0,-6-1-39 0,-1 2 29 15,-1-2 167-15,-1 0 230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43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6603 12802 278 0,'-5'-1'510'0,"2"-3"44"15,-3 2 31-15,-1-3 34 0,2-1-215 0,-2 2-77 16,2 1 1-16,0-1 34 0,-1 2 25 0,3-1-9 15,-1 1-30-15,3 1-58 0,-1 0-67 16,1 1-67-16,-2 0-50 0,3 0-25 0,0 1-11 16,0 0-6-16,0 4-3 15,3-1-4-15,-2 1 5 0,2 1 3 16,1 1 1-16,-1 1-7 0,0 0-2 0,1 2 3 16,2-1-3-16,0 0-3 0,-2-2-2 0,3 1 6 0,-1-4 8 0,1 2 6 15,2-2 6 1,2-2 4-16,2-2 6 0,4-2 1 0,4-3-6 15,4-4-11-15,8-4-11 0,3-6-10 16,7-2-11-16,6-5-13 0,4-2-6 16,4-2-6-16,3-1-3 0,1-4-3 0,0 2-3 15,-2 0-5-15,1 2 0 0,-6 2 0 16,0 1 2-16,-5 4-1 0,-3 0-1 0,-7 3 1 16,-2 4 0-16,-6 2 0 0,-5 4-2 15,-4 0-6-15,-5 3-14 0,-3 2-29 0,-6 0-41 16,0 3-60-16,-4 3-82 0,-3 0-203 15,-4 3-235-15,-2 2-280 0,-3 2-123 16,-3-1-28-16,-2 2 36 0,-1-2 183 0,0-3 235 16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24:19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21766 4678 49 0,'6'-7'224'0,"0"3"14"15,1-3-19-15,-7 4-62 0,0-1-59 16,0-1-36-16,-7 5-24 0,7-3-14 0,-6 3-7 15,-7 0-10-15,6 0-3 0,-6 0-2 16,0 3-1-16,-6-3 0 0,-1 5-1 0,-6 2 2 16,1-4-2-16,-9 5-4 0,2 3-16 15,-1-1-40-15,-6 1-96 0,-6 0-52 16,-1 1-25-16,-6 2-9 0</inkml:trace>
  <inkml:trace contextRef="#ctx0" brushRef="#br0" timeOffset="203.08">20645 5048 26 0,'-25'0'123'16,"5"0"-25"-16,-13 4-38 0,7-4-89 16,-7 0-51-16,1 3-28 0</inkml:trace>
  <inkml:trace contextRef="#ctx0" brushRef="#br0" timeOffset="952.91">19499 5001 147 0,'0'-9'245'0,"6"6"10"0,-6-4-28 0,7 0-35 15,-7 3-29-15,0-3-21 0,0 3-9 16,0 0-6-16,0 1-9 0,-7-1-13 0,7 0-13 16,-6 1-13-16,-1-1-15 0,1 4-14 15,-7 0-8-15,0-4-4 0,-7 4-7 16,1 4-3-16,-1-4-2 0,-6 4 1 0,-7-1 0 16,1 1-1-16,-7 0 0 0,-7 3-4 15,-13 0-3-15,1 1 0 0,-14 3-7 0,1 0 3 16,-14-1 1-16,0 6 1 0,-12 2-1 15,-1 0-3-15,-6 1 0 0,-7 2-9 0,-6 5 3 16,-1 0-2-16,2 3-3 0,-1 4 5 16,-1-4-2-16,-6 8 1 0,1-5-6 0,-1 5 6 15,6 0 5-15,1 0-6 0,7 0 2 16,-1-1 2-16,1-3 4 0,5 3-10 0,1-2-3 16,7-1 0-16,5-1 3 0,7 2-1 15,0-9-2-15,8 5 3 0,5-1 1 16,0-4 0-16,1 1-4 0,5-1-1 0,1-3 1 15,0 1-1-15,6-2 2 0,8 2-1 16,-2-5 4-16,7-4 3 0,1 5-1 0,13-5-2 16,-7-3 0-16,6 1 0 0,7-5 0 15,6 4-1-15,0-7-1 0,1 3-1 16,6-3-1-16,0-1 1 0,7 0 0 0,0-3-1 16,-2 0 1-16,8 0 1 0,-6 5 0 15,6-5 0-15,0 0 1 0,6 0-1 0,2-5 0 16,-2 5-4-16,0 0-12 0,7-3-39 15,0 0-57-15,0-1-115 0,7 0-142 0,0-3-73 16,-1-1-26-16,7 0 14 0,-6-6 46 16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46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6279 12439 307 0,'-5'-5'528'0,"0"-1"46"0,-4 0 26 16,1 2 17-16,-2-2-229 0,4 3-98 16,-2 0-11-16,2 2 20 0,1-2 30 0,2 3 17 15,0-2-15-15,1 2-40 0,-1 0-55 0,1 3-50 16,1 0-43-16,-2 6-39 0,1-2-22 15,2 5-13-15,0 2-9 0,0 0-8 16,2 1-2-16,-2-1 2 0,4 1-1 0,-2-2 0 16,1 1 4-16,2-4 1 0,-2-1 2 15,4-2 3-15,-1 0 2 0,3-3 0 0,-1-3-4 16,5-2 0-16,4-4-3 16,1-4-5-16,7-3-1 0,0-3-1 0,6-5 3 0,3-2-4 15,5-1-3-15,1-7-6 0,3 1-3 16,4-6-6-16,2 1-7 15,5-4-4-15,1 2-4 0,2-1-3 0,3 2-4 16,0 1-1-16,0 0-2 0,-4 5-3 16,-1 2-2-16,-3 1 2 0,-6 4-2 0,-3 2 1 15,-7 4-1-15,-6 2-2 0,-5 2-14 0,-4 4-25 16,-5 1-33-16,-3 1-51 0,-4 4-89 16,-3-2-220-16,-4 1-252 0,-4 2-254 15,-4-1-114-15,-5 2-28 0,-2-3 47 0,-4-1 199 16,-4-3 256-16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54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6451 13114 331 0,'0'-7'578'15,"0"-1"60"-15,-4 0 72 0,-1 1 106 0,0 1-192 0,0 0-107 32,0 0-51-32,2 4-23 0,-2-3-48 15,1 2-85-15,2 1-87 0,1 0-63 0,-1 0-36 16,-1 0-22-16,3 1-12 0,-2 1-6 16,2 0 1-16,0 0-2 0,0 1-7 0,0 3-2 15,2-3-3-15,0 2-1 0,1 1-6 16,0 1-4-16,3 2-1 0,0 1-6 0,1-1-9 15,-1 2-4-15,1 0-4 0,0 0 0 16,0 0 4-16,-1 1 4 0,1-3 10 0,0-1 8 16,-1 0 8-16,1-2 3 0,-1-2 6 15,2-1 0-15,1-1-2 0,1-3-5 16,1-1-6-16,3-4-53 0,1-1-13 0,2-3 0 16,2-3 0-16,0-2 0 0,6-1 0 15,0-2 0-15,4-5 0 0,2 2 0 0,1-4 0 16,5 0 0-16,1-1 0 0,1 0 0 0,2 3 0 15,1-1 0-15,1 2 0 0,-3 3 0 16,-2 2 0-16,-1 3 0 0,-4 0 0 16,-5 4 0-16,-3 2 0 0,-3 2 0 0,-4 4 0 15,-2-1 0-15,-3 2 0 0,-3 3 0 0,-2 0 0 16,0 3 0-16,-3 0 0 0,0 1 0 16,-1 2 0-16,-2 3-136 0,-2-1-212 15,-2 1-223-15,-2 2-257 0,1-1-245 0,-2-1-97 16,0-1-5-16,0-3 60 0,2-1 216 0,0-6 283 15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9:57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6078 15699 160 0,'0'-3'549'16,"-3"0"93"-16,0-2 65 0,-2 2 60 0,-1-1-111 15,-1 0-146-15,2 0-65 0,1-1-48 16,-1 3-33-16,2-2-38 0,1 3-61 0,-1 0-69 0,2 1-63 16,-1-2-38-16,2 2-27 15,-2 0-16-15,2-2-7 0,0 2-5 16,0 2 1-16,0-2 0 0,2 2 5 0,-2 0 11 15,3 2 5-15,-1 3 2 0,1 1 2 16,0 2 4-16,-1 1 3 0,1 2-7 0,-1-1-3 16,2 0-1-16,-2 1-3 0,-1-2-7 15,2 0-4-15,-2-1 2 0,2-3 0 16,0 0 3-16,0-1 4 0,2-2 9 0,1-2 12 16,5-1 6-16,0-4 8 0,3-3 0 15,4-3 2-15,6-4-4 0,4-5-7 0,5-3-68 16,2-2-15-16,3-4 0 0,6-2 0 15,-2 1 0-15,3 0 0 0,-2-1 0 16,-2 2 0-16,3 1 0 0,-4 3 0 0,-1 1 0 16,-4 1 0-16,1 2 0 0,-6 3 0 0,-1-1 0 15,-5 5 0-15,-2 1 0 0,-3 1 0 16,-5 1 0-16,0 3 0 0,-3 0 0 16,-3 2 0-16,-1 1 0 0,0-1-21 0,-4 3-217 15,-1 1-71-15,0-2-159 0,-4 2-234 16,-1 0-300-16,-5 2-128 0,2-1-27 0,-4 1 36 15,-1 0 156-15,0-2 255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00.4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5953 11998 578 0,'-1'0'739'0,"-2"-1"81"0,-2-2 61 0,-2 0 43 16,2 1-327-16,1 0-172 0,-1 2-107 0,2-3-59 15,0 3-47-15,1 0-51 0,-1 0-37 16,3 0-30-16,-2 3-16 0,2-3-5 16,0 4 0-16,0 5 3 0,2 0-1 15,0 1 3-15,-1 2-3 0,1 3-5 0,1-2-5 16,0 1-7-16,-2 0-6 0,4-1-2 0,-2-2-4 15,-1-1-5-15,3 0-1 0,-2-4 0 0,2 1 0 16,-2-3 1-16,3 0 6 0,0-3 11 16,1-2 9-16,4-4 9 0,1-1 9 15,3-4 4-15,5-5-4 0,4-1-6 16,3-5-9-16,3-2-10 0,8-7-9 0,0-1-9 16,6-3-11-16,2-4-7 0,3-2-6 15,3-2-6-15,0 1-6 0,2 0-4 16,0 1 0-16,1 4 1 0,1 1 0 0,-3 3 0 15,-2 2 1-15,0 3 1 0,-4 1-3 0,-3 4-3 16,-4 2-2-16,-7 2-7 0,-3 4-22 16,-5 2-27-16,-4 4-39 0,-5 0-54 0,-4 3-74 15,-4 1-110-15,-3 1-224 0,-5 0-292 16,-3 2-202-16,-4 0-74 0,-2-1 7 16,0-2 81-16,-3-3 227 0,-2-1 307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03.5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7251 13579 553 0,'0'-2'677'0,"0"-5"78"0,-4 1 79 0,1 0 25 16,-1 0-271-16,1 1-138 0,1 3-70 15,-1-3-54-15,2 2-60 0,-1 0-57 0,0 2-51 16,2-1-43-16,-3 1-31 0,3 1-13 16,0 0-4-16,0 0 2 0,3 1 10 15,-1 4 8-15,3-1 5 0,0 2-3 0,1 1-1 16,0 4-4-16,0-3-8 0,2 3-5 15,-1-1-1-15,-1 0 3 0,3 2-2 0,-2-1-1 16,-1-1-5-16,2-1 1 0,1 0 1 16,0-1 2-16,0-1 2 0,2-3 6 15,0 0 7-15,2-4 2 0,4-4 1 0,2-1-5 16,0-5-56-16,6-4-26 0,2-3 0 0,3-2 0 16,4-2 0-16,0-5 0 0,4-1 0 15,3-1 0-15,2-4 0 0,4-2 0 16,3-1 0-16,3 1 0 0,2-3 0 0,1 5 0 15,-2-1 0-15,0 0 0 0,-4 3 0 0,-4 2 0 16,0 3 0-16,-5 3 0 16,-6 0 0-16,-4 6 0 0,-4 0 0 0,-5 3 0 15,-3 2 0-15,-3 3 0 0,-5 2-47 0,-1 0-302 16,-3 1-176-16,-5 1-236 0,-2 1-285 16,-2-2-118-16,-1 1-14 0,-4 0 50 0,0-2 174 15,-1-2 262-15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06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5735 12012 3 0,'-1'-3'382'16,"-1"0"46"-16,0 0 38 0,-1-2 26 0,1 1-116 0,-1 1-132 15,0-1-54-15,1-1-6 0,-1-1 4 16,2 2 23-16,-1 2 26 0,-1-3 28 0,2 2 38 16,-1 0 25-16,1 0 15 0,-1 0-14 15,2 1-27-15,-2 1-36 0,1-1-49 0,-1 2-55 16,0 0-44-16,2 0-27 16,-1 2-14-16,-1-1-5 0,2 3-4 15,0 0-3-15,0 1 2 0,0 1 0 0,0 0 2 16,2 2-1-16,-1 2-3 0,-1-1-8 15,2-2-8-15,1 1-6 0,-1-3-5 0,1 3-5 16,-1-2 1-16,2-2 4 0,-1 2 3 0,2-2 7 16,0-2 2-16,1 1 3 0,3-3 1 0,4-4 4 15,0-1 2-15,6-5-6 0,4-2-5 16,4-4-4-16,5-6-4 0,1-3-6 0,5-3-7 16,5-5-5-16,3-3-2 15,3-5-7-15,5 1-3 0,1-1-4 0,3 1-2 16,-1 1-2-16,-3 3-1 0,-2 1-2 15,-3 4 1-15,-4 2-1 0,-6 5 1 0,-3 4 1 16,-6 1-1-16,-6 5-1 0,-2 1-2 0,-3 3-6 16,-6 2-17-16,-2 2-32 0,0 2-43 0,-5 1-49 15,-1 1-60-15,0 2-102 0,-5 2-193 0,0 1-184 16,0 3-237-16,-5 1-107 0,0 1-23 16,-1-1 62-16,1-3 185 0,-1-4 204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08.9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4547 16744 339 0,'-3'-7'658'16,"-3"1"86"-16,0 1 57 0,-2 1 54 0,-2-2-206 16,1 2-204-16,1 0-92 0,3 1-52 15,-1 0-25-15,1 0-40 0,2 2-44 0,-2-2-49 16,2 3-42-16,2-2-30 0,-1 2-25 0,0 0-7 16,2 0 1-16,0 2 6 0,0-1 6 15,2 4 4-15,1 0 5 0,0 3 5 0,3 2-4 16,-2 1-4-16,0 2-1 0,1-2-5 15,0 1-5-15,0 0-4 0,0 1-5 0,1-3 0 16,-2 2 2-16,1-1 0 0,0-3 2 0,2 0 4 16,-3-1 3-16,2-3 1 0,1 0-2 15,-1-2 6-15,2-2 7 0,1 0 6 0,1-2 6 16,3-4 1-16,2-3-1 0,1-2-6 0,6-5-8 16,0-3-10-16,4-1-10 15,2-4-6-15,1-2-10 0,5-4-7 0,1 2-5 16,3-2-4-16,0 0-2 0,3-2-2 0,0 1-1 15,-2 1 3-15,3-1-2 0,-3 3 1 0,-1 0-3 16,1 3 1-16,-3 2-2 0,0 2-1 16,-3 2-1-16,-3 3-1 0,0 1-4 0,-6 2-6 15,-2 1-8-15,-3 4-17 0,-3 1-26 0,-3 1-42 16,-7 2-54-16,0 3-77 0,-4 0-162 16,0 1-233-16,-4 1-257 0,-1 0-170 0,-2 1-55 0,-3 1 24 15,-1-2 139-15,-1 2 232 0,0-2 277 16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11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6720 15889 226 0,'3'2'838'16,"0"-2"137"-16,-6 0 78 0,0-2 47 0,-2 0-56 15,0 1-470-15,1 1-234 0,-1-1-114 0,-2 1-56 16,3 0-31-16,1 0-17 0,0 0-21 16,1 0-17-16,0 1-20 0,1 0-15 15,-1 1-14-15,4 1-3 0,-1 2 1 16,1 0 0-16,1 3-1 0,2 1-4 0,3 2 1 16,-2-1-4-16,2 4-1 0,-1-2 2 15,2 3 1-15,-3 2 1 0,2-3 1 0,0 4 2 0,1-2-3 16,-1 0-5-16,0-1 3 15,0 0-1-15,0-2 1 0,-2-1 4 0,1 0 8 0,-1-6 7 16,1 1 6-16,0-3 7 16,0-1 5-16,2-4 4 0,2-3-1 0,3-3-3 0,1-7-6 15,5-3-49-15,2-3-8 0,3-6 0 16,4-3 0-16,1 0 0 0,3-5 0 16,4 2 0-16,2-2 0 0,1-5 0 0,3 3 0 0,1-3 0 15,0 3 0-15,0-1 0 0,0 3 0 16,-2 1 0-16,-1 4 0 15,1 1 0-15,-4 2 0 0,0 4 0 0,-1 1 0 16,-4 3 0-16,-3 2 0 0,-3 3 0 16,-2 1 0-16,-4 5 0 0,-5-1 0 0,-2 3 0 15,-5 1-44-15,-4 1-195 0,-2 2-74 0,-1 1-155 0,-4 0-222 16,-1 1-273-16,-3 0-142 0,-2 1-33 0,-3-2 29 16,1-3 147-1,1-3 241-15,-4-6 310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14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4900 14956 140 0,'0'-2'672'16,"0"0"112"-16,-5-3 60 0,-2 2 46 0,2-1-59 15,-3 1-309-15,3 1-169 0,0 1-87 16,1-2-42-16,0 3-33 0,1-2-42 15,2 2-44-15,-1 2-23 0,0 1-12 0,2 1-6 16,0 4 0-16,0 1 1 0,2 2-1 0,0 5-2 16,-1 0-2-16,2 1-6 0,1 1-3 0,-1 0 0 15,0-1 4-15,2 2-2 16,-2-4 4-16,3-1 2 0,0 0 4 16,1-3 7-16,-1-3 6 0,3-1 10 0,1-4 0 15,3-2 4-15,4-5 2 0,1-4-6 0,5-4-7 16,6-6-6-16,2-3-9 15,6-5-7-15,4-5-10 0,2-3-8 0,5-4-6 0,3 1-6 16,4-3-2-16,1 1-5 16,-1 2-5-16,1-1 0 0,-1 6-1 0,-1-1-3 0,-4 4-3 15,-1 2 0-15,-2 4 2 0,-4 1-3 16,-3 4-3-16,-1 2 1 0,-4 1-4 16,-5 5-2-16,-2-1-13 0,-5 3-20 15,-3 2-27-15,-4 1-33 0,-5 1-41 0,-1 2-62 16,-3 2-81-16,-3 0-184 0,-3 2-222 15,-4 1-285-15,-3 2-125 0,-2 1-25 0,-2 1 42 16,-4-5 178-16,2 0 237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17.1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5076 11371 52 0,'1'0'409'15,"-1"0"50"-15,0-2 28 0,-4 2 24 0,4-1-140 16,0 0-133-16,-1-1-59 0,1 2-22 0,0 0-2 15,0 0-1-15,0 0-3 16,1 0 6-16,-1 0 18 0,-1 0 24 0,1 0 17 16,0 0 17-16,-1 2 21 0,2-2 27 0,-1 1-9 15,1 2-29-15,-1 0-25 0,4 4-26 16,-1-1-34-16,-1 1-44 0,1 2-22 0,2 0-11 16,-1 1-12-16,1 1-10 0,-2-1 3 0,2 0-5 15,0 1-2-15,-2-2-6 0,2 2-4 16,1-4 2-16,-1 0-1 0,-2 1-3 15,2-3 2-15,-2-1 6 0,2-2 5 0,0-1 3 16,2-1 4-16,3-3 0 0,1-3 0 16,8-5-2-16,3 0-4 0,2-6-6 0,8-2-4 15,5-1-11-15,1-3-8 0,7-4-6 16,0 1-4-16,3-3-7 0,1 0-2 16,0 1-1-16,-2 0-1 0,-1 1-4 15,0 2 0-15,-3 0-3 0,-2 3 2 0,-3 1 0 0,-5 3 0 16,-3 2 0-16,-3 5-2 15,-4 2 1-15,-5 1-6 0,1 4-7 16,-5 0-12-16,-1 3-29 0,-4 2-41 0,-1 4-57 16,0 3-104-16,-5 1-219 0,-1 2-249 15,-4 3-243-15,-3 2-103 0,-2-2-16 0,-1 0 67 16,0-3 202-16,-3-2 253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25:07.4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20032 7474 94 0,'8'0'241'0,"-2"4"54"0,-6-4 6 15,0 0-50-15,0-4-16 0,0 4 13 16,0-5 3-16,0 2-13 0,0-2 3 0,0 2 22 15,0 0 26-15,-6-1 24 0,6 0 3 16,0 1-11-16,-8-5-17 0,8 1-29 0,-6 0-49 16,6-1-54-16,0 1-41 0,-6-3-26 15,6 1-20-15,0-1-26 0,-6-1-16 0,6 0-10 16,6 0-3-16,-6 0-5 0,0 1-6 16,6-3-2-16,0 3-2 0,-6 2-3 15,8 5-1-15,-8-1-8 0,6 4 0 0,-6-3-6 16,6 6-11-16,-6 1-26 0,0-1-56 15,0 5-84-15,-6-1-106 0,6 1-113 0,0 3-123 16,-6 0-143-16,-2-4-36 0,2 1 45 16,0-1 77-16,0 0 109 0</inkml:trace>
  <inkml:trace contextRef="#ctx0" brushRef="#br0" timeOffset="749.94">18125 6975 245 0,'6'-8'343'0,"7"1"56"16,-7 0 25-16,2 0-49 0,-2-1-33 15,-6 1-2-15,6-4 8 0,1 7 1 16,-1-3-14-16,-6 0-28 0,7 3-26 0,-1 4-34 15,1 0-39-15,-1 0-31 0,0 8-18 16,2-1-8-16,-2 3-10 0,0 9-7 0,8-1-7 16,-8 4-8-16,-6 7-14 0,6 1-14 15,-6 7-13-15,7-1-14 0,-7 4-17 16,0 5-15-16,0-6-8 0,0 2-9 0,0-1-3 16,6-3-4-16,-6-5-1 0,7 2-2 15,-7-5-10-15,7 1-16 0,-7-8-29 0,6-1-40 16,0-3-49-16,1-3-79 0,0-7-27 15,-1-1-149-15,7-7-130 0,-7-4-122 0,8-3-112 16,-2-4-7-16,2-4-11 0,-1-3 141 16,0-4 144-16</inkml:trace>
  <inkml:trace contextRef="#ctx0" brushRef="#br0" timeOffset="1108.97">19036 6850 369 0,'27'-18'453'0,"-8"-1"59"0,-6 5 40 16,0 3-108-16,-6 4-108 0,-1 4-46 0,-6-2-12 16,7 10-9-16,-7-2-9 0,0 8-4 15,-7 0-17-15,7 3-34 0,-6 1-41 0,-1 3-39 16,0 4-26-16,1 0-26 0,0 0-20 16,-1 4-16-16,0-1-17 0,-5 1-11 15,5 0-5-15,-6-4 2 0,6 4-2 0,1-5-2 16,0-2 0-16,-2-1 6 0,2-3 12 15,6-4 14-15,0-3 14 0,0-1 11 0,0-7 3 16,0 0-2-16,0 0-13 0,6-5-15 16,8 3-13-16,-1-3-8 0,0 2-5 15,0-5-2-15,7 5-2 0,-1-1-2 0,1-3-1 16,-1 3 1-16,8 1-4 0,-8-2 3 16,0 2-2-16,0 3-10 0,1 0-32 0,0 3-47 15,-1 2-64-15,-5-2-102 0,5 1-102 16,-6 3-93-16,-7-3-74 0,7 3-55 15,-6 0-58-15,6-2 14 0,-7-3 57 0,2 3 79 16,-8-10 92-16</inkml:trace>
  <inkml:trace contextRef="#ctx0" brushRef="#br0" timeOffset="1343.17">19375 7011 176 0,'0'-14'364'0,"-6"-1"69"16,-1 0 63-16,0 5-33 0,7-1-57 15,-6 0-12-15,-1 7-8 0,7-4-30 16,0 5-34-16,0 3-37 0,-6 0-35 0,6 0-40 15,0 8-26-15,6 2-12 0,-6 5-8 0,0 4-2 16,0 2-7-16,0 5-7 0,7 4-11 16,-7 2-4-16,0 1-2 0,6 7-8 15,-6-3-7-15,0 3-10 0,0 1-17 0,0-2-17 16,0-1-22-16,0-2-14 0,0-3-14 16,7-4-21-16,-7-2-33 0,7-2-43 15,-1-7-57-15,0 0-77 0,2-6-124 0,4-5-146 16,1-7-153-16,0-4-171 0,0-4-77 15,7-6 3-15,-7-4 86 0,6-8 136 0,1-3 169 16</inkml:trace>
  <inkml:trace contextRef="#ctx0" brushRef="#br0" timeOffset="1765.45">19884 6825 254 0,'6'-8'513'0,"0"1"71"0,-6 3 46 15,0-3 0-15,6 7-200 0,-6-4-108 0,7 4-51 16,6-3-29-16,-6 3-18 0,6 0-9 16,6-4-8-16,1 4-28 0,-1-3-43 15,1-1-29-15,6-4-18 0,0 4-16 0,-7 1-13 16,7-4-11-16,-6 0-7 0,6 3-8 16,-7-3-5-16,1 0-2 0,-7 2 2 0,0 2 3 15,0-1 8-15,-7 0 7 0,2 4 9 16,-2-3 9-16,-6 6 4 0,0-3 7 15,-6 4-11-15,6 3-4 0,-8 0-7 0,2 1-3 16,0 3-8-16,-1 3-11 0,1 2 0 16,-7 2-3-16,6 1 1 0,1 6-3 0,0 0 0 15,-2 1-3-15,8 4-1 0,-6-1 1 16,0 3-5-16,-1 5-4 0,7-4 2 16,0 0 0-16,-7 0-5 0,7 1-3 0,0-5-2 15,0-4 0-15,0-3-4 0,0 0-7 16,0-4-11-16,7-3-29 0,-7-1-40 15,0-7-54-15,0 6-75 0,7-10-108 0,-7 0-129 16,6-6-127-16,-6 0-119 0,0-5-114 16,0 0-17-16,0-7 66 0,0-3 119 0,-6 0 141 15</inkml:trace>
  <inkml:trace contextRef="#ctx0" brushRef="#br0" timeOffset="1968.03">20105 7110 183 0,'-7'-3'442'0,"7"3"80"0,-7-4 74 16,1 4 34-16,6-3-83 0,0 3-64 0,0-4-55 15,0 0-45-15,6 0-48 0,1 1-70 16,6-1-66-16,0-3-45 0,7 0-25 0,-1-1-23 16,8-2-18-16,-8-3-10 0,7 3-14 15,0 0-13-15,0 3-18 0,0-5-10 0,-7 4-9 16,1 1-6-16,-7 0-11 0,0-1-19 16,0 4-24-16,-7 1-49 0,2 3-53 0,-2 0-86 15,-6 0-114-15,0 0-135 0,0 3-161 16,-6 1-113-16,6 1-32 0,-14-2 41 0,14 1 96 15,-6-1 140-15</inkml:trace>
  <inkml:trace contextRef="#ctx0" brushRef="#br0" timeOffset="2436.67">20957 6916 125 0,'-6'0'264'0,"0"-3"24"16,-1-1-1-16,7 4-68 0,-6-3-35 16,-1 3-19-16,7-4-3 0,0 0 8 0,-7 4 12 15,7-4 11-15,0 4 15 0,-6 0 28 16,6-3 44-16,0-2 40 0,0 5 20 15,-6-2 6-15,6-3-9 0,0 2-29 0,-6 3-50 16,6-4-48-16,0 1-38 0,0-1-30 16,-8 4-27-16,8-4-20 0,0 4-22 0,-6 0-20 15,6 0-21-15,0 4-13 0,0-4-11 0,0 7-3 16,0 0 1-16,6 5 5 0,-6 3 8 16,0 2 8-16,0 6 6 0,8 3 4 15,-8 2 0-15,0 2 4 0,6-1 0 0,0 4-4 16,-6 0-3-16,6 1-5 0,1-2-3 15,0-3-6-15,-1 1-5 0,1-5 0 16,-1-3-3-16,0 0-5 0,2-3-1 0,-2-4 1 16,-6-1-3-16,6-3 0 0,-6-4-6 15,6 0-13-15,-6-2-31 0,0-5-49 0,0 0-70 16,0-5-110-16,8-2-128 0,-8-7-128 16,6-1-121-16,0-3-122 0,1-9-46 0,-7 2 47 15,6-8 100-15,8 4 124 0,-8-4 142 16</inkml:trace>
  <inkml:trace contextRef="#ctx0" brushRef="#br0" timeOffset="2796">21186 6872 188 0,'0'-11'414'0,"0"4"62"0,0 0 46 0,-7 2-29 16,0 2-116-16,1 3-68 0,0 3-32 16,-1 5 2-16,-6 1 6 0,6 4 3 0,1 1-8 15,0 6-17-15,-1 5-24 0,0-3-43 16,7 4-33-16,0 4-25 0,0-3-21 0,0 4-14 15,7 2-15-15,6-4-9 0,-7-4-10 16,14 1-6-16,-7 0-1 0,7-8 1 16,0 0 3-16,-1-3 3 0,0-5 8 0,0-5 5 15,8-2 4-15,-7-6 10 0,6-5 2 16,-7-3-1-16,1-4-5 0,-1 1-1 0,-6-7-2 16,7-2-10-16,-14 2 1 0,7-6 6 15,-6 2 3-15,-7-4 6 0,0 4-2 16,-7-2-4-16,1 1-4 0,-7 1-10 0,-1 3-13 15,-5 4-15-15,0-1-10 0,-1 9-10 16,-6-2-11-16,0 4-8 0,-6 6-6 0,5-3-16 16,8 10-34-16,-8-5-53 0,8 7-76 15,0-4-101-15,6 5-155 0,-1 3-199 0,8-4-218 16,0 1-165-16,-1 2-41 0,7-2 41 16,0 3 123-16,0-5 197 0,0 3 238 15</inkml:trace>
  <inkml:trace contextRef="#ctx0" brushRef="#br0" timeOffset="3951.94">21733 7147 77 0,'0'0'283'0,"6"4"29"0,1-8 15 16,-7 4-109-16,6-4-47 0,1 1-60 16,-7-1-49-16,7-3-29 0,-1 0-16 0,0-1-4 15,1 1-1-15,0 0 6 0,-1-1 12 16,0 1 22-16,-6 3 25 0,7 1 21 16,-1-1 14-16,-6 0 9 0,0 4 14 0,7 0 10 15,-7 0 22-15,0 4 35 0,7 3 57 16,-7 0 41-16,6 5 28 0,-6 2 6 0,6 1-11 15,1 3-27-15,0 4-41 0,-1 3-32 16,0 1-31-16,1 1-21 0,0 1-26 16,-1-2-24-16,1 3-23 0,-1-3-26 0,-6 3-18 15,6-7-17-15,2 3-10 0,-8-2-7 16,6 0-20-16,-6-6-36 0,6-2-57 0,-6-4-102 16,6 0-159-16,1-4-193 0,0-7-229 15,-1 0-108-15,1-7-22 0,5-4 63 16,2-7 136-16,-8-1 182 0</inkml:trace>
  <inkml:trace contextRef="#ctx0" brushRef="#br0" timeOffset="4373.87">22130 7016 38 0,'0'-19'435'0,"0"4"67"0,-7 0 65 16,7-3 72-16,0 0-82 0,0 3-126 0,0-3-64 15,7 4-34-15,0-1-42 0,5 0-55 16,2 3-59-16,-1 2-49 0,6 3-43 0,0-1-31 15,8 4-22-15,-1 1-15 0,0 3-9 16,7 7-8-16,-7-2 2 0,0 5-1 16,-7 5-1-16,-6-1-9 0,0 9-3 0,-7-1-4 15,-6 3-5-15,0 4-5 0,-12 0-3 16,5 4 8-16,-6 1 3 0,0-5 7 0,0 3 8 16,6-6 11-16,1-3 17 0,0-1 21 15,-1-4 26-15,7-4 24 0,7 1 21 16,-1-3 15-16,7-6 7 0,0 2-3 0,0-5-9 15,7 5-12-15,0-5-17 0,-1 1-15 16,-6 3-12-16,0 0-3 0,-7 4 4 0,-6 4 5 0,-6 0 16 0,-7 4 24 0,-7 2 21 31,-6 5 16-31,-6-1 9 0,-1 1 7 0,1 1-4 0,-1-2-12 0,-6 0-14 0,7-3-18 32,-2 0-22-32,2-3-20 0,6-5-18 15,0-3-16-15,6 1-15 0,0-5-11 0,8-4-25 16,-1 1-47-16,0-4-79 0,6 0-108 15,1 0-157-15,0-4-221 0,-2-3-308 0,2 4-174 16,-6-6-41-16,-2 3 44 0,-5-5 125 16,-7 0 202-16,-7 2 315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0:52:33.2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1779 12051 236 0,'2'-2'733'0,"-4"-1"149"0,0-2 78 0,-1 3 58 0,2-3-140 15,-1 2-283-15,0 0-217 0,1 0-128 0,1 1-58 16,-3 0-41-16,3 2-27 0,-2-2-22 16,1 2-15-16,1 0-13 0,0 2-5 15,0-1-3-15,0 0-1 0,1 4 8 0,1 1 10 16,2 1 9-16,0 1 3 0,0 2 0 15,1 1-2-15,0 3-8 0,0-2-9 16,0 0-7-16,2 0-7 0,-3 0-9 0,2 0-5 16,0-2-1-16,-1 0-1 0,1-2 0 15,0 0 4-15,-2-4 12 0,0 2 19 0,3-3-6 16,1-1-75-16,4-2 0 0,1-4 0 16,4-1 0-16,1-4 0 0,7-2 0 0,2-2 0 15,3-3 0-15,3-1 0 0,4-1 0 16,0 0 0-16,3-4 0 0,1 1 0 15,0 1 0-15,2-1 0 0,0-1 0 0,1 3 0 0,-1-1 0 16,1 1 0-16,-3 0 0 0,-4 4 0 0,2 0 0 16,-6 2 0-16,-1 0 0 0,-4 2 0 15,-2 3 0-15,-6 2 0 0,0 0 0 0,-7 1 0 16,0 1 0-16,-2 0 0 0,-5 3 0 16,2-1 0-16,-3 1 0 0,-1 0 0 15,0 1-193-15,-3 1-303 0,2-1-188 16,-3 1-223-16,-3-1-184 0,-2 2-58 0,-2-2 18 15,-1-2 96-15,0 0 226 0,-3-4 278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22.8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5036 16024 99 0,'3'-4'449'0,"-1"1"58"0,-2-1 39 0,-2 0 34 16,-1 1-145-16,3-1-120 0,-3 1-34 0,0 0 21 16,1 0 33-16,1 2 30 0,-1-3 11 15,2 3-13-15,0-1-38 0,-1 1-66 0,-2 1-62 16,3-3-55-16,-1 3-43 0,1 0-29 0,0 0-14 16,1 0-9-16,-1 3 0 15,4 0-2-15,-2 0 3 0,1 1 6 16,3 4 2-16,0-1 1 0,-1 4 0 0,3-1 1 0,0 2-5 15,0 0-5-15,-2 2-7 0,2-2-2 16,1 1-2-16,-2-1-4 0,1-3-1 16,-2 0 1-16,-1-1 6 0,4-2 0 0,-1 0 3 15,-1-3 8-15,2-1 6 0,0-4 6 16,3-2 3-16,0-4 10 0,4-4 0 0,1-5-3 16,4-2-3-16,3-5-9 0,4-5-7 0,2 0-13 15,5-4-14-15,3-2-2 0,3-2-8 0,0 3-1 16,-1-2-5-16,2 2-4 0,0 1 2 0,-3 2-5 15,-2 4-2-15,0 0-3 16,-2 2 1-16,-2 4 0 0,-1 3 1 16,-4 3 1-16,-4 2 0 0,-3 2-1 0,-1 2-1 15,-4 3-9-15,-2 2-9 0,-4-1-14 16,-1 4-27-16,-3 1-38 0,-1 3-53 0,-3 1-67 16,-2 3-164-16,-2 1-223 0,-1 4-274 15,-2-2-164-15,-2 3-54 0,-1 0 19 0,-2-3 142 16,0-2 221-16,1-4 292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25.7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5387 14352 36 0,'0'-3'461'0,"0"-2"77"16,-3 2 46-16,0-1 46 0,-1 1-87 0,1 2-157 16,-3-3-47-16,5 2-16 0,-1 2 6 15,-1-3-6-15,3 2-12 0,-2 0-29 16,1 1-50-16,-1-1-48 0,2 1-46 0,0 0-30 15,0 1-22-15,0 0-17 0,0 0-15 0,3 2-6 16,-3 1-1-16,2-1-1 0,1 3-6 16,-1 1-3-16,2 1 6 0,-1-1 0 0,-1 2-1 15,-1 2-2-15,-1-2-2 0,2 2 1 16,-2-3-6-16,0 1-3 0,2-1-2 16,-2-1-2-16,1-1-1 0,-1-3-1 0,2 1 2 15,0-2 4-15,1 0 11 16,2-2 8-16,1-4 6 0,5-2 3 0,2-4 0 15,4-2-3-15,2-5-11 0,6-2-9 0,2-5-9 16,1-1-7-16,3-2-7 0,0-3-4 16,2-1-5-16,-1-1-2 0,3 1-1 15,-3-1-1-15,1 3 0 0,-3 2 1 0,0 3 1 16,-3 2-1-16,-2 4 0 0,-2 1 1 0,-5 2-1 16,1 3-7-16,-6 2-11 0,-3 2-17 15,0 3-25-15,-6 0-34 0,3 2-48 16,-5-1-124-16,1 4-193 0,-6 0-227 0,-3 2-225 0,-4 2-100 15,-1 0-22-15,-5 0 91 0,-2 1 184 16,3-2 233-16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28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4114 13539 297 0,'7'0'682'16,"-6"0"129"-16,-1-2 87 0,-1-1 68 0,-2 2-167 0,3-1-263 15,-1 1-142-15,0 1-109 0,-1-2-73 16,2 1-58-16,0 1-42 15,0 0-29-15,0 1-10 0,0 2-5 0,2 2-2 0,0 0 4 0,2 5 3 0,-1 0 6 16,4 1 4-16,-2 1-7 0,2 1-4 16,-2-1-4-16,1 1-6 0,1-1-7 15,-1-1-9-15,3 2 3 0,-2-5 5 0,4-1 8 16,1 0 7-16,1-4 9 0,3-5 8 0,2-2 4 16,5-8-3-16,2-5-7 0,7-5-8 15,3-6-9-15,3-4-13 0,6-3-13 16,4-5-11-16,2-3-6 0,2 0-6 0,1 0-7 15,0-3-3-15,-1 5-3 0,-1 0-1 16,0 2 0-16,-3 2 0 0,-2 2 2 0,-3 3 1 16,-2 5 1-16,-3 2 0 0,-3 1-3 0,-3 3 0 15,-4 4-14-15,-3-1-26 0,-4 6-34 16,-4 2-46-16,-3 1-61 0,-2 3-76 16,-4 0-169-16,-2 2-233 0,-2 1-306 0,-2-2-132 15,-4 1-36-15,-2-1 26 0,-4 1 155 16,0-3 243-16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30.7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3933 14859 304 0,'0'0'651'16,"-1"0"109"-16,-3 0 101 0,-4-1 98 0,3-1-175 16,0 2-223-16,2 0-114 0,-2 0-81 15,1 0-76-15,0 0-80 0,0 0-48 16,1 0-34-16,0 0-22 0,1 2-18 0,0-1-10 15,2 0-5-15,0 2-1 0,2 3 1 16,1 0 2-16,0 2 0 0,3 0 3 0,-1 2-6 16,2-2-6-16,-1 4-4 15,0-4 1-15,4 1-3 0,-5 0-9 0,4-1 0 0,-1-2 6 16,3-2 2-16,-3 1 4 16,3-5 1-16,3 0 5 0,1-5-1 15,2-4-3-15,2-3-5 0,2-5-8 0,7-8-44 0,0 0-8 16,5-6 0-16,4-1 0 0,1-5 0 15,4 3 0-15,0-1 0 0,3-1 0 16,-2 3 0-16,3 1 0 0,-2 2 0 16,-2 1 0-16,0 3 0 0,-4 4 0 0,-2 1 0 15,-4 3 0-15,-2 3 0 0,-5 2 0 0,-1 2 0 16,-5 3 0-16,-2 0 0 0,-4 1 0 0,-2 4-24 16,-3-2-87-16,-2 5-45 0,-2 2-53 15,-3 3-66-15,-5 3-139 0,2 1-207 16,-5 3-279-16,-1 0-163 0,-1 1-51 0,0 1 22 15,-1-3 126-15,-1-1 222 0,5-3 304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33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4794 10593 63 0,'-14'1'342'0,"3"-1"36"15,-3-1 23-15,1-1-6 0,3 2-106 0,-2-3-89 16,2 2-35-16,2-1-7 0,0-1 1 16,1 2-9-16,2-4-1 0,0 3 19 15,0 0 19-15,1 0 17 0,0 1 14 0,0 0 8 16,2 1 3-16,1 0-11 15,-1 0-13-15,2 1-9 0,-1 0-8 0,2 4 3 16,-1 1-6-16,3 1-11 0,3 4-13 16,-1 1-22-16,0 1-21 0,3 4-24 0,0-2-18 15,3 3-9-15,-2-4-7 0,0 4-6 16,1-2-5-16,0-3-2 0,-2 1-4 0,4-2 2 16,-2-2 3-16,1 0 2 0,0-4 2 15,2 0 3-15,2-5 6 0,1-1-5 0,3-5 0 16,6-3-3-16,3-5 1 0,6-4 1 0,6-2 2 15,4-6 4-15,8-2-10 16,5-4-4-16,6-3-5 0,5-2-8 0,5-3-12 16,3-1-9-16,0-1 1 0,0 1-5 15,-5 2-1-15,-1 2-2 0,-3 3 1 0,-7 6 0 0,-5 4 0 16,-5 1-1-16,-4 6-4 0,-7 2-1 16,-5 5-1-16,-3 2 0 0,-6 2-1 15,-2 3-2-15,-4 2-2 0,-5 0-8 16,0 2-20-16,-3 2-30 0,-2 2-44 0,-4 2-61 15,-5 3-148-15,0 3-203 0,-5 3-216 0,-5 3-216 16,-2 1-86-16,-5 0-7 16,1-1 112-16,-1-2 193 0,-1-4 226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36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5209 11156 353 0,'-5'-3'627'0,"0"1"73"0,-3 0 45 16,0 0 66-16,2-1-218 0,0-1-159 0,2 1-64 16,1 0-35-16,1 0-21 0,1 0-53 0,-1 1-61 15,1 1-53-15,-3-1-48 0,4 2-21 16,0 0-12-16,0 2 5 0,4-1 9 0,-3 4 2 15,2 0 2-15,2 1-9 0,-1 1-4 16,0 1-3-16,1 3-5 0,-2-1 3 16,3 1-1-16,-3 0-1 0,2 1 0 0,-1-2-2 15,-1 1-4-15,-1-1-2 0,2-3 4 16,-1 0 7-16,3-2 8 0,-1-1 10 0,0-1 8 16,3-3 3-16,4-3 2 0,1-4-5 15,6-4-12-15,4-4-12 0,5-6-15 0,7-4-13 16,4-5-14-16,2-5-8 0,6-3-9 15,1 0-4-15,2-2-4 0,0 0-1 0,0 0-2 16,-3 1 2-16,4 1 2 0,-5 4 0 16,-2 1 0-16,-4 4 4 0,-2 2 0 15,-4 4 1-15,-3 2-2 0,-5 5-2 0,-3 1-1 16,-4 1-3-16,-5 5-7 0,0 2-7 16,-6 1-5-16,0 2-8 0,-2 0-24 15,-1 3-38-15,-4 1-59 0,-1 0-74 0,-1 0-106 16,-2 3-224-16,-3-1-260 0,-1 0-228 15,2 3-80-15,-3-4 5 0,1-1 71 0,1-2 211 16,1-6 271-16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39.3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5367 11206 224 0,'1'-8'444'0,"-1"1"39"15,0-2 27-15,-1 0-23 0,-1 2-158 0,1-1-102 16,-1-1-45-16,0 3 2 0,2-1 21 0,-3 1 27 16,3-1 17-16,-2 3 7 15,1 0 6-15,1 1-16 0,-2 1-28 0,2 1-35 16,0 1-20-16,-1 0-2 0,1 1-9 0,0 3-7 16,1 0-5-16,-1 1-5 15,2 3-17-15,-2 0-26 0,3 0-13 0,-1 1-12 16,1-3-6-16,-1 2 0 0,1 0 0 15,-2-2 2-15,4-1 4 0,-2-3 8 0,0 1 3 16,0 0 4-16,2-2 5 0,2-2 5 16,2-2 1-16,2-1-5 0,5-5-4 0,4-3-10 15,3-4-8-15,6-3-11 0,3-5-15 0,3-2-6 16,1-3-6-16,7-2-6 16,1-4-7-16,3-1-3 0,5-3-1 0,4-1-2 0,1-2-2 15,3 3 0-15,3-1-2 0,-1 3-2 16,1 2-2-16,-3 4-1 0,-4 2 0 15,-7 4-1-15,-4 3 0 0,-8 4-3 16,-8 4-5-16,-3 2-12 0,-6 1-25 0,-3 4-40 16,-6 2-46-16,1 2-55 0,-7 2-104 15,0 4-196-15,-5 0-204 0,-2 3-239 0,-3 1-101 16,-5 2-22-16,-2-2 68 0,1 1 188 0,-3-5 216 16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42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3150 17123 456 0,'0'-2'732'16,"0"-1"100"-16,-3 0 58 0,1 0 56 0,-3 1-268 16,2 1-229-16,0 1-133 0,0-3-84 15,1 3-43-15,1-2-48 0,-1 2-41 0,0 0-27 16,2 0-12-16,0 0-9 0,2 0-5 0,0 0 1 16,-1 2 4-16,4 1 3 0,0 0 1 0,1 2 3 0,3 1 0 0,-1 0-2 15,2 2-8-15,-2 1 1 0,3 3 5 0,-3 0 2 16,2-1 0-16,-1 4 0 0,-3-2 4 0,2 1-1 31,0-2-9-31,0 0-9 0,-2-3-3 16,2 2 1-16,-3-3-3 0,3 0-1 0,-2-4 6 15,0 1 9-15,1-4 10 0,1-1 0 16,1-3 5-16,1-3-1 0,1-4-4 0,5-4-9 16,1-5-8-16,0-4-4 0,5-5-6 0,1-4-6 15,4-3-1-15,3-3-5 0,1 1 0 16,4-3-2-16,4 1 5 0,1 3 2 0,1 1 0 15,2-1 1-15,-2 4-3 0,-1 3-3 0,0 4-7 16,-2 1-4-16,-3 1-4 0,0 5-3 16,-2 2 0-16,-3 4-1 0,-3 0 4 0,0 3-4 15,-3 1-2-15,-2 3-2 0,-5 2-11 0,0-1-14 16,-4 3-31-16,-5 2-33 0,-1 0-52 16,-4 4-67-16,-3 1-94 0,-3 2-208 0,-2 1-251 15,-3 1-255-15,-2 1-101 0,-2 1-12 16,2-2 59-16,-1-1 198 0,0-1 268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44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4479 13287 146 0,'-4'-3'505'0,"-2"-2"59"16,-2-1 32-16,-2-1 19 0,1 0-175 16,1 1-170-16,0 2-60 0,1 0 3 0,1 0 25 15,0 3 22-15,3 0 16 0,0-1-7 16,1 2-26-16,-1 2-32 0,1 0-22 16,0 3-18-16,1 1-15 0,1 6-15 15,0 1-11-15,0 0-23 0,0 3-28 0,0 0-18 16,0 1-6-16,0 0-5 0,1-2-3 15,-1 1-4-15,2-2-2 0,1-1 2 0,-1 0-2 0,1-5 1 16,-1 1 5-16,1-5 5 16,0 1 7-16,0-2 5 0,3-1 4 0,1-4 3 15,1 1-2-15,3-6 0 0,3-2-2 16,6-3-1-16,3-7-5 0,7-3-7 16,6-4-8-16,7-6-7 0,3 0-8 0,4-6-10 15,5 1-7-15,4-4-1 0,1 1 2 16,3 1 3-16,0 0-1 0,1 3 1 0,-3 1 2 15,-1 8-3-15,-1-1-8 0,-6 6-3 16,-5 2 1-16,-3 4-2 0,-6 4-3 16,-7 4 0-16,-4 2 0 0,-7 0-9 0,-1 4-9 15,-7 1-12-15,-1 2-27 0,-3 3-44 0,-5 3-57 16,-2 2-98-16,-2 1-212 0,-3 0-232 16,-4 3-253-16,-1-1-106 0,-1 1-18 0,-2-1 61 15,-3-3 199-15,3-5 230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47.4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3926 16438 606 0,'-6'2'868'0,"1"-2"95"0,-3-2 56 0,-3 1 35 15,0-2-328-15,-2 0-313 0,1 1-159 0,3-1-73 16,0 1-37-16,3 1-19 0,1-1-15 16,1-1-14-16,1 2-17 0,-1 0-19 0,3 1-16 15,-1-2-16-15,2 2-8 0,0 0-2 16,3 0 3-16,-1 2 8 0,3-1 8 0,2 3 12 15,-2-1 11-15,3 4 7 0,0 0 2 16,3 4 3-16,-3 1 0 0,2 1 0 0,0 2-3 0,-2 2-4 16,0 0-2-16,0 0-9 0,3-1-5 15,-3 1-7-15,-1-2-5 0,1-1-4 16,-1-1-1-16,1-1 3 0,-1-3 2 0,1-2 5 16,1 1 7-16,-1-5 9 0,0-1 6 0,4-4 7 15,1-4-36-15,4-5-35 0,-1-3 0 0,6-7 0 16,4-5 0-16,0-4 0 0,3-3 0 15,2-3 0-15,6-1 0 0,-2-1 0 0,1 1 0 16,4-1 0-16,-3 4 0 0,6 1 0 16,-3 2 0-16,0 1 0 0,0 4 0 15,-5 3 0-15,0 4 0 0,-5 0 0 0,0 5 0 16,-6 3 0-16,-5 1 0 0,0 2 0 0,-5 2 0 16,-3 2 0-16,-1 1 0 0,-4 1 0 0,2 2 0 0,-4 0 0 0,-2 0-169 0,-2 2-111 15,-2 5-83-15,-2 3-196 0,-4-2-220 0,0 3-244 16,-2 2-96-16,-2-2-2 0,1 2 61 15,-2-4 206-15,2 1 244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50.2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6039 12908 450 0,'1'1'521'0,"1"0"48"0,-4-2 41 0,2 1-59 16,0 0-177-16,-1-1-67 0,-1 1-21 15,2 0-9-15,0 0-12 0,0 0-24 0,0 0-23 16,0 1-7-16,0 2-2 0,2 1-13 16,1 2-9-16,0 2-4 0,1 2-16 0,1 1-38 15,-1 2-32-15,3 2-20 0,0 3-13 16,-1 0-9-16,3 1-9 0,-1 3-7 0,-1-1-5 16,1-2-5-16,1 1-2 0,-1-2 0 15,2-2 6-15,0-1 7 0,-1-2 5 0,0 0 6 16,0-4 8-16,-1-1 18 15,1-4 10-15,6-2 12 0,-2-4 8 0,4-6 6 0,4-5 0 16,6-2-13-16,3-6-18 0,3-5-16 16,5-4-15-16,3-1-12 0,0-4-9 15,6 0-3-15,-1 1 0 0,3-3-3 0,1 1 0 16,3-2-5-16,1 1-1 0,1 2-4 16,1 1-7-16,-1 1-2 0,0 2-3 0,0 1 0 15,-4 4-4-15,-2 3 1 0,-6 2-2 16,-2 3 0-16,-5 1-2 0,-6 6-11 0,-1 1-19 15,-6-1-33-15,-5 6-41 0,-1 2-51 16,-6-2-60-16,-1 4-101 0,-1 1-196 16,-5 1-212-16,0 3-227 0,-5-2-92 0,-3 3-15 0,-2-5 72 15,-3-5 195-15,-1-1 233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52.6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4564 13381 296 0,'0'-1'495'0,"-2"-4"42"0,0 1 20 16,-1-2-22-16,0 3-204 0,0 0-122 0,1 0-62 16,0 1-19-16,2 0 1 0,0 2 9 15,0 0 36-15,0 0 56 0,4 4 62 0,-1 0 32 16,3 2 16-16,-1 1-8 16,4 3-45-16,-1 0-55 0,2 0-65 0,-1 3-45 15,2 0-23-15,-2 1-12 0,4-1-6 0,-3-1-15 16,1 0-7-16,2-1 0 0,-4 0-7 15,1-1-4-15,2-1-5 0,-2-2 3 0,-2-1 3 16,3-1 0-16,0-4 4 0,0-1 6 16,3-3 4-16,2-4 3 0,3-4 0 0,1-4-5 15,4-6-4-15,5-6-5 0,1-2-5 16,6-7-8-16,5-1-6 0,0-2-2 0,7-3-6 16,-1 2-3-16,7-2-2 0,1 4-2 15,2 1 0-15,-3 1-2 0,1 3-2 0,-4 2-3 16,-5 5-2-16,-2 2-2 15,-6 4-5-15,-5 4-2 0,-3 1-4 0,-5 3-14 16,-5 3-27-16,-2 1-38 0,-5 3-43 16,-2 1-54-16,-3 1-96 0,-1 0-190 0,-3 2-198 15,2-1-245-15,-4 2-114 0,-2 0-28 16,-3 0 54-16,-3-2 178 0,-2-2 214 16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55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4981 14239 529 0,'3'-9'748'0,"0"0"72"0,-3 0 39 16,0-1 57-16,-3 1-296 0,1 0-215 16,2 2-108-16,-3 2-46 0,3 2-25 0,-2 0-45 15,1 1-52-15,-1-1-31 0,1 3-21 16,-3 0-12-16,3 3-7 0,1-3 0 0,0 5 4 16,0 0 1-16,0 4 3 0,1 1-4 15,-1 0-1-15,5 2-4 0,-3-1 0 16,-1 2 3-16,3-4-2 0,-3 2 3 15,3-2 2-15,-3-2 6 0,4-1 0 0,-2 0 3 16,0-2 6-16,3 0 8 0,2-4 7 16,1 0 2-16,4-5 1 0,0-1-5 0,6-4-7 15,2-2-12-15,4-6-11 0,2-2-9 0,6-5-9 16,4-3-8-16,3-3-6 0,5-3-6 16,1-1-5-16,6-1-6 0,0-2-6 0,3 3-6 15,2-1 0-15,-3 1 0 0,1 2 0 16,-1 2 0-16,0 2 0 0,-3 2 0 0,-3 5 0 15,-3 0 0-15,-3 6 0 0,-5 1 0 16,-4 3 0-16,-4 5-26 0,-3-1-33 16,-8 4-34-16,-1 1-44 0,-6 1-53 0,-3 4-67 15,-2 0-98-15,-6 3-185 0,-3 3-209 0,-6 1-237 16,-1 1-91-16,-4 1-6 16,0-2 75-16,-2-2 190 0,3-3 232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09-10T11:00:58.1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4436 12523 388 0,'-7'-3'442'0,"-1"-1"23"16,-3 2 15-16,2-4-116 0,-3-1-140 0,0 1-57 15,2 1-19-15,-1-1 13 0,0 2 34 16,2-3 27-16,1 5 21 0,-2-3 26 0,4 4 23 0,1 0 4 0,0-1-18 15,2 0-19-15,0 2-32 0,0 0-34 16,-2 0-39-16,4 2-34 16,-1-2-22-16,1 3-12 0,-1 1-8 0,0 2-18 15,-1 3-3-15,0 2-3 16,1 2 0-16,1 1-4 0,-2 1-4 0,1 1-5 16,0 1-3-16,-2 2-2 0,2-5-10 15,2 2-2-15,0-1-3 0,0 0 7 0,0 0 1 16,2-4 6-16,2-1 11 0,0-2 5 15,-1-1 5-15,2-2 2 0,1-2 8 16,0-2-1-16,5-2 4 0,0-2 2 0,5-2 1 16,0-4-3-16,8-3-5 0,2-3-5 0,8-8-8 15,4-2-9-15,7-2-7 0,3-7-8 16,4 1-5-16,3-2-6 0,1 0-2 0,1-1-2 16,1 3-2-16,1-1 3 0,-4 3 1 15,-4 4 2-15,-1 1-4 0,-2 4 0 0,-7 2-4 16,-5 5-1-16,-1 2-1 0,-6 2-4 15,-4 4 3-15,-3 2-2 0,-4 2-3 16,-3 2-3-16,-2 1-9 0,-5 3-9 16,1-1-25-16,-3 2-40 0,-2 2-51 0,-3 1-82 15,-1 0-198-15,-3 2-224 0,-2 1-279 0,-1 1-130 16,-3-1-36-16,-1-1 36 16,2 0 180-16,-3-2 221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0:57:09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7053 13712 52 0,'0'-4'174'0,"0"4"-1"16,0-3-18-16,0 3-31 0,6-3-25 15,-6 3-2-15,0-5 11 0,0 5 6 0,0-3 1 16,0-1 4-16,0 4 9 0,0-4 9 15,0 4 1-15,0-3 5 0,-6-1 1 0,6 4-1 16,0-4-3-16,0 1 4 0,0 3 11 16,-6-4 9-16,6 1 13 0,0-1 19 15,-7 4 19-15,7-3 8 0,0 3 1 0,0 0-4 16,-7-5-10-16,7 5-19 0,0-4-23 16,0 4-23-16,0 0-19 0,-6-3-17 0,6 3-16 15,0-3-13-15,-7 3-9 0,7 0-7 16,0 0-7-16,0 0-2 0,0 0-3 15,0 0-2-15,-6 0-5 0,6 0-3 0,0 0-3 16,0 0-6-16,0 0-6 0,0 0-2 16,0 0-5-16,0 0 0 0,0 0-2 0,0 0 2 15,0 0 0-15,0 0-1 0,0 0 4 16,0 0 0-16,0 0 4 0,0 0 2 16,0 0 1-16,0 0 6 0,0 0 3 0,0 0 1 15,0 0 0-15,0 0-1 0,0 0-1 16,0 0-5-16,0 0-6 0,0 0-7 0,0 0-5 15,0 0-3-15,0 0-6 0,0 0-5 16,0 0 1-16,0 0-2 0,0 0 0 0,0 0-2 16,0 0-1-16,0 0 2 0,0 0 0 15,0 3 0-15,0-3 1 0,0 0-1 16,0 0 2-16,0 0-3 0,0 3 2 0,0-3 1 16,0 0 0-16,0 0-5 0,0 0 5 15,0 4 1-15,0-4-1 0,0 0-1 0,0 5-2 16,0-5 6-16,0 0-4 0,0 3 0 15,0-3-1-15,0 0 0 0,6 0 1 16,-6 4 0-16,0-4 1 0,0 0-2 0,0 3 0 16,0-3 1-16,0 0 0 0,0 0-1 15,0 4-1-15,0-4 4 0,0 0 1 0,0 0 0 16,0 0 0-16,0 0-1 0,0 3 0 16,0-3-3-16,0 0 1 0,0 0 1 0,0 0-1 15,0 0 0-15,0 4-1 0,0-4-3 16,0 0 1-16,0 0-1 0,0 0 3 0,0 0 1 15,0 0 0-15,0 0 3 0,0 0 0 16,0 0 0-16,0 0-3 0,0 0-1 0,0 0 1 16,0 0 1-16,0 0-2 0,0 0 1 15,0 0 5-15,0 0-2 0,0 0-2 16,0 0-1-16,0 0 0 0,0 0-4 0,0 0-8 16,0 0-7-16,0 0-13 0,0 0-25 15,0 0-32-15,0 0-44 0,0 0-63 0,0 0-95 16,0 0-113-16,0 0-137 0,0 0-159 15,0 0-109-15,-6 4-15 0,6-4 58 16,-6 3 106-16,-2 1 148 0</inkml:trace>
  <inkml:trace contextRef="#ctx0" brushRef="#br0" timeOffset="8857.29">6903 13771 59 0,'0'-5'273'0,"0"3"39"16,0-3 32-16,-6-2-53 0,6 3-42 0,0 1-26 16,-7-1-10-16,7-3-8 0,-6 3-8 15,6 1 2-15,0-5 9 0,-7 5 11 0,7-1 1 16,0 0 3-16,0-2-3 0,0 1-4 15,0-2-13-15,0 0-19 0,0 3-18 16,0-3-19-16,0 3-14 0,0-3-19 0,0-1-13 16,7 1-12-16,-7 0-4 0,0 0-5 15,6-1-6-15,-6 5-8 0,7-4-7 0,-7 2-14 16,0 2-12-16,6 3-9 0,-6 0-4 16,6 3-7-16,2 4 3 0,-2 1 14 15,0 3 14-15,0 3 14 0,1 5 9 0,6 3 9 16,-6 0 4-16,-1 7-6 0,8-4-6 15,-8 9-8-15,6-8-11 0,-4 3-10 0,4-4-5 16,-5 1-8-16,6-4-6 0,-6 0 5 16,5-7 11-16,2-1 11 0,-8-3 13 15,7 1 17-15,0-5 22 0,0-7 15 0,7 0 8 16,-1-7 1-16,13-5-4 0,-6-2-10 16,14-9-17-16,-1-6-21 0,6 1-15 0,1-6-11 15,6-2-5-15,6-5-5 0,1-3-3 16,6 0-3-16,7-4 0 0,6-6-2 0,7-1-3 15,0 0-1-15,0-3 2 0,-8-1 4 16,8 7 5-16,-13 1 7 0,-1 4 2 0,-12 6 4 16,-7 4-1-16,-6 5-3 0,-7 7-5 15,-7 2-7-15,-13 4-5 0,1 5-6 0,-6 6-6 16,-2-2-6-16,-5 6-4 0,-7 1-16 16,0-2-37-16,0 5-62 0,-7 0-81 15,-5 5-108-15,5-5-158 0,-6 0-223 0,-1 3-299 16,8-3-126-16,-7 0-18 0,-6 0 56 15,6 0 129-15,-7-3 223 0,7 3 326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0:57:35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6897 16551 28 0,'0'-3'303'16,"-7"3"47"-16,1-5 41 0,-1 2-46 0,0 0-19 15,1-1-46-15,0 0-25 0,-1-2 1 0,0 6 12 16,7-5 17-16,-6 2 6 0,6-1-5 16,-6 4-16-16,6-5-29 0,0 5-40 0,0 0-51 15,0 0-35-15,0 0-24 0,0 5-8 16,0-1 9-16,6 4 20 0,0 2 26 0,1 0 10 15,0 6 7-15,-1 2-1 0,0 1-12 0,1-2-10 16,0 1-10-16,6 5-10 0,-7-4-4 16,8-2-5-16,-8-2-3 0,6 3-9 0,2-7-1 15,-1 1 9-15,7-9 19 0,-2 2 18 16,9-10 16-16,-1-2 12 0,6-8 7 0,7-11-10 16,7-2-20-16,-1-14-23 0,14-2-23 0,0-10-21 15,6-5-18-15,7-3-14 0,-7-4-10 0,13-4-14 16,-6 5-18-16,-1-1 0 0,7 2 0 15,-6 3 0-15,-7-1 0 0,0 8 0 16,-6 2 0-16,0 4 0 0,-14 4 0 0,1 4 0 16,-13 10 0-16,-1 1 0 0,-6 7 0 15,-7 4 0-15,-5 7 0 0,-2 0 0 0,2 3 0 16,-8 4 0-16,-6 1-48 0,0 3-210 16,0 0-116-16,-6 3-185 0,-8 1-262 0,2 4-242 15,-8-5-85-15,0 1 12 0,-5 3 79 16,-15-4 175-16,1 2 281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0:57:46.1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6343 14929 28 0,'0'0'241'0,"0"0"50"0,0 0 20 0,-6 0-50 15,6-5-36-15,0 5 4 16,-7-3-16-16,7 3-14 0,0-3-5 0,0 3 5 15,-7-5 9-15,7 5 11 0,0-3 15 0,0 0 17 16,-6 3 16-16,6-5 10 0,0 2-2 16,0 3-19-16,0-3-36 0,0 3-41 0,0 0-42 15,0 3-33-15,0-3-19 0,6 8-9 16,-6-5 4-16,7 5 12 0,-7 3 13 0,7 3 6 16,-1-3 5-16,-6 3 2 15,6 1-4-15,1-1-4 0,0 1-3 0,-1 0-2 0,1-4-7 16,-1 5-2-16,0-10 1 15,8 5 3-15,-8-3 4 0,0-4 10 0,8-1 12 16,-1-3 7-16,6-3 4 0,8-5-6 16,-2-7-11-16,8-7-17 0,12-7-13 0,8-12-19 15,6-3-16-15,6-7-13 0,6-4-9 16,14-3-3-16,0-9-3 0,5 6-3 16,1-5 7-16,0-1 6 0,-6 5 12 0,0 0 10 0,-7 3-12 15,0 1-47-15,-13 7 0 16,0 3 0-16,-12 4 0 0,-1 3 0 0,-13 8 0 0,0 4 0 15,-7 4 0-15,-5-1 0 16,-7 8 0-16,-2-1 0 0,2 9 0 0,-7-5 0 0,-6 5 0 16,0 1 0-16,5 2 0 15,-12 0 0-15,6-1 0 0,-6 5 0 0,-6 0 0 16,0 3-120-16,0 0-489 0,-14 3-170 16,1 4-240-16,-7 4-129 0,-7 5-8 0,-7-3 59 15,-5 1 133-15,-7 6 204 0,-1-3 302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28:08.7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14445 15693 192 0,'0'-10'357'15,"0"0"51"-15,0-2 51 0,0-2-55 16,0-2-64-16,-6 1-16 0,6 1 10 0,0-1 13 15,-7-3 13-15,0 4-15 0,1-1-19 16,-1 4-35-16,1 0-42 0,0 1-43 0,-2 1-45 16,-4 6-23-16,-2 3-23 0,2 3-11 15,-1 6-11-15,-1 9-10 0,-4 4-6 16,-2 10 2-16,7 4 2 0,-7 9 1 0,7 3-2 16,0 6 6-16,0 6 0 0,6 1-4 15,1 2-5-15,-1-1-7 0,14-3-10 0,-7 0-12 16,13-5-10-16,-6-2-9 0,12-9-8 15,0-2-5-15,1-9-2 0,13-2-4 0,-1-4-1 16,1-12-5-16,6 1-19 0,-1-7-42 16,2-5-64-16,5-6-95 0,2-2-145 0,-2-2-184 15,-7-7-173-15,2-1-171 0,-1-7-51 0,-6-1 34 16,-7-2 111-16,0-4 172 0,0 0 184 16</inkml:trace>
  <inkml:trace contextRef="#ctx0" brushRef="#br0" timeOffset="484.05">15031 15737 63 0,'0'-17'486'0,"0"2"118"16,-6 3 123-16,6 2 98 0,-7 0-79 15,7 2-152-15,-7 4-112 0,7-1-104 16,0 3-101-16,0 4-75 0,7 7-50 0,-7 2-26 16,7 3-8-16,-1 1 8 0,8 7-3 15,-8 3-3-15,7 4-4 0,0 1-4 16,0 3-7-16,-1 4-6 0,-4-4-7 0,11 0-10 0,-13 0-12 15,7-4-4-15,0 0-5 0,-7 1-5 16,8-8-4-16,-8 0-3 0,1-4 3 16,0 0 4-16,-7-4 7 0,6-5 14 0,-6 1 26 15,6-3 22-15,-6-3 11 0,0 0 2 0,-6-4-10 16,6-4-17-16,-6 0-26 0,-1 1-77 16,0-8-8-16,1-1 0 0,-8-2 0 0,2-4 0 15,5 0 0-15,-6-8 0 0,7 1 0 16,-1-5 0-16,1 4 0 0,6-2 0 0,0-2 0 15,6 1 0-15,1-2-8 0,-1 3-23 16,1 2 0-16,6 1 5 0,-1 3 5 16,2-1 3-16,-1 9 2 0,0-1 3 0,6 4 2 15,-5 4 3-15,-2 3 1 0,8 4 2 16,-7 8 2-16,7-1 1 0,-8 3 1 0,2 2 1 16,5 5 2-16,-6 3-2 0,0-2 1 0,1 4 0 15,-8 0 0-15,6 0 0 0,-4 0 0 16,-2 4 2-16,0-4-1 0,1-1-3 15,-1-2-22-15,-6-1-32 0,7 1-49 0,0-5-64 16,-7 1-80-16,0-5-78 0,6-2-84 0,-6-4-111 16,6 0-110-16,0-8-90 0,2 0-69 15,-2-4-88-15,7-2 12 0,-6-5 92 0,6 1 135 16,-1-5 135-16</inkml:trace>
  <inkml:trace contextRef="#ctx0" brushRef="#br0" timeOffset="827.74">15623 15756 328 0,'0'-22'484'0,"-6"4"97"15,6 0 129-15,-6-1-8 0,0 8-86 0,-2-1-71 16,2 6-66-16,0 3-73 0,-1 3-106 16,1 3-80-16,-1 3-54 0,0 6-27 15,1 3-19-15,6 4-12 0,0 2-8 0,0 5-9 16,0-4-12-16,6 4-12 0,8 0-10 16,-1-1-10-16,-1 0-8 0,8-2-10 0,0-1-5 15,6 0-5-15,-7-8 0 0,7 0 2 16,1-5 0-16,-8-3 2 0,7-2 6 0,0 0 7 15,-6-8 4-15,0-3 4 0,-1 0 1 16,0-5 4-16,0-2 2 0,-5-4 6 0,-1-1 6 16,-7 1 8-16,1-4 9 0,-7 0 8 0,0 0 2 15,-7 0-6-15,-6-1-10 0,-7 2-13 16,1-2-15-16,-7 6-15 0,0 2-14 16,-6 3-6-16,5 6-6 0,-5-2-5 0,6 8-12 15,-7 4-28-15,14 0-41 0,-7-1-55 16,6 5-71-16,0-4-84 0,8 3-111 0,5 0-135 15,1-3-131-15,6-1-124 0,0-3-122 16,6-3-18-16,1-1 67 0,5-3 133 16,2-9 156-16,6 2 171 0</inkml:trace>
  <inkml:trace contextRef="#ctx0" brushRef="#br0" timeOffset="1062.07">15917 15309 459 0,'13'-22'707'0,"-13"4"117"0,6 3 100 16,-6 1 35-16,0 3-211 0,0 0-190 15,0 4-144-15,0 3-101 0,0 4-82 16,0 4-47-16,7 7-23 0,-1 0-4 0,1 7 13 16,6 8 13-16,0 3 6 0,7 3-12 0,-1 5-22 15,-6 4-28-15,6 2-25 0,1 2-28 16,0 3-23-16,-7-5-19 0,-1 1-16 0,2-4-33 16,-1-3-55-16,0-1-68 0,-7-7-85 15,7-2-114-15,-7-5-165 0,2-4-189 16,-2-4-206-16,-6-6-130 0,0-5-21 0,-6-3 58 15,-2-3 138-15,2-8 198 0,-7 0 242 16</inkml:trace>
  <inkml:trace contextRef="#ctx0" brushRef="#br0" timeOffset="1218.25">15962 15621 135 0,'-19'-5'621'0,"6"5"128"16,-6-3 102-16,5 3 93 0,1 3-84 15,0-3-190-15,7 0-164 0,-1-3-101 0,7 0-84 16,7-1-86-16,-1-7-72 0,14-4-61 15,6 1-54-15,6-4-59 0,1-4-82 16,6 4-124-16,0-5-184 0,0 0-230 16,7 6-249-16,-8-5-108 0,8 4-7 0,-7-1 78 15,7 1 159-15,-7 4 216 0</inkml:trace>
  <inkml:trace contextRef="#ctx0" brushRef="#br0" timeOffset="1483.82">16913 15093 408 0,'0'-3'774'0,"-6"-1"116"0,-1 1 90 16,1-1 80-16,6 0-194 0,-7 0-268 0,1 4-155 15,6-3-97-15,0 3-79 0,-7 0-74 16,14 3-65-16,-7 1-43 0,6 4-15 0,7 6 6 16,0 4 20-16,1 4 23 0,-2 3 17 0,8 9 7 15,-1-1-9-15,-5 3-20 0,-2 1-24 16,8-1-28-16,-7 5-20 0,0-4-15 15,-6 3-14-15,5-7-26 0,2 0-42 16,-8-3-59-16,1-5-80 0,-1-3-96 0,1-5-118 16,-1-2-164-16,-6-7-207 0,0 0-222 15,0-8-72-15,-6-4 19 0,-7-3 76 0,0-8 161 16,-1 0 231-16</inkml:trace>
  <inkml:trace contextRef="#ctx0" brushRef="#br0" timeOffset="1702.52">16881 15459 33 0,'-19'0'581'0,"5"3"161"15,1-3 120-15,6 4 103 0,-5-4-35 16,5 0-164-16,7-4-170 0,-6 4-111 0,12-6-89 16,1-2-78-16,5 1-65 0,8-7-55 15,0-1-50-15,12 1-40 0,-5-5-28 0,12 1-23 16,-7 0-17-16,7-4-15 0,0 3-18 16,0-3-32-16,-6 4-51 0,-1 4-64 0,1-1-72 15,-1 0-91-15,-5 4-126 0,-1 0-154 16,0 3-165-16,-1-3-179 0,-5 4-57 15,0-1 22-15,-7 5 98 0,7-4 161 0,-8-1 201 16</inkml:trace>
  <inkml:trace contextRef="#ctx0" brushRef="#br0" timeOffset="2155.55">18105 14837 169 0,'7'-11'621'0,"-1"-4"132"15,-6 1 97-15,-6-1 77 0,6-3-112 16,-7 3-197-16,7 5-149 0,-6-6-96 0,6 5-65 16,-7 4-62-16,7-1-61 0,0 1-48 15,0 7-42-15,-7 3-33 0,7 6-24 0,0 5-4 16,-6 9 9-16,6 2 10 0,0 8 15 16,0 3 17-16,0 1 7 0,0 0 2 0,6 3-2 15,1 0-6-15,0-4-10 0,-1-2-13 16,7-1-11-16,-6-8-10 0,-1 1-4 15,1-5-5-15,5-2 3 0,-4-4 15 16,-8-4 24-16,6-4 21 0,0-3 11 0,-6-4 5 16,0-7-15-16,0-5-97 0,0-2 0 15,0-9 0-15,-6-2 0 0,0-8 0 0,6 0 0 16,-8-11 0-16,2 0 0 0,0-6 0 16,-1-6 0-16,7 5 0 0,-6-1-1 0,6 8-41 15,0 1 10-15,0 10 7 0,6 0 6 16,-6 7 8-16,0 8 1 0,0 3 2 15,7 4 1-15,-1 3 2 0,8 8 2 0,-2 4 1 16,8 4 2-16,-1 6 2 0,7 1 0 16,-6 7 4-16,6 4 3 0,0 3 2 0,0 0 1 15,0 8 1-15,0-4-2 0,0 4 1 16,-7-1-11-16,1-3-26 0,0 0-49 0,-7 1-75 16,0-6-95-16,-6 2-124 0,-1-5-185 15,-6 0-214-15,6-2-246 0,-12-4-84 0,0-5 11 16,-8-3 78-16,1-4 167 0,-6-4 225 15</inkml:trace>
  <inkml:trace contextRef="#ctx0" brushRef="#br0" timeOffset="2827.8">18112 15057 173 0,'-20'0'637'16,"1"0"128"-16,-1 0 98 0,7 0 76 16,7-3-125-16,-1-5-211 0,7 3-182 0,7-5-110 15,6-1-88-15,6-4-71 0,7-3-51 16,13-1-40-16,7-2-26 0,0-5-34 15,5 1-58-15,1-5-78 0,1 4-125 0,-8-3-126 16,1 0-129-16,-7 3-108 0,0 0-75 16,-13 1-54-16,6-1 26 0,-12 5 74 0,-7-2 103 15,1 4 112-15,-2-2 156 0,-6 3 277 16,-6 3 225-16,0 0 158 0,0-3 128 0,0 3 148 16,-6 0 88-16,0 5-54 0,0-2-58 0,-2 6-51 15,2-1-57-15,0 2-107 0,6 2-94 16,-7-1-75-16,1 4-45 0,6 4-23 15,0 4-8-15,0-1 11 0,6 4 9 0,1 3 16 16,-1 4 14-16,8 4 7 0,-2 4-4 16,8-1-7-16,-1 9-13 0,1-1-176 0,0 3-28 15,-1 1 0-15,1 0 0 0,-8-1 0 16,8-3 0-16,-7 0 0 0,0-3 0 0,0-5 0 16,-7-3 0-16,1 0 0 0,0-7 0 15,-1-4 0-15,-6-5 0 0,0-1 0 0,0-5 0 16,-6-5 0-16,-1-5 0 0,-6-5 0 15,0-7 0-15,-7-7 0 0,0-4 0 16,2-3 0-16,-9-8 0 0,7-4 0 0,-5 0 0 16,5 1 0-16,0-2 0 0,2 5 0 15,4 5 0-15,1 5 0 0,7 1 0 0,-1 8 0 16,7 3 0-16,0 4 0 0,0 3 0 16,7 7 0-16,6 5 0 0,-1 6 0 0,8 2 0 15,6 5 0-15,1 9 0 0,-1-1 0 0,13 8 0 16,-7-5 0-16,7 5 0 0,0 4 0 15,1-5 0-15,-2 1 0 0,-5-4 0 0,-1 1 0 16,-5-6 0-16,-8 2 0 0,0-5 0 16,1-6 0-16,-7 2 0 0,0-5 0 15,-6-2 0-15,-1-6 0 0,0-2 0 0,-6-2 0 16,0-4 0-16,-6-7 0 0,0 0 0 16,-7-9 0-16,0 2 0 0,0-8 0 0,-7 0 0 15,0 1 0-15,1-2 0 0,-7 2 0 16,6-2 0-16,8 5 0 0,-8 4 0 0,7 2 0 15,-1 1 0-15,8 8-81 0,0-1-540 16,0 4-247-16,6 0-260 0,0 1-91 0,6-2 9 16,0 1 85-16,8 0 179 0,5 3 275 15</inkml:trace>
  <inkml:trace contextRef="#ctx0" brushRef="#br0" timeOffset="3077.74">19369 14031 633 0,'0'3'792'0,"-7"-3"93"0,0 5 66 16,7-3 1-16,0 6-251 0,0 0-205 0,0 6-93 16,7 1-28-16,0 7-1 0,5 7 1 0,8 0-8 15,0 4-8-15,5 4-28 0,2-1-134 16,-1 6-197-16,0-3 0 0,0 1 0 0,0 1 0 16,-7-4 0-16,1 0 0 0,-7-5 0 15,7 0 0-15,-8-6 0 0,-4 0 0 0,4-7 0 16,-6-4-141-16,-6-5-335 0,7-2-133 15,-7-5-151-15,-7-6-160 0,1-5-137 16,-6-6-21-16,-2-1 53 0,-5-8 141 0,-7 2 196 16,0-8 224-16</inkml:trace>
  <inkml:trace contextRef="#ctx0" brushRef="#br0" timeOffset="3358.38">19304 14254 317 0,'-14'-18'579'0,"-5"0"131"15,6-1 106-15,6 1 32 0,1-4-139 0,6 4-113 16,13-4-101-16,-6-4-92 0,12 4-74 15,7 0-50-15,0 0-36 0,7 4-26 0,6-4-17 16,-1 7-9-16,8 1-2 0,0 6-4 16,6 1 2-16,0 3 9 0,7 8 13 0,0 3 9 15,6 8-143-15,-6 3-75 0,-1 4 0 16,-6 4 0-16,-6 0 0 0,-7 3 0 0,-13 4 0 16,0-5 0-16,-13 2 0 0,-13 3 0 15,0 0 0-15,-13 4 0 0,-1-3 0 16,-12-2 0-16,-6 5 0 0,-7-5 0 0,0 1 0 15,-13 1 0-15,7-5 0 0,-8-4 0 16,-6 1 0-16,7-4 0 0,-7-4-80 0,8-4-418 16,-2-6-156-16,1-3-185 0,7-5-218 15,6-13-79-15,7-1 22 0,-2-8 87 0,9-11 172 16,-1-3 226-16</inkml:trace>
  <inkml:trace contextRef="#ctx0" brushRef="#br0" timeOffset="3639.88">19440 13390 121 0,'40'-33'571'0,"-1"-1"138"0,6 8 110 16,-5 1 98-16,11 3-87 0,-5 5-164 15,5 2-123-15,8 7-90 0,-6 5-62 0,5 10-51 16,7 4-26-16,0 11-7 0,7 3 10 16,0 12 17-16,6 4-1 0,0 10-107 0,7 3-226 15,-7 5 0-15,0 7 0 0,-13 7 0 16,-6 1 0-16,-14 7 0 0,-19 0 0 15,-13 2 0-15,-19-3 0 0,-13 5 0 0,-7-4 0 16,-14-1 0-16,1-3 0 0,-6-4 0 16,-1-3 0-16,1-1 0 0,-1-10 0 0,0 0 0 15,0-12 0-15,8-2 0 0,-1-9-164 16,12-3-368-16,-5-11-168 0,12-3-204 0,-6-8-186 16,7-8-46-16,5-3 34 0,-5-8 95 15,6 2 193-15,-6-5 261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0:16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24553 8305 105 0,'6'0'313'0,"-6"0"46"0,7-4 40 16,-1-3-77-16,-6 3-13 0,7-4-41 0,-1 1-15 15,-6 0 5-15,6 0 18 0,2-4 5 16,-8 4 16-16,6-4 12 0,-6 3-5 0,0-3-14 15,0 4-36-15,0-4-32 0,-6 4-46 16,-2-1-44-16,2 2-36 0,-7-2-31 16,0 3-21-16,0 2-16 0,1-1-12 0,-8 4-5 15,0 4-5-15,1-1-5 0,-1 5-3 16,7-1 0-16,-6 5 3 0,6 1-2 0,6-1 1 16,-6 3-4-16,13 0 4 0,-6-1 3 15,12 4-5-15,0-3 2 0,1 0 2 16,6-1 1-16,0 5 1 0,7-4-2 0,0 0 3 15,-1-1-2-15,7 1-3 0,-6-1 0 16,5 1 1-16,-5 0-2 0,0-1 1 0,6 5-1 16,-14-5 3-16,8 1 2 0,-7 0-2 0,-7-1 7 15,1 1 8-15,0 0 7 0,-7-1 7 16,-7 1 6-16,0-1 13 0,-5 1 4 16,-8 0 0-16,7-4 2 0,-13 0 3 0,6 0-1 15,-6-4-8-15,7-4-5 0,-7 5-3 16,0-5-5-16,-1-3-8 0,1-3-4 0,1-1-5 15,5 0-7-15,0 1-3 0,1-4-4 16,-1-1-3-16,8 5-8 0,-2-8-21 16,2 7-30-16,5-3-49 0,0-2-89 0,1 3-126 15,6 2-146-15,0-3-172 0,0-1-172 16,6 1-58-16,1 0 28 0,6-1 98 0,-1-3 135 16,8 0 184-16</inkml:trace>
  <inkml:trace contextRef="#ctx0" brushRef="#br0" timeOffset="343.37">24814 8161 236 0,'6'-7'415'0,"-6"-4"54"0,6 0 55 15,-6 4-26-15,0 4-110 0,7-5-73 16,-7 5-40-16,0 3-39 0,0-4-44 0,0 8-42 15,-7-1-32-15,7 5-7 0,0-1 5 16,7 7 7-16,-7 1 9 0,0 3 1 16,0 5-3-16,7-1-15 0,-7 7-15 0,0-4-12 15,6 5-11-15,-6 3-7 0,0-3-11 16,6 2-8-16,-6-3-8 0,7 0-7 16,-1 1-4-16,-6-5-7 0,0 1-4 0,7 0-2 15,-7-4-6-15,7-4-3 0,-1-3-3 16,-6 0-5-16,0-4-7 0,0-4-31 0,0 0-65 15,0-4-109-15,0-3-135 0,0-3-157 16,-6 0-178-16,6-8-99 0,-7 0-4 0,0 0 73 16,1-4 114-16,-1-3 149 0</inkml:trace>
  <inkml:trace contextRef="#ctx0" brushRef="#br0" timeOffset="921.34">24749 8400 312 0,'-8'-7'417'0,"8"-1"51"0,-6 1 55 0,12 3-75 15,-6-2-96-15,8 1-50 0,-2-2-25 16,7 4-28-16,0-1-37 0,6-3-41 0,1 3-38 16,6 0-35-16,7 1-33 0,-1-2-22 15,1 3-17-15,-1-6-11 0,1 8-6 16,-1-8-6-16,1 5-1 0,-7 3 1 0,0-4 0 16,-7 0-1-16,1 1 6 0,-6 3 18 15,-2-4 31-15,-6 4 23 0,1-3 14 0,-7 3 21 16,0 0 2-16,-7 0-12 0,1 0-25 15,0 3-21-15,-8-3-14 0,2 4-19 0,-8 3-7 16,7-3-6-16,-7 3-5 0,8 5-5 16,-8-5 0-16,7 7 3 0,-1-3-1 0,2 4 2 15,-2 3 0-15,8 0 3 0,0 1-4 16,-1-1 1-16,1 1 0 0,6 2-2 16,0-2 2-16,0 3 0 0,6-4 0 0,1-4 0 15,-1 5 0-15,8-4-2 0,-2-5-3 16,2 5 5-16,-2-7 3 0,1-1-1 15,7-3 1-15,0-1 1 0,-1-3 3 0,-6 0-2 16,6-3 2-16,-5-1 8 0,-8-3 10 16,7-1 12-16,0-3 12 0,-6 0 6 0,-1-4 0 15,0 1 0-15,-6-1-2 0,8-3-6 16,-8-1-7-16,0 5-1 0,0-1 3 16,-8 0 4-16,8 1-1 0,0 0 3 0,0 5 5 15,0 3-6-15,-6-5 0 0,6 7-8 16,0 0-7-16,0 1-10 0,0-1-10 0,0 4-5 15,0 0-10-15,0 0-1 0,0 4-3 16,0-1-2-16,0 5 2 0,6-1 0 0,-6 3 2 16,8 2 0-16,-2 2 0 0,0 2 1 15,0-2-1-15,2 4 0 0,-2-3-1 16,7 0 0-16,-7-1 0 0,8 1-1 0,-8-1-6 16,6-2-23-16,-4-2-36 0,-2 2-54 15,0-5-78-15,7-3-129 0,-6-2-155 0,-7-2-182 16,7 0-164-16,-1-6-52 0,-6-1 20 15,6-1 100-15,-6-3 147 0,7-4 197 0</inkml:trace>
  <inkml:trace contextRef="#ctx0" brushRef="#br0" timeOffset="1202.64">25477 8210 120 0,'0'-11'459'0,"7"0"83"0,-7-1 100 16,0 2 94-16,0 2-127 0,0 1-97 0,0-1-68 15,0 5-70-15,0-1-87 0,0 0-91 16,0 8-64-16,7 0-40 0,-7 3-23 0,6 4-2 16,1 0 0-16,-1 8 3 0,1 3-3 15,-7 0-5-15,6 3-8 0,1 0-9 0,-1 5-7 16,0 0-7-16,2-1-7 0,-2 0-9 16,0-3-5-16,1-1-2 0,-1 0-5 0,-6-2-3 15,7-1 1-15,-7-7-1 0,6-1-7 16,-6 1-15-16,7-4-26 0,-7-4-47 0,0-3-82 15,0-4-113-15,0 0-115 0,0-4-112 16,-7-3-106-16,1-1-99 0,-1-3-20 16,1-3 60-16,-1-1 90 0,-5 0 112 0,4-3 124 15</inkml:trace>
  <inkml:trace contextRef="#ctx0" brushRef="#br0" timeOffset="1561.84">25465 8338 323 0,'0'-7'381'0,"0"2"37"16,0-2 16-16,6 4-106 0,-6 3-80 0,6-4-53 15,1 0-37-15,6 4-31 0,0 0-28 16,0 0-27-16,0 0-26 0,7 0-15 0,-7 0-13 16,13 0-8-16,-6 4-4 0,-1-4-4 15,1 4-2-15,-1-4-3 0,0 0 1 16,-5 0 2-16,-1 0 0 0,-7 0 4 0,1 0 11 16,-1-4 22-16,-6 4 28 0,0 0 38 15,0-4 42-15,-6 4 46 0,6 0 33 0,0-3 22 16,-7 3-3-16,7 0-25 0,-6-4-32 15,6 4-15-15,0 4-50 0,-7-4-41 0,7 3-15 16,0 1 2-16,0 3 6 0,0 5-21 16,0-1 21-16,0 3 12 0,0 1-1 0,0 3-8 15,0-3-11-15,0 7-7 0,7-4-12 16,-7 1-11-16,0 2-10 0,0-6-8 16,0 4-5-16,0-5-5 0,0 1-1 0,0 0-3 15,0-5-1-15,0-3-14 0,0 1-31 16,0-1-67-16,-7-2-108 0,1-5-143 0,-1 0-168 15,0-5-190-15,1-2-112 0,-7-4-12 16,0 0 68-16,7-4 118 0,-7-3 162 0</inkml:trace>
  <inkml:trace contextRef="#ctx0" brushRef="#br0" timeOffset="1702.43">25634 8191 363 0,'0'-3'434'0,"0"-1"30"16,0 0 16-16,0 0-129 0,0 4-146 15,0 0-92-15,0 0-80 0,0 4-89 0,7 4-112 16,-1-5-154-16,-6 5-80 0,7-1-43 16,-1 0 3-16,0 1 47 0</inkml:trace>
  <inkml:trace contextRef="#ctx0" brushRef="#br0" timeOffset="2046.13">26051 8294 47 0,'12'-4'408'0,"-4"-4"70"0,-2 1 67 0,-6 0 79 16,6 0-96-16,-6-4-85 0,0 4-44 15,0 2-35-15,0-1-46 0,-6 2-67 16,0 0-68-16,-2 4-58 0,2 0-52 0,-6 0-30 16,4 8-22-16,-4-2-13 0,-1 3-3 15,6 5-3-15,-6-3 5 0,7 7 0 0,0 0 4 16,-2 5 6-16,8-1 6 0,0-1 10 15,0 5 11-15,0-4 12 0,8 0 10 0,-2 0 12 16,6-4 8-16,2 4 5 0,-1-3 1 16,7-5-3-16,-2 4-1 0,9-7-8 0,-1 4-10 15,0-7-8-15,7 0-12 0,-7-2-7 16,6-2-6-16,-5 0-9 0,-9-4-10 0,9 3-7 16,-14-3-3-16,0-3-11 0,-1 3-37 15,-4 0-73-15,-8-4-141 0,0 0-193 16,-8 0-251-16,2 2-175 0,-13-6-64 0,-1 4 23 15,-6-4 115-15,-6 5 179 0</inkml:trace>
  <inkml:trace contextRef="#ctx0" brushRef="#br0" timeOffset="2671.52">24605 9360 165 0,'0'-4'361'16,"-6"1"59"-16,6-5 56 0,0 5-39 16,-8-5-59-16,8 5-17 0,0-2 10 0,0-2 6 15,-6 7-8-15,6-3-29 0,0 0-41 16,0 3-67-16,0 3-69 0,0-3-55 15,0 8-30-15,0 2-6 0,0 1 10 0,6 7 13 16,-6 5 14-16,8 6 4 0,-8 0-7 16,6 3-13-16,-6 2-18 0,6 3-16 0,-6-4-15 15,7-1-11-15,0 5-14 0,-7-7-6 16,6 3-3-16,0-8-3 0,1 1-6 16,-1-1-1-16,-6-6-9 0,7-1-28 15,0-3-47-15,-1-4-84 0,0-5-119 0,-6-1-146 16,7-5-173-16,0-5-177 0,-1-1-62 15,1-5 26-15,-1-4 88 0,1 1 134 0,6-4 173 16</inkml:trace>
  <inkml:trace contextRef="#ctx0" brushRef="#br0" timeOffset="3030.5">24956 9463 121 0,'8'-8'456'15,"-8"2"78"-15,0-3 81 0,-8 6 75 0,8-5-131 16,-6 5-107-16,0 3-72 0,-1 0-55 15,1 3-60-15,-8 8-61 0,8 0-45 0,-7 4-30 16,6 4-21-16,-5-1-17 0,5 7-13 16,0-3-17-16,7 4-14 0,0-1-8 0,0 0-10 15,0-2-5-15,14 3-3 0,-8-4 3 16,7-4 5-16,0 0 3 0,7-2 6 16,-1-2 8-16,1-3 3 0,-1-4 3 15,1-3 0-15,6-1 3 0,-6 2-2 0,-1-10 3 16,7 2 0-16,-6-4 5 0,-1-4 6 15,-6 0 11-15,6-4 4 0,-5 0 6 0,-8-4 1 16,0 2-3-16,1-5-11 0,-7-3-15 16,-7-1-13-16,1-1-15 0,0 2-12 0,-8 3-11 15,2 0-7-15,-2 4-6 0,1 3-6 16,1 3-17-16,-8 2-29 0,0 7-42 0,7-1-44 16,-7 8-78-16,8-1-109 0,-2 0-133 15,2 4-147-15,-1 5-156 0,13-4-109 16,-7 2-1-16,7 2 70 0,7-5 125 0,-1 0 163 15</inkml:trace>
  <inkml:trace contextRef="#ctx0" brushRef="#br0" timeOffset="3420.97">25335 9513 48 0,'12'-3'456'0,"-12"-1"102"0,7 1 103 15,-7-4 95-15,0 3-91 0,0 0-132 16,-7 1-101-16,7 3-87 0,-6 0-91 15,0 3-89-15,-2 1-58 0,2 3-34 0,6 4-21 16,-6 0-12-16,0 4-9 0,6 3-1 16,0 0-4-16,0 0-4 0,0 4-5 0,6-3-4 15,-6 3-1-15,6-4-3 0,8 1 0 16,-8-2-1-16,7 2 4 0,0-1 0 16,6-3 1-16,-5-4-3 0,5 0 10 0,-6-4 8 15,6-2 7-15,1-2 7 0,0-3 8 16,-1 0 14-16,-6-3 8 0,6-5 12 0,-5 1 11 15,-1-4 13-15,0-5 8 0,-7 2 1 16,1-1-10-16,-7-7-14 0,0 4-18 0,0-7-20 16,-7 3-19-16,1-4-15 0,-7 0-10 15,6 5-7-15,-13-2-5 0,8 9-4 16,-1-1-3-16,0 4-8 0,0 8-26 0,-7-1-41 16,7 4-50-16,0 4-80 0,0 3-120 15,7 0-146-15,-1 1-157 0,7 2-170 0,-7 1-80 16,14 0 10-16,-7-4 84 0,13 1 137 15,-6-4 172-15</inkml:trace>
  <inkml:trace contextRef="#ctx0" brushRef="#br0" timeOffset="3701.96">25803 9488 455 0,'7'-3'611'0,"5"-6"119"15,-12-1 90-15,8 3-31 0,-2-1-166 16,-6 6-145-16,0-3-110 0,0 1-108 0,6 4-76 15,-6 0-59-15,0 4-30 0,7 3-3 16,-7 8-4-16,7 0 8 0,-1 3-2 0,0 4-2 16,-6 4-6-16,7 3-14 0,-1 1-14 15,1 2-12-15,0 1-8 0,-1 3-10 0,0-2-4 16,-6-1-5-16,7 0-6 0,0 0-7 16,-1-4-3-16,0 1 2 0,1-5-3 15,-7-3 0-15,6-4-5 0,-6 0-18 0,7-3-29 16,-7-4-44-16,0-4-64 0,0-3-106 15,-7-4-137-15,1-4-143 0,-1-3-153 0,1 0-142 16,-7-7-33-16,0-5 53 0,0-3 116 16,-7 0 145-16</inkml:trace>
  <inkml:trace contextRef="#ctx0" brushRef="#br0" timeOffset="3967.52">25745 9518 11 0,'6'-15'438'0,"-6"0"76"0,6 1 77 0,2-1 88 15,4-4-49-15,1 5-133 0,7-5-72 16,6 5-43-16,-6 3-48 0,5-3-72 0,1 2-65 16,7 5-42-16,-7 3-39 0,0 1-24 15,0 3-19-15,1 3-16 0,-1 5-10 16,-7-1-10-16,7 4-5 0,-13 0-6 0,6 3 0 16,-6 2 0-16,-6 1 1 0,0 3 0 15,-1-3-1-15,-6-2-2 0,-6 3-4 16,-1 1-5-16,-6-1-4 0,0 0 0 0,-7-3-19 15,1 3-38-15,-1-6-88 0,0 1-135 16,2-1-165-16,-2-5-204 0,7 0-176 0,-1 1-65 16,8-5 32-16,0-3 108 0,6 0 148 15,0-3 195-15</inkml:trace>
  <inkml:trace contextRef="#ctx0" brushRef="#br0" timeOffset="4389.33">26513 9356 234 0,'7'-11'632'0,"6"0"114"0,-13 1 80 16,0-1 61-16,0-1-172 0,0 1-213 0,-7 3-165 15,-6-2-104-15,0 6-75 0,0-3-58 16,-7 7-42-16,1-4-27 0,-1 8-14 0,-6 0-6 16,7 3-4-16,6 0-8 0,0 4-7 15,-1 0-9-15,8 4-7 0,0-5-11 16,6 6-11-16,6-2 0 0,0 1 0 0,14 0 10 15,-7-1 6-15,13-2 7 0,-6 2 11 16,13-3 6-16,-7 1 2 0,6 2 7 0,1-3 14 16,-7 0 21-16,0 0 15 0,-1-1 15 15,-5 5 15-15,0-4 9 0,-7 0 3 0,-7 0 1 16,1-3 4-16,-7 2 8 0,-7-2 6 16,-5-1-1-16,-1 0-2 0,-7 0-7 0,-6 1-12 15,6 0-14-15,-5-1-12 0,-2-5-8 16,-5 3-6-16,6-1 0 0,0-1-1 0,6-3-1 15,-7 0-3-15,9 0-8 0,-2 0-3 16,1 0-10-16,5 0-6 0,2-3-7 16,-2 3-10-16,8-4-27 0,-1-1-47 0,1 5-58 15,0-2-81-15,6-2-132 0,0 4-179 16,0-3-201-16,6-2-191 0,-6 2-66 16,6-5 14-16,-6 6 96 0,0-7 167 0,0 6 220 15</inkml:trace>
  <inkml:trace contextRef="#ctx0" brushRef="#br0" timeOffset="30914.78">24364 10814 70 0,'0'-3'352'16,"0"-1"64"-16,0 0 57 0,0-3-16 16,0 0-3-16,0-1-54 0,6 1-32 0,-6 0-29 15,0-4-26-15,0 4-35 0,7-1-48 16,0 0-46-16,-7 5-38 0,6-3-24 0,7-3-26 15,-6 6-28-15,6 3-16 0,-1-5-12 16,2 5-6-16,6 5-5 0,-8-2 0 16,8 6 6-16,-7-3 2 0,7 5 0 0,-8-1 0 15,1 6 4-15,0 2-1 0,0 0 0 16,1 4 0-16,-8-4 1 0,7 4-1 0,-6 0-2 16,-7 0-3-16,6 1 1 0,-6-5 1 15,0 4 0-15,0-7 0 0,0 3-1 16,0-7 4-16,-6 4 4 0,6-9 6 0,-7 2 8 15,7-5 3-15,-7-3 6 0,1 0 1 16,0-6-2-16,-2-2-6 0,2 0-12 16,0-6-8-16,6-1-8 0,-7-3-12 0,1-8-10 15,6 1-7-15,0-4-6 0,6-1 1 16,1-2-3-16,-1 2 4 0,0 1-3 0,8 2 2 16,6 2 2-16,-8 3-4 0,1 8 0 15,7-1-3-15,-7 4 0 0,7 4 2 0,-7 3 0 16,6 1 2-16,-5 6 1 0,-2 1 1 15,1 3 1-15,0 0-4 0,-6 4 3 0,5 4 1 16,2 0-1-16,-1-1 0 0,-6 1 1 16,5 0 3-16,1 3-3 0,-6-3-2 0,6-4 2 15,-7 3 3-15,8-3 1 0,-2-4-2 16,2 1 2-16,-1-5 0 0,-7 1 0 16,14 0-2-16,-8-4-2 0,2-4 2 0,-1 0 1 15,-1-2 1-15,2-6 0 0,-8 5-2 16,0-8 2-16,8 1-2 0,-14-1 2 0,6 0-1 15,-6-3-8-15,0 1 5 0,0-3-1 16,-6 3 1-16,0 1-3 0,-2 2-1 0,-4 3 6 16,-2-1-5-16,2 6-1 0,-8 2 1 15,1 0-1-15,-1 8-2 0,1 0 1 16,5 2 1-16,-5 6 2 0,0-1-1 0,5 7 1 16,-5 0 2-16,6 4 2 0,0 4-1 0,-1 0 1 15,8 3 3-15,0 0 2 0,6 0 1 16,-7 1-1-16,14 0 4 0,-7-1 1 0,6 0 2 15,0-4 6-15,8 2 3 0,-1-6 3 16,0-2 3-16,6-1 4 0,1-4-4 16,6 1-3-16,0-4-6 0,7-4 0 0,-7-4-3 15,7 2-7-15,-1-5-1 0,-6-5-4 16,-1 2-5-16,-5 0-16 0,0-1-25 16,-1-3-40-16,-5-1-57 0,-8 1-89 0,0 0-133 15,1-1-152-15,0 1-164 0,-7-3-168 16,0-2-56-16,0 4 31 0,0-3 105 0,0 0 148 15,0 1 178-15</inkml:trace>
  <inkml:trace contextRef="#ctx0" brushRef="#br0" timeOffset="31649.1">25400 10818 56 0,'6'-15'405'0,"0"1"63"0,-6-5 69 15,0 0 97-15,0 1-80 0,0 0-65 0,0 4-36 16,0 0-22-16,-6 2-36 0,6 1-69 15,-6 0-79-15,-1 4-61 0,0 4-42 0,1-2-37 16,-7 1-29-16,6 8-25 0,-6 4-17 16,7-1-7-16,-8 8-4 0,8-1 3 0,-6 8 5 15,5 0 6-15,-6 3 4 0,6 2 6 16,1-2 0-16,6 0 2 0,0 5 2 16,0-1-1-16,0-2-1 0,0-2-3 0,6 0-2 15,1-2-4-15,-1-5-4 0,8 1-6 16,-8-1-3-16,6-4-4 0,2-2-3 0,5-6-3 15,-5 2-3-15,5-5-4 0,0-3-2 16,1 0-3-16,-1-7-2 0,1 3-5 16,-7-6 0-16,7-1-7 0,-7 0-7 0,6-5-4 15,-13 2-2-15,8-4-1 0,-8-4-5 16,7 0 6-16,-13 0 4 0,7 0 3 0,-7 3 2 16,6-3 2-16,-6 0 4 0,0 4 2 15,0 4 0-15,-6-1 2 0,6 4 3 0,0 0 3 16,0 0 0-16,0 4 4 0,-7 2 0 15,7-2 1-15,0 4-2 0,0 3-3 0,0 0-1 16,0 0-1-16,0 8-2 0,0-6-1 16,0 10 1-16,0-1 2 0,0 4 2 15,0-1 2-15,0 5 2 0,7 2 3 0,-7-2 3 16,6 3 1-16,-6 0-2 0,7 0 0 16,-1-4-1-16,0 0-3 0,8 5-2 15,-8-9 0-15,8 1-1 0,-1 0-3 0,6-4 2 16,-6 0 1-16,0-8 1 0,7 0-1 15,-7 2-2-15,0-10 2 0,-1 2-2 0,8 0 0 16,-13-8-3-16,6 0 2 0,-7-4 0 16,7-4 0-16,-7 1-2 0,-6-4 3 0,8 0-3 15,-8-4-1-15,0 1 1 0,0 3 4 16,-8-3 6-16,8 2 2 0,0 2 6 0,0 6 3 16,-6 0 1-16,6 1-3 0,0 2-10 15,0 5-3-15,-6 3-3 0,6 2-5 0,0-3 0 16,0 10-5-16,0-3 7 0,0 5-2 15,0 4 1-15,6 1 1 0,-6 6-2 16,6-3 2-16,2 7 1 0,-2-1 0 0,0 1-1 16,1 0-1-16,0 3 2 0,5-2 0 15,-5 3-1-15,-1-4-1 0,8 0-7 0,-8-4-18 16,0 1-36-16,8-5-54 0,-8 0-74 16,0-2-112-16,7-1-145 0,-6-4-151 15,0-3-163-15,5-4-121 0,-4 0-19 0,-2-8 63 16,-6 1 124-16,6-3 158 0</inkml:trace>
  <inkml:trace contextRef="#ctx0" brushRef="#br0" timeOffset="32039.07">25998 10847 268 0,'0'-19'435'0,"-6"2"82"0,0 2 92 0,6-3-5 16,-6 7-76-16,6-5-55 0,0 6-33 16,0-1-49-16,6 0-69 0,0 4-77 0,0-1-68 15,1 1-46-15,6 3-38 0,0 4-22 16,1 4-19-16,4 0-11 0,-4 2-3 0,5 2-1 15,1 7-2-15,0-1-5 0,-8 1 3 16,8 4 0-16,-7-1 0 0,1 4 3 16,-8-3 2-16,0 2 3 0,0 1 4 0,1-3 6 15,-7 0 6-15,-7-2 3 0,7-2 11 16,-6-1 8-16,0 1 3 0,6-4 10 16,-6-4 13-16,-2 1 16 0,2-1 13 0,0-7 13 15,-1 0 8-15,0-4-1 0,1-3-7 0,-1 0-14 16,7-5-21-16,-6 2-26 0,0-9-19 15,6 1-18-15,0-3-17 0,6-6-13 0,0 2-9 16,1-5-5-16,-1 5-4 0,8-1-3 16,-2 1 0-16,-4 2-3 0,4 2 2 15,1 2-1-15,0 4-1 0,0 5-7 0,1-1-21 16,-2 4-34-16,2 3-45 0,-8 1-51 16,7 3-58-16,-7 3-56 0,1 1-59 0,0 3-70 15,-1-4-97-15,0 8-93 0,0-4-105 16,2 5-124-16,-2-1-38 0,7 0 41 0,-7-4 110 15,8 4 128-15,-2-4 154 0</inkml:trace>
  <inkml:trace contextRef="#ctx0" brushRef="#br0" timeOffset="32461.08">26520 10763 87 0,'6'-4'350'0,"1"1"55"0,-1-4 54 16,-6-1-10-16,7-3-78 0,-1 5-21 16,0-6 23-16,2 1 17 0,-2 3 10 15,-6-7 3-15,0 5-16 0,0-1-48 0,0 4-73 16,-6 0-62-16,-2-2-56 0,-4 3-47 15,-1 2-33-15,0 4-29 0,0 4-19 16,-7 2-9-16,0 3-7 0,1 1-2 0,6 5-3 16,0-1 0-16,-1 5-3 0,8-5-2 15,0 4-3-15,0-2 1 0,12 2 0 0,-6-4 1 16,6 1 5-16,0 0 0 0,8-4 7 16,-1-1-2-16,0 1 3 0,6 0-2 0,1 0 0 15,0-2-2-15,-1 1 2 0,1-3 4 16,0 3 15-16,5 3 14 0,-5-3 20 0,0 1 18 15,-1 4 6-15,1-4 10 0,-8 0 7 16,2-1 7-16,-8 5-3 0,0-7 1 16,-6 3 14-16,0-1-2 0,-6-2-5 0,0 3-8 15,-1-3-7-15,-12-2-10 0,6 3-13 16,-7-6-7-16,6 0-11 0,-5-3-10 0,0 4-9 16,0-8-7-16,-1 4-8 0,0-3-10 15,1 0-2-15,-1-6-3 0,7 6-6 0,0-5-17 16,0 2-22-16,0-2-37 0,6 0-43 15,-5 1-52-15,4 4-64 0,8-5-73 16,-6 5-108-16,6-5-120 0,6 5-134 0,-6-4-151 16,14-1-75-16,-8-3 12 0,8 4 90 15,5-8 134-15,1 4 166 0</inkml:trace>
  <inkml:trace contextRef="#ctx0" brushRef="#br0" timeOffset="32695.45">26761 10770 154 0,'6'-7'545'0,"0"0"137"15,2-5 106-15,-8 5 82 0,6 0-137 0,-6 3-131 16,0 2-119-16,0-3-116 0,0 1-90 16,6 4-73-16,-6 0-52 0,0 4-41 0,7 3-17 15,-1 0 0-15,1 4 1 0,-1 4 1 16,1 0-3-16,-1 0-11 0,0 3-17 16,2-3-23-16,-2 3-15 0,0-4-12 0,-6 1-8 15,7 0-7-15,-7 0-20 0,7-5-27 16,-7 2-45-16,6-5-63 0,-6 0-88 0,0 1-131 15,-6-5-151-15,6-3-161 0,-7-3-167 16,0-5-51-16,-5 1 29 0,-2-3 102 16,1-7 149-16,0 3 181 0</inkml:trace>
  <inkml:trace contextRef="#ctx0" brushRef="#br0" timeOffset="32820.17">26728 10599 145 0,'0'-5'383'0,"-6"-2"34"0,6 3 17 0,0-3-39 0,0 3-163 15,-7 1-127-15,7 3-107 0,7 0-112 16,-7 0-159-16,0 3-84 0,6-3-42 16,1 4-4-16,-1-4 35 0</inkml:trace>
  <inkml:trace contextRef="#ctx0" brushRef="#br0" timeOffset="33570.53">26943 10612 415 0,'6'5'565'0,"-6"-10"102"0,0 5 89 16,7 0-33-16,-7-3-156 0,6 3-112 16,-6 0-88-16,7 0-80 0,-7 0-76 0,7 0-46 15,-1 3-33-15,8 5-21 0,-8-4-15 0,0 6-9 16,7 2-6-16,-6 2-9 0,6 1-6 16,-7 3-6-16,8 1 0 0,-8 2-2 0,0 2 7 15,-6-1 4-15,6 3 4 0,2-3-1 16,-8 0-3-16,6-4-1 0,-6 1-2 0,0-2-1 15,6 0 0-15,-6-3 5 0,0-3 8 16,0-1 8-16,0-2 11 0,7-5 20 0,-7 5 16 16,0-8 9-16,0 0 7 0,0 0-6 15,-7-4-9-15,7-3-25 0,0-1-26 16,0-2-22-16,0-5-21 0,0-4-10 0,0 1-16 16,7-4-8-16,-1 0-5 0,1 0-1 0,0 0-3 15,-1 0-4-15,7 4-1 0,-6-1 1 16,5 8 0-16,-5 2 0 0,6 0 0 0,0 1-2 15,1 8 1-15,-2 0-1 0,1 5-4 16,7-2-6-16,-8 6-7 0,8-3-7 16,0 5-9-16,-1-3-6 0,7-1-5 0,-6 0 3 15,6-3 5-15,-7-1 7 0,1 1 8 16,0-4 6-16,-1 0 6 0,1-4 7 0,-8 1 3 16,2-5 1-16,-1-2 2 0,-7-2 1 15,1 1 2-15,-1-3 1 0,-6-1-2 0,0 0 2 16,-6-3 1-16,-1 0 0 0,1 0 0 15,-7-1-4-15,6 4 1 0,-6 1 1 16,0-1-2-16,0 4 1 0,7 4-2 0,-7-1 0 16,-7 5 1-16,6 3-1 0,2 3-2 15,-1 5 0-15,0 2 1 0,0 2 5 0,-1 6-2 16,2 1 6-16,6 3 4 0,-1 0 10 16,0 3 10-16,7 1 7 0,-6-1 13 15,6 0 7-15,6-2 6 0,1 3 3 0,0-4-2 16,-1-4 2-16,6 4 1 0,2-8 5 15,5 5 3-15,1-8-16 0,6 1-56 0,0-2 0 16,7-3 0-16,-1-3 0 0,7 0 0 16,0-4 0-16,1 0 0 0,-1-4 0 0,-1 0 0 15,-5 1 0-15,-1-1 0 0,1-3 0 16,-7 4 0-16,-6-1 0 0,0-1 0 0,-8 2 0 16,1-2 0-16,-6 3 0 0,0 2 0 15,-7-4 0-15,0 0 0 0,-7 0 0 16,0 4-70-16,1-3-285 0,-7-1-125 0,-7 0-175 15,8 2-221-15,-8-3-190 0,0 1-51 16,1-3 34-16,-1 0 100 0,0 3 186 0,-5-3 260 16</inkml:trace>
  <inkml:trace contextRef="#ctx0" brushRef="#br0" timeOffset="35553.93">18756 12349 137 0,'0'-3'255'0,"-6"3"21"0,6 0-51 0,0 0-32 15,-6 0-42-15,6 0-33 0,0-5-17 16,-8 5-5-16,8 0 4 0,0-2 4 15,0 2 3-15,-6 0 4 0,6-5 4 0,0 5 3 16,0 0 1-16,0 0 1 0,0-3 3 16,0 3-1-16,-6 0 2 0,6 0 8 0,0 0 11 15,0-3 15-15,0 3 12 0,0 0 15 16,0 0 13-16,6 0 7 0,-6 0-2 0,0-5-13 16,0 5-19-16,0 0-16 0,0 0-18 15,0 0-25-15,0 0-22 0,0 0-19 16,0 0-16-16,0 0-15 0,0 0-17 0,0 0-5 15,0 5-4-15,0-2-3 0,0 0 2 16,0 2-1-16,6-3 8 0,-6 6 5 0,0 0 8 16,8-1 14-16,-8 0 8 0,0 0 9 15,6 1-3-15,-6-4-2 0,6 3-2 0,-6 0-5 16,7-3-2-16,-7-4 3 0,6 3 9 16,1-3 5-16,0 0 6 0,-1-3 2 15,6-4 1-15,2-1-9 0,-1-7-6 0,7 1-6 16,6-1-8-16,-7-3-8 0,7-4-5 15,0-4 4-15,0 5 0 0,7-2 2 0,-7 0 2 16,-6 6 1-16,-1-1 1 0,1-1-3 16,-8 9-6-16,2-5-6 0,-1 7-6 15,-7 1-5-15,1 0-6 0,-1 4-7 0,1-1-4 16,-7 4-4-16,6-5-1 0,-6 5-7 16,0 0-16-16,0 0-26 0,0 5-41 0,6-5-54 15,-6 4-69-15,-6-1-118 0,6 4-154 16,0-3-194-16,-6 3-192 0,-1 0-68 15,1 0 5-15,-1 1 91 0,-6 3 149 0,7-4 213 16</inkml:trace>
  <inkml:trace contextRef="#ctx0" brushRef="#br0" timeOffset="40912">17395 15405 38 0,'0'0'144'16,"0"0"26"-16,0 0 22 0,0-4 18 15,0 1-22-15,0 3-35 0,0-5-23 0,0 2-11 16,0-4-2-16,0 3 3 0,0 0 7 16,0 1 3-16,0-5 4 0,0 5 1 15,0-4 1-15,0-1 0 0,7 5-2 0,-7-5 6 16,0 5 4-16,6-5 1 0,-6 5 1 15,0-2-2-15,6 5-16 0,-6-4-23 0,0 4-21 16,0-3-21-16,0 3-23 0,8 3-17 16,-8-3-2-16,0 4-1 0,6 1 2 0,-6 1 4 15,6-1 7-15,-6 1 6 0,7 2 9 16,0 0 8-16,-7-1 2 0,6 0 11 16,0 0 11-16,1 1 18 0,-1-5 1 0,1 1 7 15,0-4 10-15,-1 0 2 0,7 0 0 16,0-4-12-16,0-3 1 0,0-4-6 0,6 1-9 15,-5-5-8-15,5-4-9 0,7 1-12 16,-6-4-11-16,6 0-8 0,7 0-8 16,-7 0-6-16,-1 0-10 0,1 0-4 0,0 3-2 15,-6 1 0-15,-1 3-5 0,1 5-2 16,-7-1 2-16,0 3 0 0,-6 5-4 16,-1-1-2-16,1 1-3 0,-7 3 0 0,0 3-9 15,0 1-4-15,-7-1-34 0,1 5-91 16,-1-1-145-16,-6 0-166 0,6 5-229 0,-5-2-154 15,-2 1-49-15,-5 0 47 0,-1 0 122 0,1 0 156 16</inkml:trace>
  <inkml:trace contextRef="#ctx0" brushRef="#br0" timeOffset="41833.65">16392 16911 203 0,'0'-5'252'15,"6"5"-11"-15,-6-2-33 0,0-3-8 0,0 1-24 16,0 1-25-16,0-1-8 0,0-3-2 15,0 3 3-15,8-3 0 0,-8-1 4 16,0 1 0-16,6 0-6 0,-6 0-8 0,0 3-9 16,6-3-12-16,-6 3-15 0,6-4-20 0,-6 5-17 15,8-1-14-15,-8 1-11 0,6 3-6 16,-6-4-3-16,6 4-2 0,1 0 1 0,-1 4-3 16,1-1-2-16,0 1 0 0,-1-1-1 15,7 2 1-15,-6-2 0 0,-1 4 6 0,0-3 17 16,7 0 33-16,-6 3 36 0,0-3 43 0,5-4 28 15,-4 0 20-15,4 0 0 0,1-4-24 16,0 0-29-16,0-3-35 0,1-4-19 0,4-4-17 16,2 1-9-16,0-4-9 0,-1-1-6 15,7-4-4-15,-6 3-6 0,6-3 0 0,-7 2-2 16,8-2 3-16,-8 2 2 0,8-2 2 16,-8 4-4-16,0 5-5 0,0 0-7 0,-5-2-4 15,-1 6-7-15,0 3-10 0,-6-1-5 0,-1 5-3 16,0 3-4-16,0 0-2 0,-6 0-1 15,0 3 1-15,0 2-5 0,0 1-5 16,-6 2-25-16,0-2-78 0,0 6-138 0,-1-5-154 16,0 0-201-16,1 4-191 0,-7-4-77 0,7 2 21 15,-8-6 106-15,1 4 143 0,7 0 196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1:53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7509 14294 42 0,'0'-3'276'0,"6"-1"40"16,-6-3 31-16,0 4-60 0,0-5-41 16,0-3-14-16,0 4-25 0,0-1-4 0,0-2 2 15,0-2 11-15,0 5 6 0,0-4 8 16,7 4 14-16,-7 0 12 0,0-1-11 0,0 4-7 15,0 0-17-15,0 1-22 0,0-1-28 16,0 2-34-16,0 2-15 0,0 0-25 16,0 0-16-16,0 0-11 0,6 2 0 0,-6 2 5 15,7 3 8-15,-7 0 8 0,6 5 8 0,1 2-1 16,-1-3-6-16,-6 4-6 0,6 3-5 16,2-3-6-16,-2-1-1 0,0 1 4 15,8 1 7-15,-8-6 8 0,0 1 11 0,7 0 10 16,1-4 6-16,-2 1 6 0,2-5 7 15,5-3 5-15,1 0-2 0,0-7-6 16,12-4-8-16,-7-4-13 0,15-7-15 0,5-7-15 16,8-4-13-16,5-11-9 0,14 0-7 15,-1-11-8-15,1 0-5 0,13-4-2 0,-1-3-2 16,1 3-5-16,6 1 4 0,-6-1 4 16,-7 9 3-16,0 1 2 0,-13 10-41 15,0-3 0-15,-18 14 0 0,-2-2 0 0,-13 5 0 16,1 7 0-16,-7-1 0 0,-6 8 0 15,-1 0 0-15,-6 0 0 0,-6 4 0 0,5 3 0 16,-5-3 0-16,0 3 0 0,-7 0 0 16,6 4 0-16,-6-3 0 0,6 3 0 0,-6-4 0 15,0 4 0-15,-6 0-142 0,0 4-324 16,-1-1-211-16,-6 1-282 0,-7 7-183 0,1-4-44 16,-13 0 44-16,-1 5 114 0,-7-5 215 15,-5 0 310-15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0T11:29:39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62 464 0 0,'0'-11'1260'0'0,"0"0"96"0"0,-10 0 48 0 0,10 5-339 0 0,-10-5-381 0 0,10 5-320 0 0,-10 6-180 0 0,10-6-88 0 0,-10 12-892 0 0,10 0-1373 0 0,0-1 853 0 0,10 1 8 0 0,-10 0 136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10T11:29:40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12 1188 0 0,'-10'0'1396'0'0,"10"-5"72"0"0,-10 5 57 0 0,-10-6-553 0 0,10 6-400 0 0,0 0-208 0 0,0 0 64 0 0,0 0-260 0 0,0 0-332 0 0,20 0-320 0 0,-10 6-548 0 0,0-1-289 0 0,10-5-155 0 0,0 0-64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9:49.9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10766 6656 271 0,'-8'0'315'0,"2"4"36"0,0-4-24 0,-1 0-36 15,0 4-27-15,1-4-11 0,0 0-1 16,6 3-9-16,-7-3-17 0,7 0-29 0,0 0-40 16,0 4-36-16,0-4-30 0,0 0-24 15,0 0-15-15,7 0-15 0,5 4-5 16,-5-4-6-16,12 0-6 0,-5 0-6 0,-1 0-4 16,6 0-1-16,0-4-8 0,1 4 2 15,0-4-4-15,6 4-2 0,-7-3-10 0,-5-1-42 16,5 4-63-16,-6-4-84 0,0 1-89 15,1 3-83-15,-8-5-99 0,0 5-50 0,-6 0 19 16,0 0 57-16,-6 5 78 0</inkml:trace>
  <inkml:trace contextRef="#ctx0" brushRef="#br0" timeOffset="234.7">10758 6755 38 0,'-12'8'336'16,"5"-2"57"-16,0-2 44 0,1 1-10 0,0-2-87 15,6 1-74-15,-7-1-42 0,7-3-36 16,0 0-27-16,7 4-25 0,-1-4-26 16,0 0-24-16,8 0-26 0,-2-4-13 0,2 4-18 15,5 0-12-15,-6-3-9 0,6 3-3 16,1-4-3-16,-6 1-7 0,5-2 1 16,-6 5-1-16,6-4-1 0,-12 1-18 0,6 3-50 15,-7-3-83-15,-6-1-97 0,7 0-118 16,-7 1-112-16,-7-1-44 0,7 0 16 0,-6 1 64 15,-7-4 90-15</inkml:trace>
  <inkml:trace contextRef="#ctx0" brushRef="#br0" timeOffset="531.11">10934 6473 323 0,'0'-7'373'0,"7"-5"28"0,-7 5 26 0,6 0-131 15,1 1-108-15,-7 1-56 0,13 1-27 16,-7 4-20-16,8 0-21 0,-2 4-19 16,8 3-9-16,-7 4-7 0,7 1-8 0,-8 2-6 15,8 1-7-15,0 3 0 0,-7 4-1 16,0 0-3-16,0 0-2 0,0 0-1 16,-7 3 2-16,1-2-3 0,-7 2 0 0,0-3 1 15,0 0-1-15,-7 1-1 0,-6-2 1 16,7-3 0-16,-7 1 6 0,-6-1 0 0,5-3 1 15,1-1-4-15,-7-3-2 0,2-2 1 16,4-3-6-16,-5 1-23 0,5-7-63 0,2 0-91 16,-2 0-152-16,8-7-81 0,0 1-40 15,6-3-1-15,6-5 51 0</inkml:trace>
  <inkml:trace contextRef="#ctx0" brushRef="#br0" timeOffset="1109.32">11697 6411 259 0,'-7'-8'317'0,"7"2"34"0,-7 1 20 16,1-2-96-16,6 3-63 0,0-3-24 15,-6 4-15-15,12-1-21 0,-6-3-31 0,0 3-29 16,6-4-19-16,8 4-19 0,-8 1-16 16,7-4-7-16,0 3-8 0,6 1-3 0,-5-1-5 15,6 4 1-15,-1-4 4 0,0 4-4 16,0 0-3-16,1 0-1 0,-6 4-1 0,5 0-5 16,1-1-6-16,-8 5 1 0,2-2 0 15,-2 3 1-15,1 1-2 0,1 1 3 0,-8 4-1 16,-6-1-2-16,0 0 2 0,0 5-3 15,-6-1 0-15,-1 1-3 0,-6-1 2 16,0-3 0-16,-7 3-2 0,1 0 6 0,-1 1 0 16,1-5-1-16,0 2 0 0,-8-2-1 15,8 0 1-15,6-2-1 0,-7-1 0 0,7-5 2 16,0 2 16-16,7 0 21 0,-7-5 26 16,6 1 30-16,7 0 31 0,-7-1 32 0,7-3 2 15,0 4-4-15,7-4-14 0,-7 0-20 16,13 0-27-16,-6-4-28 0,5 4-19 0,8-3-22 15,-6 3-7-15,5 0-5 0,0-4-7 16,-6 4-1-16,7 0 1 0,0 0 6 16,-8 0-12-16,8 0-6 0,-7 0 3 0,7 0-2 15,-8 0 1-15,1 4 0 0,1-4 5 16,-8 0 1-16,0 0 2 0,2 0-4 0,-2 3-8 16,0-3-5-16,-6 0-5 0,0 0-53 15,0 0-108-15,0 0-141 0,0 0-174 0,0 0-127 16,0 0-65-16,0 0 18 0,0 0 84 15,6-3 136-15</inkml:trace>
  <inkml:trace contextRef="#ctx0" brushRef="#br0" timeOffset="1312.16">12380 6656 147 0,'7'0'497'15,"-7"0"90"-15,0 0 86 0,6 0 85 0,-6 0-131 16,7 0-127-16,-7 0-77 0,0 0-63 15,7-3-71-15,-7 3-78 0,0 0-66 16,6-5-53-16,-6 5-39 0,6 0-24 0,-6 0-16 16,6-3-11-16,-6 3-9 0,8 0-6 15,-8 0-60-15,0 0-115 0,0 0-145 0,0-3-173 16,-8 3-205-16,8 0-113 0,0 0-5 16,-6 0 79-16,6-4 129 0,0 4 167 0</inkml:trace>
  <inkml:trace contextRef="#ctx0" brushRef="#br0" timeOffset="1780.8">12725 6378 257 0,'0'-11'403'0,"7"-3"41"15,-7 2 48-15,0 1-37 0,0 0-118 0,0 3-61 16,0 1-28-16,0 0-24 0,0 3-36 15,0-3-50-15,-7 7-40 0,7 0-36 16,-6 0-23-16,0 4-19 0,-1 3-10 0,0 0-5 16,1 8-5-16,-7-4 0 0,7 7 5 15,-1 5-1-15,-6-2-6 0,7 1 1 0,-2 4 2 16,8 0 0-16,-6-1-6 0,6-3 1 16,0 4 5-16,6-4 1 0,-6 1 0 0,8-5 3 15,4-1 34-15,-5 2 38 0,6-4 31 16,0-4 37-16,0 0 15 0,6-1 14 15,-5-3-19-15,5-2-28 0,1 2-25 0,0-7-29 16,-1 0-12-16,7-4-14 0,-6 1-6 16,5-2 1-16,-5-2 5 0,0-3 23 15,-1-1 28-15,0 0 27 0,-6 0 8 0,7-3 1 16,-14-5-1-16,8 1-21 0,-14-5-25 16,6 2-23-16,-6-5-15 0,-6-4-8 0,0 5-7 15,-8-1-8-15,1 0-5 0,-7 4 0 0,1 1 0 16,0 3-2-16,-1 3-7 0,0 0 2 15,-5 3-7-15,-2 5-8 0,8 0-8 16,-8 3-4-16,8 4-1 0,-7 0-39 0,6 4-97 16,1 3-187-16,0 0-251 0,-1 5-245 15,1 3-131-15,5 0-32 0,-5-1 63 0,6 4 169 16,0-3 245-16</inkml:trace>
  <inkml:trace contextRef="#ctx0" brushRef="#br0" timeOffset="2327.54">10987 7458 114 0,'6'0'352'0,"0"0"35"0,1 0 32 15,0-3-31-15,-1 3-116 0,1-4-85 16,5 0-49-16,2 1-32 0,-2 0-29 0,2-2-28 16,5 1-19-16,1 1-12 0,-7-1-12 15,6 1-4-15,1 3-20 0,-1-4-52 0,-5 4-77 16,-2 0-96-16,2 0-118 0,-8 0-62 16,-6 0-16-16,0 4 32 0,-6-4 66 15</inkml:trace>
  <inkml:trace contextRef="#ctx0" brushRef="#br0" timeOffset="2499.64">11006 7535 243 0,'-13'7'333'0,"7"1"29"0,0-1-7 15,-2-3-95-15,8 0-70 0,-6-1-38 16,6-3-20-16,6 4-12 0,-6 0-9 16,8-4-7-16,4 0-18 0,1 0-23 0,0 0-21 15,0 0-18-15,7 0-8 0,-1-4-9 16,1 0-6-16,0 4-23 0,-1-3-67 0,0-1-98 15,1 0-152-15,-1 1-78 0,-5-1-40 16,-2-4-1-16,-5 5 52 0</inkml:trace>
  <inkml:trace contextRef="#ctx0" brushRef="#br0" timeOffset="2827.42">11214 7304 320 0,'0'-7'404'0,"0"-4"43"0,0 4 40 16,0 0-93-16,0-1-126 0,7 1-68 16,0 0-34-16,-1-1-34 0,1 4-37 15,5 4-26-15,2 0-20 0,5 0-13 0,1 9-9 16,0-3-7-16,6 5-2 0,-7 0-5 16,1 4-2-16,-2 3-5 0,2 1-2 0,0-1-1 15,-7 0-2-15,0 4-1 0,-6 0 0 16,-1 0 0-16,-6 0 0 0,0 1 0 15,-6-5 0-15,-8 3 1 0,2-2 2 0,-1 3 0 16,-7-4-2-16,6-4 5 0,-11 2-4 16,5-2 0-16,0-2-3 0,2-2 1 0,-2-3-2 15,0 1-9-15,7-1-44 0,1-4-89 16,-2-3-125-16,8-3-156 0,6-1-83 0,0-3-37 16,6-4 24-16,0 1 74 0</inkml:trace>
  <inkml:trace contextRef="#ctx0" brushRef="#br0" timeOffset="3327.31">11892 7378 294 0,'6'-4'389'16,"-6"-3"67"-16,7 0 67 0,-7-4-24 0,0 3-99 15,0 1-52-15,0 0 17 0,0 4-42 16,0-5-52-16,0 0-62 0,7 4-66 15,-1-3-51-15,0 3-32 0,8-3-27 0,-2 4-16 16,1-1-6-16,1 4-8 0,6-4 1 16,-2 4 0-16,2 0-2 0,-1 4 4 0,1 0-8 15,0-1 7-15,-1 4-4 0,-5 1-1 16,5-1-3-16,-6 4 3 0,0 0-3 0,-7 0 0 16,-6 1 1-16,7-2 1 0,-7 5-5 15,-7-1 0-15,1 1 8 0,-7 0-6 16,-7-1-1-16,8 1-3 0,-15 3 5 0,1-3-1 15,0 0-1-15,0 3 7 0,1-3 0 16,-2 0 7-16,1-1 2 0,6-3-2 0,1 3-2 16,-1-6-3-16,8 3-2 0,-2-3 8 15,2-5-4-15,4 5 2 0,2-4-2 16,6-4 15-16,0 3 26 0,6-3 3 0,2 0 15 16,4 4 7-16,2-4 3 0,-2-4-14 15,8 4-21-15,6 0-16 0,-7-3-6 0,8 3-5 16,-7-4-7-16,5 4-1 0,1-5 1 15,-6 5-1-15,6-3 0 0,0 3-4 0,-7-3 6 16,7 3-1-16,-6-5-1 0,-7 5-1 16,7 0-5-16,-14-3-3 0,7 3-10 0,-6 0-3 15,-1-3-87-15,1-2-138 0,-7 5-178 16,0 0-225-16,0-3-113 0,0 3-63 0,6 0 53 16,-6 0 120-16,14-3 174 0</inkml:trace>
  <inkml:trace contextRef="#ctx0" brushRef="#br0" timeOffset="3483.64">12595 7582 480 0,'7'4'677'0,"-7"-4"100"0,6 0 74 0,-6 0-14 15,0 0-189-15,0 0-170 0,0 0-127 16,0 0-88-16,0 0-67 0,0 0-57 0,0 0-48 16,0 0-41-16,0 0-30 0,0 0-16 15,0 0-44-15,0 0-109 0,0 0-168 0,0 5-207 16,0-5-243-16,7 0-128 0,-7-5-33 15,7 5 67-15,-1-4 146 0,0 1 198 16</inkml:trace>
  <inkml:trace contextRef="#ctx0" brushRef="#br0" timeOffset="3937.03">12921 7319 336 0,'7'-15'465'0,"-7"1"52"0,0-1 69 0,0 1-3 15,0 0-111-15,0 2-58 0,0 1-27 16,0 0-25-16,-7 4-52 0,7 4-81 0,-7-6-71 16,1 9-55-16,-1-3-41 0,1 6-26 15,-7 6-17-15,0-2-9 0,7 3-4 16,-8 5-3-16,1 3 1 0,0 4 2 0,0-4-2 16,7 5-4-16,-8 2-1 0,8 1 1 15,0-1 1-15,6 1-3 0,0 0 0 16,0-1 7-16,0 1-1 0,6 0 1 0,0-5-5 15,2 2 4-15,-2-2 6 0,7-2 2 0,0-5 6 16,0 2-2-16,7-6 9 0,-1-2 8 16,0-1 1-16,1-4 3 0,-1 2-5 0,7-10 6 15,-6 2-5-15,7-1-5 0,-9-3-3 16,2-4 3-16,-1 1 12 0,-5-2 9 16,-1 1 6-16,0-3 5 0,-7-1 1 0,1-4-1 15,-1 4-9-15,-6 1-9 0,-6-1-11 16,-7 5-9-16,6-1-4 0,-12 0-7 0,-1 4-9 15,1-1-1-15,-1 3 2 0,-6 2-1 16,6 3-4-16,-5 3-2 0,-1 2 2 16,6-2-1-16,0 6-4 0,1-3-5 0,-1 5-44 15,1-3-88-15,6-1-141 0,6 0-168 16,1 0-181-16,0 1-194 0,6-5-61 0,6 4 34 16,0-7 109-16,7 0 155 0,0 0 174 15</inkml:trace>
  <inkml:trace contextRef="#ctx0" brushRef="#br0" timeOffset="4389.63">13279 7324 261 0,'14'-20'426'0,"-2"2"49"0,-6-1 59 16,1 2-7-16,0 2-94 0,-7 0-37 16,6 5-11-16,-6-1-10 0,0 3-36 15,0 1-59-15,0 3-77 0,-6 1-63 0,6 3-54 16,-7 0-33-16,0 3-22 0,1 5-17 15,0 7-3-15,-8-5-6 0,8 8 2 0,0 1-3 16,-7 3-4-16,6-1-2 0,0 5 3 16,1 0 4-16,6 0 1 0,0 0-6 0,0-1 2 15,0 0 5-15,0 2-6 0,6-6 0 16,1 1-2-16,0 0 2 0,-1-4 3 0,7 1 1 16,1-4 7-16,-2-1 4 0,1-3 6 15,7-3 6-15,-8-1 3 0,8-3 4 0,-6-1-5 16,5-3-3-16,1 0-5 0,-8-3 4 15,2-4 7-15,-2-2 10 0,2 3 15 16,-1-5 13-16,-7 0 11 0,0-4-4 0,1 0-3 16,-7 1-11-16,0-1-15 0,0 0-8 15,-7 4-6-15,1-3-4 0,-7 6-3 0,0-2-8 16,0 2-3-16,-7 3-5 0,8 2-6 16,-15 3-2-16,7 0-4 0,2 0 2 15,4 3 1-15,-5 2-3 0,-1 3-5 0,8-1-5 16,-2 0 0-16,1 0-42 0,0 1-84 15,6 2-149-15,7-2-176 0,0-1-196 16,0 0-190-16,7 0-63 0,0-2 31 0,-1-5 122 16,7 0 165-16,7-5 192 0</inkml:trace>
  <inkml:trace contextRef="#ctx0" brushRef="#br0" timeOffset="4795.75">13806 7264 127 0,'8'-14'464'0,"-8"-1"66"16,0 0 71-16,0 5 81 0,0-1-134 0,0 0-114 16,0 3-67-16,0 5-45 0,0 0-59 15,0-2-72-15,-8 5-65 0,8 0-49 0,-6 5-30 16,0 1-24-16,-1 8-12 0,0 2-9 16,1 2 1-16,0 4 2 0,-1 3-2 15,1 4 5-15,-1-3 3 0,0 4 3 16,1-2 0-16,6 2 0 0,-6-1 1 0,6 2-2 15,0-6 0-15,0 4-4 0,6-7-4 0,0 0 2 16,1-4 7-16,6 1 8 0,-6-4 12 16,5-1 9-16,2-7 12 0,6 0 6 0,-1-3 1 15,-6-1-1-15,6-3 0 0,1 0 11 16,-1-3 13-16,-6-4 10 0,7-1 9 0,-13 1 14 16,5 0 10-16,-5-5-2 0,0 1-8 15,-1 5-7-15,-12-5-12 0,6-1-16 16,-7 5-20-16,-6 0-17 0,0-1-14 0,0 1-18 15,-7-1-4-15,7 5-9 0,-7-1-3 16,1 4-5-16,0 0-5 0,0 0-5 0,-1 4-59 16,0-1-92-16,7 5-165 0,-7-4-205 15,1 7-227-15,6-4-183 0,-6 3-45 0,5 2 40 16,-12-1 137-16,7 0 193 0,-7 4 223 16</inkml:trace>
  <inkml:trace contextRef="#ctx0" brushRef="#br0" timeOffset="5233.63">11123 8275 235 0,'-6'0'383'0,"0"4"41"16,-1-4 27-16,7 3-85 0,-7-3-99 15,7 0-66-15,0 0-41 0,0 0-22 16,7 0-24-16,6 0-23 0,0-3-23 0,0 3-20 16,6-4-21-16,7 1-15 0,0-1-8 15,1 4-6-15,5-4-39 0,-6 1-77 16,1-1-99-16,5 4-135 0,-13 0-101 0,1 0-50 15,-8 0 6-15,-4 4 60 0,-8-1 92 16</inkml:trace>
  <inkml:trace contextRef="#ctx0" brushRef="#br0" timeOffset="5420.57">11149 8426 30 0,'-19'11'357'0,"6"-4"57"0,7 0 41 0,-1 0 11 15,-6-2-82-15,13-2-49 0,-7 0-7 16,7-3 7-16,0 5-5 0,0-5-17 0,7 0-38 15,-1 0-56-15,8-5-73 0,-2 2-63 16,2 0-39-16,5-2-31 0,7 2-41 16,-6-1-98-16,6-3-120 0,-1 0-140 0,1-1-160 15,1 1-127-15,-1 0-40 0,-6-4 54 16,-1 4 97-16,-6-1 128 0</inkml:trace>
  <inkml:trace contextRef="#ctx0" brushRef="#br0" timeOffset="5717.59">11332 8180 252 0,'-6'-6'443'0,"-1"-7"45"0,7 6 37 16,0 0-27-16,0-4-131 0,0 7-82 15,0-3-32-15,13 4-17 0,-7-5-19 0,14 8-24 16,-1-3-36-16,1 3-32 0,12 3-34 16,-5 5-20-16,5-1-13 0,1 0-15 15,-1 8 0-15,-6 0-6 0,0-1-5 0,-7 5 0 16,8-1 2-16,-7 3 5 0,-8 5 2 0,2-3 0 15,-8 2 8-15,0 1 5 0,-6-4 5 16,-6 3-2-16,0-3-5 0,-8 0 1 16,-5 0-9-16,-1-4-9 0,-6 1-1 0,0-1-13 15,1-3-12-15,-2-4-2 0,1 0 0 16,6-4-6-16,1 0-20 0,6-2-54 0,0-5-128 16,7-5-166-16,6-2-199 0,6 0-163 15,7-8-78-15,7 0 13 0,-1 1 107 16,7-4 150-16</inkml:trace>
  <inkml:trace contextRef="#ctx0" brushRef="#br0" timeOffset="6154.8">11989 8243 151 0,'8'-11'472'0,"-2"3"61"0,0 1 66 0,0-4 77 16,1 0-127-16,0 4-109 0,-1-5-51 15,7 2-30-15,-7-2-41 0,8 5-68 0,-2-4-72 16,8 4-49-16,0 0-41 0,-1-1-27 15,1 5-24-15,-1-1-10 0,7 4-12 16,-6 0-8-16,6 4-3 0,1-1 0 0,-9 5 0 16,2-1-2-16,0 4 2 0,-7 0-2 15,-1 4-2-15,-4-5-4 0,-2 9 0 0,-6-4 4 16,-6-1 0-16,-2 5-1 0,-4-1-1 16,-8 0 2-16,1 0 1 0,-7 4-1 15,0-3-1-15,-1-1 1 0,1 0-1 0,0 1 5 16,7-1 0-16,-7-3 1 0,6 0 1 15,1-1 3-15,5-3 0 0,2-3 4 0,-2-1 5 16,2 0 14-16,12-3 17 0,-7-1 11 16,7 1 19-16,0 0 4 0,7-4 7 0,-1 3-9 15,8-3-15-15,4 0-9 0,2 0-16 16,0 0-12-16,6-3-7 0,0 3-6 0,0-4-5 16,6 4-5-16,1-4-3 0,-1 4 0 15,-5-3-1-15,-1 3-2 0,0-4 1 0,-7 4 2 16,1-4-3-16,0 4-6 0,-8-3-7 15,2 3-7-15,-8-5-40 0,1 5-84 16,-1-2-131-16,-6-3-157 0,0 2-165 0,0 3-181 16,-6-3-95-16,6-2 10 0,0 5 96 15,6-3 141-15,0 3 160 0</inkml:trace>
  <inkml:trace contextRef="#ctx0" brushRef="#br0" timeOffset="6295.36">12583 8451 237 0,'6'0'540'0,"-6"0"106"16,6 0 99-16,-6 0 49 0,0-4-146 15,0 4-136-15,0-3-105 0,7 0-90 0,-7 3-88 16,0-4-76-16,0 4-55 0,0-5-49 16,0 5-43-16,0 0-95 0,0-3-159 15,6 3-192-15,-6-3-246 0,7-1-132 0,0 0-55 16,5 1 43-16,2-5 128 0,-2 1 177 16</inkml:trace>
  <inkml:trace contextRef="#ctx0" brushRef="#br0" timeOffset="6717.28">13019 8184 102 0,'-6'-10'448'0,"-2"2"54"0,2-4 45 15,0 5 64-15,-1-4-101 0,0 4-91 0,7 0-34 16,-6 3-15-16,-1 0-21 0,1 1-54 16,0-1-75-16,-1 4-72 0,-6 0-56 15,7 4-38-15,-1 3-24 0,0 0-8 0,-6 4-7 16,7 4-10-16,-1 0-5 0,1 3 0 15,6-1 2-15,-7 6 0 0,7 0 1 0,0-2 9 16,0 5 3-16,7-1-2 0,-1 1-2 16,-6-3 0-16,7-2 2 0,6 1 0 15,-7-4 3-15,8-3 6 0,-2-1 8 0,2 2 4 16,-2-6-5-16,8-2-3 0,-7-1-3 16,7-3-4-16,-1-1-7 0,1-3-3 0,0-3 3 15,-1-5-3-15,0 5-2 0,-6-8 3 16,7 4 10-16,-14-4 13 0,8-5 13 15,-8 1 12-15,0 1 4 0,-6 0-2 0,0-1-7 16,-6 0-16-16,-7 4-12 0,6 1-14 16,-12-1-6-16,-1 3-3 0,1 0-3 0,0 8 1 15,-1 0-3-15,-7 0-1 0,9 8 2 16,-9-4-4-16,7 3-3 0,1 4 1 0,0-4-12 16,5 4-52-16,1-3-114 0,7 3-155 0,-1-4-171 15,1 0-208-15,12 1-139 0,1-5-28 16,-1 1 71-16,7-4 134 0,7-4 163 15</inkml:trace>
  <inkml:trace contextRef="#ctx0" brushRef="#br0" timeOffset="7139.12">13311 8174 154 0,'7'-16'451'16,"0"5"60"-16,-1 0 59 0,-6 0 53 15,7 4-131-15,-7 0-85 0,0 3-52 0,0 0-36 16,0 1-46-16,-7 3-59 0,7 3-61 15,-6 1-53-15,6 3-27 0,-7 1-10 16,0 6 2-16,1 4 8 0,6 2 5 0,-6 1 1 16,0 5-2-16,-2-4-12 0,8 3-5 15,-6 4-14-15,6-7-8 0,0 4-7 0,0-3-6 16,6-2-2-16,2-3-2 0,-2 1 0 16,6-4 2-16,2-5 3 0,-1 2-1 15,7-6-4-15,-8-1 0 0,8-3-4 0,-1-2-7 16,1-2-5-16,0-3 1 0,-1-1-1 15,1-6-2-15,-8 5 3 0,8-8 0 0,-14 4 3 16,8-3 4-16,-14-1 6 0,6 0 9 0,-6 1 2 16,-6-1 4-16,-8 4 0 0,8 1 1 15,-14 2-6-15,1 0-7 0,-1 5-3 16,-6 3-7-16,7 0-1 0,-7 3-2 0,0 5-1 16,6 0-4-16,-6 2-1 0,7 1 1 15,-7 0-3-15,13 1-2 0,-7-2-8 0,14 1-10 16,-8 0-50-16,14-4-106 0,-6 4-158 15,12-3-182-15,2-5-200 0,-2-3-149 16,6 0-35-16,8 0 59 0,-1-7 136 0,1 0 169 16</inkml:trace>
  <inkml:trace contextRef="#ctx0" brushRef="#br0" timeOffset="7498.63">13709 8143 87 0,'13'-14'436'0,"-6"-1"64"16,-1 1 59-16,0 2 77 0,-6 5-99 0,0 0-95 15,7 3-53-15,-7 1-38 0,0-1-37 16,-7 8-64-16,7-1-58 0,-6 5-39 0,0 2-22 16,-1 5-6-16,0 4-7 0,1 2-2 15,0 5-15-15,-1-4-15 0,1 8-9 16,-1-4-15-16,0 2-10 0,7 2-8 0,0-4-8 16,0-1-8-16,0 1-6 0,7-1-7 0,6-6-4 15,-6-1 1-15,5 1-4 0,2-8-3 16,5 3-1-16,-6-7 2 0,6 1-1 0,1-5-1 15,0-3-1-15,6-3 0 0,-7-5 4 16,1 1 14-16,-1 0 23 0,-6 0 19 16,7-4 21-16,-13-1 15 0,-1 2 12 0,0-2-8 15,-6 1-20-15,-6 0-16 0,-7 4-19 16,6-4-12-16,-12 4-15 0,-1-1-10 0,0 5-5 16,-5 0-3-16,5 3-2 0,-6 3-5 15,0-3-6-15,0 3-22 0,0 5-73 16,0-1-161-16,0 1-231 0,6-1-263 0,-6 4-197 15,1-4-82-15,-1 3 15 0,6 2 130 16,-7-5 216-16,1 5 257 0</inkml:trace>
  <inkml:trace contextRef="#ctx0" brushRef="#br0" timeOffset="7935.79">11429 9107 231 0,'-6'4'322'15,"-8"3"24"-15,8 0 1 0,0 0-88 0,6-2-69 16,-6 2-26-16,6-4-2 0,6 1 9 15,0-4 11-15,8 4-3 0,5-1-15 16,1-3-25-16,6 0-27 0,0 0-35 0,-1-3-31 16,9-1-22-16,-2 0-14 0,-7 1-16 15,15-1-46-15,-14 1-75 0,7-5-92 0,-8 4-98 16,1 1-127-16,-6-1-63 0,-7 0 6 0,0 4 55 16,-13-3 82-16</inkml:trace>
  <inkml:trace contextRef="#ctx0" brushRef="#br0" timeOffset="8123.18">11533 9268 134 0,'-12'11'386'0,"-8"0"57"0,13-4 42 15,-5 1-22-15,5-5-96 0,0 5-60 16,1-5-23-16,6 2-8 0,0-3-7 0,0 3-20 16,0-2-28-16,6-3-41 0,8 4-49 15,-2-4-48-15,2 0-35 0,5 0-23 0,1 0-18 16,6-4-35-16,-7 4-94 0,7-8-129 15,0 6-156-15,-6-6-182 0,-1 5-96 16,1-5-24-16,0-3 60 0,-7 4 115 0</inkml:trace>
  <inkml:trace contextRef="#ctx0" brushRef="#br0" timeOffset="8419.85">11671 9049 402 0,'0'-11'483'16,"-7"-1"48"-16,1 2 57 0,-1 2-44 0,7-3-113 15,0 4-57-15,0-1-23 0,0 5-15 16,7-5-36-16,-1 5-63 0,7-1-59 16,0 4-50-16,6 0-36 0,8 4-35 0,-8 3-7 15,8 0-11-15,-2 8-4 0,1 0-1 16,0-1-6-16,-6 9 7 0,6 2-5 0,-7 1 0 16,-5-1 1-16,-2 5-2 0,1-1 3 15,1 0 1-15,-14 1-4 0,6-1-1 0,-12-4-3 16,-1 4 3-16,-6-2-2 0,0-5-6 15,0-1-3-15,-6 1-3 0,-1-3-4 16,1-5-10-16,-7 1-4 0,12-5-13 0,-5-1-60 16,6-6-139-16,6-3-178 0,1-3-225 15,6-8-182-15,6 0-81 0,1-8 3 0,12-3 112 16,-6 0 166-16</inkml:trace>
  <inkml:trace contextRef="#ctx0" brushRef="#br0" timeOffset="8873.44">12283 9078 418 0,'0'-7'538'0,"0"-4"54"0,0 0 68 0,-6 0-5 15,6 3-158-15,0 2-95 0,6-6-36 16,-6 4-28-16,12 1-45 0,-5-3-75 0,6 2-57 16,0 0-48-16,7 1-41 0,0 0-26 15,-1 3-19-15,7 1-9 0,0 3-6 0,-6-4-5 16,5 8-4-16,1-1 0 0,1 1-1 15,-8 3-3-15,8 0 1 0,-8 4-1 16,1 0 1-16,-8 4 2 0,2 3 0 0,-2-3 3 16,-5 4 1-16,-7-1 3 0,0 4 2 0,-7 0-4 15,1 0 1-15,-8 0 3 0,-4 0-2 16,-2 0-2-16,1 0 2 0,-1 0 5 16,-6 0 1-16,6-4-2 0,-6 1 1 0,7-1 4 15,-1-4-3-15,1-3-2 0,-1 1-2 16,7-2 4-16,6-2 11 0,-6-5 15 0,7 4 20 15,6-3 19-15,-6 0 21 0,6-4 15 16,6 3 3-16,0-3-4 0,1 0-14 0,6 0-18 16,0 0-23-16,7 0-19 0,-1 0-15 15,1-3-6-15,6 3-10 0,-7 0-5 16,7-4 3-16,0 4-4 0,0-4 0 0,-6 4-8 16,5-3-1-16,-5 3-1 0,0 0-4 15,-7 0-3-15,7-4-24 0,-8 4-44 0,-5 0-74 16,0-3-134-16,-1 3-172 0,1 0-198 15,-1-4-218-15,-6 0-81 0,0 1 9 0,6-1 99 16,1 1 159-16,0-2 191 0</inkml:trace>
  <inkml:trace contextRef="#ctx0" brushRef="#br0" timeOffset="9044.71">12979 9342 67 0,'14'0'561'0,"-8"-4"110"0,-6 4 56 0,6-4 42 15,-6 1-97-15,0 3-192 0,0 0-161 16,0-5-90-16,0 5-43 0,0 0-37 0,0 0-40 15,8 0-44-15,-8 0-34 0,0 0-37 16,0 0-101-16,6 0-143 0,-6 0-180 16,6-2-226-16,0 2-118 0,1-5-48 0,6 2 54 15,0-5 121-15,1-3 173 0</inkml:trace>
  <inkml:trace contextRef="#ctx0" brushRef="#br0" timeOffset="9419.94">13350 9030 48 0,'8'-14'400'15,"-8"-1"46"-15,6 7 33 0,-6-3 39 16,0 4-114-16,0 0-83 0,0 0-5 0,0 3 27 16,0 0 15-16,-6 4-9 0,6-3-37 15,0 3-56-15,-8 0-67 0,8 3-69 0,-6 1-44 16,0 7-16-16,-1 0-3 0,1 3-3 16,-1 5-4-16,0-1 2 0,1 8 10 0,0-4-3 15,0 0-5-15,6 7-6 0,-8-3-1 16,8 3-5-16,8 5-8 0,-2-6-9 0,0-2-8 15,0-4-6-15,1 0-2 0,6 0 0 16,0-7-6-16,1 0 2 0,4-5 2 0,-4 1 5 16,5-7-1-16,1-1-5 0,-8-3-3 15,8-3 2-15,-6-1-4 0,5-3-3 16,-6-4 0-16,0 3 8 0,0-2 2 0,-6-5-5 16,-7 3 4-16,0-1 4 0,0 1-1 15,-14 1-5-15,8 0-2 0,-14 0 3 0,8 4-3 16,-15 0-3-16,7 3-1 0,-5 4 0 15,-1 0 1-15,6 4-1 0,-6-1-1 16,0 1-1-16,7 3 0 0,-1 1-5 0,1 3-23 16,-1-4-68-16,8 4-144 0,4-3-176 15,2-2-201-15,6 1-185 0,0 1-79 16,6-8 16-16,2 0 115 0,10 0 164 0,-4-3 194 16</inkml:trace>
  <inkml:trace contextRef="#ctx0" brushRef="#br0" timeOffset="9857.61">13650 9030 400 0,'0'-6'524'0,"0"-2"58"0,-6 4 53 16,6 0-57-16,0 0-168 0,0 1-113 0,-6 3-59 16,6 0-26-16,-7 3-25 0,0 5-22 15,1 4-18-15,6-2-13 0,-7 7-9 0,1 3-20 16,0 2-19-16,-2-1-7 0,8 5-11 15,-6 0-11-15,6 0-11 0,0 0-7 0,0-1-11 16,0-3-8-16,6 0-7 0,-6-4-1 16,8 1-3-16,-2-5-1 0,7 1-1 0,0-5-3 15,0-2 1-15,-1-1-6 0,8-3 0 16,0-4 0-16,-7 0 0 0,7-4 4 16,-1 1-3-16,1-4 3 0,-8-5 4 0,8 5 7 15,-6-4 16-15,-8-1 18 0,0 2 19 16,1-5 15-16,-1 8 12 0,-6-5-1 0,0 2-8 15,-6 6-15-15,-1-3-14 0,-5 3-14 16,-2 1-12-16,1-1-8 0,-6 4-4 0,-1 4-7 16,7-1-5-16,-7 1-2 0,8 3 0 15,-8 1-3-15,7-2-6 0,-1 6 2 16,2-5-2-16,6 5-4 0,-1-6-8 0,0 1-42 16,1 1-96-16,6 0-155 0,0-5-177 15,6 1-194-15,1-4-173 0,6 0-53 0,-1 0 47 16,8-7 131-16,0 3 163 0</inkml:trace>
  <inkml:trace contextRef="#ctx0" brushRef="#br0" timeOffset="10231.94">14106 9012 399 0,'0'-15'502'0,"0"0"57"0,0 4 63 0,0 1-44 15,0 2-130-15,0 5-77 0,-6-1-30 16,0 1-29-16,6 3-42 0,-8 7-43 15,2 0-36-15,0 4-27 0,-1 8-25 0,-6-2-14 16,7 9-6-16,-1 0-11 0,7 6-15 16,0-2-16-16,-6-1-18 0,12 5-16 0,-6-9-11 15,7 1-11-15,-1-1-8 0,7-3-5 16,0-4 2-16,1-2-3 0,5-3 0 0,0-5 0 16,1 3 3-16,-1-7-3 0,1-4-3 15,-1 0 0-15,1 0-1 0,0-4-2 0,-1-3 1 16,-6 0 6-16,6 0 7 0,-11-4 20 15,4-1 23-15,-6 5 19 0,-6-5 10 16,0 6 12-16,-6-2 1 0,-6 1-4 0,-2 3-5 16,1 1-4-16,-7 3-3 0,-6 0-9 15,7 3-5-15,-7-3-14 0,6 8-14 16,-6-1-21-16,7-3-7 0,-1 2-7 0,0 2-8 16,8-1-6-16,-1 4-19 0,0-3-60 15,0 0-115-15,-1-1-212 0,8-4-274 0,0 1-253 16,-1 0-120-16,0-1-11 0,1-6 75 15,6 3 192-15,-7-8 265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6:14.9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8681 14558 48 0,'0'0'456'0,"0"-3"79"0,0-1 50 15,0 0 52-15,-6-3-56 0,6 3-92 16,-7 1-60-16,0-5-31 0,1 5-17 16,6-1-23-16,-6 0-70 0,-1 1-65 0,7 0-48 15,-7 3-41-15,7 0-27 0,0 3-13 16,7 4-6-16,-7 4-2 0,7 0 0 0,-1 4 8 15,0 2 10-15,1 2 1 0,0-1-3 16,-1 2-7-16,7-3-4 0,-6-2-2 16,6 0 0-16,7-1 1 0,-8-2 3 0,1-6 13 15,7-2 19-15,6 0 10 0,0-8 6 16,0-6 6-16,7-5-3 0,6-7-7 0,6-8-16 16,1-7-116-16,6-6-5 0,6-4 0 0,1-5 0 15,13-7 0-15,-1-7 0 0,8 0 0 16,5-8 0-16,1 5 0 0,-7-4 0 15,6 3 0-15,-5 1 0 0,-8 6 0 0,-6 5 0 16,0 3 0-16,-12 4 0 0,-7 7 0 16,-7 7 0-16,-7 7 0 0,-6 5 0 0,-7 3 0 15,1 8 0-15,-7-1 0 0,-6 4 0 16,-1 3 0-16,1 5 0 0,-1 3 0 0,-6 0 0 16,0 3 0-16,-6 5 0 0,6-2-415 15,-13 6-361-15,6-1-281 0,-6 3-148 0,1-2-15 16,-8-1 66-16,0 0 135 0,1-1 230 15,-7-2 324-15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6:25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6096 12778 362 0,'0'4'492'15,"0"-4"94"-15,-7 3 90 0,7-3-55 16,0 4-66-16,0-4-61 0,0 4-41 0,0 3-42 15,0 1-48-15,0 2-42 0,7 1-36 16,-7 4-29-16,6-1-27 0,0 5-25 0,1-1-17 16,6-4-11-16,0 5-9 0,0-1-9 15,0-3-3-15,7 0 9 0,6-4 11 0,0-8 10 16,7 1 14-16,12-8 11 0,-6-7-103 0,13-7-107 16,0-7 0-16,7-5 0 0,6-10 0 15,0-8 0-15,13-6 0 0,7-9 0 16,0-6 0-16,6-5 0 0,6-3 0 0,1 0 0 15,-7 1 0-15,7-2 0 0,0 5 0 16,0-1 0-16,-7 10 0 0,0 4 0 0,-13 9 0 16,-13 4 0-16,-7 10 0 0,-5 4 0 15,-14 7 0-15,-7 5 0 0,-6 2 0 0,1 8 0 16,-15-1 0-16,8 5 0 0,-7 4 0 16,-6-1 0-16,-1 4 0 0,-6 7 0 0,-6 0-224 15,-1 5-454-15,-6 2-266 0,-13 5-216 16,0-4-62-16,-7 6 38 0,-6-6 104 15,1 4 197-15,-9-5 296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6:31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6767 11305 55 0,'0'-8'275'0,"-8"1"23"15,2 0 15-15,0 0-85 0,-1-1-33 16,-6 2-47-16,6-3-14 0,1 3 13 15,0-2 26-15,0-3 19 0,-2 4 18 0,8 0 8 16,-6-1 16-16,6 1 6 0,0 3 4 16,0-2 0-16,0-2-14 0,0 8-4 0,6-5-11 15,-6 2-17-15,14 6-17 0,-8 2-12 16,0-2-3-16,8 5-11 0,-8-1-8 16,7 4-6-16,1 4-5 0,-2-4-14 0,2 3-12 15,-2 1-8-15,1-4-10 0,1 3-9 16,-2-3 0-16,2-3 12 0,5-1 12 15,1-3 13-15,6-4 13 0,0-4 12 0,7-7 4 16,5-7-1-16,1-4-7 0,14-11-10 16,5-7-13-16,7-12-14 0,7-3-10 0,6-11-7 15,7-3-4-15,5-5-6 0,15-6 4 0,5-4 7 16,1 0 7-16,1-1-4 0,-9 8-91 16,-5 0 0-16,-7 4 0 0,-12 11 0 15,-2 3 0-15,-12 11 0 0,-12 5 0 0,-14 10 0 16,0 7 0-16,-13 5 0 0,-7 5 0 15,1 5 0-15,-13 4 0 0,-1 7 0 0,0 4 0 16,-6 3-9-16,-6 4-497 0,0 1-214 16,-1 5-316-16,1 1-146 0,-8 1-24 0,-5-1 57 15,0 1 116-15,-8-2 219 0,1-2 358 16</inkml:trace>
  <inkml:trace contextRef="#ctx0" brushRef="#br0" timeOffset="2718.11">21518 9796 291 0,'-7'7'426'0,"1"1"68"0,-1-8 69 0,1 3 8 16,6-3-37-16,-6-3-38 0,6-1-23 16,0 0-28-16,0-3-51 0,6-1-83 0,0-2-68 15,7 2-50-15,0-3-34 0,0 1-27 16,7-2-22-16,6 5-17 0,0-4-22 0,7-1-13 16,-7 5-13-16,13 0-10 0,-7 0-9 15,1 3-8-15,-1 1-3 0,1-1-2 16,-1 4-4-16,1 0-1 0,-7 0-1 0,0 4 1 15,1 3-3-15,-9 0 3 0,2 0 3 16,-7 5 3-16,1-2 6 0,-8 5 5 16,-6 4 9-16,-6-1 4 0,-8 1 2 0,1 2-2 15,-7 2-3-15,2-3-4 0,-9 3-5 0,1 3-4 16,0-4-4-16,0 3-3 0,0-3-3 16,0 4-2-16,0-3-5 0,0-2-3 0,6 2 2 15,7-6 3-15,-7 2 13 0,8-1 12 16,6 0 16-16,-2-3 12 0,2 4 14 15,0-5 9-15,6 1-2 0,0-5 0 0,0 5-4 16,6 0-2-16,-6-4-5 0,6 0-6 16,2 3-7-16,-2-6-7 0,-6 4-8 0,6-6-10 15,0 1-11-15,1 0-8 0,0-2-4 16,-7 2-5-16,6-4-1 0,-6 1-3 0,0-4-7 16,7 0-25-16,-7 4-51 0,0-4-79 15,0 0-106-15,0 0-173 0,0 0-215 16,0 0-243-16,-7 0-145 0,7 0-26 0,-6 0 51 15,6 4 144-15,-7-4 208 0,7 3 259 16</inkml:trace>
  <inkml:trace contextRef="#ctx0" brushRef="#br0" timeOffset="3014.91">21811 10583 108 0,'0'11'589'0,"0"-6"133"15,6 2 86-15,-6-4 73 0,0 0-92 16,0-3-161-16,0 5-158 0,0-2-102 0,0-3-64 16,0 0-49-16,0 0-47 0,0 0-45 15,0 4-32-15,0-4-17 0,0 0-10 16,7 0-14-16,-7 0-9 0,0 0-4 0,0 0 2 16,0 0 5-16,0 0 11 0,0 0 11 15,0 0 4-15,0 0 2 0,7-4-4 0,-7 1-11 16,0-2-18-16,6 2-14 0,0 0-15 0,-6-2-14 15,7 3-12-15,-7-3-10 0,7 2-7 16,-1-5-8-16,-6 8-19 0,0-3-38 16,6-5-63-16,-6 5-89 0,0-1-116 0,7 1-193 15,-7-5-223-15,0 1-261 0,7-1-95 16,-7-3 5-16,6 1 71 0,1-5 171 0,-1 0 228 16</inkml:trace>
  <inkml:trace contextRef="#ctx0" brushRef="#br0" timeOffset="3327.34">22638 9851 49 0,'0'-4'449'0,"6"0"108"0,-6 1 129 15,0 0 110-15,0-2-71 0,0-2-103 16,0 3-75-16,0 1-61 0,0-1-96 16,0 1-78-16,0-1-62 0,0 0-41 0,0 1-34 15,0-1-34-15,0 1-25 0,0 3-28 16,0-5-25-16,0 2-21 0,0 3-15 0,0 0-12 16,0 0-9-16,0 0-10 0,0 0-28 15,0 0-44-15,0 3-70 0,0 2-101 16,0-2-160-16,-6 4-203 0,0 1-243 0,-1-1-102 15,0 4-10-15,1 0 60 0,-7 0 139 16,7 3 198-16</inkml:trace>
  <inkml:trace contextRef="#ctx0" brushRef="#br0" timeOffset="3592.91">22632 10319 229 0,'6'12'632'0,"0"-1"129"16,-6-4 103-16,8 4 94 0,-8-8-142 0,6 5-148 16,0-1-128-16,0-3-74 0,-6 3-58 15,7-3-53-15,0 0-48 0,-1-1-45 16,-6-3-43-16,7 4-41 0,-1-1-38 0,-6-3-35 16,6 5-31-16,-6-5-25 0,0 0-17 15,0 0-13-15,0 0-8 0,0 0-11 0,0 0-27 16,0 0-51-16,0 0-86 0,-6 0-114 15,0-5-181-15,-1 5-253 0,-6-3-306 16,0-1-125-16,-7 1-11 0,1-5 65 0,-1 5 153 16,-6-5 246-16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6:40.2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6141 10778 125 0,'-7'-8'352'0,"-5"-3"32"0,5 1 27 31,-6-2-49-31,0 1-60 0,7 0-51 0,-1 0 12 0,-6 0 52 0,7 0 52 0,-2 4 22 31,8 0-2-31,-6 3-30 0,6 0-54 0,-6 1-75 0,6 3-61 0,0 0-37 0,6 3-15 16,0 5-1-16,-6-1 10 0,14 8 18 15,-8-1 10-15,1 6 2 0,6 0-7 0,0 3-10 16,0-1-8-16,6 3-10 0,-5-2-6 31,5-6 3-31,1 3 0 0,6-3 9 0,0-7 18 0,7-2 19 0,6-8 11 0,-1-3 3 31,8-12 6-31,6-2-8 0,0-14-17 0,7-5-29 0,12-8-128 0,8-7 0 0,-1-4 0 32,13-11 0-32,6-7 0 0,2-8 0 0,5-3 0 0,-7 3 0 0,1 1 0 0,-7 3 0 0,6 3 0 15,-12 5 0-15,0 6 0 0,-6 5 0 16,-21 7 0-16,0 10 0 0,-12 4 0 16,-13 8 0-16,-1 7 0 0,-12 4 0 0,-1 3 0 15,-5 3 0-15,-2 6 0 0,-5-2 0 31,-7 8-181-31,6 5-347 0,-6-2-162 0,-6 8-223 0,6-4-185 0,-13 8-39 0,7-5 38 16,-8 6 95-16,2-5 187 0,-2-1 273 16</inkml:trace>
  <inkml:trace contextRef="#ctx0" brushRef="#br0" timeOffset="1593.79">16984 10638 197 0,'14'0'375'0,"-8"-4"43"0,1 1 49 16,0-4-51-16,-1-5-14 0,-6 1-12 16,7 1 11-16,-7-5 12 0,0 1-11 15,-7-1-38-15,7 4-54 0,-6-4-82 0,-8 4-68 16,2 4-53-16,-8 0-38 0,0 4-29 0,1 3-21 15,-7 3-10-15,0 0-9 0,-1 8-2 16,-5 4-5-16,6-1 1 0,0 4 1 16,7 1 1-16,-1 4 1 0,13-5 1 0,-5-1-2 15,12 6 5-15,6-5-3 0,0 0-1 16,14-4-2-16,-1 5 4 0,7-4 2 0,7-5 0 16,-1 6 3-16,8-5 0 0,-1 4 1 15,0-1-5-15,-7-3 5 0,7 3-6 0,-13 1 2 16,7 0 2-16,-13-1 10 0,0 1 12 15,-8 3 10-15,-5 5 17 0,-7-5 14 0,-7 4 12 16,-5 3 5-16,-2-3 3 0,-5 1-1 16,-7-1-6-16,6-4-1 0,-12 0-4 0,5-3-10 15,1-1-11-15,-6-3-8 0,5-7-12 16,-5 3-16-16,7-7-8 0,-2 0-5 16,8-7-20-16,-8 3-35 0,8-7-49 0,6 0-70 15,0-4-120-15,6-3-144 0,7-3-159 16,0 2-189-16,7-2-75 0,0-6 9 0,-1 5 81 15,7-3 126-15,6-1 164 0</inkml:trace>
  <inkml:trace contextRef="#ctx0" brushRef="#br0" timeOffset="1874.94">17324 10382 313 0,'6'-14'647'16,"-6"-5"100"-16,0 4 92 0,0 0 86 0,-6 1-190 15,6 3-191-15,-7 4-125 0,7-1-84 16,-7 1-83-16,7 7-84 0,0 0-65 0,0 4-46 16,0 2-23-16,7 6-6 0,0 2-1 15,-1 9 7-15,7 2 7 0,-7 1 4 16,8 4 1-16,-2 2-7 0,2 0-5 0,-1 2-5 16,-1 3-7-16,2 3-4 0,-1-3-6 15,0-4-2-15,0 3-3 0,0-5-8 0,0-4-26 16,0 0-36-16,-6-2-51 0,-1-6-66 15,0-1-89-15,1-4-132 0,-1-6-135 0,-6-1-158 16,-6-2-139-16,6-10-34 0,-7 1 38 16,-5-7 107-16,-2 0 145 0,2-4 186 15</inkml:trace>
  <inkml:trace contextRef="#ctx0" brushRef="#br0" timeOffset="2390.61">17239 10646 297 0,'-6'-3'523'0,"-1"-2"93"16,0-2 87-16,7 4 14 0,0-5-141 15,7 5-120-15,6-5-86 0,0 5-76 16,7-4-79-16,6-1-75 0,6 0-50 0,7 1-38 16,0 0-19-16,1-5-10 0,5 5-11 15,-6-4-5-15,1 0-3 0,-2 4 0 16,1-4-1-16,-13 4-4 0,1 0 4 0,-9 4 10 16,2-6 12-16,-7 6 12 0,-6-2 8 15,0 3 7-15,-7 2 5 0,-7 0-2 0,0 2-5 16,1 3-5-16,-7-2-7 0,-1 9-1 15,2-5-4-15,6 8-4 0,-14-1-3 16,13 1-3-16,-5 3-4 0,4 0-3 0,2 5-4 16,6-1 0-16,0-4-5 0,0 4 2 0,6 0 0 15,2-5-2-15,-2 2 0 0,7-4-2 16,0-5 3-16,0 2-2 0,-1-5 1 0,8-3 2 16,0 0-1-16,-7-4 1 0,7-8-2 15,-1 5 0-15,1-8 2 0,-8-4-1 16,2 0 13-16,-2 1 17 0,-5-5 15 0,6-3 22 15,-13 1 18-15,7-1 12 0,-7 0 6 16,0-1 1-16,-7 2 0 0,7 2-1 0,-6 1 1 16,6 0-1-16,-7 7-9 0,7-1-15 15,-7 4-19-15,7 2-20 0,-6 6-21 16,6-4-15-16,0 8-10 0,0 0-5 0,0 3 1 16,0 5-1-16,0 2 2 0,6 0 2 15,-6 1 1-15,7 6 1 0,0-2 3 0,-1 4-2 16,1-2 0-16,6 2-3 0,-6-6-16 15,5 1-41-15,-6 1-51 0,8-1-62 0,-1-3-83 16,0-4-128-16,0-1-163 0,-1-2-194 16,2-4-183-16,-1 0-60 0,7-8 15 15,-8-3 96-15,8-5 162 0,0-2 224 0</inkml:trace>
  <inkml:trace contextRef="#ctx0" brushRef="#br0" timeOffset="2874.58">18294 10419 270 0,'-6'-15'661'15,"-1"4"130"-15,0-4 106 0,1 0 85 16,-7 5-163-16,0 3-199 0,0-1-154 0,7 1-111 16,-8 2-89-16,1 5-76 0,0 0-62 15,0 5-44-15,1 2-26 0,4 4-17 16,2 3-15-16,0 5 0 0,-1-1-5 0,7 4-5 16,0 0-5-16,7 4 0 0,-1-3-2 15,8 2-7-15,-2 0 2 0,1-3 3 0,7 0 1 16,-8-3-1-16,8-1 2 0,0-4 0 15,-1 1 1-15,7-4 0 0,-6-4-2 16,-1-3-1-16,1-4 0 0,6 0 0 0,-6-7-2 16,5-4-4-16,-5 0 2 0,0-4 2 0,-7 1-2 15,7-4 1-15,-14-5-1 0,7 1 2 16,-6 0-2-16,-7-7 0 0,0 0 0 0,-7-5-3 16,0-2-1-16,1 0-1 0,-7-6-1 15,0 6-2-15,6 0 0 0,-5 0 1 16,5 6 5-16,-6 0 6 0,7 9 6 0,-8-1 9 15,8 3 6-15,6 5 1 0,-7 3-2 16,1 3-7-16,6 4-4 0,-7 4-8 0,7 4-6 16,7 4-1-16,-7 6 7 0,6 5 12 15,1 2 10-15,5 9 17 0,-4 3 16 16,4 0 11-16,2 8 2 0,-2-4-6 0,1 2-10 16,7-2-18-16,-7 3-14 0,0-4-10 15,0-3-9-15,0 1-1 0,0-5-5 0,1 0-13 16,-2-4-37-16,1-6-53 0,-6-1-65 15,-1-6-78-15,1-2-112 0,-7-6-163 0,6-4-175 16,0-7-182-16,-6-4-106 0,0-4-15 16,0-4 66-16,0-6 151 0,0-5 197 0</inkml:trace>
  <inkml:trace contextRef="#ctx0" brushRef="#br0" timeOffset="3156.08">18678 10176 226 0,'7'-18'550'0,"-7"0"150"0,0 0 122 16,0 3 71-16,0 4-147 0,0 0-119 0,0 4-107 15,0 0-127-15,0 4-110 0,0-2-85 16,0 5-59-16,-7 0-44 0,7 5-28 0,-7 5-14 16,1 0-8-16,0 6-1 0,0 2-1 15,-8 4-5-15,8 0-6 0,-7 7-8 16,6 1-1-16,0-5-6 0,1 4-4 0,6 0 4 16,0-3 10-16,0 0 14 0,6-4 9 15,1 0 10-15,0-4 7 0,6 0 1 16,-1-2-11-16,2-2-11 0,5-3-10 0,-6 1-10 15,7-9-7-15,5 4-8 0,-5-7-24 16,13 0-48-16,-7-4-68 0,0 1-83 0,7-9-128 16,-1 2-172-16,1-2-193 0,-1-1-208 15,1-7-67-15,-7-2 12 0,7 1 89 0,-1-2 154 16,-6-2 201-16</inkml:trace>
  <inkml:trace contextRef="#ctx0" brushRef="#br0" timeOffset="3343">19499 10104 166 0,'6'0'646'0,"-6"0"153"0,0 0 108 16,0 0 75-16,7 0-137 0,-7-4-189 15,7 4-207-15,5-4-140 0,-5 1-101 16,6-2-70-16,0-1-52 0,7 2-36 0,0 0-33 16,-2-2-42-16,2-3-65 0,7 6-99 15,-9-4-137-15,2-1-151 0,0 4-152 0,-7-2-140 16,-7 1-90-16,0 3 17 0,-6-3 96 15,0 5 126-15,-6 0 151 0</inkml:trace>
  <inkml:trace contextRef="#ctx0" brushRef="#br0" timeOffset="3530.95">19551 10192 263 0,'-13'14'539'0,"6"1"144"16,1-4 123-16,0-4 34 0,6 0-102 15,-7-3-88-15,7 0-89 0,-7-1-101 0,7 2-87 16,7-5-72-16,0 0-65 0,-1-5-57 15,7 2-49-15,0-1-43 0,0-3-33 0,7-1-30 16,0 1-46-16,-8 0-70 0,8-5-89 16,-1 6-128-16,-5-5-173 0,-2 0-201 0,-6-1-216 15,1-2-80-15,0 3 12 0,-7-4 89 16,-7 1 152-16,0-1 195 0</inkml:trace>
  <inkml:trace contextRef="#ctx0" brushRef="#br0" timeOffset="3796.21">19551 9887 147 0,'0'-7'670'0,"-6"1"152"16,6-6 111-16,0 4 83 0,0 1-107 0,6-3-209 16,-6 5-214-16,13-2-128 0,-7 3-88 15,14 1-62-15,-6 3-39 0,4 0-28 16,9 3-21-16,-1 5-13 0,0 3-7 0,0 3-5 16,7 6-10-16,-14-3-5 0,7 5-4 15,-6 3-3-15,-1 1-8 0,-6 0-10 0,0 3-5 16,-7 3-9-16,-6-1-8 0,-6 2-9 15,0-4-7-15,-1 3-5 0,-13-2-5 0,8-4-14 16,-2-1-29-16,2-3-40 0,-2-2-53 16,1-11-68-16,1 2-83 0,-2-4-98 0,8-7-137 15,0 0-161-15,-1-2-187 0,0-6-116 16,1-3-16-16,-1-4 59 0,7 1 135 16,-6 0 185-16</inkml:trace>
  <inkml:trace contextRef="#ctx0" brushRef="#br0" timeOffset="3967.82">20482 9429 17 0,'-12'-3'170'0,"-2"3"-77"15,-5 0-43-15,6-4-128 0,0 4-69 16</inkml:trace>
  <inkml:trace contextRef="#ctx0" brushRef="#br0" timeOffset="4405.21">20456 9334 16 0,'0'-10'440'0,"0"-1"95"15,0-5 106-15,0 1 120 0,0 5-42 16,-6-5-113-16,6 4-65 0,0 0-52 16,0 0-76-16,0 5-101 0,0 1-88 0,0 2-67 15,0 3-48-15,0 3-35 0,6 5-15 16,0 6-2-16,2 1 11 0,-2 11 11 16,0-1 5-16,1 8 0 0,6 4-4 0,-7 4-4 15,1-2-2-15,6 6-1 0,-6-2-1 0,-1 5-4 16,0-9-3-16,1 6-7 0,0-9-8 15,-1 1-9-15,0-3-3 0,1-9 3 0,-1 1 7 16,-6-8 17-16,7-3 24 0,-7-3 20 16,7-6 15-16,-1-2 7 0,8-4 2 0,-2-8-7 15,1 6-21-15,7-10-48 0,6-3-57 16,0 5 0-16,0-6 0 0,7 2 0 16,-8 0 0-16,9-1 0 0,-2 4 0 0,-7-5 0 15,8 6 0-15,-7-1 0 0,0 3 0 16,0 1 0-16,-6-1 0 0,-1 5 0 15,1-1 0-15,-7-3 0 0,0 7 0 0,-6-3-123 16,-1-1-103-16,0 4-59 0,1 0-55 16,-7 0-73-16,0 0-115 0,0-4-148 0,-7 4-179 15,7-7-117-15,-6 3-22 0,0-4 52 16,-1-2 132-16,7 0 184 0,0-7 233 16</inkml:trace>
  <inkml:trace contextRef="#ctx0" brushRef="#br0" timeOffset="4702.12">21263 9166 465 0,'0'-19'725'0,"0"1"107"0,0 0 91 0,-6 0 46 15,6 3-207-15,0 4-213 0,0 0-126 16,-6 4-88-16,6-1-81 0,0 5-77 16,0-1-59-16,0 4-45 0,0 0-31 0,6 7-11 15,-6 3-2-15,6 6 9 0,2 2 8 16,4 4 8-16,-5 3 10 0,0 9 4 15,6-1 5-15,-7 3 1 0,7 1-2 0,-6 4-2 16,-1-1-6-16,7 0-5 0,-6-1-9 16,-1-2-8-16,1-3-8 0,-1-1-5 0,0-7-8 15,1-1-4-15,0-3-4 0,-7-5-6 16,6 0-3-16,-6-7-11 0,6 0-37 0,-6-5-63 16,8-2-89-16,-2-3-112 0,-6-8-161 15,6-2-189-15,1-5-215 0,-1-3-137 0,-6-8-16 16,7-3 57-16,-1-8 129 0,7 1 185 15,-7-5 242-15</inkml:trace>
  <inkml:trace contextRef="#ctx0" brushRef="#br0" timeOffset="4983.2">21707 8971 135 0,'6'-14'631'0,"0"3"142"0,1 0 102 0,-7 4 72 15,7-1-114-15,-7 1-208 0,0 3-206 16,0 1-125-16,6 3-79 0,-6 3-49 15,7 5-24-15,-7-1-5 0,6 7 5 0,1 1 2 16,0 7-7-16,-1 0-11 0,7 7-10 16,-6 1-17-16,-1 7-18 0,7-1-15 0,-7 1-10 15,8-2-12-15,-8 7-15 0,0-6-10 16,8-2-8-16,-8 2-3 0,0-7-7 16,8-3-16-16,-8-4-27 0,1-4-33 0,-7-3-39 15,6-5-58-15,-6-3-71 0,6-7-95 16,-6-2-119-16,8-9-128 0,-8-3-142 0,0-6-151 15,-8-2-37-15,8-3 51 0,-6-4 114 16,0-5 143-16,-1-3 173 0</inkml:trace>
  <inkml:trace contextRef="#ctx0" brushRef="#br0" timeOffset="5186.68">21772 8993 427 0,'-13'-6'639'16,"13"-6"129"-16,-7 1 102 0,7 4-7 15,0-4-170-15,0 3-138 0,7-2-124 16,6 2-101-16,0-3-82 0,6 3-62 0,1 1-41 15,6-4-37-15,7 4-32 0,-8 0-23 16,15 0-16-16,-7-1-11 0,5 1-9 0,-5 0-6 16,6-4-9-16,-7 7-22 0,-6-3-32 15,7 3-39-15,-13-3-47 0,6 3-66 0,-13 4-75 16,0-4-81-16,-6 4-81 0,-1 4-90 16,-12 0-94-16,-1 3-120 0,-6 0-15 0,-6 1 47 15,-1 3 83-15,-6 3 111 0</inkml:trace>
  <inkml:trace contextRef="#ctx0" brushRef="#br0" timeOffset="5420.86">21876 9166 340 0,'-7'22'484'0,"1"-4"113"0,0-3 147 0,6-4 13 16,0 0-80-16,6 0-45 0,0-4-29 0,8-3-70 16,-1-1-109-16,-1-3-89 0,14 0-71 15,-6-7-62-15,13 3-47 0,-7-7-42 16,7 3-31-16,-1-2-26 0,7-5-19 0,-7 3-15 15,7-1-9-15,1 1-3 0,-7 2-4 16,-1-5-2-16,-6 4-2 0,7 0 0 0,-14 4-2 16,1-1-16-16,-8 1-33 0,2 0-49 15,-8 0-70-15,-6 2-97 0,0 2-152 16,-6-4-169-16,-1 3-196 0,0-3-150 0,-5 0-36 16,-1-2 41-16,6 3 123 0,-6-5 169 15,13 1 221-15</inkml:trace>
  <inkml:trace contextRef="#ctx0" brushRef="#br0" timeOffset="5842.38">22579 8719 257 0,'7'-12'683'0,"0"-2"121"0,-7 3 86 16,0 0 62-16,0 3-170 0,0 2-241 0,0-2-185 16,0 5-110-16,-7 3-76 0,7 0-50 15,-7 7-21-15,1 3-7 0,0 5-1 16,-1 4 8-16,7 6 6 0,0 4 2 0,-7 1-7 15,7 7-7-15,7-1-9 0,-7 1-11 16,7 0-12-16,-1 3-6 0,0-4-8 0,14-2-10 16,-7-1-3-16,7-4-4 0,0-4-1 15,-2-3-5-15,9-3-3 0,-1-4 1 16,6-8 3-16,-5-3 6 0,5-4 6 0,1-4 16 16,-7-3 19-16,6-5 24 0,1-6 25 15,-7-1 31-15,-1-2 30 0,1-2 27 0,-6-2-100 16,-7-8-109-16,1 0 0 0,-8 0 0 15,0-7 0-15,-6-1 0 0,-6 5 0 0,-7-4 0 16,0 7 0-16,0 3 0 0,-13 1 0 16,6 7 0-16,-13 4 0 0,1 3 0 0,-1 4 0 15,1 4 0-15,-7 7 0 0,7 0 0 16,-1 4 0-16,-7 3 0 0,8 0 0 0,7 4 0 16,-2 4 0-16,1-1-235 0,6 5-349 15,1-1-156-15,6 1-190 0,0 3-164 16,0-7-28-16,6 2 46 0,1-2 116 0,0 0 189 15,-2-4 248-15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6:54.9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5816 12909 91 0,'-14'-6'281'0,"1"-2"37"16,1 2 38-16,-2-2-80 0,2-1-24 0,4 3-7 16,-4-5 11-16,5 3 32 0,1 1 46 15,-1 0 48-15,0 0 27 0,1-1 5 16,6 5-13-16,-6-1-30 0,6 1-65 0,-6-2-62 16,6 5-40-16,6 0-31 0,0 5-15 15,0-2-15-15,1 4 2 0,6 4-3 0,0 0-7 16,1 4-4-16,4-1-2 0,-4 1 1 15,5 0 2-15,1-5 3 0,0 6 10 0,6-9 8 16,-1 0 8-16,1-7 9 0,7 0 12 16,-1-7 9-16,8-4-1 0,-1-11-172 15,6-5-18-15,8-9 0 0,5-7 0 0,1-9 0 16,6-11 0-16,0-6 0 0,6-7 0 0,2-1 0 16,11-4 0-16,-6 0 0 0,13-3 0 15,-6 0 0-15,7-1 0 0,-9 9 0 16,-4 2 0-16,-8 8 0 0,-12 12 0 0,0 5 0 15,-13 5 0-15,-7 12 0 0,-7 6 0 16,-6 4 0-16,-7 7 0 0,1 4 0 0,-7 4 0 16,-6 7 0-16,-1 0 0 0,1 7 0 15,-7 1 0-15,-7 6 0 0,1 1-310 16,-7 4-455-16,-6 6-328 0,-1 0-143 0,-6 5-18 16,-7-1 73-16,-12 1 136 0,5-1 242 15,-11 0 362-15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7:00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6864 14687 231 0,'6'-8'468'0,"-6"1"81"0,0 3 65 0,7 1-26 16,-7-1-98-16,0 1-102 0,0 3-62 0,0 3-44 16,0 4-32-16,7 1-31 0,-7 6-22 15,6 4-15-15,1 4-18 0,-1 4-24 16,8 0-15-16,-8 0-7 0,6-1-4 0,2-3-5 15,5 0 4-15,1-3 13 0,0-2 18 16,-1-6 30-16,7-2 31 0,0-6 22 0,7-6 12 16,-1-9 4-16,7-7-3 0,7-10-22 15,-1-4-27-15,1-10-22 0,6-5-18 16,6-4-11-16,1-6-83 0,6-4-57 0,7-4 0 16,0-8 0-16,13-2 0 0,-1-2 0 0,0-2 0 15,1 3 0-15,0 0 0 0,-1 4 0 16,-5 7 0-16,-8 8 0 0,1 2 0 15,-20 12 0-15,0 4 0 0,-7 7 0 0,-11 12 0 16,-9-2 0-16,-5 9 0 0,0 2 0 16,-14 9 0-16,0-1 0 0,1 4 0 0,-7 7 0 15,-7 0 0-15,-5 5-197 0,-2-1-492 0,-5 3-251 16,-1 1-226-16,-6 3-68 0,-6-2 37 16,6-2 116-16,-13 0 220 0,0-3 269 15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7: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9417 16312 70 0,'-6'0'308'0,"-8"0"47"0,2 0 38 0,4-3-61 15,-4 0-24-15,6-1-30 0,-1 0-17 0,0 1 3 16,1 0 25-16,6-2 13 0,-7 2 1 16,7 3-20-16,0-4-25 0,0 4-30 0,0 0-36 15,0 0-30-15,7 4-17 0,-1-1-5 16,8 5 0-16,-8 3-1 0,6 0-8 0,-4 1-6 16,4 2-3-16,2-3 3 0,5 3 6 0,-6-6 13 15,0-1 18-15,7-4 20 0,6-3 14 16,-1-7 6-16,2-7-5 0,5-8-8 15,8-9-19-15,5-8-17 0,0-5-21 0,1-4-15 16,7-6-12-16,5-5-7 0,0-4-2 0,1-6-2 16,13-5-5-16,-1-2-8 0,8-5-81 15,5-3 0-15,1 6 0 0,6-3 0 0,-6 12 0 16,0 0 0-16,-7 7 0 0,-7 7 0 16,-5 7 0-16,-8 7 0 0,-12 9 0 0,-8 6 0 15,-11 7 0-15,-1 5 0 0,-7 7 0 16,-6 3 0-16,-6 4 0 0,-7 7 0 0,0 4 0 15,-7 1 0-15,-6 2 0 0,-6 1-91 16,-1 3-459-16,-6 1-275 0,1-1-294 16,-2 0-109-16,-5 0-3 0,-1 1 87 0,-13-5 180 15,7-2 272-15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35:08.1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10342 8803 56 0,'13'-10'217'0,"0"2"37"0,0-3-4 15,-7 0-48-15,8-1-32 0,-8 2-8 16,0-1-8-16,1 0-19 0,-7-1-13 0,7 2-8 15,-7-5 2-15,6 4-1 0,-6 0 6 16,0-3 8-16,0 3 12 0,0 0 19 16,0 0 20-16,0-1 23 0,0 2 23 0,0 2 25 15,-6-3 5-15,6 1-5 0,-7 2-16 16,0 1-25-16,1-1-33 0,0 5-33 0,-2-1-25 16,-4 0-19-16,6 1-16 0,-8-1-13 15,1 4-14-15,7 0-13 0,-14 4-14 16,8-1-13-16,-2 1-5 0,1 3-5 0,-7 1-5 15,8 7 2-15,-2-1-3 0,2 4 1 16,-8 4 3-16,7 4 1 0,1 7 3 0,-2-1 5 16,1 5 6-16,6 4 9 0,-6 3 5 15,7-4 4-15,0 8 4 0,6-1 4 16,0 5-1-16,0-1-4 0,6 0-2 0,0 0-1 16,1 1-1-16,6 3-7 0,6-5-2 0,1 2-1 15,0-1-1-15,5 1-4 0,1-5-5 16,7-3-2-16,-1 1 1 0,1-2-2 0,7-3 0 15,-1-3 3-15,6 0 1 0,1-4 5 16,-7 0 2-16,7-8 1 0,-1 1-2 16,1-8-4-16,-1 1-1 0,1-4-5 0,-1-8-4 15,1 0 1-15,-1-7-4 0,2-4 0 16,-2-3-6-16,-7-4 5 0,9-3-2 0,-9-8 0 16,1-1 2-16,-6-2 2 0,-1-5 12 15,1-3 6-15,-7-4 6 0,0 1 11 16,-6-4 12-16,-1-4 7 0,-5-4 4 0,-2-3-1 15,-6 0 0-15,-6-4 7 0,0 0 2 0,-6 0 9 16,0-4 2-16,-14 3 5 0,1 2 0 16,-7-5-4-16,0 5 0 0,-7 2 2 15,-6 1 2-15,1 3 2 0,-9 8 2 0,2 4 0 16,-1 3-7-16,-6 8-9 0,0 6-9 16,0 1-4-16,-7 6-7 0,1 5-8 0,-7 7-27 15,6 0-23-15,0 4 0 0,0 6 0 16,14-2 0-16,-1 7 0 0,1-4 0 0,6 4 0 15,7-1 0-15,6 1 0 0,6-1 0 16,0 1-18-16,7 0-147 0,1 3-84 16,12-3-99-16,0-1-126 0,0-2-170 0,12 1-211 15,-6-1-171-15,8-5-42 0,-1 1 34 16,-7-1 98-16,8-4 185 0,-8-3 254 0</inkml:trace>
  <inkml:trace contextRef="#ctx0" brushRef="#br0" timeOffset="3359.08">17734 9067 313 0,'0'0'398'15,"0"0"60"-15,6-4 32 0,-6-3-13 16,0 2-10-16,0-1-5 0,-6-1 1 0,6-1-11 15,0-3-35-15,0 4-57 0,0-1-65 16,0 1-58-16,0 3-52 0,0 1-40 0,0 3-30 16,0 0-24-16,0 7-16 0,0 4-6 15,0 11 3-15,0 4 8 0,0 11 11 0,0 2 8 16,0 10 2-16,-6 2-9 0,6 4-7 0,-8 7-13 16,8-4-11-16,-6 4-13 0,6 1-11 15,-6-5-11-15,6-2-6 0,0-5-4 16,-6-4-4-16,6-6-3 0,6-5 0 0,-6-3 1 15,0-7-2-15,0-5 3 0,6-5 1 16,-6-5 2-16,0-8-6 0,6-6-29 16,-6-4-45-16,0-8-64 0,8-11-77 0,-8-3-107 15,0-8-132-15,0-3-113 0,-8-12-85 16,8-7-37-16,-6-3 13 0,6 0 64 0,0-1 116 16,0 2 129-16,0 2 124 0,0 8 105 15,6 3 86-15,-6 4 72 0,0 5 64 0,0 2 65 16,0 3 72-16,0 2 72 0,0 2 79 15,8 5 53-15,-8-1 22 0,6 7-9 0,0 1-41 16,1 3-56-16,-1 5-76 0,1 2-55 16,6 5-28-16,0 6-10 0,0 8 5 15,7 4 9-15,-1 3 5 0,7 8 1 0,-6 8-4 16,6 5-12-16,-1 1-13 0,2 4-20 0,-1 8-20 16,6-5-27-16,1 4-27 0,-7 1-21 15,7-1-21-15,-1 0-14 0,1-3-9 16,-7-4-9-16,6-4-17 0,-6-3-36 0,-6-8-58 15,-1 1-74-15,1-9-92 0,-7-2-139 16,0-5-182-16,-6-6-205 0,-7-8-158 16,-7-4-41-16,-6-3 31 0,0-4 110 0,-13-4 178 15,0-7 230-15</inkml:trace>
  <inkml:trace contextRef="#ctx0" brushRef="#br0" timeOffset="3530.65">17832 9474 248 0,'-20'7'585'0,"1"4"139"15,5-4 110-15,2-3 52 0,-2-1-146 16,8 1-154-16,-1-4-138 0,14-4-123 0,-7-3-102 16,13 0-74-16,6-9-55 0,7-1-37 15,7-5-27-15,13-3-51 0,-1-5-98 0,14-3-168 16,0-3-228-16,6-5-259 0,0 1-134 16,0-8-38-16,7 1 53 0,-7-2 141 15,6-5 213-15</inkml:trace>
  <inkml:trace contextRef="#ctx0" brushRef="#br0" timeOffset="3780.31">19128 8282 319 0,'0'-7'713'0,"-7"0"112"0,1 0 90 16,-8 3 72-16,2 0-171 0,5 4-253 0,-6 0-156 16,7 0-89-16,-1 4-64 0,7 0-44 15,0 7-27-15,7-1-6 0,-1 13 13 16,7-2 15-16,6 13 11 0,1 3 1 0,6 3-7 15,1 7-19-15,-2 5-31 0,1 3-45 16,0 3-115-16,0 0 0 0,1 2 0 0,-1-2 0 16,-1-3 0-16,-5-4 0 0,6-7 0 15,-6 0 0-15,-7-12-121 0,-1 2-169 0,2-8-122 16,-1-5-180-16,-6-6-220 0,-1-7-233 16,-6-5-73-16,0-3 18 0,-13-11 83 0,6 1 175 15,-13-5 243-15</inkml:trace>
  <inkml:trace contextRef="#ctx0" brushRef="#br0" timeOffset="4217.71">19121 8851 126 0,'-20'3'630'0,"-6"0"145"15,7-3 105-15,6 0 76 0,6-3-107 0,1-4-191 16,12-8-185-16,8 1-111 0,5-8-82 16,7-4-60-16,7 0-47 0,5-6-41 15,8-2-39-15,0 2-32 0,6-1-17 0,-7-1-16 16,8 5-7-16,-7 0-8 0,-8 3-2 15,1 5-4-15,-6 2-3 0,-7 8-5 0,-6 8-1 16,-1-1 2-16,-6 8 2 0,0 6 8 16,-7 5 13-16,8 3 17 0,-8 8 14 0,0 0 9 15,8 3 8-15,-8 5 1 0,7-2-2 16,1 0-6-16,4-2-6 0,2-1-6 16,0 0-3-16,-1-6-2 0,7-4-3 0,7-5 0 15,-7-3-2-15,7-4-3 0,-7-3-4 16,6-4-5-16,-5-4-4 0,-1-3-7 15,0-4-4-15,-1-3-1 0,1-9 6 0,-6 4 14 16,-7-2 18-16,0-5 25 0,0 0 18 16,-7 1 17-16,-6-4-87 0,-6 4-25 0,-7-6 0 15,6 2 0-15,-12 0 0 0,-1 7 0 16,-6 0 0-16,-6 3 0 0,-1 4 0 0,-6 5 0 16,-6 6 0-16,5 1 0 0,-11 6 0 15,5 1 0-15,7 3 0 0,-7 5 0 0,7-2 0 16,7 2 0-16,-1-1 0 0,13-1-253 15,1-2-271-15,12-1-190 0,7-3-239 0,14-4-164 16,12-8-29-16,0-3 52 0,13-7 115 16,13-4 198-16,0-7 281 0</inkml:trace>
  <inkml:trace contextRef="#ctx0" brushRef="#br0" timeOffset="4655.14">20860 7675 489 0,'-13'-7'821'0,"1"7"111"16,-8-8 88-16,6 1 67 0,8-1-249 16,-1 1-313-16,7-3-170 0,7-5-99 15,6-4-81-15,6 1-65 0,7-4-42 0,7 0-28 16,-1-4-17-16,7 1-10 0,1-1-9 16,-1 0 0-16,-7 1-2 0,1-1 2 0,-1 8-2 15,-5-4-2-15,-8 8 0 0,0 1-3 16,-5 3-1-16,-1 10-1 0,-7 0 5 0,1 10 7 15,-7 6 13-15,0 6 15 0,-7 7 18 16,7 7 13-16,-13 8 11 0,1 4 3 0,-8 3-1 16,6 8-6-16,-11 7-3 0,5 4-5 15,0 0-7-15,1 2-3 0,-7-2-3 16,12-4 7-16,-4-3 7 0,4-5 14 0,8-8 19 16,-7-4 29-16,13-11 42 0,0-5-127 15,6-8-43-15,1-11 0 0,13-3 0 0,-2-8 0 16,9-8 0-16,5-6 0 0,1-1 0 15,13-7 0-15,-7-4 0 0,7 1 0 0,-1-1 0 16,1 0 0-16,-1-4 0 0,1 5 0 16,-7-4 0-16,0 7 0 0,-7 0 0 0,-6 3 0 15,1 1 0-15,-15 3 0 0,2 5 0 16,-2-1 0-16,-12 3 0 0,0 5-136 0,0-4-661 16,-12 3-311-16,6-4-147 0,-8 1-13 15,-6 0 75-15,7-4 138 0,1-4 242 16,5 1 343-16</inkml:trace>
  <inkml:trace contextRef="#ctx0" brushRef="#br0" timeOffset="4998.78">22755 6997 125 0,'-26'19'576'0,"0"-5"141"0,0 0 90 0,7 1 67 16,5-7-112-16,8-1-153 0,0-3-130 16,6-4-91-16,0 0-56 0,12-8-46 15,8 1-45-15,6-7-49 0,1-1-48 0,11-3-40 16,1-5-28-16,0-3-19 0,1 1-12 15,5-1-12-15,-6 1-22 0,1 3-44 0,-2-5-60 16,1 10-87-16,-6-2-141 0,-1 1-181 16,-12 3-198-16,0 8-199 0,-14 0-74 15,1 3 14-15,-14 4 100 0,1 4 161 0,-8 3 199 16</inkml:trace>
  <inkml:trace contextRef="#ctx0" brushRef="#br0" timeOffset="5170.72">22950 7100 192 0,'-12'29'573'0,"6"1"130"15,-2-5 104-15,-4-3 89 0,12-8-139 16,-7 1-130-16,7-3-96 0,7-6-70 0,-1-6-58 16,8 0-53-16,4-3-53 0,2-9-44 15,-1-2-51-15,15 0-51 0,-2-5-41 0,1 2-32 16,-1-6-28-16,7 1-45 0,-6 0-66 16,-1 3-81-16,-6-2-99 0,1 3-152 15,-1-5-206-15,-7 1-224 0,-6 0-171 0,-6-3-45 16,-1-1 30-16,-12-3 117 0,-1-1 189 15,-6-3 240-15</inkml:trace>
  <inkml:trace contextRef="#ctx0" brushRef="#br0" timeOffset="5420.66">23094 6539 246 0,'-20'-18'654'0,"-6"0"134"0,13-1 111 0,-7 4 93 16,8-3-141-16,-2 3-184 0,8 4-140 16,0-3-97-16,6 3-78 0,6 0-61 0,8 3-44 15,12 1-33-15,-1 7-17 0,15 4-11 16,-1 7-13-16,6 3-7 0,1 8-11 0,6 7-8 15,-7 5-138-15,1 2-9 0,0 8 0 16,-8-1 0-16,-5 10 0 0,-7-2 0 16,0 7 0-16,-13 1 0 0,-6 3 0 0,-7 1 0 15,-7 2 0-15,-6-2 0 0,1-5 0 16,-15-2 0-16,1-2 0 0,0-10 0 0,-6 0 0 16,-1-11-275-16,1-3-347 0,-1-12-221 15,1-8-258-15,5-10-84 0,7-7 19 0,1-11 82 16,6-11 166-16,7-11 246 0</inkml:trace>
  <inkml:trace contextRef="#ctx0" brushRef="#br0" timeOffset="6170.58">24338 5414 76 0,'-7'-3'290'16,"7"-1"45"-16,0-3 27 0,0-1-71 16,0-3-18-16,7 4-43 0,-7-4-12 0,6 1 8 15,-6-2 35-15,7 1 56 0,0 0 48 16,-1 1 26-16,0-2 24 0,-6 1 0 15,7 0-26-15,-7 0-52 0,0 4-54 0,0-1-37 16,0 1-44-16,0 3-41 0,0 1-34 16,-7-1-32-16,7 4-25 0,-6 0-24 0,6 7-18 15,-6 4-11-15,-1 7-8 0,0 8 1 16,1 8 3-16,-1 6 8 0,7 7 12 16,0 8 16-16,0 8 21 0,7 3 15 0,-1-1 11 15,8 6 3-15,-2-2-1 0,2-4-4 16,5 2-10-16,1-9-9 0,-1 1-5 0,8-12-3 15,5 1-6-15,-7-11-1 0,8-1-6 16,-1-10-5-16,8-5-4 0,-1-6-5 0,-6-7-4 16,5-8-7-16,2-8-4 0,-1-2-8 15,-7-9-2-15,7-3-5 0,-6-6-3 16,-7-6-5-16,0-3-1 0,-6-3 1 0,-7 0-2 16,-7-3 3-16,0-2 12 0,-6 4 17 15,-6 4 21-15,-7 1 23 0,-7 7 21 0,2 3-74 16,-9 4-23-16,-5 8 0 0,-1 7 0 15,1-1 0-15,-8 11 0 0,1 5 0 0,-6 0 0 16,5 7 0-16,1-1 0 0,7 4 0 16,-1 0 0-16,7 1 0 0,0-1 0 0,7 3 0 15,6-2 0-15,0-1 0 0,7 1 0 16,6-5 0-16,0 2-57 0,6-6-382 16,7-3-136-16,6 1-168 0,0-5-201 0,8-3-139 15,-1-3-19-15,6-8 57 0,1 0 125 16,6-4 198-16,0-7 254 0</inkml:trace>
  <inkml:trace contextRef="#ctx0" brushRef="#br0" timeOffset="8622.93">25015 5001 28 0,'-6'0'235'0,"-1"0"48"0,1 0 17 16,-1 0-54-16,-6 0-11 0,1 0 20 0,4 0-16 16,-4 0-2-16,-1 0 2 0,6 0 14 15,-6 0 11-15,7 3 16 0,-1-3 14 16,-6 0 1-16,13 0-6 0,-6 3-18 0,-1-3-21 15,7 0-43-15,0 0-43 0,0 0-32 16,0 0-16-16,7 0 0 0,-1 0-1 0,14-3 9 16,-8 0 8-16,15-6 2 0,-1 3-6 15,0-5-16-15,7-4-18 0,5-3-19 0,-5-1-15 16,6-2-15-16,1-2-12 0,-8 1-8 16,7 0-6-16,-7 0-3 0,-5 4 1 0,-1-4 10 15,-1 8 9-15,-11-5 17 0,-2 8 19 16,2 0 17-16,-8 0 10 0,0 4 6 0,-6 4 1 15,7-5-2-15,-7 8-12 0,-7-4-16 16,7 1-15-16,0 3-15 0,-6 0-15 16,6-4-15-16,0 8-8 0,-6-4-4 0,6 3-3 15,0 1-2-15,0-1 0 0,0 5-1 16,0 3 2-16,0 0 0 0,6 1 5 0,-6 2 3 16,6-1 5-16,1 7 6 0,0-3 4 15,-1 2 7-15,1 3 11 0,5 4 7 16,-5 0 9-16,6 3 9 0,-7 0 8 0,8 0 5 15,-8 0 0-15,7 5 2 0,0-5 2 16,-6 0-4-16,5 4-52 0,-4-6-27 0,4 0 0 16,-5 4 0-16,6-6 0 0,-7 0 0 0,1 1 0 15,-1-3 0-15,0-1 0 0,-6-4 0 16,8 0 0-16,-2-3 0 0,-6-1 0 0,6-3 0 16,-6 0 0-16,7 0 0 0,-7-4 0 15,0-2 0-15,7 1 0 0,-7-1 0 16,0-5 0-16,0 2 0 0,0 3 0 0,0-5 0 15,0 3 0-15,0-3 0 0,0 0 0 16,0 0 0-16,0 4 0 0,0-4 0 16,0 0 0-16,0 0 0 0,0 0 0 0,0 0 0 15,0 0 0-15,0 0 0 0,0 4 0 16,0-4 0-16,6 0 0 0,-6 3 0 0,0-3 0 16,0 0 0-16,0 4 0 0,0 0 0 15,0-4 0-15,7 0 0 0,-7 3 0 0,0-3 0 16,0 4 0-16,0-4 0 0,6 3 0 15,-6-3 0-15,0 5 0 0,0-5 0 0,0 0 0 16,0 3 0-16,0-3 0 0,0 0 0 16,0 0 0-16,0 0 0 0,0 0 0 0,6 0 0 15,-6 0 0-15,0 0 0 0,0 0 0 16,0 0 0-16,0 0 0 0,0 0 0 16,0 0 0-16,0 0 0 0,0 0 0 0,0 0 0 15,0-3 0-15,0 3 0 0,0 0 0 16,0 0 0-16,0-5 0 0,0 5 0 0,0 0 0 15,-6 0 0-15,6 0 0 0,0 0 0 16,0-3 0-16,0 3 0 0,0 0 0 0,0 0 0 16,0 0 0-16,0-4 0 0,0 4 0 15,0 0 0-15,0 0 0 0,0 0 0 0,0 0 0 16,0-3 0-16,0 3 0 0,0 0 0 16,0 0 0-16,0 0 0 0,0 0 0 0,0 0 0 15,0 0 0-15,0 0 0 0,0 0 0 16,0 0 0-16,0 0 0 0,0 3 0 15,0-3 0-15,0 0 0 0,0 0 0 0,0 0 0 16,0 0 0-16,0 0 0 0,0 0 0 16,0 0 0-16,0 0 0 0,0 0 0 0,0 0 0 15,0 0 0-15,0 0 0 0,0 0 0 16,0 0 0-16,0-3 0 0,0 3 0 0,0 0 0 16,0 0 0-16,0 0 0 0,0 0 0 15,0 0 0-15,0-4 0 0,0 4 0 0,0 0 0 16,0 0 0-16,0-4 0 0,0 4 0 15,0 0 0-15,0 0 0 0,0 0 0 0,0 0 0 16,-6 0 0-16,6 0 0 0,0 0 0 16,0 0 0-16,0 0 0 0,0 0 0 15,0 0 0-15,0 0 0 0,0 0 0 0,0 0 0 16,0 0 0-16,0 0 0 0,0 0 0 16,0 0 0-16,0 0 0 0,0 0 0 15,0 0 0-15,0 0 0 0,0 0 0 0,0 0 0 16,0 0 0-16,0 0 0 0,0 0 0 15,0 0 0-15,0 0 0 0,0 0 0 0,0 0 0 16,0-3 0-16,0 3 0 0,0 0 0 0,0 0 0 16,0 0 0-16,0-4 0 0,0 4 0 15,0 0 0-15,0 0 0 0,0 0 0 0,0 0 0 16,0 0 0-16,0 0 0 0,0 0 0 16,0 0 0-16,0 0 0 0,0 0 0 15,0 0 0-15,0 0 0 0,0 0 0 0,0 0 0 16,0 0 0-16,0 0 0 0,0 0 0 15,0 0 0-15,0 0 0 0,0 0 0 0,0 0 0 16,0 0 0-16,0 0 0 0,0 0 0 16,0 0 0-16,0 0 0 0,0 0 0 15,0 0 0-15,0 0 0 0,0 0 0 0,0 0 0 16,0 0 0-16,0 0 0 0,0 0 0 0,0 0 0 16,0 0 0-16,0 0 0 0,0 0 0 15,0 0 0-15,0 0 0 0,0 0 0 16,0 0 0-16,0 0 0 0,0 0 0 0,0 0 0 15,0 0 0-15,0 0 0 0,0 0 0 16,0 0 0-16,0 0 0 0,6 0 0 0,-6 0 0 16,0 0 0-16,0 0 0 0,0 0 0 15,0 0 0-15,0 0 0 0,0 0 0 16,0 0 0-16,0 0 0 0,0 0 0 0,0 0 0 16,0 0 0-16,0 0 0 0,0 0 0 15,0 0 0-15,0 0 0 0,-6 0 0 0,6 0 0 16,0 0 0-16,0 0 0 0,0 0 0 15,0 0 0-15,0 0 0 0,0-4 0 0,0 4 0 16,0 0 0-16,0 0 0 0,0 0 0 16,0 0 0-16,0-3 0 0,0 3 0 0,0 0 0 15,0 0 0-15,0 0 0 0,0-5 0 16,0 5 0-16,0 0 0 0,0 0 0 0,0 0 0 16,0 0 0-16,0 0 0 0,0 0 0 15,0 0 0-15,0 0 0 0,0 0 0 16,0-2 0-16,0 2 0 0,0 0 0 0,0 0 0 15,0-5 0-15,0 5 0 0,0-3 0 16,0 3-1-16,0-3-447 0,-7-5-63 0,7 4-98 16,0-7-111-16,-6 3-108 0,6-6-116 0,-7 0-42 15,0-5 33-15,1 2 118 0,0-6 160 16,-2 2 183-16</inkml:trace>
  <inkml:trace contextRef="#ctx0" brushRef="#br0" timeOffset="10341.28">24996 5066 9 0,'-7'4'210'0,"-6"-1"31"15,7 2-5-15,0-5-52 0,-2 3-14 16,8-3-8-16,-6 0-9 0,0 0 0 0,6 0 5 16,-7 4 13-16,7-4 19 0,0 0 23 15,-6 0 28-15,6 0 41 0,0 0 45 16,0-4 29-16,0 4 8 0,0 0-5 0,0 0-18 16,6-3-41-16,1-5-47 0,-1 1-41 15,14-1-18-15,-1-6-20 0,7-4-11 0,6-4-13 16,1-4-6-16,7-4-12 0,5-2-18 15,1-2-10-15,5 2-14 0,2-2-14 0,-1-2-14 16,0-1-10-16,0 4-9 0,-6-3-7 16,-1 6-9-16,0 5-4 0,-11-1-3 0,-2 3-2 15,-13 6-5-15,1 6-6 0,-7 0-6 16,0 3-1-16,-13 1-4 0,0 7-3 0,0 0-1 16,-13 4-9-16,0 3-4 0,-7 1-15 15,-6 2-18-15,1 5-14 0,-1 4-16 16,-7-2-1-16,1 1-1 0,-1 1 4 0,0 4 8 15,0-5 14-15,1 0 13 0,-1 4 9 16,7-4 8-16,1 1 8 0,-1-1 8 16,6-3 3-16,1-1 2 0,5-3 2 0,2 0 3 15,-2 0 1-15,8 0 1 0,-1-3 2 0,1-1 2 16,-1 0-2-16,7 0 2 0,-7 1 7 16,7 2 11-16,7 2 9 0,-7-1 10 0,7 3 16 15,-1 5 9-15,1-1 3 0,5 4 3 16,2 0 6-16,-2 0-1 0,8 0 1 15,-7 3 5-15,7 1 3 0,0-3-2 0,-8 2-5 16,8-3-5-16,-7 0-4 0,0-4-7 16,0 1-4-16,0-5-4 0,0 1 2 0,-6-5 1 15,5 2-1-15,-12-1 2 0,7-4 5 16,0-3 15-16,-7-1 13 0,6 2 17 0,-6-3 18 16,6-4 8-16,-6 2-33 0,0-5-100 15,7-2 0-15,-7 0 0 0,7-8 0 16,-1 4 0-16,1-7 0 0,-1 0 0 0,7-1 0 15,0-4 0-15,7-2 0 0,-1 3 0 16,7-3 0-16,-6 3 0 0,6 0 0 0,7 4 0 16,-7 0 0-16,6 2 0 0,-5 2 0 15,-2 2 0-15,7 6 0 0,-5 6 0 0,-8 0 0 16,8 3 0-16,-1 9 0 0,-1-2 0 16,1 5 0-16,-6 3 0 0,6 4 0 0,-7 0 0 15,1 4 0-15,-6 3 0 0,-2 1 0 16,1 3 0-16,-6-1 0 0,0 2 0 0,-7 3 0 15,-7-5 0-15,0 5 0 0,-6-4 0 16,1-1 0-16,-2 2 0 0,-6-1 0 16,-5-1 0-16,-1-6 0 0,0 4 0 0,-7-8 0 15,7 0 0-15,-7-4 0 0,1 0 0 16,-1-4 0-16,7-2 0 0,-6-1 0 0,6-4 0 16,-1-3 0-16,8-1 0 0,0-3 0 15,6-3 0-15,-7-5 0 0,14 1 0 0,-8-4 0 16,8-4 0-16,-1-3-64 0,1-1-465 15,6-2-124-15,0-1-146 0,6-4-146 0,-6-3-119 16,7 0-1-16,-1-1 59 0,-6 0 137 16,0-2 194-16,6 3 225 0</inkml:trace>
  <inkml:trace contextRef="#ctx0" brushRef="#br0" timeOffset="10607.43">25179 5011 214 0,'-27'-7'422'0,"7"0"65"16,8-4 61-16,-2 0-26 0,8-4-61 0,0 4-44 16,12-7-36-16,0 0-29 0,14-1-31 15,-1-3-41-15,7 0-51 0,0-4-51 0,13-3-34 16,-5 4-18-16,11-5-17 0,-6 4-20 16,0-3-8-16,7 4-9 0,-8-1-17 0,2 1-20 15,-7 6-15-15,-8 1-1 0,1-1-16 16,-6 8-20-16,-7 4-24 0,-6 0-28 15,-1 3-44-15,1 4-74 0,-14 0-80 0,7 8-82 16,-13-5-78-16,6 8-78 0,-5 0-96 16,-2-4-64-16,-5 8 16 0,6-4 54 15,0-3 83-15,-7 3 99 0</inkml:trace>
  <inkml:trace contextRef="#ctx0" brushRef="#br0" timeOffset="11044.71">26800 4011 10 0,'0'-4'412'0,"0"1"68"0,0-5 53 0,0 1 67 16,6 0-55-16,-6-1-81 0,7 5-33 15,-1-4-14-15,1 3-18 0,-7 1-41 0,6 3-56 16,0 0-59-16,8 7-40 0,-8 3-19 15,8 1-4-15,-2 11 9 0,1 0 10 16,7 8 11-16,0 6 1 0,-1 1-8 0,1 4-15 16,6-1-21-16,-7-4-32 0,7 4-33 15,-6-3-29-15,6 0-26 0,0-4-19 0,-7 0-16 16,7-1-37-16,-6-5-65 0,-1-2-80 16,-5 1-105-16,5-8-165 0,-6 1-201 15,0-9-217-15,-7 2-146 0,2-6-33 0,-16-1 47 16,2-5 137-16,-7-5 187 0,-7 2 239 15</inkml:trace>
  <inkml:trace contextRef="#ctx0" brushRef="#br0" timeOffset="11497.26">26923 4561 451 0,'-32'3'637'15,"6"-3"126"-15,7 0 102 0,-8 0-32 16,14-3-114-16,0-1-120 0,7-3-143 0,0-4-108 16,12-4-89-16,0-3-76 0,14-4-59 15,5-3-30-15,9-5-19 0,5-3-11 0,-1 0-6 16,9-4-8-16,4-3-6 0,1 3-9 0,1-3-9 15,6-1-12-15,-8 5-5 0,1-1-2 16,1 8-1-16,-8 1-6 0,-6 5 0 16,-13 4 7-16,0 5-6 0,-6 3-3 0,-7 7 3 15,0 4 5-15,-7 4 13 0,-6 7 12 16,0 8 15-16,0 1 18 0,0 11 14 0,0 2 9 16,0 7 2-16,0 0-2 0,0 0-4 15,7 1-7-15,-1-1-6 0,8-3 0 16,5-4-1-16,1 0 3 0,6-8 7 0,0-3 6 15,6-7 1-15,1 0-1 0,6-12-3 16,0 1-7-16,7-8-49 0,-1-4-26 16,-6-2 0-16,7-9 0 0,-1 1 0 0,1-7 0 15,-7-1 0-15,-7-3 0 0,1-1 0 16,-7 1 0-16,-6-8 0 0,-14 1 0 0,0-4 0 16,-6-1 0-16,-6-2 0 0,-6-1 0 0,-8-1 0 15,-7 1 0-15,1 8 0 0,0 3 0 16,-6 3 0-16,-1 8 0 0,-6 8 0 15,0-1 0-15,0 11 0 0,-7 1 0 0,0 6 0 16,1 1 0-16,-1 8 0 0,7-2-96 0,1 1-449 16,5 3-163-16,7 1-197 0,6-1-195 15,7-1-42-15,7-6 39 0,12 0 101 0,7-7 182 16,13-4 254-16</inkml:trace>
  <inkml:trace contextRef="#ctx0" brushRef="#br0" timeOffset="12012.76">28675 3296 399 0,'20'-36'740'0,"-7"3"96"0,-7-3 80 15,-6-1 66-15,-6 0-207 0,0 4-258 0,-7 1-135 16,-1-1-73-16,-6 8-61 0,2-2-54 0,-2 5-56 16,-7 8-40-16,-5 3-33 0,6 4-21 15,-13 2-19-15,6 10-12 0,-5 2-7 0,5 4-2 16,1 3-2-16,5 8 4 0,1 0-3 15,14 4 2-15,-2 0 2 0,1 3 2 0,13-4 2 16,7 1-4-16,5-1 0 0,2-2 3 16,12-4-1-16,0-5-2 0,7 0-3 15,-1-7 0-15,7 1 3 0,-6-8-3 0,-1 0 1 16,1-4 1-16,-1-3 8 0,-6-4 20 0,1 0 19 16,-9 1 34-16,2-7 22 0,-6 3 29 15,-1 1 20-15,-1-6 4 0,-5 1-3 0,0-1-9 16,-1 1 2-16,-6 0-9 0,0 3-115 15,0-1-28-15,0 6 0 0,0-1 0 16,0 5 0-16,0-3 0 0,0 9 0 0,0 0 0 16,6 4 0-16,-6 3 0 0,7 4 0 0,0 8 0 15,6-1 0-15,-1 8 0 0,8 2 0 16,-6 6 0-16,5 3 0 0,0 3 0 0,8 0 0 16,-8 5 0-16,7-1 0 0,-6 0 0 15,6-5 0-15,-1 2 0 0,1-5 0 0,-6-2 0 16,0-2 0-16,-1-6 0 0,-5 0 0 15,-2-8 0-15,1 0 0 0,-6-3 0 0,-1-5 0 16,1-2 0-16,-1-1 0 0,1-3 0 16,-7-8 0-16,7-3 0 0,-7-4-413 15,6-3-374-15,-6-8-216 0,0-7-171 0,6-9-21 16,-6-6 72-16,7-7 128 0,0-4 202 0,-1-7 256 16</inkml:trace>
  <inkml:trace contextRef="#ctx0" brushRef="#br0" timeOffset="12372.6">29223 2714 226 0,'-14'-32'649'0,"-5"2"143"16,6 1 105-16,-6 2 91 0,5 6-148 0,-5 6-199 16,6 1-174-16,-6 6-131 0,5 5-87 15,1 3-72-15,-6 7-46 0,6 8-18 0,7 7-2 16,-8 7 8-16,14 1 7 0,0 6 8 16,0 4 6-16,14 0 1 0,-2 5-1 0,14-5-1 15,1 4-8-15,5-4-9 0,7 0-15 16,0-3-14-16,7-4-13 0,5-3-18 0,-5-5-22 15,-1-3-40-15,8-4 0 0,-7-2 0 16,-1-6 0-16,0-7 0 0,1-3 0 0,-7-3 0 16,1-7 0-16,-8-2 0 0,1-6 0 15,-1-1 0-15,-13-3 0 0,8-3 0 0,-14-2 0 16,0-5 0-16,-1-5 0 0,-12-7 0 16,0 0 0-16,-6-3 0 0,0 3 0 0,-14-3 0 15,-5 3 0-15,-2 7 0 0,-5 0 0 0,-14 8 0 16,1 3 0-16,-8 5 0 0,-12 6 0 15,0 7 0-15,-7 1 0 0,1 7 0 0,6 7 0 16,-7 1 0-16,14 7 0 0,-7-1 0 16,12 9 0-16,1 2 0 0,7 4-176 0,-1 0-601 15,13 4-283-15,1 3-165 0,-1 6-23 0,1 1 72 16,-1 1 128-16,1 7 229 0,-7 0 304 16</inkml:trace>
  <inkml:trace contextRef="#ctx0" brushRef="#br0" timeOffset="12981.28">22214 11012 6 0</inkml:trace>
  <inkml:trace contextRef="#ctx0" brushRef="#br0" timeOffset="13840.55">20085 11924 39 0,'13'11'350'0,"-6"-3"77"16,-1-1 77-16,-6-4 31 0,0 2 26 0,0-5-28 15,0 0-35-15,-6-5-36 0,-1 5-46 16,0-7-69-16,-5 0-90 0,5 3-72 0,-13-3-40 16,0 3-26-16,2-4-19 0,-9 6-21 15,-5 2-9-15,-1 0-7 0,-5 0-10 16,-2 7-11-16,7 4-6 0,-6 3-7 0,1 5-10 15,5 6-1-15,1 8-2 0,-1 4 2 0,1 6-1 16,12 6 4-16,-7-2 4 0,15 8-7 16,-2 0-1-16,8-4-5 0,6 0-2 15,6-3-2-15,1-4-2 0,6-4 2 0,6-6 1 16,7-9 1-16,0-6-2 0,7-8 0 16,-1-4 3-16,8-7-2 0,-1-11-1 0,-6-3-1 15,5-9 0-15,1-3-4 0,-6-6-1 16,0-1 2-16,-8-3 8 0,-5-1 18 0,-7 0 25 15,1 4 24-15,-14-1 22 0,0 5 18 16,0 0 12-16,-7 3 3 0,0 3-3 0,-6 6-1 16,1-1-2-16,-2 3 0 0,2 4-7 15,5 0-16-15,0 4-19 0,1 3-19 16,6 4-20-16,0 0-19 0,6 4-15 0,8 3-6 16,-2 4-3-16,2 0-1 0,5 0-1 15,1 1-2-15,6 2 0 0,0-3-1 0,-1 0-14 16,1 0-34-16,1-4-50 0,5 0-71 15,-6-7-82-15,7 0-100 0,-1-3-154 0,1-5-172 16,-1-3-163-16,-5-3-132 0,5-4-27 16,-6-5 45-16,-6-3 136 0,5 1 189 0,-5-8 205 15</inkml:trace>
  <inkml:trace contextRef="#ctx0" brushRef="#br0" timeOffset="14106.01">20612 11225 135 0,'-6'-33'621'0,"0"-1"127"0,-8 5 99 0,1 3 82 16,-6 1-95-16,6 3-190 0,0 3-166 16,6 6-99-16,-6 1-85 0,13 5-74 15,-6-1-61-15,6 8-44 0,6 4-26 0,7 7-7 16,7 1 10-16,0 6 11 0,-1 4 7 16,13-1-2-16,-6 9-11 0,7-1-15 0,-1-4-23 15,1 9-17-15,-1-5-15 0,1 4-11 16,1-4-12-16,-2 0-31 0,1 1-46 15,-8-5-70-15,1-3-86 0,-6 0-123 0,0-3-160 16,-8-1-153-16,1-4-147 0,-6-3-123 16,-7 1-15-16,0-5 69 0,-13 0 136 0,6 1 164 15,-13-5 185-15</inkml:trace>
  <inkml:trace contextRef="#ctx0" brushRef="#br0" timeOffset="14496.55">20808 11554 46 0,'-26'8'411'0,"-6"-1"79"15,5-4 96-15,7 5 106 0,-6-5-49 16,14-3-98-16,-8 0-65 0,13-7-39 0,1 3-71 15,0-6-99-15,12-9-67 0,0 1-40 16,1-4-20-16,13-3-20 0,0-6-12 16,-2-1-12-16,9-1-16 0,-1 0-19 0,0 0-17 15,0 4-15-15,1-1-15 0,-9 9-9 16,9 3-5-16,-7 6-2 0,-8 1 3 0,8 8 1 16,-7 3 1-16,7 3 5 0,-8 5 2 15,2 3 4-15,-2 3-1 0,1 1 5 16,7-5-1-16,-8 5-1 0,2 0-1 0,6-4-1 15,-7 0-4-15,6-4 0 0,0 1-1 16,-5-5 2-16,5-3 2 0,1-3 2 0,0-1 4 16,-8-3-1-16,1-5 5 0,0 2-1 15,0-5 5-15,-7-4 6 0,2 2 8 0,-2-1 16 16,-6-1 13-16,0 1 14 0,-6-1 4 16,-8 1-2-16,1 0-7 0,-6-1-17 0,0 5-15 15,-8-1-18-15,-5 5-8 0,6 1-12 16,0 6-5-16,-1 3-6 0,1 8-6 0,7 2-21 15,-7 5-31-15,6-1-38 0,8 5-47 16,-2-1-58-16,1-3-66 0,7 3-91 16,6-2-130-16,0-2-146 0,6-7-183 0,1 1-95 15,5-5-9-15,2-3 66 0,6-3 138 16,-1-5 173-16</inkml:trace>
  <inkml:trace contextRef="#ctx0" brushRef="#br0" timeOffset="14918.33">21817 10587 159 0,'7'-4'715'0,"0"4"133"15,-1-3 92-15,-6-1 71 0,0-3-85 0,0 3-309 16,0-4-224-16,6-2-121 0,1-1-83 16,6-4-64-16,0-3-41 0,7-1-31 0,0 1-21 15,5 1-12-15,1-3-6 0,-6 6-7 16,0-1-1-16,-1 4-1 0,1 4 3 0,-8 3 3 15,8 8 6-15,-14 0 12 0,8 7 7 16,-8-1 10-16,1 5 5 0,-1 7-1 0,0 0 1 16,-6 5-4-16,0 1-3 0,0 5-4 15,0 0 0-15,0 0-1 0,-6 4-3 16,6-1-2-16,0-3 0 0,0 0 6 0,-6 1 6 16,6-2 9-16,0-6 9 0,-7-1 9 15,7-6 6-15,0 0 7 0,0-9 6 16,7 1 5-16,-7-3 5 0,6-8 3 0,-6 0-1 15,6-4-6-15,8-7-12 0,-2 1-51 16,2-9-35-16,-1 0 0 0,-1 1 0 0,8-7 0 16,0-1 0-16,-1 0 0 0,7-3 0 0,-6-1 0 15,6 1 0-15,-7 3 0 0,7-2 0 16,-6 5 0-16,6 2 0 0,-7 2 0 16,-5 1-307-16,5 3-188 0,-6 0-261 0,0 1-305 15,1-1-129-15,-2-4-4 0,1 5 75 16,0-7 158-16,7-6 248 0,-1 2 323 0</inkml:trace>
  <inkml:trace contextRef="#ctx0" brushRef="#br0" timeOffset="15121.44">23733 9506 555 0,'6'4'865'0,"-12"-1"101"0,6 2 61 0,0-10 33 15,0 2-298-15,0-4-348 0,6-4-185 16,0 0-100-16,7-4-58 0,7-2-38 0,-8-6-46 16,15 4-72-16,-8-2-113 0,1 3-165 15,6-1-195-15,-13 1-224 0,0 6-120 0,0 1-14 16,-13 0 68-16,0 8 139 0,0 6 182 16</inkml:trace>
  <inkml:trace contextRef="#ctx0" brushRef="#br0" timeOffset="15293.26">23817 9643 199 0,'0'32'615'0,"-13"0"132"0,7-6 92 0,6-3 65 16,-8-5-155-16,8-7-176 0,0 0-152 15,0-4-110-15,8-7-76 0,4-3-63 0,2-4-48 16,5-5-45-16,1-2 8 0,-1-9-83 16,0 1-95-16,8 0-137 0,-7-7-165 0,-2 1-181 15,2-3-225-15,-7-1-92 0,-7 2 1 16,-6 1 90-16,0 0 138 0,-6 3 170 15</inkml:trace>
  <inkml:trace contextRef="#ctx0" brushRef="#br0" timeOffset="15512.53">23856 9282 49 0,'-13'-10'476'0,"-6"-1"126"0,5 4 112 15,2-1 104-15,4 0-74 0,2 5-142 16,0 0-109-16,-1-5-98 0,14 8-84 16,-7-3-77-16,12 3-38 0,2 0-15 0,12 3 2 15,0 1 15-15,0 3 13 0,13 4 11 16,0 4-1-16,0 3-7 0,1 0-15 0,-1 4-30 15,-1 4-35-15,-5 0-35 0,-7 3-29 16,0 3-28-16,-7 2-21 0,-5-1-39 16,-2 4-64-16,-4-4-90 0,-8-1-115 0,0-2-176 15,0-4-239-15,-8-1-288 0,2-7-108 16,0 1-3-16,-8-8 65 0,-5-8 152 0,6-3 227 16</inkml:trace>
  <inkml:trace contextRef="#ctx0" brushRef="#br0" timeOffset="16059.08">24964 8543 63 0,'6'-22'468'16,"-6"4"121"-16,-6-4 132 0,-2-1 92 15,-4 2-89-15,-1-1-138 0,-7 0-87 16,-6-3-94-16,6 2-107 0,-5-3-67 0,-1 4-50 16,-1 0-26-16,8 4-22 0,-8 4-17 15,8 3-20-15,0 3-21 0,-1 8-19 0,1 8-21 16,-8 3-14-16,8 7-8 0,0 8-2 16,-1 6 0-16,7 2 1 0,0 6 5 0,6-1 1 15,7-2 1-15,7 4-1 0,-7-8 1 16,13 0-1-16,0-4-4 0,-1-8 0 0,8-1 0 15,6-6-2-15,1-3-2 0,-1-7 0 16,6-4-3-16,1-7-1 0,-1-4-1 0,1 0-1 16,-7-9-2-16,0 7 3 0,0-9 0 15,-7 3 11-15,-5-3 14 0,-1 0 23 16,-1 4 22-16,-4-4 24 0,-8 3 16 0,6 1 3 16,-6-1-7-16,0 2-14 0,0 6-18 15,0 0-22-15,0 3-18 0,0 1-16 0,0 7-9 16,6 0-8-16,-6 4-6 0,13 7 0 15,-6 3 1-15,12 5 0 0,-5 6 4 0,4-2 9 16,9 9 14-16,-7 1 15 0,6 4 12 16,-1 3 8-16,1 1 4 0,-6-5-5 15,6 4-10-15,1-3-18 0,-1-4-11 0,-7-4-8 16,1 1-10-16,6-4-4 0,-14-5-27 0,8-2-43 16,-7-4-64-16,0-5-75 0,0-2-92 15,-7-5-155-15,1-3-194 0,0-7-219 16,-1-4-152-16,-6-4-39 0,-6-7 35 0,-1-7 123 15,7-8 199-15,-13-3 256 0</inkml:trace>
  <inkml:trace contextRef="#ctx0" brushRef="#br0" timeOffset="16402.64">25289 8154 450 0,'-13'-11'781'0,"-7"4"109"0,8 0 88 15,4 0 62-15,-4-4-250 0,5 3-288 0,7-7-172 16,7 1-102-16,-1-1-85 0,8-6-59 15,12-1-39-15,-1-4-20 0,7-4-9 0,8 5-7 16,-7-4-1-16,6 3-5 0,-1-4 1 16,-5 8-1-16,-1 1 0 0,-5 2-2 15,-14 5 0-15,6 3 0 0,-13 3 0 0,2 5 1 16,-16 0 6-16,8 3 15 0,-12 3 16 16,-1 0 18-16,6 5 18 0,-6-1 13 15,1 4 7-15,-2 0 0 0,8 0-3 0,-7 4-1 16,13-1-2-16,0 4 7 0,0 4 8 0,6 5 13 15,7 2 12-15,1 0 10 0,5 4 5 16,0-1-5-16,8 2-10 0,-1-2-25 0,6 2-104 16,-6-2 0-16,0 2 0 0,6-1 0 15,-5-4 0-15,-1 0 0 0,0 0 0 16,-6-3 0-16,-1 0-150 0,1-4-212 0,-8-4-203 16,-5 0-231-16,0-4-256 0,-1-5-104 15,-12 1 9-15,-1-6 81 0,-6-4 175 0,-7 0 230 16</inkml:trace>
  <inkml:trace contextRef="#ctx0" brushRef="#br0" timeOffset="16574.18">25536 8400 238 0,'-26'7'747'0,"0"1"139"15,0-5 99-15,13 1 92 0,-6 0-94 16,5-4-288-16,8 0-202 0,0-8-119 0,6 1-84 16,6-7-85-16,7-1-66 0,13-7-50 15,6-4-38-15,8 0-20 0,5-7-17 16,8 1-30-16,5-5-74 0,1 0-122 0,-1 0-192 15,-6-2-237-15,7 2-302 0,-7-3-140 16,0-1-15-16,-6 4 69 0,-1-2 169 0,1-3 223 16</inkml:trace>
  <inkml:trace contextRef="#ctx0" brushRef="#br0" timeOffset="16839.75">26781 7034 401 0,'-14'7'852'15,"1"-4"125"-15,-6 6 69 0,-1-6 42 16,1 4-188-16,5-3-357 0,2 7-182 16,5-1-78-16,7 5-21 0,0 7 5 0,13 4 22 15,7 3 14-15,6 4 2 0,0 1-12 16,7 5-272-16,-1-1-21 0,1-2 0 0,-1 1 0 16,1 2 0-16,-1-1 0 0,-6-2 0 0,7-4 0 15,-14 5 0-15,7-8 0 0,-6 5 0 16,0-8 0-16,-8-5 0 0,1 1 0 15,1-4-73-15,-8-6-458 0,-6-1-174 0,0-4-198 16,-6-3-186-16,-1-1-49 0,-6-6 33 16,-6-5 94-16,-7 2 187 0,-1-2 247 0</inkml:trace>
  <inkml:trace contextRef="#ctx0" brushRef="#br0" timeOffset="17261.53">26748 7638 166 0,'-33'0'623'0,"7"0"145"15,7-3 107-15,-1 3 83 0,1-7-129 0,11-2-183 16,2 3-174-16,6-10-123 0,14-2-86 15,-2-7-73-15,15-1-52 0,11-7-38 0,8-4-31 16,0-3-23-16,6-4-14 0,7-3-10 16,-8-1-4-16,8 0-5 0,-7 5-5 15,1 2-1-15,-8 8-3 0,-5 4-6 0,-8 3-4 16,-7 11-1-16,-5 5 8 0,-7 6 13 16,-6 8 13-16,-1 11 26 0,1 3 28 15,-7 7 30-15,0 5 18 0,0 2 9 0,6 5 8 16,1 0-3-16,6-1-12 0,-1-3-13 15,8 0-8-15,0-3-7 0,5-8-7 0,9 0-3 16,-2-4-3-16,1-8-64 0,6-1-26 16,-7-3 0-16,1-6 0 0,6-3 0 0,-7-5 0 15,-6-6 0-15,7-1 0 0,-7-4 0 16,0-2 0-16,-6-5 0 0,-1-4 0 0,1-2 0 16,-14 0 0-16,-6-5 0 0,0 1 0 15,-6-6 0-15,-8 6 0 0,-5-1 0 0,0 4 0 16,-8 7 0-16,-5 5 0 0,-7 2 0 15,0 12 0-15,-7 0 0 0,-5 7 0 0,-2 7 0 16,1 0 0-16,-1 5 0 0,8 2 0 16,7 4 0-16,-2-3 0 0,7 0 0 15,8 0-309-15,5-1-318 0,14-3-205 0,6-4-259 16,6-3-85-16,7-1 23 0,7-6 80 16,6-4 156-16,6-4 237 0</inkml:trace>
  <inkml:trace contextRef="#ctx0" brushRef="#br0" timeOffset="17542.93">28402 6159 125 0,'-7'-16'722'0,"7"2"146"16,-6 2 84-16,0 2 48 0,-2 2-89 15,2 5-310-15,6-1-264 0,-6 4-126 0,6 4-46 16,6 7-6-16,0 4 10 0,2 3 27 15,4 8 35-15,8 6 44 0,-1 1 23 0,1 8 12 16,6 6 4-16,0 1-8 0,0-4-265 16,0 4-41-16,0-4 0 0,-6 0 0 15,6-5 0-15,-7-2 0 0,1-4 0 0,0-4 0 16,-1 1 0-16,-6-9 0 0,6-2 0 0,-5-8 0 16,-1 1-486-16,-1-9-310 0,2-6-268 15,-2-9-137-15,-4-2-17 0,-2-4 68 16,0-9 153-16,-6-5 236 0,0-5 313 0</inkml:trace>
  <inkml:trace contextRef="#ctx0" brushRef="#br0" timeOffset="17980.1">28793 6034 120 0,'-7'-19'685'0,"-6"4"142"0,0-3 92 16,7 0 72-16,-1 0-52 0,0-5-289 0,14 5-198 15,0-3-121-15,-1-2-78 0,13 1-63 16,1 0-53-16,6-3-37 0,7 6-34 0,-1-2-16 0,7 3-12 0,1 2-10 0,-1 5-2 15,6 1-8-15,-5 10-6 0,-2 3-7 16,1 4-3-16,-6 8-2 0,-1 4-3 0,-12 6 1 16,0 4 0-16,-7 4 1 0,-7 4 2 15,-12 0 2-15,6 7 8 0,-13 3 3 0,-1 1 11 16,-4-1 12-16,-2 1 13 0,6-4 22 31,-5-1 23-31,6-2 23 0,0-4 19 16,0-4 26-16,6-7 25 0,1-5 31 0,-1-2 8 15,7-5-227-15,0-3 0 0,7-7 0 16,-1-4 0-16,8-7 0 0,5-1 0 0,0-6 0 16,8-5 0-16,-1-2 0 0,6-1 0 0,1-5 0 0,6-2 0 0,-1 4 0 0,2-4 0 31,-1-1 0-31,0 4 0 0,0-3 0 16,1 3 0-16,-2 5 0 0,-5-2 0 0,-1 6 0 15,-5-3 0-15,-1 6 0 0,-7 3 0 16,1 0 0-16,-8 4 0 0,2 0 0 0,-8-1 0 0,0 5-19 0,2-5-495 0,-8 5-137 15,0-1-154-15,-8-3-125 0,2 0-133 16,0-1-13-16,-8-2 61 0,2-5 144 0,-1 0 203 16,-1-4 192-16</inkml:trace>
  <inkml:trace contextRef="#ctx0" brushRef="#br0" timeOffset="18448.75">29490 5491 441 0,'-26'-11'755'0,"6"0"125"0,7 1 97 0,-7-1 45 0,14-5-215 15,0 1-253-15,-2-2-162 0,16-2-112 32,4 1-84-32,1-4-58 0,13 0-32 0,0 0-20 15,13 0-10-15,-6 0-7 0,13 0-6 16,-7 4-2-16,7 3-5 0,-1 3-1 0,-6 2-2 16,7 3-6-16,-7 3-6 0,-7 8-7 15,1 0-7-15,-7 3-8 0,-6 8-6 0,6 7 4 0,-13-1 16 0,-1 8 17 0,-5 5 12 31,-7 6 8-31,0 0 8 0,-7 4 3 0,-5 4-8 0,-1 3-10 0,-7 0-6 0,0 5-1 16,1-5 4-16,-1-7 9 0,0 0 14 16,8-4 8-16,-1-8-91 0,6-2 0 0,-6-4 0 15,7-4 0-15,6-4 0 0,0-7 0 16,6-4 0-16,1-3 0 0,12-4 0 16,8-4 0-16,-2-3 0 0,15-7 0 0,5-8 0 15,1-5 0-15,5-2 0 0,2-3 0 16,5-9 0-16,-5 4 0 0,6-3 0 0,-8 4 0 31,8-1 0-31,-7 4 0 0,1 0 0 0,-2 4 0 16,-5 0 0-16,-1 7 0 0,-5-5 0 0,-1 6 0 0,-7 3 0 0,-6-1 0 0,1 5 0 31,-8 3 0-31,-6 0 0 0,0 0 0 0,-7 8 0 16,0-5 0-16,-6 4 0 0,0 4 0 15,-6-3 0-15,0-1 0 0,-1 4 0 0,-6 4 0 16,0-1-318-16,-7 1-296 0,8 4-167 0,-2-2-177 0,-5 2-143 0,6 3-14 0,-6 0 58 15,5-4 126-15,-5 4 205 0,6-1 245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7:28.6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5333 15375 2 0,'-6'-3'421'0,"0"3"66"0,-1 0 49 15,7-4 50-15,-7 4-72 0,1-4-115 0,-1 4-56 16,7 0-31-16,-6 0-26 0,6 4-35 16,0-4-43-16,0 4-42 0,6 3-35 15,1 0-13-15,-1 0-6 0,1 8 7 0,6 0 0 16,0-1-7-16,7 5 4 0,-8-1-4 15,8 1 4-15,-6-1 8 0,11 0 10 0,-5-4 19 16,6-2 9-16,6-5 16 0,-5-3 11 16,11-4 4-16,1-11-1 0,7-11-11 0,6-3-19 15,0-17-23-15,13-1-24 0,8-12-25 16,4-7-26-16,14-8-19 0,1-14-7 0,11-4 0 16,2-4 2-16,-7 1 7 0,-1-1 9 0,8 8 4 15,-7-5 1-15,5 6-5 0,-5 2-4 16,-1 4-4-16,-5 4-40 0,-14 4-8 15,-6 9 0-15,-7 9 0 0,-13 3 0 0,-6 13 0 16,-7 5 0-16,-7 4 0 0,-5 4 0 16,-8 8 0-16,0 0 0 0,-6 5 0 0,-6-1 0 15,6 6 0-15,-7 0 0 0,-6 4 0 16,0 0 0-16,0 4-14 0,-6 0-243 16,0 3-163-16,-8 5-248 0,-5-6-364 0,-7 8-153 15,0-2-26-15,-13 2 51 0,0 1 139 16,-7 0 243-16,-6-1 364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7:42.7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7144 14164 379 0,'-6'-9'465'0,"-8"6"47"16,2-5 65-16,-2 1-25 0,8 3-73 0,-7 1-55 16,7-1-27-16,-2 0-30 0,2 4-57 15,0 0-92-15,6 4-77 0,0 0-41 16,6 3-16-16,0 0 0 0,8 4 13 0,-1 4 8 16,0-1 9-16,6 1 1 0,1 0 0 15,0-1-2-15,5 1 2 0,1-4 4 0,1 4 5 16,-1-7 9-16,6-5 7 0,1 0 8 15,-1-6-4-15,14-8-6 0,0-4-4 0,6-11-9 16,7-6-10-16,6-9-9 0,12-10-10 16,8-7-8-16,13-9-9 0,7-6-14 0,5-7-8 15,7-7-10-15,1-9-8 0,12 0-8 16,-7-3-11-16,-5 8-3 0,-1 6 0 0,-13 4 1 16,-13 16 2-16,-12 3 4 0,-8 14 0 15,-18 4-3-15,-8 11-6 0,-7 8-6 16,-11 2-4-16,-7 9-5 0,-2 3-5 0,-10 3-8 15,-2 8-21-15,0 0-65 0,-12 8-100 16,0-2-140-16,-2 6-244 0,-4-1-274 0,-8 8-228 16,-5-5-70-16,-1 4 30 0,-7-3 105 15,-7-4 226-15,1 0 274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7:48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6702 11437 310 0,'-14'-11'397'0,"8"0"41"0,-7 0 50 16,-1 0-71-16,2 0-65 0,-2 0-28 0,8 4 4 0,0-4 11 15,-1 4-8-15,0 0-32 0,1 2-42 0,6 2-44 16,0-2-47-16,-7 5-43 0,14 0-26 15,-7 5-17-15,6 3 3 0,1 2 8 16,0 1 16-16,-1 4 11 0,7-1-5 0,0 4-1 16,0 5-6-16,0-6-9 0,0 6-16 15,1-4-5-15,4-1 1 16,-4 0 6-16,5-3 8 0,-5-4 17 16,5 0 23-16,0-8 21 0,8 1 15 0,-1-8 11 15,6-3 1-15,1-11-4 0,6-8-11 16,13-7-18-16,-1-7-18 0,8-12-20 15,6-6-17-15,8-11-21 0,4-9-10 0,8-6-7 16,0-4-7-16,12-3-5 0,1-2-41 0,0 6 0 16,-7-1 0-16,0 4 0 0,-6 3 0 0,-14 8 0 0,1 4 0 15,-13 10 0-15,-7 7 0 0,-6 9 0 16,-14 6 0-16,1 4 0 0,-14 11 0 0,1 0 0 16,-1 7 0-16,-12 3 0 0,-1 2 0 15,0 6 0-15,-6 1 0 0,-6 6 0 0,0 1-154 16,-7 6-191-16,0 2-213 0,0-1-266 15,-7 8-264-15,0-1-93 16,1 0 10-16,-13 4 84 0,6 1 195 16,-13-2 269-16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8:13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10628 17295 258 0,'0'-3'509'0,"0"-5"80"0,0 4 83 15,-6 1 10-15,6-1-102 0,-6 4-134 0,6 0-89 16,-8 0-62-16,8 0-66 0,0 4-51 15,0 3-28-15,8 1-5 0,-2 6 5 16,0 0 7-16,8 1 10 0,-1 6 2 0,-1 2 4 16,8-1-6-16,0 0-3 0,-1 4-3 0,1-1-12 15,6-2-12-15,-7-2-17 0,7-2-5 0,0-5 1 16,0 1 3-16,7-8 4 0,-1-3 8 0,1-4 6 16,6-7 5-16,1-12 3 0,5-3-3 15,1-10 1-15,13-13-69 0,-2-9-74 0,16-20 0 16,4-7 0-16,8-14 0 0,6-7 0 15,7-13 0-15,7-1 0 0,5-9 0 0,1 4 0 16,-7 4 0-16,1 11 0 0,-15 8 0 0,1 5 0 16,-12 13 0-16,-2 3 0 0,-11 10 0 15,-7 6 0-15,-8 9 0 0,-12 8 0 16,1 7 0-16,-8 9 0 0,-13 2 0 0,1 8 0 16,-7 3 0-16,0 4 0 0,-6 3 0 15,-7 6 0-15,-7 4 0 0,1 3 0 0,-7 2-26 16,-6 4-754-16,-1 3-305 0,-6 1-169 15,-1 4-28-15,-11-1 65 0,-1-1 135 0,0-2 249 16,-13-1 332-16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8:20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6942 10928 271 0,'0'-7'316'0,"-7"4"32"0,1-6-36 0,6 6-46 16,-6-4-40-16,0-1-22 0,-2 4-3 16,2-3 8-16,0 1 19 0,-1 1 24 0,7-2 23 15,-6 3 5-15,-1 0-1 0,7 1-11 16,-7-1-24-16,7 0-39 0,-6 1-26 16,6 0-23-16,-6 3-11 0,6-5-15 0,0 5-2 15,-7-4 0-15,7 4-8 0,0 0-7 16,-7 0-10-16,7-3 2 0,0 3-9 0,0 0-12 15,0 0-9-15,-6 0-6 0,6 0-4 16,0 0-11-16,0 0-13 0,0 0-6 0,0 0-6 16,0 0-3-16,0 0-4 0,0 0-2 15,0 0 7-15,0 0 1 0,0 0 3 16,0 0 2-16,0 0 7 0,0 0 2 0,0 0 2 16,0 0-2-16,0 0 4 0,0 0 2 15,0 0 1-15,0 0 2 0,0 0-1 16,0 0 0-16,0 0-3 0,0 0-3 0,0 0-7 15,0 0-6-15,0 0-13 0,0 3-2 16,0-3-4-16,0 0-4 0,0 0 0 0,0 0-3 16,0 4 3-16,0-4-2 0,6 5 2 15,-6 1 4-15,7 5 6 0,0 4 8 0,-1 0 9 16,7 2 7-16,-6 6 3 0,-1-1 2 16,7 4-2-16,1-1-3 0,-8 2-2 0,6-3-3 15,2-1-1-15,5-1 1 0,1 0 5 16,0-8 8-16,-1 1 9 0,7-4 18 0,6-8 13 15,7-3 13-15,1-11 5 0,5-7-44 16,8-11-64-16,5-12 0 0,14-6 0 16,-1-12 0-16,1-7 0 0,12-3 0 0,7-12 0 15,14-3 0-15,-1-12 0 0,-7 1 0 0,8 1 0 16,-7 2 0-16,-1 4 0 0,-5 0 0 16,5 12 0-16,-12-2 0 0,0 8 0 0,-7 8 0 15,-13 7 0-15,-13 3 0 0,-7 13 0 16,-5 6 0-16,-8 7 0 0,-13 7 0 15,1 1 0-15,0 3 0 0,-14 8 0 0,7-4 0 16,-6 8 0-16,0-5 0 0,-7 8 0 16,0 0-307-16,-7 4-281 0,-6 3-285 0,0 4-258 15,-7-4-93-15,-12 5 23 0,-1-5 98 16,-13 4 204-16,1-8 288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8:30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5828 11301 28 0,'0'-7'416'0,"-6"0"76"15,0-1 83-15,-1 1 120 0,0 0-44 0,1-1-78 16,-1 4-49-16,1-2-32 0,0 2-53 15,-2 4-105-15,8 0-98 0,0 0-53 0,0 4-22 16,0 2-11-16,8 3 3 0,-2 5 10 16,7 0 19-16,-7 5 2 0,8-2-11 15,-2 3-10-15,8 2-16 0,-7-4-9 0,7 3-20 16,0-2-19-16,-2-4 0 0,9 0 0 16,-7-4 11-16,12-5 10 0,1-6 17 0,-1-3 13 15,13-8-143-15,1-7-7 0,7-11 0 16,4-5 0-16,9-13 0 0,-1-8 0 0,13-11 0 15,1-12 0-15,12-1 0 0,0-10 0 16,7 1 0-16,5 1 0 0,2-5 0 0,-7 4 0 16,-1 4 0-16,-5 3 0 0,-1 5 0 15,-14 7 0-15,-4 5 0 0,-8 10 0 0,-13 10 0 16,-7 7 0-16,-12 8 0 0,-1 7 0 16,-12 4 0-16,-1 6 0 0,-5 1 0 0,-2 4 0 15,-5 3 0-15,0 4 0 0,-1 4 0 16,-6 3 0-16,-6 4 0 0,-1 1-630 0,-6 2-274 15,-7 0-253-15,1 5-84 0,-7-1 27 16,0 1 92-16,-7-2 178 0,-12 2 280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8:54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5106 11943 217 0,'-7'-8'413'0,"0"1"66"0,-5 0 63 0,5-5-30 16,1-2-9-16,6 3-46 0,-7-1-15 15,0 6-20-15,7-2-29 0,0 5-69 16,-6-5-78-16,6 5-65 0,0 3-48 0,6 0-26 16,1 3-13-16,0 5 3 0,-1-1 4 0,7 3 6 15,0 2-2-15,0 2-9 0,0 2-9 16,0-2-8-16,6 4-7 0,1-3 0 0,0 0 3 16,-1-4 8-16,7-4 11 0,0 0 19 15,0-7 20-15,7-7 17 0,6-4 12 16,1-7 8-16,-2-12 10 0,8-7-1 0,6-6-2 15,7-12-8-15,-1-4-11 0,1-7-91 16,12-3-67-16,1-9 0 0,6 1 0 0,7-10 0 16,6-9 0-16,7-3 0 0,-7 4 0 15,7 3 0-15,-13 5 0 0,6 3 0 0,-7 6 0 16,-6 9 0-16,0 4 0 0,-12 9 0 16,-15 9 0-16,2 10 0 0,-14 4 0 0,-7 7 0 15,-6 8 0-15,-6 4 0 0,-1 6 0 16,-5 1 0-16,-8 7 0 0,-6 0-255 0,0 7-310 15,0 1-211-15,-13-1-288 0,0 4-106 16,0-4 1-16,-13 0 66 0,0 0 136 16,0-2 237-16,-13-10 341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9:14.0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8519 11745 326 0,'-8'-4'451'0,"2"0"67"0,-7 1 105 0,7-5 0 16,-1 1-76-16,1 3-29 0,-1-3-19 16,1 0-21-16,-1 3-72 0,0 0-90 0,7 1-75 15,0 3-63-15,-6 0-49 0,6 3-32 16,6 1-14-16,-6 3 6 0,7 4 17 0,0 8 15 16,-1-2 10-16,7 3 3 0,0 2-4 15,0 3-13-15,1-3-9 0,5 0 0 16,0-3 9-16,8-2 14 0,-1 1 18 0,6-6 16 15,1-5 19-15,6-3 8 0,6-8-16 16,7-3-176-16,7-7 0 0,6-13 0 0,0-2 0 16,7-11 0-16,6 0 0 0,7-12 0 15,6-2 0-15,13-4 0 0,-7-5 0 0,14-4 0 16,1-2 0-16,4-4 0 0,1-1 0 16,1 1 0-16,-1 4 0 0,-13 2 0 0,1 9 0 15,-14 3 0-15,-7 4 0 0,-5 7 0 16,-14 4 0-16,-7 3 0 0,-12 4 0 0,0 7 0 15,-14 4 0-15,1 0 0 0,-7 8 0 16,-7 0 0-16,-6 5 0 0,0 3 0 0,1-2 0 16,-14 8-34-16,0 0-430 0,0 4-148 15,-14 6-189-15,1-1-251 0,-7 1-88 0,-6 1 9 16,-13 3 69-16,1-2 159 0,-1-5 233 16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9:19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7841 15499 284 0,'0'5'443'0,"-7"2"73"0,1-7 75 0,-1 4-46 16,1-1-69-16,0-3-84 0,6 4-50 0,0 0-29 15,0-1-29-15,0 1-34 0,6 6-29 16,0-1 0-16,1 5 0 0,6-3-14 0,0 3-21 16,0 1-15-16,0 0-3 0,7 0-9 15,5-4 1-15,-5-2 0 0,6 0 5 16,7-9 14-16,-1 0 13 0,7-11 4 0,7-4-5 16,-1-8-9-16,8-9-8 0,6-4-10 15,-1-8-10-15,14-8-6 0,-1 1-12 0,7-4-136 16,7-7 0-16,7-4 0 0,5-4 0 15,1-7 0-15,5-3 0 0,2 2 0 0,5-2 0 16,-5 7 0-16,-7 0 0 0,-7 7 0 16,-6 7 0-16,-14 11 0 0,-12 5 0 15,-8 9 0-15,-5 5 0 0,-13 7 0 0,-1 8 0 16,-12 3 0-16,-1 3 0 0,-5 8 0 0,-2 4 0 16,-5 3 0-16,-7 4 0 0,0 0-71 15,-7 4-471-15,1-1-186 0,0 1-270 0,-8 3-157 16,2-2-24-16,-8-6 57 0,1 1 125 15,-1-3 196-15,-6-2 315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9:36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7568 14236 245 0,'0'-11'476'0,"0"-4"79"0,-8-4 78 16,8-2 18-16,-6-2-82 0,6 2-87 0,-6-1-40 15,6 4-30-15,-7 0-36 0,7-1-59 16,0 4-50-16,-6 8-54 0,6 0-50 0,0-1-42 16,0 8-32-16,6 0-19 0,-6 8-4 15,13 3 10-15,-7 7 16 0,8 1 15 0,-8 2 5 16,8 1 4-16,-2 0 1 0,8 0-3 0,-7 0-2 16,7-3 4-16,-1-5 12 0,1-3 15 15,6 1 17-15,0-9 18 0,7-6 19 16,5-9 10-16,1-6-138 0,20-12-69 0,0-10 0 15,6-7 0-15,13-12 0 0,0-7 0 16,19-11 0-16,8-4 0 0,5-6 0 16,21-8 0-16,-1-8 0 0,0 4 0 0,-6 3 0 15,-6 6 0-15,-8 9 0 0,-5 7 0 16,-14 12 0-16,-14 4 0 0,-12 9 0 0,-12 12 0 16,-7 9 0-16,-14 2 0 0,-5 4 0 0,-8 8 0 15,0 3 0-15,-6-1 0 0,-7 9 0 16,2-1 0-16,-2 0 0 0,-12 8 0 15,6 3-309-15,-8-2-419 0,-4 5-301 0,-8 1-171 16,1 0-34-16,-1 1 55 0,-12-5 123 16,-1-4 224-16,0 1 334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9:44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7444 14672 110 0,'-7'-11'437'0,"0"-7"76"0,1 4 72 16,0-6 72-16,-1 6-66 0,0-1-99 16,1 4-52-16,0-3-38 0,-1 2-44 0,7 5-84 15,-6 0-84-15,6 3-52 0,0 1-43 16,0 3-29-16,6 0-23 0,1 7-4 16,5 0-2-16,-5 8 5 0,12 0 11 0,-5 6 10 15,5 6 10-15,1-2-1 0,0 4 4 16,-1 5-5-16,7-6-5 0,-6 2 1 0,6-4 9 15,-1-4 14-15,1-8 18 0,0 1 29 16,7-12 18-16,-1-3 10 0,7-11-2 0,1-10-4 16,5-8-10-16,8-11-19 0,-1-12-8 15,13-6-10-15,0-13-10 0,0-10-4 0,14-6-6 16,5-9-6-16,7-7-17 0,0 1-6 16,0 3-5-16,7 0-51 0,-13 4-7 15,0 4 0-15,0 2 0 0,-14 9 0 0,-6 8 0 16,-6 9 0-16,-14 15 0 0,-5 4 0 15,-15 12 0-15,1 9 0 0,-6 5 0 0,-8 10 0 16,-4 1 0-16,-2 11-140 0,-6-1-120 0,-6 9-136 16,-2-2-228-16,-4 9-300 0,-1-1-189 15,-7 0-40-15,0 0 30 0,-6 0 103 16,-6-2 215-16,-7-2 304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37:51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18464 7411 16 0,'-14'0'284'0,"8"0"39"0,-8 0 39 16,2 0-37-16,5 0-32 0,-6 0-26 15,0 0-19-15,7 0-12 0,-8 3-12 0,14-3-16 16,-6 0 3-16,6 4 22 0,6 0 27 15,2-1 20-15,-2 4 18 0,13-3 23 0,1 4-17 0,0-5-40 16,12-3-39-16,1 4-25 0,5-4-16 16,9 0-16-16,-2 0-4 0,7-4-9 0,7 1-6 15,6-5-15-15,0 1-16 0,-6 0-20 16,6-1-17-16,-7-2-16 0,1 3-15 0,-8-5-8 16,-5 5-7-16,0-4-8 0,-7 4-7 15,-6-4-6-15,-8 7-2 16,1-3-2-16,-6 3-1 0,-7 0-1 15,-6 1 0-15,6 0 0 0,-13 3-3 0,6-5-10 16,-6 5-27-16,-6 0-43 0,6-3-62 16,-7 3-84-16,1 0-125 0,-1-5-174 15,-6 5-185-15,1-3-190 0,-2 3-61 0,1-4 17 16,-7 4 93-16,1 0 165 0,0-3 200 16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09:49.5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9965 6854 154 0,'-20'-12'192'0,"0"-2"-21"0,7-1-51 0,-7 1-50 16,1-4-28-16,6-4-20 0,-6-1-15 15,5-2-25-15,2-4-59 0,-2-5-60 0,8-3-32 16,6-2-17-16,0-5-3 0</inkml:trace>
  <inkml:trace contextRef="#ctx0" brushRef="#br0" timeOffset="18823.64">8362 16393 60 0,'0'-7'278'0,"-7"-3"38"0,7-1 13 16,-6-5-44-16,0 2-43 0,-1-4-25 16,0-1-35-16,-6 1-8 0,7-4 0 0,0 0-1 15,-8 0 5-15,8-4 5 0,0 5 18 0,-1-5 16 16,0 3 18-16,7 3 18 0,-6-3 3 15,6 4 9-15,-7 1-2 0,7 4-12 16,0 2-28-16,-6 2-40 0,6 2-30 16,0 1-42-16,0 3-37 0,6 4-27 0,-6 4 6 15,13 3 13-15,-6 4 14 0,6 4 18 0,-1 3 16 16,8 5 12-16,0 2-11 0,-1-3-11 16,1 4-10-16,0-1-10 0,-1 1-4 0,7-5-5 15,-6-2 1-15,-1-1 4 0,7-3 4 0,0-4 8 16,0-4 5-16,1-3 4 0,5-8 1 15,1-10-9-15,5-5-6 0,1-10-10 0,14-8-5 16,-1-6-5-16,7-5-3 0,0-11-1 16,12-7 2-16,0-3-1 0,1-8-8 0,12-1-6 15,1-3-3-15,0 2-1 0,0 1-7 16,-7 6 0-16,7 6-21 0,-14 3-18 16,-6 5 0-16,-6 9 0 0,-7 6 0 0,-7 7 0 15,-5 3 0-15,-7 8 0 0,-7 2 0 16,-7 4 0-16,1 4 0 0,-2 1 0 0,-4 7 0 15,-8-1 0-15,1 1 0 0,-1 4 0 0,-6-1 0 16,0 0 0-16,0 4-35 0,0 4-201 16,-6 0-147-16,-7 3-233 0,7 0-306 15,-14 4-208-15,7 0-63 0,-7 4 40 0,-6-1 114 16,-6 1 216-16,-1 1 309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37:58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10153 8836 70 0,'0'-7'98'0,"0"3"-21"0,0-3-33 16,0-1-33-16,0 1-26 0,0 0-16 15,0 4-10-15,7-5-2 0,-7 1 4 0,6 3 11 16,-6-3 11-16,6 3 9 0,-6 0 7 16,8 1 2-16,-8-2 2 0,6 3 0 15,-6 2-3-15,0 0-2 0,0-5-9 0,0 5-26 16</inkml:trace>
  <inkml:trace contextRef="#ctx0" brushRef="#br0" timeOffset="343.41">10251 8730 28 0,'0'-4'190'0,"0"0"11"16,0 4-36-16,0-3-58 0,0 3-26 16,0 0-13-16,0-4-11 0,-6 4-4 15,6 0-2-15,0 0 0 0,0 0-18 0,0 0-9 16,0 0-6-16,0 0-5 0,0 0-5 15,0 4-2-15,0-4-5 0,0 0-1 0,0 3-2 16,0-3-6-16,0 4-12 0,6-4-17 16,-6 4-19-16,0-1-25 0,0 1-37 15,-6 3-57-15,6-2-26 0,-8-3-4 0,2 6 8 16</inkml:trace>
  <inkml:trace contextRef="#ctx0" brushRef="#br0" timeOffset="968.49">10817 9195 49 0,'-6'4'46'0,"6"-2"-20"0,-7 3-10 0,7 2 1 15,0-2 15-15,-6-5 17 0,12 3 15 16,-6-3 10-16,0 0 5 0,0 0-1 0,7 0-8 16,-7 0-11-16,0 0-3 0,6 0 4 15,-6 0 5-15,0 0 5 0,0-3-1 16,0 3-10-16,0 0-10 0,0 0-13 0,6 0-11 15,-6 3-11-15,0-3-6 0,0 3-3 16,0-3-4-16,0 8 1 0,0-5 0 0,0 0-5 16,0 2-10-16,0 2-19 0,0-3-35 15,0 3-70-15,0 0-63 0,0-3-28 16,0 3-8-16,-6-4 9 0</inkml:trace>
  <inkml:trace contextRef="#ctx0" brushRef="#br0" timeOffset="2186.75">10817 9532 230 0,'0'0'255'0,"0"0"-3"0,0 0-40 16,0-4-53-16,0 4-42 0,0 0-26 15,0 0-18-15,0 0-12 0,0 0-12 0,0 0-9 16,0 0-11-16,6 0-7 0,-6 0-7 15,0 0-7-15,8 0-4 0,-2 4-3 0,-6 0 0 16,6-4-1-16,1 3-1 0,0 1 1 16,-1 3-3-16,-6 0-4 0,6-2-6 15,-6 2-5-15,7 0-3 0,-7 4-2 0,0-4 2 16,0 0 3-16,6-2 5 0,-6 1 4 16,0 2 3-16,0-4 2 0,0 3 0 15,7-3 1-15,-7-1-2 0,7 5 1 0,-7-5-1 16,6 1-1-16,-6 0-1 0,6-1-4 15,1 5-2-15,0-5-1 0,-1 1 0 0,-6 3-3 16,6 1-5-16,1-1-12 0,-1-4-16 16,1 4-16-16,0 1-15 0,-1-1-10 0,0 1-4 15,-6-1-2-15,8 0 1 0,-8 0 9 16,6 1 10-16,-6 0 10 0,6-1 12 16,-6-3 16-16,0 3 24 0,0-4 17 0,0 5 15 15,0-4 16-15,0 3 13 0,0-3 16 16,0-1 10-16,0 4 8 0,0-3 6 0,0 0 4 15,0-1-1-15,0 2-5 0,0-5-8 16,0 3-10-16,0-3-7 0,0 3-6 0,0-3 1 16,0 0-4-16,0 0-2 0,0 0-4 15,0 0-7-15,0 0-8 0,0-3-9 0,0 0-5 16,0 3-6-16,0-8 0 0,0 4-2 16,0-3 1-16,-6 3 2 0,6-3 4 15,0 0 2-15,-6 0 2 0,-2-1 6 0,8-3 8 16,-6 4 4-16,0-1 4 0,6 0 7 15,-7 1 8-15,0 0 6 0,1 0 5 0,6-1-1 16,-7 5 1-16,7-4-1 0,-6 2 0 16,0 2-7-16,6-4-5 0,-7 3-2 15,0 1-4-15,7-1-5 0,-6 0-2 0,6 1-1 16,-6-1-2-16,6 0-3 0,-7 1-1 16,7-2 2-16,-7 2 4 0,7 3 5 0,0-3 10 15,-6 3 11-15,6-4 15 0,0 4 12 16,-7 0 13-16,7 0 9 0,0 0 9 0,-6 0 0 15,6 0 0-15,-6 0-7 0,6 0-16 16,-7 0-17-16,7 0-20 0,-7 0-13 16,7 0-16-16,-6 0-9 0,0 0-10 0,6 0-4 15,-8 0-2-15,2-4-1 0,6 4-2 16,-6 0-5-16,-1 0 1 0,1 0 2 0,-1-3-4 16,1 3-4-16,-1 0 4 0,1-3 0 15,0 3 2-15,-2-5-1 0,2 5 10 16,0-3 17-16,-1 3 9 0,0 0 7 0,1-4 5 15,0 4 15-15,-1-5-5 0,7 5-6 16,-6-2 0-16,-1 2 4 0,0-4 0 0,1 1-12 16,0 3-4-16,-1-5-8 0,0 2-5 15,7 0-9-15,-6-2-5 0,0 3-2 16,-1-3 1-16,1 1 1 0,-8 1-2 0,8-1-5 16,6 1 0-16,-6-1 0 0,-2 0-1 15,2 1-4-15,0-1-2 0,6 1 2 0,-7-2-2 16,1 2 2-16,6 3 0 0,0-4 4 15,-7-3-2-15,7 3 2 0,-6 1-1 0,6-1-3 16,0-3-2-16,0 3 0 0,-7-4 3 16,7 1-4-16,0 4 3 0,0-1 1 15,0-3 2-15,0 3-5 0,0 1 0 0,0 3 0 16,0-4-5-16,0 4 1 0,0 0-1 16,0 0 3-16,-6 0-3 0,6 4 3 15,-6-1 2-15,-2 5-4 0,2-1-11 0,-7 3-23 16,0 5-35-16,-6-4-54 0,-1 4-72 15,0-4-77-15,1 4-73 0,6-5-63 0,-6-1-47 16,5 1-29-16,-5-2-31 0,6-1-13 16,0-5 35-16,-7 7 61 0,8-6 68 15</inkml:trace>
  <inkml:trace contextRef="#ctx0" brushRef="#br0" timeOffset="3858.21">9508 6228 47 0,'0'-11'230'0,"-6"3"29"0,6 2-4 0,-7-3-45 15,7 1-28-15,0 2-11 0,-6-2 0 0,6 5-1 16,0 0 3-16,-7-2 3 0,7-2 1 15,0 3 2-15,-6 1 4 0,6 3 13 16,0-4 17-16,-7 4 20 0,7-3 9 0,-7 3 3 16,1 0-15-16,0 0-22 0,-1 0-33 15,-6 0-29-15,7 0-29 0,-7 3-25 0,-1-3-13 16,2 4-8-16,-8-1-9 0,0 1-12 16,1 3-4-16,-1 1-7 0,1 3 3 15,-7-5-5-15,6 11-5 0,-6-7-6 0,7 5-3 16,-1 3-4-16,0-3-6 0,8 6-5 15,-8-2 3-15,7 3-1 0,-1-1-2 0,8 2-1 16,0 2 0-16,0-3 1 0,6 4 0 16,0 0 5-16,0-1 3 0,6 1 4 0,0-1 3 15,0 1 2-15,2 0 1 0,4-1-5 16,1 4-2-16,1-2-4 0,-2 2-2 0,2 1-1 16,5-5 1-16,1 4 1 0,0 0 6 15,-2 1 5-15,9-5 7 0,-7 1 5 0,6-1 4 16,6 1 1-16,1-3 0 0,-1-6 0 15,1 5-2-15,6-7-5 0,-1 0-3 16,8 0 0-16,0-4-4 0,0-4-3 0,-1-3-2 16,7-1-1-16,1-6-2 0,-2-1-3 15,1-3-2-15,1-1-4 0,-2-7-1 0,2 1-1 16,-1 0-1-16,1-5-1 0,-2 1-2 16,-5-4-1-16,5 3 2 0,-4-3-3 0,-9 4 3 15,8-4 3-15,-13 5 11 0,-1-3 12 16,1-2 17-16,-7 4 17 0,-7 0 22 15,1 0 11-15,-7-1 8 0,0 1-1 0,-6-4-8 16,-7 3-10-16,0-2-12 0,-7-1-14 16,1-1-10-16,-1 1-6 0,-12 0-6 15,5 1-7-15,-12-5-8 0,7 4-4 0,-14 4-4 16,7-4-4-16,-6 3-1 0,-7 6-4 16,-1-7-1-16,1 6-4 0,1 3 1 0,-9 0 1 15,2 0-4-15,-1 4-1 0,1 0 1 16,-1-2 1-16,1 6-2 0,6 0-1 0,-7-1 0 15,7 4 5-15,0 0-2 0,0 4-4 16,6-4-2-16,1 3 4 0,-1 4-1 0,7-2-5 16,-7 2 1-16,7 0 4 0,1 4 2 15,-1 0 0-15,6 0 3 0,0 3-4 0,-5 1 0 16,5 3 1-16,0 1-1 0,7-4-1 16,-7 2-1-16,8 2 2 0,-2-1 0 15,8 1 1-15,-7-1 0 0,7 1-1 0,-1-5 0 16,7 4 1-16,-7-3-1 0,7 0 0 15,0-4 0-15,0 3 0 0,0 0 1 0,0-2-1 16,0-1 4-16,7 0-2 0,-7-1-1 16,0-2 1-16,0 0-1 0,7-1 0 15,-7 0-4-15,0 0 2 0,6-2 2 0,-6-2 1 16,0 1 0-16,0-1-1 0,7-3 2 16,-7 4 0-16,0-4-1 0,0 0 1 0,6 0 0 15,-6 0 2-15,0 0-1 0,0 0 1 16,6 0 0-16,-6 0-1 0,0-4 0 0,7 4-4 15,-7-3 0-15,7-1-13 0,-1 1-27 16,-6-2-46-16,6 5-52 0,1-4-56 16,0 1-66-16,6 0-77 0,-7-1-93 0,1 0-95 15,6 1-114-15,-1 3-114 0,-4-4-100 16,4 4-1-16,1 0 73 0,-6 0 115 0,6 0 151 16</inkml:trace>
  <inkml:trace contextRef="#ctx0" brushRef="#br0" timeOffset="4092.58">9704 6979 250 0,'-7'3'276'16,"1"-3"21"-16,-1 0-44 0,7 0-76 0,-7 0-53 15,1-3-29-15,6 3-21 0,-6-4-19 16,6 1-22-16,0-2-38 0,0 1-43 16,6 1-70-16,-6-4-109 0,6 3-61 0,1-3-27 15,0 0 6-15,-1 0 27 0</inkml:trace>
  <inkml:trace contextRef="#ctx0" brushRef="#br0" timeOffset="4264.37">9931 6872 21 0,'7'0'308'0,"0"4"34"16,-1-4 29-16,-6 3-10 0,6-3-80 16,-6 5-43-16,0-5-16 0,0 0-2 15,0 0-8-15,0 0-21 0,-6 0-34 0,6 0-43 16,0 0-37-16,0 0-38 0,0 0-43 16,0 0-71-16,0-5-94 0,0 2-96 0,0-1-120 15,0-3-100-15,0 3-32 0,0-3 30 16,0-5 73-16,0 6 84 0</inkml:trace>
  <inkml:trace contextRef="#ctx0" brushRef="#br0" timeOffset="5155.18">10303 6521 43 0,'0'0'265'16,"0"0"39"-16,0 0 17 0,0 0-35 0,-7-4-42 15,7 4-34-15,0 0-24 0,0 0-19 16,-6 0-16-16,6 0-8 0,-7 0-8 0,7 0-1 16,0 0-1-16,-6 0 4 0,6 4 14 15,-7-4 17-15,7 0 14 0,0 0 12 16,-7 0 15-16,7 0 7 0,0 0-6 0,0 0-12 15,-6 0-14-15,6 0-16 0,0 0-22 16,-6-4-19-16,6 4-17 0,-6-4-18 0,-2 1-14 16,8-4-7-16,-6 2-3 0,0-2-4 15,-1 0-6-15,1-4 8 0,-1-1-1 0,0 2-7 16,1-5-4-16,-6 1-5 0,4-5-3 16,2 1-15-16,0 0-6 0,-1-8-5 0,0 1-7 15,1-5-6-15,6 5-5 0,-7-8 4 16,7 3-2-16,0-2 1 0,0 2-1 15,7 1 1-15,-1-5-3 0,1 9-1 0,0-4 3 16,5-1 0-16,2 1 1 0,5 0-2 16,1 3-1-16,6-3-2 0,0 0-2 15,7-1-2-15,-1 5 0 0,7-4 1 0,7 0 1 16,-1-1-1-16,1 4-2 0,6-4-1 16,-6 5 0-16,5 3 1 0,-5 0 4 0,-1 0 0 15,1 4 1-15,-7 3 3 0,7 1 1 16,-7 2 3-16,0 2-1 0,0-1-4 0,-7 7 4 15,8-3-6-15,-1 2-1 0,-7 5-3 16,7 0 1-16,-6 0 1 0,7 0 1 16,-8 5 1-16,7 2 1 0,-7-3-1 0,1 3 2 15,-1 4-2-15,1-3 1 0,-1 6-1 16,-5-3 0-16,-1 8 0 0,0-5-1 0,0 9 2 16,-1-6-2-16,2 5-1 0,-1 3 1 15,-6 1-2-15,-1-3 3 0,7 2-1 0,-6 0 0 16,0 1 3-16,-1-4 1 0,0 0-1 15,0 3 0-15,1-6 1 0,-6 4 3 0,5-2-1 16,-6-3 0-16,0 1 6 0,0-5 4 16,-6 5 4-16,-1-5 1 0,7-3 5 15,-7 4 3-15,1-8-2 0,-7 5-3 0,7-5-6 16,-7 0-3-16,6-3-4 0,-6 0-6 16,6 3 0-16,-6-3-2 0,0-1-13 0,0-3-33 15,8 3-54-15,-8-3-101 0,0 0-161 16,0 0-202-16,0-3-219 0,0 3-117 0,0-7-26 15,0 3 56-15,0 1 138 0,0-1 191 16</inkml:trace>
  <inkml:trace contextRef="#ctx0" brushRef="#br0" timeOffset="5592.18">11742 6154 263 0,'-6'0'419'0,"-1"0"56"0,1 0 56 15,-1 0-51-15,7-4-88 0,0 1-37 16,0-1-8-16,0 1-19 0,0-1-26 16,7 0-26-16,-1 1-43 0,1 3-49 0,5-4-47 15,-5 4-23-15,12 0-19 0,-5 4-13 16,-1-1-7-16,6 1-8 0,0 3-1 0,1 0-6 16,-6 4 0-16,5-3-1 0,1 3 1 15,-1 0-1-15,0 1 4 0,8-2 3 16,-15 0 0-16,8-2 4 0,0 3 9 0,-7-3 12 15,7-1 11-15,-8-3 18 0,1 2 23 16,-6-6 25-16,6 5 23 0,-7-5 12 0,8 0 9 16,-8-5-3-16,7-1-6 0,-6-5-10 15,5 0-17-15,-5-5-13 0,6 2-10 16,-6-9-152-16,5 3-1 0,2-3 0 0,-8-3 0 16,7-3 0-16,0 4 0 0,-6-2 0 15,5 2 0-15,-4-4 0 0,4 7 0 16,-6-3 0-16,1 3 0 0,0 0 0 0,-1 3 0 15,1 4 0-15,-7 0 0 0,6 5 0 0,-6-1 0 16,0 4 0-16,7-1 0 0,-14 8 0 16,7 0-470-16,0 0-170 0,-6 8-200 0,-1-1-229 15,1 4-76-15,-1 4 24 0,0-1 78 16,1 1 154-16,0 3 237 0</inkml:trace>
  <inkml:trace contextRef="#ctx0" brushRef="#br0" timeOffset="6279.56">11729 7110 18 0,'0'7'235'0,"-6"-2"24"0,6-5-2 0,-7 3-38 16,7 1-36-16,0-4-15 0,0 0 3 16,0 0 13-16,0 0 13 0,0 0 5 15,0 0-2-15,0 0-14 0,7 0-7 0,-1 0 0 16,1-4 18-16,5 1 25 0,2-2 26 15,6 2 16-15,-1-1 2 0,7-3-14 0,0 4-23 16,6-5-40-16,1-3-37 0,12 4-27 16,1 0-27-16,13-4-18 0,0-1-21 0,-1 2-12 15,7 2-6-15,0-2-18 0,0-2 0 16,7 1 8-16,-7 0-6 0,1 1-2 16,5-2-4-16,-6 5 11 0,0 0-1 0,0-4-8 15,7 4 11-15,-7-1 5 0,-6 1 1 16,-1 0 4-16,1-1 8 0,-7 1 3 0,0 0 3 15,-13 2 5-15,0-2 10 0,1 0 6 16,-15 3 4-16,1 2 4 0,0-3 2 0,-6-2 2 16,-7 7 6-16,0-5 0 0,0 2-4 0,-7 3-6 15,1-3-8-15,0 3-7 0,-7-4-21 16,6 4-10-16,-6 0-13 0,0 0-8 0,0 0-9 16,-6-4-13-16,6 4-22 0,-7-3-49 15,0 3-75-15,1 0-117 0,-7-3-188 0,6-2-241 16,-5-2-234-16,-1 3-89 0,-1-3 2 15,2 0 79-15,-2-4 168 0,2-1 239 16</inkml:trace>
  <inkml:trace contextRef="#ctx0" brushRef="#br0" timeOffset="7139.07">19082 8466 243 0,'7'3'432'0,"-7"-3"54"15,0 0 58-15,0 0-27 0,0 0-53 16,0 0-53-16,0 0-24 0,0 0-20 0,0-3-40 16,0 6-53-16,6-3-68 0,-6 5-65 15,0-3-39-15,6 6-19 0,-6 0 1 0,7 6-4 16,-7 1 5-16,7 3 8 0,-7 8 0 16,0 0 0-16,0 7 0 0,0 0 1 15,-7 3-3-15,0 4-8 0,-5 1-1 0,-2-1-4 16,-5 0-7-16,-1 5-7 0,0-6-4 15,-5 5-1-15,-1-2 1 0,6-3-4 0,-6-2-4 16,7-5 1-16,-1 2 0 0,0-5 0 16,8-6-4-16,-1-6 9 0,6 2 11 15,0-5 13-15,14-6 10 0,0-2 8 0,6-1 7 16,13-10-4-16,0 2-11 0,13 0-13 16,6-5-16-16,1-3-11 0,6 4-11 15,0-5-14-15,7 2-3 0,-7 3-3 0,0-4-8 16,0 2-2-16,0 3-4 0,-7-1 3 0,-5 3-3 15,5-4-6-15,-12 6 4 0,-1-3-4 16,-6 2-3-16,1-1-18 0,-15 4-28 16,8-4-40-16,-14 4-47 0,1-3-55 0,0 3-55 15,-7 0-45-15,0 0-44 0,-7-4-50 16,0 4-70-16,-5-4-64 0,-2 1-73 0,-5-1-67 16,-1-4-43-16,2-2-40 0,-9-5 47 15,1 1 83-15,6-8 112 0,-6 0 118 0</inkml:trace>
  <inkml:trace contextRef="#ctx0" brushRef="#br0" timeOffset="7404.83">19408 8876 356 0,'-13'-22'470'0,"-1"0"75"16,8 4 86-16,0 0 2 0,-1 3-63 16,0 1-52-16,1 3-34 0,-1-1-37 15,1 5-68-15,6 3-94 0,0 4-80 0,0 0-49 16,0 8-21-16,6 7-1 0,1 3 15 16,-1 4 14-16,8 7 22 0,-2 8 9 15,2 0 3-15,-1 7-7 0,0 3-15 0,0 1-18 16,-1-1-18-16,-4 0-17 0,-2 5-17 0,0-4-12 15,1 2-13-15,-7 2-11 0,7-4-12 16,-7-1-12-16,0-2-11 0,0-1-9 0,0-8-6 16,0 0-6-16,0-2-3 0,0-5 0 15,0 0-3-15,-7-7-3 0,7 0-3 0,-7-4-1 16,7 1 0-16,-6-8 0 0,6 0-33 16,-6 0-47-16,6-7-73 0,-8-1-90 0,2-3-112 15,-7-3-161-15,7-4-191 0,-7-5-217 16,-6-2-133-16,-1-4-18 0,0-1 56 15,-6-7 139-15,0-3 200 0,0 3 255 0</inkml:trace>
  <inkml:trace contextRef="#ctx0" brushRef="#br0" timeOffset="9247.57">8987 6700 20 0,'7'-3'178'0,"-7"3"2"0,0 0-14 0,0-5-29 16,6 5-24-16,-6-3-15 0,6-1-6 0,2 1 5 16,-2-1-12-16,-6-3-6 0,6 3 6 15,0-3 13-15,2 3 18 0,-2-4 16 16,-6 5 15-16,6 0 11 0,-6-1 10 0,0 0-1 15,0-2 2-15,0 1 8 0,0 1 23 16,0 1 17-16,0-2 15 0,0 3 6 16,-6-2-6-16,6 4-23 0,-6-3-45 0,6 3-40 15,0 0-38-15,-8 0-30 0,8 3-19 16,0 3-18-16,0 2-7 0,0 7-6 0,0 4-1 16,0-1 3-16,0 8-3 0,0-1 11 15,8 8 9-15,-8 4 0 0,0 3 0 16,0 0-1-16,0 1 6 0,6 3-6 0,-6-4-8 15,0 4 4-15,0-4 0 0,6-4 2 16,-6-2-2-16,0-1 6 0,0-4-1 0,7-4-2 16,-7-2-4-16,0-5-5 0,6-4 0 15,-6-3-5-15,0 1-1 0,7-4-9 16,-7-5-22-16,7 0-48 0,-7-6-90 0,6 0-106 16,0-5-113-16,-6-7-106 0,6 0-109 15,-6-7-79-15,0 0 18 0,0-7 67 0,-6-4 94 16,0-4 105-16</inkml:trace>
  <inkml:trace contextRef="#ctx0" brushRef="#br0" timeOffset="10512.9">8987 6561 124 0,'-6'-19'240'0,"-8"1"25"16,8 0-26-16,0 0-60 0,0 3-36 15,6 1-19-15,-8-1-17 0,8 0-17 16,8 3-13-16,-2-2-3 0,0 3 1 0,7 0 3 15,7 1 8-15,0-1 8 0,-2-1 11 16,15 2 10-16,-1-1 12 0,1-5 9 0,13 6 3 16,-7-5 4-16,13 1-3 0,1-1-2 15,4 0-7-15,9-4-5 0,6 5-5 16,-1-1-5-16,1-2-3 0,6 1-7 0,1 2-12 16,-2-4-4-16,2 3-1 0,6 0-4 15,-8 1-9-15,15-1-11 0,-7 1-2 0,-2-1-10 16,9 0-12-16,-7 4-14 0,-7-4-1 15,6 4 1-15,-5-3-4 0,-1 3-4 0,6 0-4 16,-5 0-4-16,6 0-3 0,-1 3-4 16,-6-2-7-16,7 2 1 0,-7-3-2 0,0 3 11 15,0 1-4-15,-6-4-1 0,6 4 3 16,-7 0-1-16,8-5 0 0,-8 6-4 0,2-5-3 16,-2 3 1-16,0-3-2 0,-6 4 1 15,1-4 2-15,-1 4-2 0,-6-4 4 16,6 4 4-16,-6-1 3 0,6-3-2 0,0 3-1 15,-7 1 1-15,7 0-4 0,0 0-1 16,0-1-4-16,0 1 0 0,1-1 7 0,-8 1-4 16,7 4 1-16,0-5 0 0,-6 5 1 15,6-5 0-15,1 5-6 0,-1-1 2 16,0-4 4-16,0 5 3 0,6-4-3 0,2 3-4 16,-2-3 7-16,-6 3-5 0,6-3-8 15,-6 2 0-15,1-1 7 0,-1 2 5 0,0 1-7 16,-6-5 7-16,0 4 6 0,6 2-3 15,-6-7 3-15,-2 6-4 0,-4-1 0 16,5 0-1-16,-12 1-4 0,6-5 0 0,-6 5-7 16,-7 0 2-16,0-2 1 0,-7 2-2 0,-6-1 4 15,1 1 8-15,-8 3 0 0,0-4-6 16,-5 4 3-16,-8 0 5 0,1 0 4 0,-1 4 2 16,1 3 6-16,-7 1 6 0,0 2 6 15,-7 1-4-15,7 5-4 0,-6 5-5 16,-1 1-5-16,7 4 4 0,-6 3-4 0,0 4 5 15,-2 4 2-15,8-1 2 0,-6 4 2 16,6 0 0-16,0 5 0 0,0 2-2 0,0-3-3 16,0 0-1-16,0 4 2 0,0-4 6 15,0 2 0-15,0-1 4 0,0 3 1 16,6-4 0-16,-6 4-4 0,0-5-5 0,0-3-5 16,8 1-3-16,-8-1-2 0,0-3-2 15,0-4 0-15,0 0-1 0,0 0-4 0,0-4-3 16,0 0 4-16,0-3-2 0,-8 0 1 0,2-4 2 15,0 3 2-15,-8-6-1 0,8 3-3 16,-7-5 3-16,0-1 0 0,-6 2-3 16,5-3 0-16,-5-4 2 0,6 0-1 0,-6-1-1 15,-8 2-2-15,8-2-1 0,0-2 3 16,-8 4-3-16,1-5 0 0,0-1 1 0,0 2-4 16,0-2 1-16,-7 2-2 0,1 1-1 15,-1-3 1-15,-6 2 0 0,1-1 3 16,-9 0-1-16,2 0 0 0,-7 1 0 0,-1-1-4 15,-12 4-5-15,0-3-14 0,-6 2 0 16,-1 1-1-16,-6 0-5 0,6 1 4 0,1-1 6 16,-1 0 15-16,1 4 0 0,5-5 2 15,-5 1 2-15,6 3 2 0,-7-2-8 0,0 2-1 16,-6-3 1-16,6 0-6 0,-6 4 5 16,0-5 5-16,0-2 2 0,-7 3 0 0,-6-3-1 15,0 3 3-15,-7 0-5 0,1-4-5 16,-14 4-8-16,7-1 7 0,-7 2 4 0,-7-1 0 15,8 0 0-15,-7-1 2 0,-1 2 7 16,1-5-9-16,0 3 0 0,6 3-1 16,0-6 4-16,7 0 0 0,-7 4-1 0,1-4 1 15,5 0-3-15,-5 1 4 0,13-5 3 16,-1 5 0-16,0-5 1 0,6 1 3 0,1 4 2 16,0-5-3-16,7 1-7 0,-7-1 0 15,6 1-7-15,6 3 1 0,2-3 1 0,5 3 1 16,0-4 6-16,1 6 3 0,6 2 6 15,6-5 0-15,-6 5-1 0,6 1 3 0,-6 2-3 16,7 1-1-16,-7 0-2 0,6-1-1 16,0 1-1-16,7-1-2 0,0 1 1 15,6-4 1-15,7 4-1 0,7-8-1 0,6 1 3 16,6-1 0-16,7-3-4 0,7-4-11 16,6 0-23-16,6-4-47 0,14-3-101 0,13-4-145 15,5-8-178-15,15 1-218 0,12-4-99 16,6-7-18-16,8-4 65 0,18-4 126 0,7-3 168 15</inkml:trace>
  <inkml:trace contextRef="#ctx0" brushRef="#br0" timeOffset="11388.23">16002 5645 7 0,'6'-3'212'0,"1"-1"28"16,-1 0 13-16,0 1-4 0,-6-5 1 16,0 5 6-16,0-1 6 0,0-1 12 0,0 3 17 15,0-2 34-15,0 0 38 0,0 1 14 16,0-1-6-16,-6 4-31 0,6 0-36 0,0 0-71 16,-6 0-73-16,6 4-52 0,0 3-29 15,-7 4-11-15,7 7-6 0,0 1 6 0,0 2 6 16,0 5 8-16,0 0 3 0,7 7-4 15,-7-4-2-15,0 4-10 0,6 0-7 0,-6-1-15 16,0 2-11-16,6-1-8 0,-6-4-6 16,0 0 7-16,0-4 7 0,0-2 11 15,0-4 10-15,0-1 21 0,0-7 31 0,0-1 29 16,0-2 27-16,0-1 19 0,0-3 2 16,-6-8-11-16,6 1-27 0,-6-4-35 0,6-5-33 15,-7-2-29-15,7-1-19 0,-6-7-10 16,6-1-8-16,-7 2-4 0,7-8-4 0,-7-1-6 15,7-6 3-15,-6 2 1 0,6-2-3 16,0 3-1-16,0 0-1 0,0 8 1 16,0 2-2-16,0 5-3 0,0 7-3 0,0 1 1 15,0 5 1-15,0 5-1 0,6 5 2 16,-6 9-1-16,0 4 3 0,7 8 0 0,-7 0 1 16,7 7 2-16,-7 3 1 0,6 5 1 15,1-1 2-15,-7 4 1 0,6 0-2 0,-6 0 1 16,0 3 0-16,0-7 2 0,0 4-2 15,0-7-2-15,0-1 1 0,-6 1-3 16,6-7 2-16,-7-1-3 0,7-7-1 0,-6 0 1 16,6-4-1-16,0-3 1 0,-7-4 1 15,7-1 0-15,0-2 0 0,0-4 1 0,0 0-12 16,-7-4-35-16,7 0-59 0,0-4-75 16,0 0-103-16,-6-4-181 0,6 1-207 15,0-3-236-15,-6-5-115 0,-1 0-15 0,0-2 56 16,1-2 153-16,-1 1 208 0</inkml:trace>
  <inkml:trace contextRef="#ctx0" brushRef="#br0" timeOffset="16058.48">20209 8389 263 0,'0'-7'394'0,"6"3"57"0,-6 0 58 0,0-2-71 15,-6 1-58-15,6 2-21 0,0 3-13 16,0-4-26-16,0 4-39 0,0 0-44 16,0 0-45-16,0 7-37 0,0 1-21 0,0 3-5 15,6 7 8-15,1 4 13 0,-1 3 12 16,1 9-7-16,-1 6-13 0,8 7-16 0,-8 9-14 15,7 6-9-15,0 3-17 0,0 2-12 0,0 3-2 16,0-1-3-16,0 0 3 0,0-7 2 16,0-3-2-16,0-5-7 0,-6-5-7 15,5-5-8-15,2-7-12 0,-1-5-9 0,-7-6 1 16,7-8 13-16,-6 1 22 0,-1-8 16 16,-6-4 11-16,6-7 5 0,-6-4-2 15,0-7-13-15,-6-3-24 0,0-12-18 0,-1 0-14 16,1-11-9-16,-7-2-6 0,-6-5-4 15,5-7 0-15,-6-9-3 0,1 2 2 16,-1-8-4-16,1 1-3 0,6-6-2 0,-6 6-2 16,5 2 1-16,2 5 0 0,4 7 1 0,-4 7 3 15,5 7 1-15,1 4-1 0,-1 7 0 16,7 7 0-16,-6 6 0 0,6 5 0 16,0 8 1-16,6 8-1 0,1 5 1 0,6 14 0 15,-1 6-1-15,8 7 1 0,0 10 2 16,-1 6 1-16,1 6 3 0,6 1-3 0,0 6 7 15,-7 1 1-15,8 0 2 0,-8-1 7 16,0 1 2-16,1-4 9 0,0-8-2 0,-7 1 4 16,0-8-2-16,0-3-5 0,0-9-1 15,-6-5-5-15,-1-5-2 0,0-3 3 0,1-8 9 16,-1-2 19-16,-6-6 16 0,7-2 12 16,-7-1 3-16,0-5-2 0,-7-2-9 15,7 0-19-15,0-2-24 0,0-5-40 0,-6-1-62 16,6 0-96-16,-7-3-115 0,7-3-156 15,0-5-230-15,0 1-266 0,0-3-157 0,0-1-24 16,0-5 53-16,0 2 123 0,0-4 216 16,0 3 283-16</inkml:trace>
  <inkml:trace contextRef="#ctx0" brushRef="#br0" timeOffset="23136.01">21218 4798 132 0,'7'5'239'0,"-7"2"36"16,0 0-32-16,6-3-44 0,-6-1-2 15,0 5 19-15,0-5-5 0,0 1 9 0,0-1 15 16,-6 2 24-16,6-2 42 0,0 1 39 16,-7-4 35-16,7 3 18 0,-6-3 7 15,6 0-20-15,-6 0-46 0,6 0-53 0,-8-3-51 16,8-1-45-16,-6-4-41 0,6 5-27 16,0-8-30-16,0 4-21 0,0-4-16 0,6-4-15 15,2 1-9-15,-2-1-6 0,13 0-1 16,-6 0-7-16,0 1-3 0,13-1-2 0,-6 0 0 15,6 1-1-15,0 3-1 0,0 1 0 16,0 1-2-16,7 6 0 0,-1-1 4 16,1 8 3-16,6-1 0 0,0 6 3 0,-6 1 9 15,-1 8 11-15,7 0 7 0,-13 8 9 16,0 4 8-16,1 3 6 0,-15 3 1 0,2 4-6 16,-8 5-5-16,-6-2-7 0,-6 5-8 15,-14-4-7-15,0 4-8 0,1-1-3 0,-13 1-4 16,-1-1-3-16,-7 1 0 0,8-4-2 15,-7-4 8-15,0-3 10 0,7-1 12 16,-1-6 11-16,1-5 12 0,5-2 17 0,1-5 7 16,0-4 11-16,13-3 11 0,-6-3 9 15,6-5-5-15,6 1-4 0,0-4-11 16,7-4-23-16,7 1-24 0,6-5-19 0,6-3-9 16,1 0-14-16,13 1-4 0,5-1-2 15,2-4-4-15,5 4-1 0,1 0 0 0,-1 0 0 16,8-3-1-16,-8 6-3 0,7-3 1 15,-6 0 1-15,0 4 5 0,-1-1-2 0,-5-3 0 16,-8 8 3-16,1-5-2 0,-7 1-1 16,-7 3-5-16,-6 1-1 0,6-1-10 0,-13 0-16 15,2 4-25-15,-2 0-36 0,-6-3-50 16,0 3-64-16,0 0-65 0,0-4-66 0,-6 4-101 16,6-4-147-16,-8-2-141 0,8-2-154 15,0 1-86-15,0-1-1 0,0-3 81 16,0 1 160-16,8-6 177 0</inkml:trace>
  <inkml:trace contextRef="#ctx0" brushRef="#br0" timeOffset="23604.73">22247 4773 176 0,'-13'-3'427'0,"1"-6"59"16,4 3 51-16,2 2 14 0,0 1-147 16,6-1-66-16,0 0-11 0,6 4-3 0,8 0-9 15,-2 0-19-15,15 4-23 0,-1 0-39 16,6-1-47-16,7 7-33 0,6-1-24 0,1-2-12 16,-1 0-9-16,-5 4-8 0,5 0-9 15,1-4-14-15,-7 4-6 0,-6-3-16 0,-1 2-3 16,1-2-4-16,-1 3-2 0,-6 0-6 15,-6-4-2-15,-1 5 2 0,1-5-6 16,-7 4 3-16,0-4 2 0,-6 5 10 16,-1-6 4-16,-6 9 17 0,-6-4 16 0,-7 4 7 15,-1 2 9-15,-5 2 7 0,0-1-2 16,-8 1-6-16,1 3-7 0,-6 4-6 0,-1-5-10 16,1 1-9-16,-7 4-6 0,6 0-5 0,-6 0-7 15,6-1-6-15,1 0-4 0,5-2-6 16,-5-2-6-16,7 2-5 0,5-4-8 15,0-5-3-15,1 0-6 0,5 1-2 0,8-8-6 16,-7 4-17-16,6-8-29 0,7 2-53 16,0-2-74-16,0-3-91 0,7-3-131 0,6-5-174 15,7-6-185-15,-1 3-196 0,7-8-69 16,7-3 16-16,-7 1 94 0,6-5 166 16,1-3 204-16</inkml:trace>
  <inkml:trace contextRef="#ctx0" brushRef="#br0" timeOffset="24136.1">23080 4653 193 0,'8'-19'550'0,"-2"1"139"0,0 0 98 15,-6-1 78-15,0 7-169 0,0-2-126 16,7 3-126-16,-7 4-122 0,0 0-91 16,0 3-77-16,0 4-51 0,0 0-24 0,7 8-3 15,-1 2 3-15,1 5 12 0,-1 4 14 16,0 3 12-16,1-1 7 0,0 8 1 0,-1 5-2 15,0-5-3-15,1 4-8 0,0 0-13 16,-7 0-17-16,6-4-17 0,-6 0-3 0,0-3-6 16,7-4-4-16,-7-4 2 0,0 1 3 15,0-5 5-15,0-6 7 0,0 3 10 0,0-8 16 16,0 0 6-16,0-3 5 0,6 0-7 16,-6-3-14-16,6-4-19 0,8 0-18 0,-2-4-17 15,2-4-16-15,5 0-8 0,1 1-4 16,0-1-3-16,5 1-2 0,1-1-2 15,7 4 4-15,-7 0-1 0,6-1 1 0,-5 5-3 16,5 0-1-16,1 3-3 0,-7 1 0 16,6 3 2-16,-6 3 0 0,7 5 6 15,-7-1 1-15,0 4 1 0,1 0 0 0,-8 7-3 16,0 1-1-16,0 3-5 0,-5 3 1 16,-1-3-1-16,-6 8 1 0,-1-4 1 0,-6 3 4 15,-6 0 7-15,-1 0 4 0,-12 0 7 16,-1 5 10-16,-6-5 6 0,7 0-33 0,-14-3-1 15,7-1 0-15,-7-3 0 0,7 1 0 16,0-2 0-16,0-6 0 0,6 0 0 0,1-4 0 16,-1 0 0-16,7-4 0 0,7-3 0 15,-7-4 0-15,6 0 0 0,7-4-54 0,-6-3-251 16,6-4-112-16,0-4-145 0,6-3-153 16,1-4-176-16,-1-8-142 0,7 1-24 15,0-8 49-15,-7 1 133 0,8-5 175 0,-8-3 226 16</inkml:trace>
  <inkml:trace contextRef="#ctx0" brushRef="#br0" timeOffset="24401.12">23342 4564 176 0,'-27'-7'441'16,"1"3"96"-16,7-3 114 0,-1 3 52 16,0 1-44-16,14-1-61 0,0 1-50 0,-1-1-59 15,20 0-85-15,1 0-94 0,11-3-73 16,7 0-59-16,15-1-33 0,-2 5-12 0,7-8-8 15,0 4-5-15,7-4-1 0,-7 4 0 16,6-5-2-16,1-3-10 0,0 4-7 0,-7 0-5 16,0 0-8-16,-6 1-2 0,-1-1-3 15,1 0-6-15,-14 3-10 0,1 1-13 0,-7 0-11 16,-7-2-12-16,-5 7-13 0,-2-6-19 16,-5 8-43-16,-7-3-68 0,0 3-94 15,-13 0-112-15,-7 3-182 0,-5 5-224 0,-1-1-250 16,-13 4-85-16,-7 0 8 0,1 4 68 15,-2 3 160-15,-5 3 225 0</inkml:trace>
  <inkml:trace contextRef="#ctx0" brushRef="#br0" timeOffset="25322.78">20906 6521 144 0,'-33'26'304'0,"7"-5"32"15,14-3 30-15,12-7-91 0,12-3-18 16,8-4-17-16,19-8 15 0,6 1 48 0,20-5 59 15,7-2 37-15,12-6 5 0,7-2-1 16,21 0-17-16,5-1-46 0,7-6-60 0,12 3-50 16,8-4-29-16,-1 0-30 0,13-3-17 15,-6 4-18-15,7-5-12 0,-1 4-9 0,0-3-3 16,-6 0-1-16,6 3-3 0,-13 0 3 16,1-2 4-16,-14 2 4 0,0 0-2 0,-7 4-2 15,-12-3-5-15,-7 6-4 0,-13-3-3 16,-6 7-1-16,-12-3 9 0,-16 3 12 15,-4 1 14-15,-14-1 19 0,0 4-6 0,-12 1-150 16,-2-2 0-16,-12 5 0 0,0-4 0 16,1-1 0-16,-8 2 0 0,0-5 0 0,1 4 0 15,-7-3 0-15,0-1 0 0,6-3 0 0,-6-1 0 16,0-2 0-16,0-6 0 0,0-2 0 16,0-4 0-16,0-3 0 0,0-8 0 0,0-3 0 15,0-9 0-15,7-3 0 0,-1-6 0 16,1-5 0-16,-1-10 0 0,0-1 0 0,2-7 0 15,4 4 0-15,-5-4 0 0,6 0 0 16,-7 3 0-16,1 5 0 0,-1-4 0 0,1 4-65 16,0 3-12-16,-7 4 11 0,6-1 13 15,-12 7 14-15,6 6 14 0,-7 6 6 0,0 4 5 16,7 7 7-16,-6 3 0 0,-1 4 1 16,-5 8-2-16,5 0-3 0,-6 6-7 0,-1 9-13 15,-5 0-7-15,-7 3-11 0,-13 6-11 16,1 5-6-16,-21 5-4 0,-7 6-1 15,-18 3-5-15,-1 4 0 0,-12 1 11 0,-15 6 6 16,-5 0 11-16,-19 5 6 0,-14 7 9 0,-13-1 13 16,-19 5 0-16,-13 3 2 0,-1 0 8 15,-6-1 9-15,6-3 3 0,1 2-4 0,13-6-1 16,6 1 7-16,7-4-5 0,13-4-1 16,12 0-2-16,8 0 3 0,12-3 2 0,7 0-3 15,19-4-3-15,7-4 5 0,18 1-1 16,8-5 0-16,14 4-1 0,11-3 0 0,8-1 1 15,13 4-3-15,-1 1 1 0,14 4 4 16,6 2 1-16,6 4 1 0,7 8 4 16,0 3 10-16,6 8 16 0,7 6 22 0,0 5 18 15,7 11 26-15,-1 3 21 0,8 12 18 16,-7 6 3-16,6 8-7 0,-7-1-7 0,7 9-18 16,-7-4-14-16,1-1-19 0,-7-3-13 15,0-7-61-15,1-4-2 0,-9-8 0 0,-4-3 0 16,-1-7 0-16,-6-8 0 0,-7-6 0 15,0-6 0-15,-7-6 0 0,-6-7 0 16,-7 0-228-16,1-11-274 0,-7-6-350 0,0-3-283 16,0-11-112-16,6-12 1 0,1-11 88 15,5-10 208-15,8-10 336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0:30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5125 10832 169 0,'7'5'327'0,"-7"-2"44"0,0 0 18 15,0-3-53-15,0 4-45 0,-7-4-23 0,7 4-1 16,0-4 14-16,-7 3 15 0,7-3 17 16,-6 4 2-16,6 0-12 0,-6 3-22 15,6 0-26-15,-7 1-26 0,7 3-27 0,0 3-22 16,0 5-12-16,0 3-11 0,0 3-11 16,7 5-19-16,-1-1-15 0,0 1-14 0,1-1-13 15,6 0-12-15,0 0-8 0,0-4 0 16,6-2 4-16,1-4 10 0,0-5 16 0,5-3 24 15,8-7 21-15,7-4 12 0,5-11 8 16,7-7 0-16,7-11-9 0,0-9-18 0,12-10-15 16,8-7-12-16,-2-11-12 0,8 2-6 15,13-14-8-15,5-3-7 0,2 0-7 0,5-6-4 16,2-1 0-16,-9 0-47 0,2 7-15 16,-7 4 0-16,-1 4 0 0,-6 7 0 15,-6 7 0-15,-7 4 0 0,-13 12 0 0,-13 3 0 16,1 10 0-16,-21 4 0 0,1 4 0 15,-7 8 0-15,-7-1 0 0,-5 8 0 0,-2 0 0 16,2 7 0-16,-8 0 0 0,-6 3 0 16,0 1 0-16,0 3-398 0,-6 4-426 15,-1 1-321-15,-6-2-115 0,-13 5 7 0,-1-3 78 16,-11 1 173-16,-1-1 266 0,-7-5 345 16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3:47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10296 14870 205 0,'0'-8'361'0,"0"-2"53"0,0-5 55 0,-6 0-56 16,6 4-58-16,6-3-19 0,-6 3 2 15,0-1-6-15,0 2-17 0,7 2-33 16,-7 1-45-16,0 3-47 0,7 0-48 0,-7 2-31 16,6 2-22-16,0 6-6 0,-6-2-3 15,6 7 5-15,2 8-1 0,-2-1-8 0,-6 0-9 16,6 7-6-16,-6-3-5 0,7 4-8 15,-7-1 0-15,6 1 0 0,-6-4 3 0,0 0 3 16,0 0 5-16,7-4 3 0,-7-3 3 16,0 4 1-16,7-8 5 0,-7 0 5 0,6 0 15 15,0-4 21-15,0-3 23 0,8-1 23 16,-1-3 17-16,7-7 7 0,6-4-1 16,6-4-12-16,7-2-21 0,13-14-26 0,1-1-26 15,5-12-21-15,8-1-18 0,-1-5-16 16,12-5-13-16,2-3-6 0,5-2-4 0,7 5-6 15,-6-3-5-15,0 3-3 0,0 0 3 16,-1 3 6-16,-12 5 6 0,-1 4 11 0,-6-2 9 16,-6 9 10-16,-7-1 6 0,-6 5-2 15,-7 1-4-15,-6 6-3 0,-8 3-7 0,1 4-8 16,-12 2-8-16,5 5-6 0,-12 1-6 16,6 2-17-16,-7 1-37 0,-6 3-58 0,0 4-83 15,-6 0-99-15,6 0-135 0,-13 0-194 16,6 4-230-16,-6-4-199 0,1 0-53 15,-2 0 25-15,-6 0 100 0,7-4 186 0,1 1 251 16</inkml:trace>
  <inkml:trace contextRef="#ctx0" brushRef="#br0" timeOffset="1405.92">17174 6748 96 0,'0'-4'316'0,"0"1"47"0,0-2 45 16,0-2-26-16,6 4-83 0,-6-1-34 16,0 0-12-16,0 1-2 0,0-1 5 15,0 0-5-15,0 4-13 0,0-3-17 0,0 3-23 16,0 0-31-16,0 0-34 0,0 3-30 15,0-3-18-15,0 8 6 0,0-1 11 0,-6 0 4 16,6 8-7-16,-7 0 6 0,7-1 7 16,-6 8-9-16,6 5-13 0,-7-2-9 0,1 0 2 15,0 5-13-15,6-1-11 0,-8 0-12 16,8 4-10-16,0-4-6 0,-6-2-10 16,6 2-6-16,0-4-3 0,0 1-4 0,0-4-3 15,0 1-2-15,6-6 2 0,-6 2-1 16,0-5 1-16,0 0 0 0,8-2-3 0,-8-5-9 15,0 0-23-15,6 1-51 0,-6-8-104 16,6 0-149-16,1-8-180 0,-1 1-212 16,1-8-106-16,-1-3-15 0,-6-3 69 0,7-5 127 15,5-4 173-15</inkml:trace>
  <inkml:trace contextRef="#ctx0" brushRef="#br0" timeOffset="1593.37">17291 6417 78 0,'-13'-10'420'0,"0"0"53"0,6-2 34 15,1 5 28-15,-1 0-168 0,1-1-139 16,6 5-86-16,-6-1-49 0,6 4-33 0,0 0-30 16,0 0-38-16,6 4-58 0,-6 3-89 15,0-3-121-15,6 6-138 0,-6 1-69 0,7 0-17 16,-7 0 29-16,6 4 75 0</inkml:trace>
  <inkml:trace contextRef="#ctx0" brushRef="#br0" timeOffset="1983.9">17617 6963 101 0,'0'4'324'0,"-7"1"37"15,7-2 37-15,0 1-32 0,-6-1-68 0,6 1-40 16,0-1-12-16,6 1 13 0,-6-4 18 15,7 4 5-15,5-1-6 0,-4 1-9 16,4-4-18-16,2 5-35 0,5-5-41 0,1-5-38 16,-2 5-31-16,2 0-28 0,0-4-22 0,6 1-13 15,-7-1-15-15,8 4-11 0,-8-4-11 16,0 1-3-16,1-1-6 0,0 4-16 0,-1-3-40 16,-5 3-64-16,-8 0-75 0,0 0-89 15,1 0-106-15,-7 0-114 0,0 3-122 16,-13 1-20-16,7-1 32 0,-8 5 63 0,2-5 97 15</inkml:trace>
  <inkml:trace contextRef="#ctx0" brushRef="#br0" timeOffset="2218.21">17623 7161 76 0,'-6'8'304'0,"-1"0"53"15,1-1 53-15,6-3-36 0,6-1-53 0,1 0-33 16,-1 2-18-16,8-1-15 0,4-4-5 15,-4 0-6-15,5 0 0 0,7 0-4 16,-6-4-13-16,-1-1-20 0,7 2-32 0,-6 0-32 16,6-1-38-16,-13 0-27 0,7 1-23 15,-8 3-16-15,2-3-15 0,-1-2-11 0,-13 2-15 16,6 3-38-16,1 0-63 0,-7 0-87 16,0-5-96-16,-7 5-127 0,7 0-122 0,-6-2-114 15,-1 2-15-15,1 0 41 0,-1-5 77 16,7 2 113-16</inkml:trace>
  <inkml:trace contextRef="#ctx0" brushRef="#br0" timeOffset="3030.53">18398 7034 197 0,'0'0'300'0,"0"-4"29"0,7 4 0 15,-7 0-70-15,0 0-51 0,6-4-29 16,-6 4-17-16,0 0-9 0,0-4-7 0,7 4-9 16,-7-3-12-16,0 0-8 0,0-2 3 15,0 5 6-15,0-2 18 0,6-3 18 16,-6-2 14-16,0 3 10 0,0-3 3 0,0 0-11 16,0 0-26-16,0-2-27 0,0-1-27 15,0-1-20-15,0 0-18 0,-6 0-8 0,6-3-6 16,-7 2-4-16,1 2-3 0,-1 2-1 15,1-3-5-15,-7 5-9 0,-1-3-7 16,2 6-4-16,-2-5-5 0,1 8-2 0,-6-3-2 16,0 3 1-16,-1 0 0 0,7 3-3 15,-7 0 1-15,8 5-1 0,-8 1 0 0,7-3 0 16,0 1 0-16,0 0-1 0,7 5 1 16,-2-5 0-16,8 1-2 0,0 2-1 15,0-3 1-15,8 5 5 0,-2-1 2 0,7-4 2 16,0 0 7-16,6 5 6 0,1-5 7 15,0 3 3-15,5-2 4 0,-5-1 4 0,6 0-3 16,0 4-4-16,1-3-2 0,-2 3 34 16,-5-3-20-16,0 2-11 0,-1-2-2 15,0 3-4-15,-6-1 1 0,1 2-29 0,-8-2 13 16,0 5 14-16,1-4 6 0,0 4 8 16,-7-5 5-16,-7 6-4 0,7-2 7 0,-7 1-2 15,1-4-2-15,-7 3-4 0,0 2-7 16,0-6-6-16,0 0-5 0,0 2 0 15,-7-1-4-15,7-4 1 0,-6-3 3 0,6 3 2 16,-7-4 9-16,7-3 8 0,0 0 16 16,0 0 8-16,0-3 8 0,0-4 2 0,7-1 0 15,-8-2-4-15,8-1-11 0,-1-8-11 16,7 1-10-16,0-7-9 0,0-1-10 16,7 1-8-16,-1-2-9 0,1-2-3 0,6 0-4 15,0 4 1-15,0 2-3 0,0 1 1 16,7 0 0-16,-8 3 2 0,8 5-2 0,-7-4-11 15,7 7-27-15,-8-3-28 0,2 2-43 0,-1 2-61 16,0-2-98-16,0 1-129 0,0 4-151 16,0-5-163-16,0 2-138 0,0 0-36 15,0 1 50-15,0-1 116 0,0-1 160 0</inkml:trace>
  <inkml:trace contextRef="#ctx0" brushRef="#br0" timeOffset="3389.83">18685 6510 242 0,'0'-7'382'16,"0"-5"55"-16,0 2 48 0,0 2-71 16,6-4-87-16,1 5-17 0,6 0 11 0,0 0 2 15,-1 3 1-15,8 2-7 0,-7-3-16 16,13 5-42-16,-6 0-53 0,6 5-44 0,-7 1-30 15,7 5-24-15,-6-1-12 0,7 10-4 16,-9 2 5-16,2-1 2 0,0 5 6 0,-1 8 3 16,-5-2-5-16,-2 5-2 0,2-1-9 15,-8 9-6-15,7-1-18 0,-13 0-8 0,0 3-9 16,-6 0-8-16,-1 0-12 0,-6 6-9 16,-6-6-4-16,5-3-5 0,-12 3-3 0,7-7-5 15,-7 1-2-15,0-4-11 0,-1-1-27 16,1-3-47-16,1-7-71 0,-9-1-130 15,9-3-178-15,-7-4-206 0,-1-3-188 0,0-4-67 16,0-8 11-16,1-3 97 0,-1-3 163 16,1-4 207-16</inkml:trace>
  <inkml:trace contextRef="#ctx0" brushRef="#br0" timeOffset="3952.19">17037 6078 84 0,'13'-11'333'0,"-6"-4"28"0,5-1 24 0,-5 6-8 16,0-1-125-16,-1 0-61 0,1 0-13 16,-7 0 3-16,6 4 4 0,-6-4-10 0,0 7-21 15,0-3-19-15,-6 3-19 0,-1 1-22 16,1-1-11-16,-8 0 0 0,2 4 6 0,-8 4 11 15,1 0 9-15,-7 3 11 0,0 4 8 16,-1 0-1-16,-5 7-1 0,-1 4-10 16,1 7-6-16,-7 0-4 0,6 8-1 0,-6 7 1 15,6 5 6-15,-6 1 8 0,7 6 5 16,-7 6 3-16,7 1 5 0,5-2 5 0,1 5-4 16,6 4-7-16,1-4-6 0,6 0-12 15,6-1-15-15,1 1-12 0,12-3-5 16,1-1-6-16,6-7-4 0,6 0-2 0,1-4-3 15,6-7-4-15,1-1-10 0,5-6-5 16,1 0-8-16,-1-7-6 0,1-4-9 0,5-5-7 16,-5-3-3-16,-1 1-5 0,1-8-13 0,-7 1-35 15,0-6-54-15,0-2-63 0,-7 0-83 16,1-4-119-16,-7 0-133 0,1-4-144 16,-8 0-161-16,0 1-77 0,0-4 8 0,2-1 81 15,-2-3 123-15,-6 0 165 0</inkml:trace>
  <inkml:trace contextRef="#ctx0" brushRef="#br0" timeOffset="5358.11">17148 8704 192 0,'0'0'283'0,"0"0"28"0,0 0-16 15,0-4-54-15,0 4-44 0,0-3-22 16,0-1-5-16,0 4 3 0,0-4 0 16,0 1-3-16,0-1-1 0,0 0-1 0,0-3 1 15,0 4 4-15,0-5 9 0,0 5 6 16,-6-5 1-16,6 1-10 0,0 0-12 0,-8-2-22 16,8 3-29-16,-6-1-30 0,0-1-23 15,-1 4-15-15,7 2-16 0,-6-6-8 16,-7 4-7-16,6 4-4 0,1 0-3 0,-8 0-3 15,2 4 1-15,-2-1-3 0,2 2-3 16,-1 5 0-16,-1-3 3 0,2 3 2 0,4 2 3 16,-4 3 1-16,-1 0 0 0,6-1 4 0,-6 1 4 15,13 3 0-15,-6 0-3 0,0 5 4 16,6-5 0-16,0 1-1 0,0-2-1 16,0 2-3-16,6-5-1 0,-6 5-1 0,6-5 0 15,1-2-3-15,-1 1 0 0,1-1-1 16,0-1 0-16,5 0 6 0,-6-3 4 0,2-1 1 15,-2-4 1-15,0 5 11 0,1-5-3 16,0 1-2-16,-1-4 2 0,1 3-1 16,-1-3-3-16,0 0-8 0,1-3 1 0,0 3-1 15,-7-4-5-15,6 4 1 0,-6-3 0 16,6 3-4-16,-6-4-1 0,0 0-1 0,0 1-2 16,0 3-1-16,0-4-3 0,0 1-2 15,0 3-23-15,0-5-35 0,0 2-106 16,-6-1-126-16,0 1-156 0,-1-1-163 0,0 0-131 15,1 1-46-15,-7-5 61 0,7 5 104 16,-8-4 142-16</inkml:trace>
  <inkml:trace contextRef="#ctx0" brushRef="#br0" timeOffset="6264.15">17043 8799 254 0,'0'-3'334'0,"-6"-5"37"16,6 5 14-16,0-4-85 0,0-1-61 16,0 1-29-16,0 0-17 0,0 2-13 15,0-2-6-15,6 4 7 0,-6-5 14 0,0 8 19 16,0-3 14-16,0-1-1 0,0 4-18 15,0 0-29-15,0 0-31 0,0 4-34 0,0-1-24 16,0 8-12-16,-6 1 3 0,6 2-1 16,0 4-5-16,-6 1-1 0,6 3-2 15,-7 0-4-15,7 3-8 0,0-2-4 0,-6-2-1 16,6 2-1-16,0-2-11 0,0-3-5 16,0 4-8-16,0-2-9 0,0-6-3 15,0-1-12-15,0 3-2 0,0-5-1 0,6-1-2 16,-6 2-2-16,0-9-20 0,0 5-52 15,0-5-86-15,0-3-114 0,0-3-123 0,0-1-137 16,7-3-116-16,-7-5-90 0,0 2 14 16,0-5 72-16,0-7 104 0,0 0 127 0</inkml:trace>
  <inkml:trace contextRef="#ctx0" brushRef="#br0" timeOffset="6420.36">17069 8521 308 0,'0'-22'374'0,"0"4"31"0,0 3 32 15,-6 0-120-15,6 5-108 0,0 1-60 0,0 3-36 16,0 2-35-16,0 0-58 0,0 8-79 16,6 0-104-16,-6 2-153 0,7 3-82 15,-7 1-37-15,7 2 4 0,-1-1 41 0</inkml:trace>
  <inkml:trace contextRef="#ctx0" brushRef="#br0" timeOffset="6982.73">17284 8730 19 0,'7'3'369'0,"-7"1"59"0,7 0 48 0,-7-4 32 15,6 3-124-15,-6-3-91 0,0 0-54 16,6 5-24-16,-6-5-14 0,7 2-4 16,0 6 1-16,-7 0-8 0,6-1-12 0,1 4-13 15,-7 0-21-15,6 0-7 0,-6 3-27 16,6 5-17-16,-6-5-10 0,0 4-12 0,0 1-2 15,0 3-16-15,0-4 5 0,0 4 3 16,0-4 5-16,0 4 0 0,0-3-1 16,0-5-4-16,0 5 1 0,0-4-1 0,0-4-1 15,0 0-1-15,0 0 4 0,0-4 0 16,0 0-2-16,0-3 0 0,0-1 6 0,0 1 2 16,0-4-3-16,0 0-5 0,0 0-7 15,-6 0-8-15,6-7-13 0,0 3-12 0,-6-3-14 16,6-5 0-16,-7 2-2 0,7-5-4 15,-6-3-1-15,-1-1-3 0,7-3 6 16,0 0-4-16,0 4-3 0,0-3 0 0,7 2 0 16,-1 4 1-16,-6-3 0 0,13 3 0 15,-7 1 3-15,8-1-3 0,-2 0 2 0,2 4 0 16,-1 0 2-16,7 0-1 0,-1 0-1 16,0 1 1-16,1 2 0 0,-1 5 0 0,-5-5-1 15,5 5 0-15,-6 3-2 0,0 3 5 16,1 1-2-16,-2 0 2 0,-6 3-2 0,8 4 0 15,-8 0 1-15,1 3 1 0,-1 1 4 16,0 0 2-16,2-1 6 0,-8 4 3 16,6 1 0-16,-6-4 1 0,0 3-5 0,6 1 0 15,-6-1-2-15,-6 0-4 0,6 0-1 16,0-3-2-16,0-1 1 0,-6 1-4 0,6 0 0 16,0-4-15-16,0 0-10 0,-8-1-32 15,8 2-55-15,0-5-93 0,-6-3-146 0,6 3-159 16,0-3-193-16,0-4-152 0,0 0-41 15,0-4 45-15,0 0 118 0,6-3 160 16</inkml:trace>
  <inkml:trace contextRef="#ctx0" brushRef="#br0" timeOffset="7404.51">18177 8660 322 0,'6'-14'464'0,"1"-1"58"0,-1 0 62 16,-6-2-12-16,7 1-123 0,-7 5-58 16,0-4-40-16,-7 5-41 0,7-1-42 0,-6 0-63 15,-1 4-58-15,1 2-46 0,-1-2-32 16,-5 4-12-16,-2-1-16 0,8 4-9 16,-7-4-10-16,0 4-6 0,0 4-1 0,-1 0-1 15,2-1-1-15,-2 4 3 0,2 1 6 16,-1 3 9-16,6 0 10 0,-6 3 14 0,7 5 13 15,-2-1 11-15,-4 4 7 0,12 0 11 16,-6 3 1-16,-1 5-5 0,7-1-7 0,0 0-5 16,0 1-5-16,0 3-10 0,7-4-6 15,-7 4-5-15,6-3-6 0,-6-1-6 16,6 4-6-16,0-4-9 0,-6 0-3 0,8 1-3 16,-8-4-4-16,6 3-5 0,-6-8-4 15,0 5 0-15,6-3-3 0,-6-5-5 0,-6 1 0 16,6-2-2-16,0-2-9 0,-6-4-25 15,6 0-37-15,-8-1-52 0,2-2-89 16,0-4-131-16,6-4-144 0,-6 0-149 0,-1-4-149 16,7-4-75-16,-7-2 21 0,7-5 98 15,-6-4 134-15,6 2 162 0</inkml:trace>
  <inkml:trace contextRef="#ctx0" brushRef="#br0" timeOffset="7779.94">17903 8979 92 0,'-6'-11'348'0,"-7"4"41"15,6 3 42-15,0-3-13 0,7 3-113 16,-6 1-68-16,12-2-39 0,-6 2-13 0,7 3-11 16,6-4-4-16,0 4 5 0,7-3 1 15,0 3 5-15,-1-4-8 0,7 4-9 16,0-4-18-16,0 1-24 0,7-1-21 0,-7 0-18 16,0 1-19-16,-1-2-18 0,2 3-7 15,-8-6 0-15,0 5 6 0,-5-2 6 0,-1 2 12 16,0-1 10-16,-7 4 1 0,1-4 2 15,-1 4-3-15,-6-3-1 0,7 3-7 0,-7 0-5 16,0 0-7-16,0 0-6 0,-7 0-7 16,7 3-12-16,0-3-7 0,-6 4-10 15,6 0 0-15,0-1-3 0,-7 5-2 0,7 0 0 16,-6 2-4-16,6 1 5 0,0 4-1 16,0 0 7-16,0-1 3 0,0 1 8 15,6 3 8-15,-6 1 3 0,7-1 0 0,-7-3-9 16,6-1-3-16,-6 5-3 0,7-8-12 15,0 3-1-15,-7-3-4 0,0 0-24 0,6-3-66 16,-6-1-125-16,0-4-164 0,0 1-202 16,0-4-199-16,0-4-84 0,0 1 7 15,0-4 93-15,-6-1 151 0,6-3 190 0</inkml:trace>
  <inkml:trace contextRef="#ctx0" brushRef="#br0" timeOffset="7935.63">18138 8722 363 0,'-13'-10'428'0,"-7"-2"34"16,14 5 23-16,-8 0-120 0,8-1-140 16,0 5-84-16,6-1-49 0,-7 4-44 15,14 0-60-15,-7 4-100 0,6-1-132 0,7 1-131 16,-6 3-70-16,6-3-24 0,0 3 17 16,6-3 72-16</inkml:trace>
  <inkml:trace contextRef="#ctx0" brushRef="#br0" timeOffset="8451.14">18365 8793 163 0,'8'0'437'0,"-2"0"69"0,-6 0 66 15,0 0 25-15,6 0-137 0,-6 0-102 0,7 0-59 16,-7 0-41-16,6 3-44 0,1 0-47 16,-7 1-35-16,6 3-24 0,1 1-14 0,-1 3-16 15,0 0-14-15,2 0 0 0,-8 4-2 16,6 2-3-16,-6-1-6 0,6 2-4 0,-6 0-6 15,0 4-6-15,7-4-4 0,-7 0 4 16,7 1 3-16,-7-1 1 0,0 1 4 16,6-5 11-16,-6 1 11 0,6 0 8 0,-6-5 7 15,0-2 10-15,0 3 2 0,7-8-2 16,-7 4 3-16,0-2-3 0,0-2-4 0,0-3-6 16,0 0-5-16,0 0-5 0,0-3-13 15,0-2-13-15,0-2-14 0,0 0-10 16,0-4-7-16,0-3-7 0,0-5-3 0,0 5-4 15,0-8 0-15,0 3-1 0,0-3-1 16,6 0 1-16,-6 4 0 0,7-1-1 0,0 5 1 16,-1-1-2-16,0 0 2 0,1 4 0 15,0 0-2-15,-1 5 2 0,7-3-1 0,-7 6 2 16,8 0-2-16,-8-1-1 0,8 4 2 16,-8 4-2-16,6-1 4 0,-5 5-3 0,0 2 0 15,6 1 2-15,-7 0-1 0,0 4 6 16,2 0 2-16,-2-1 5 0,0 5 6 0,0-5 2 15,-6 5 3-15,7-5-2 0,-7 1-2 16,7 4-4-16,-7-6-4 0,0 3-4 16,0-1 0-16,6-4-2 0,-6-1-6 0,0 1-23 15,0 0-40-15,0-4-57 0,0 1-77 16,0-4-111-16,0-1-129 0,0-3-135 16,0 0-111-16,7 0-129 0,-7-7-29 0,0 4 53 15,6-9 106-15,-6 1 139 0,7 0 145 16</inkml:trace>
  <inkml:trace contextRef="#ctx0" brushRef="#br0" timeOffset="8701.37">18821 8901 163 0,'0'-2'404'0,"7"-3"65"16,-7 2 56-16,0 0-20 0,0-2-94 16,0 5-59-16,0 0-21 0,0 0-12 0,0 5-18 15,7 1-18-15,-7-1-21 0,6 5-33 16,1-2-38-16,-7 3-34 0,6 4-19 15,-6-1-19-15,6 0-18 0,-6 2-14 0,7-2-20 16,-7 4-17-16,7-3-16 0,-7 2-13 16,0-1-7-16,6-1-7 0,-6-4-3 0,0-1-5 15,6 1-33-15,-6 0-62 0,0-4-99 16,0 1-126-16,7-4-146 0,-7-4-159 16,0 0-142-16,-7-4-29 0,7 1 49 0,-6-9 101 15,6 5 132-15</inkml:trace>
  <inkml:trace contextRef="#ctx0" brushRef="#br0" timeOffset="8826.07">18809 8741 245 0,'-8'-19'359'0,"2"4"22"0,0 5 12 16,0-5-112-16,-1 8-121 0,7 3-90 0,-7-4-94 16,7 8-113-16,0-3-126 0,0 3-68 15,0 0-36-15,7 0-2 0,0 0 43 0</inkml:trace>
  <inkml:trace contextRef="#ctx0" brushRef="#br0" timeOffset="9467.08">19050 8594 154 0,'0'-3'435'0,"6"-5"61"0,-6 1 65 15,0-1 53-15,0 2-134 0,7 1-87 16,-7 2-45-16,0-1-36 0,0 1-53 0,0 3-61 15,0-4-62-15,0 4-45 0,0 0-32 16,0 4-11-16,0-1 0 0,6 4 1 0,-6 1 10 16,0 3 6-16,0 4 3 0,0 3 4 15,0 4-2-15,0 4 5 0,0-1-2 16,0 5 5-16,0 2 2 0,6 2-3 0,-6-2-7 16,0 1-6-16,7-4-3 0,0 0-6 15,-1 1-5-15,0-4-5 0,1-1 0 0,0 1-5 16,6-4-5-16,0-3-2 0,-7-1-4 15,7 0-4-15,1-3-2 0,-8-4-2 16,7 0-1-16,0-4-3 0,0 1-7 0,-1-5 4 16,2-3-4-16,6 0-2 0,-8 0-3 15,1-8 0-15,1 1 4 0,-2 0-6 16,8-4-1-16,-7 0 0 0,0-3 3 0,-6-1-2 16,5-1-2-16,-4-1 2 0,-2-1-1 15,0 3 1-15,1-4-2 0,-7 5 0 0,0-1 4 16,-7 5 2-16,7-2 0 0,-6 1 1 15,0 4-3-15,-2 0-2 0,2 2 0 0,0 3 0 16,-1-3-2-16,0 5-1 0,1 0 0 16,-7 0 1-16,7 5-1 0,-1 2 0 0,0-4 0 15,7 5 0-15,-6 3 5 0,6-1 3 16,-6 2 6-16,6 2 7 0,0 1 9 0,6-1 8 16,-6 1 6-16,6-4 3 0,-6 4 2 15,7 0 2-15,0-4-3 0,-1 0 1 0,0 0-3 16,7 0 4-16,-6-4 0 0,6 0-2 15,1 0-3-15,-2-3-6 0,1 0-7 16,0-1-10-16,0-3-5 0,7-3-7 0,0 3-6 16,-8-4-13-16,1 0-15 0,7 1-28 15,-7-5-35-15,-6 5-40 0,-1-4-46 16,0 2-65-16,1-1-102 0,-7-2-120 0,0 1-122 16,0-4-124-16,-13 4-138 0,7-4-23 15,-8-1 65-15,2-2 116 0,-2 3 143 0,-5-3 156 16</inkml:trace>
  <inkml:trace contextRef="#ctx0" brushRef="#br0" timeOffset="9732.09">19024 8722 224 0,'-8'4'427'0,"2"-4"63"0,0 0 81 0,12 0 17 15,0 0-55-15,8 0-53 0,6-4-28 16,5 4-27-16,1-3-48 0,7 3-71 15,-1-4-68-15,1 1-47 0,7-2-33 0,-8 2-21 16,1-4-17-16,5 3-16 0,-5 0-16 16,0-3-11-16,-1 3-14 0,-6 1-15 0,7-1-14 15,-13-4-13-15,6 5-8 0,-14 3-6 16,1-3-5-16,1 3-3 0,-2-4-12 0,-12 4-21 16,8 0-32-16,-8 0-44 0,0 0-65 15,0 4-112-15,-8-4-123 0,2 3-148 0,-7-3-177 16,0 3-97-16,0-3-10 0,-7 5 75 15,-6-2 113-15,7-3 157 0</inkml:trace>
  <inkml:trace contextRef="#ctx0" brushRef="#br0" timeOffset="10404.17">17545 10004 110 0,'0'-10'291'0,"0"-2"40"16,7 2 43-16,-7-5-61 0,0 4-52 0,6-4-25 16,0 5-7-16,2-5-3 0,-8 3 4 15,6-2 19-15,-6 3 19 0,6-1 18 16,-6 6 8-16,6-5 2 0,-6 8-17 0,0-5-36 15,0 0-41-15,7 5-44 0,-7-1-35 16,0 4-33-16,0 0-25 0,0 7-15 16,0 1-3-16,0 3 9 0,-7 3 13 0,7 8 14 15,0 1 9-15,0-1 2 0,0 7-6 0,0-4-9 16,0 4-13-16,0 4-17 0,0-2-14 16,7-3-11-16,-7 1-8 0,0 1-5 0,0-4-4 15,0-1-4-15,0 1 0 0,7-8-3 16,-7 0-20-16,0 1-32 0,0-7-51 15,0-3-73-15,0 2-99 0,0-6-118 0,-7-3-114 16,7-2-109-16,-7 0-88 0,7-2-54 16,-6-3 31-16,0-2 86 0,0-4 114 0,6-3 129 15</inkml:trace>
  <inkml:trace contextRef="#ctx0" brushRef="#br0" timeOffset="10794.38">17487 10088 236 0,'-14'-6'345'0,"8"2"42"15,6 0 31-15,-7-2-94 0,7 1-77 16,0 5-43-16,0-4-27 0,7 1-15 16,-1 3-10-16,8-5-4 0,5 5 7 0,0 0 12 15,1-2 15-15,7 2-2 0,-2-4-12 16,1 4-15-16,6-4-16 0,-5 4-25 0,5-4-36 16,1 1-31-16,-7 0-13 0,6 3-11 15,-5-5-11-15,-8 3-4 0,0-3 1 0,1 5 19 16,-7-4 11-16,1 1 17 0,-8 3 23 15,6-4 15-15,-12 4 13 0,8 0 3 16,-2 0-7-16,-6 0-15 0,0 0-19 0,0 0-15 16,0 0-11-16,0 0-11 0,0 4-7 15,0-1-3-15,-6 1 2 0,6 1 1 0,0 2 0 16,0-1 2-16,0 2 4 0,0 3 5 16,0 1 2-16,0 2-1 0,0 0 2 0,0 1-1 15,6-1-4-15,-6 5-3 0,0-5-6 16,6 4-4-16,-6-2-5 0,7-2-1 0,-7 1-4 15,0-4-1-15,6 3-3 0,-6-3-1 16,0-3-22-16,0-1-46 0,0 0-88 16,0 1-138-16,0-8-154 0,0 3-167 0,-6-3-168 15,-1-3-54-15,7-5 36 0,-6 1 107 16,0-3 140-16,6-2 159 0</inkml:trace>
  <inkml:trace contextRef="#ctx0" brushRef="#br0" timeOffset="10950.56">17890 9924 285 0,'-6'-15'450'0,"-1"0"55"0,7 1 50 0,-7 3-40 16,7 4-141-16,0-1-101 0,-6 1-66 15,6 3-64-15,0 1-82 0,0 3-100 16,6 0-116-16,-6 0-128 0,7 3-160 0,0 1-91 16,-1 0-22-16,1 2 24 0,-1-1 71 15,1 2 105-15</inkml:trace>
  <inkml:trace contextRef="#ctx0" brushRef="#br0" timeOffset="12435.13">18040 9943 122 0,'0'0'375'0,"7"0"50"15,-1 0 42-15,-6 0-13 0,6 3-102 16,1-3-69-16,0 0-33 0,-1 4-9 0,0-4-8 16,1 3-18-16,6 5-18 0,-6-5-17 15,-1 5-16-15,1-1-24 0,6 1-19 16,-7 2-14-16,0 1-7 0,2 5-16 0,-8-3-9 15,6 1-6-15,-6 3-5 0,6 0-2 16,1 2-5-16,-7-1 2 0,0 0 8 0,6 0-1 16,-6 0 1-16,0-2 3 0,0 1 3 15,7-1 1-15,-7-6-11 0,0 1 1 16,0-3-4-16,0 0-7 0,0-2-3 0,0-2-2 16,0 0 7-16,0-1 1 0,0-3 1 15,0 0-3-15,0 0-7 0,0-3-7 0,0-5-14 16,-7 2-12-16,7-6-8 0,0 1-3 15,0-3 1-15,-6-2-3 0,6-1 2 16,0-6-4-16,0 5 3 0,0-8-2 0,0 5-4 16,6-1 0-16,-6-1-3 0,7 5 4 15,-1 1-1-15,1 1 0 0,5 2 2 0,-4-1-1 16,4 4 3-16,2 4 0 0,-8-1-2 16,7 1 2-16,0 4-4 0,-6-2 3 0,5 5-1 15,2 0-1-15,-2 5 0 0,-5-2 0 16,6 4 1-16,-6 4 1 0,5-3-1 15,-4 2 1-15,-2 5 1 0,7-4 1 0,-7 5 2 16,1 1 1-16,-1-2 9 0,-6 3 5 16,7-4 8-16,-1 5 8 0,-6-4 8 15,6 3 7-15,2-3 4 0,-8-1 0 0,6 1 0 16,-6-4-1-16,6 0-3 0,-6-4-7 16,0 5-5-16,0-5 2 0,7-4-11 0,-7 5-7 15,0-5-2-15,0-3-3 0,0 4 7 16,0-4-2-16,0 0 5 0,0 0 9 15,-7-4-7-15,7-3-3 0,0 0-11 0,-6 0-6 16,6-9-4-16,-6 6-6 0,6-8 1 16,0 3 1-16,0-4 0 0,0 1 1 0,0-4-2 15,6 3-1-15,-6 2 0 0,6-3-1 16,1 3-1-16,0 2-1 0,5 0 0 0,1 1-1 16,1-1-1-16,-2 4 0 0,2 0-2 15,-2 4 0-15,1-1 3 0,1 5-3 0,-2-1 3 16,2 1 0-16,-2 3 0 0,-5 0 0 15,0 3-2-15,-1 1 3 0,1 7-1 0,-1-4 4 16,0 4-1-16,-6 4 2 0,8 0 0 16,-8-1 1-16,0 2 0 0,6 1 0 15,-6-2 1-15,0 3-3 0,0 1 2 0,0-5 0 16,6 4 0-16,-6-3 0 0,0 0 0 16,6-1 5-16,-6-2-3 0,7 2-2 0,-7-3 0 15,7 1 2-15,-1-5-1 0,1 0-2 16,-1 0 1-16,1-3 1 0,6-1 0 15,-7 1-1-15,8-4 1 0,-2 0 1 0,1-4 4 16,7 1-5-16,-8-5-1 0,8 1 4 16,-6 0-1-16,5-5-3 0,-6 2-2 0,0-1 3 15,0-1 0-15,0-2-3 0,0 3-2 16,1-3 3-16,-8-1-1 0,0-3-1 0,0 2 2 16,2 2 2-16,-8-4 1 0,0 3 0 15,0 0-1-15,0 1-1 0,0 3 0 16,-8 0-1-16,2 0 0 0,6 0-3 0,-12 4 2 15,5-4-3-15,0 7 2 0,1-4 0 16,-1 5-1-16,-6-1 1 0,6 4 3 0,-5 0 0 16,5 4-2-16,-6-4 2 0,7 8 0 15,-1-1-1-15,-6 0 1 0,6 4 0 0,1 0 0 16,0 0 0-16,-2 3-1 0,2 6 3 16,0-7-2-16,6 6 0 0,0-1 0 0,0 1 0 15,0-1 1-15,0 0-2 0,0 0 1 16,6 1-1-16,0-1 1 0,2 1 1 15,-2-4-1-15,0 2 0 0,8-2 3 0,-8-3 1 16,7-2 3-16,7 0-1 0,-8-2 2 16,8 1 1-16,0-3 1 0,5-6-1 0,-5 3-1 15,7-3 3-15,-1-3-2 0,0-1 0 16,-1-3 0-16,-5 0-1 0,6-4-1 0,-6 0-2 16,-1 0-1-16,1 0 1 0,-1-4-2 15,-6 0 2-15,0-3-3 0,-7-1 0 16,8-2 0-16,-8 3-1 0,-6-4-3 0,7 0 0 15,-7 3 1-15,-7-4 1 0,7 6-1 16,-6 2 1-16,0 0 1 0,-8 1 1 0,8-1-1 16,-7 4 0-16,6 0-2 0,1 4-2 15,-1-4 3-15,7 4-1 0,-6 0 1 16,6-1 0-16,0 4 0 0,6-4-1 0,1 1-4 16,-1 0 3-16,1 0-3 0,6 1-6 15,-1-3 5-15,2 6 3 0,-1-2 1 0,0 2 1 16,6 0-2-16,-5 3 9 0,5 0 0 15,0 3 6-15,1 5 10 0,-1-1 13 0,1 4 18 16,6 0 12-16,-7-1 7 0,8 6 6 16,-1-2 1-16,-6 1-6 0,-1 3-10 0,0-3-7 15,1 0-7-15,-7-1-5 0,-7 4-4 16,8-3 1-16,-14 0 2 0,6 0 3 0,-6-1 4 16,-6 1-5-16,0 0-2 0,-2-1-4 15,-4 1-6-15,-2-1-9 0,-5-3-7 16,6 1-2-16,0-1-3 0,-7-4-3 0,7 0-3 15,1-4 0-15,-2 1 1 0,2 1-1 16,-2-5-2-16,1 0-2 0,7 0-17 0,-1 0-38 16,-6-5-61-16,7 5-81 0,0-4-92 15,-8 4-120-15,8-3-165 0,-1 0-193 16,0-5-213-16,1 5-65 0,-7-8 16 0,7 4 80 16,-1-1 161-16,0-3 217 0</inkml:trace>
  <inkml:trace contextRef="#ctx0" brushRef="#br0" timeOffset="14012.86">15903 5572 272 0,'0'-8'421'0,"-6"5"49"0,6-5 49 15,0 2-38-15,0 1-107 0,0-2-36 16,0 4-3-16,-6-1-6 0,6 0-17 15,0 4-34-15,0-3-47 0,0 3-61 0,0-4-58 16,0 4-36-16,0 4-31 0,0-1-5 16,0 1 5-16,6 0 16 0,-6 6 18 0,0-2 13 15,6 6 11-15,-6 6-1 0,8-3-5 16,-8 5-12-16,6 0-9 0,-6 4-5 0,6 3-1 16,-6-3-1-16,7 7-2 0,-7-4-2 15,6 0-6-15,-6 4-5 0,0 1-5 16,0 2 0-16,0-3 0 0,0 3 5 0,0 1 12 15,0 4 9-15,0-1 5 0,0 3 2 16,-6 1-6-16,6 1-7 0,0 2-8 0,-7 1-10 16,7 3-7-16,-6-2-8 0,6 1-3 15,0 1-3-15,-6-2-5 0,6-2-1 0,0 4-3 16,0-4-1-16,-8 5-3 0,8-5-1 16,-6 4-4-16,6-2-1 0,0 2-3 0,-6-4-1 15,6 5 0-15,-7-5 0 0,7 5 0 16,0-9 0-16,-6 4 1 0,6-3-1 15,-7 5-1-15,7-9 1 0,-6 4 0 0,6 0 0 16,-7 0 0-16,7 0 2 0,-6-4 1 16,6 7-3-16,0-3 0 0,0 1-3 0,-6 2 5 15,6 1-2-15,0-1-1 0,0 2 2 16,0-6 0-16,0 4 0 0,0 1-3 0,0-4-1 16,0 5 0-16,0-6 2 0,0 4 2 15,6 5 2-15,-6-5 2 0,0 1 3 0,0-1 3 16,6 5-1-16,-6 0-1 0,0-5-1 15,7 4-2-15,-7 1-1 0,0-1-3 0,6-4 0 16,-6 5 0-16,0-5-1 0,7 5 2 16,-7-5 4-16,0 1 1 0,6-1 1 15,-6 1-1-15,7 2 5 0,-7-1-1 0,6-2-2 16,-6 5 3-16,0-5-1 0,0 6-1 16,6-6-1-16,-6-4 0 0,0 5-1 15,0-4 1-15,0 4 0 0,8-5 3 0,-8 2 1 16,0-1 0-16,0-1-2 0,0-3-2 0,0 4 0 15,0 0-4-15,0 0-2 0,0 1 0 16,0-1-1-16,0-1-2 0,-8-2-1 0,8 3 0 16,0-5 0-16,0 3-1 0,0-3 1 15,0-2-4-15,0 0 3 0,0 2 1 16,0-2 5-16,-6 0 3 0,6 0 0 0,0 0 4 16,0-4-1-16,0 0-1 0,0 1-1 15,0-2 0-15,0 1 1 0,0-4-2 0,-6 4 1 16,6-4 0-16,0 0-3 0,0 1-3 15,-7-1-3-15,7-3 0 0,0-1-1 0,0-2-3 16,0-1 1-16,0-1 0 0,-6 1 2 16,6-3-2-16,0-5-3 0,0 1 3 15,0-1-1-15,0 1-3 0,-7-4 3 0,7 0 1 16,0-3 0-16,0-1-1 0,0 0-1 16,0-3 1-16,0 0-1 0,0-1-2 15,0-3 0-15,0 4-18 0,-6-4-43 0,-1-4-69 16,1 4-92-16,0-7-104 0,-2 3-152 15,2-6-181-15,0-2-197 0,-1-5-176 0,-6-6-38 16,13-3 37-16,-6-7 116 0,6-3 181 16,0-9 229-16</inkml:trace>
  <inkml:trace contextRef="#ctx0" brushRef="#br0" timeOffset="16386.79">15728 5341 221 0,'0'4'252'0,"7"-1"18"16,-1-3-54-16,-6 5-46 0,6-5-26 15,-6 3-16-15,7-3-5 0,0 3-6 0,-1-3-6 16,0 0-4-16,1 0-4 0,0 0-5 16,6 0-2-16,-7 4 0 0,0-4 2 15,8 0 6-15,-8 4 11 0,8-4 12 0,-2 0 18 16,1 0 20-16,0 3 26 0,6-3 12 16,1 0 8-16,0 0 7 0,6 0-10 15,0 0-13-15,6 0-24 0,1-3-22 0,0-1-18 16,6 4-24-16,0-4-4 0,7 1-8 15,-1 3-6-15,14-3-4 0,-7-2-6 0,7 2-3 16,6-1-11-16,-6 1-10 0,6-1-6 16,0 0 2-16,6 1 3 0,-6 3 0 15,0-4-1-15,7 4 3 0,0-4-4 0,-1 4-4 16,1 0-6-16,-1 0-4 0,1 0 0 16,0 0-3-16,-7 0 0 0,0 0 3 0,-6 0 1 15,0 4 2-15,6-4-3 0,-14 0 1 16,8 0 0-16,-7 4-7 0,7-4-5 0,-7 0-2 15,0 0-1-15,6 0-3 0,-5 3 0 16,-8-3-4-16,7 4 0 0,1-4-2 0,-8 4-3 16,1-4-3-16,-1 3-2 0,1-3 0 15,-1 4 0-15,8-4 0 0,-8 3 0 0,7-3 0 16,7 5 0-16,-7-5 0 0,7 3-1 16,6-3-2-16,0 3-1 0,-6 1-2 15,6 0 2-15,0-4-3 0,0 3 3 0,0 1 1 16,-7 0 0-16,8-1-1 0,-8-3-1 15,7 4 0-15,0-4 0 0,0 4-2 0,1-4 0 16,6 0-1-16,-7 0 1 0,0 0 1 16,6 0-2-16,-5 3 6 0,-1-3 0 15,-6 0 0-15,6-3 0 0,-7 3 1 0,0 0 1 16,1-4-6-16,0 0-1 0,-1 1 4 0,-5-1-2 16,5 4-1-16,-6 0-1 0,-6-4 0 15,6 4 1-15,-7 0-3 0,-6-3 2 0,1 3 0 16,-1-4 0-16,-7 4 1 0,1-4 4 15,-7 1 2-15,7 3-1 0,-14-3 1 0,7-2-1 16,-6 2-2-16,-8-1-9 0,8 4 4 16,-6-3 1-16,5-1 0 0,-13 0 1 15,7 1 4-15,0 3 6 0,-7-4-1 0,2 0 0 16,-2 4 1-16,0-3-3 0,1 3 0 16,0-5-3-16,-7 5-1 0,6 0-3 15,-6 0-1-15,0-2 0 0,7 2 1 0,-7 0-1 16,0 0 1-16,0 0-2 0,0 0 1 15,0 0 1-15,0 0 0 0,0 0 1 0,0 0-2 16,0 0 2-16,-7 0-1 0,7 2-1 16,0-2-1-16,-6 5 1 0,6-5 1 15,0 3 1-15,-7 1 1 0,0 0 2 0,7-1 1 16,-6 1 0-16,0 3 0 0,-2-3-3 16,2 4 2-16,0-2-4 0,-1-2 3 0,1 3-2 15,-1 4 0-15,1-3 0 0,-7-1 1 16,7 0 0-16,-2 4-3 0,-4-3-1 0,5 2 1 15,0 1 0-15,-5 0 0 0,5 1 0 16,-6-1 2-16,6 3 1 0,-5 1-3 0,5-4 2 16,0 4 0-16,-5 0-4 0,5-1 6 15,1 4 5-15,-8 1 10 0,8-1 3 0,0 4 1 16,-2 0 6-16,2 3-2 0,0 1-1 16,6 4-6-16,-6-1-1 0,-1 0 2 0,7 4 0 15,-7 3-2-15,7 1-3 0,0 0 1 16,0 3-2-16,0 4-2 0,0 0-1 15,0 0-1-15,0 3 1 0,0 1-2 0,0 4 1 16,7-2-2-16,-7 2 3 0,0-1 1 16,0 1 1-16,0-1 1 0,0-3 2 15,0 3 3-15,0 0 6 0,0-3 2 0,0 3-1 16,0 0-1-16,0 1 0 0,0-1-3 16,-7-4-4-16,7 5-2 0,0-1-1 0,0 1 1 15,0 0 0-15,0-2 2 0,0-2 1 16,0-1 5-16,0 1 1 0,0-1-1 0,0 0 1 15,0 2 2-15,0-2 0 0,0 1-6 0,7 0-2 16,-7-1 1-16,0 2-4 0,7-2-3 16,-7 4-3-16,6-4 0 0,-6 5 1 15,6-5 0-15,-6 1-1 0,6-4-2 0,-6 3-1 16,0-3 0-16,8 4 0 0,-8-4 1 16,6 4 4-16,-6-1 1 0,0-3 2 15,6 4 2-15,-6 0-1 0,7-1-1 0,-7 2-6 16,0-2 0-16,7 4-1 0,-7-4 1 15,0 2-2-15,0-2-1 0,6 1 3 0,-6-1 1 16,0 0 0-16,7 1 0 0,-7 0 0 16,0-1 0-16,6 4 3 0,-6-3 0 15,0 4-1-15,6-2 1 0,-6 6 1 0,0-6-14 16,7 6-1-16,-7-5 0 0,0 4 0 0,7-3 0 16,-7 2 0-16,0 2 0 0,6-1 0 15,-6 3 0-15,0-3 0 0,6 3 0 0,-6-3 0 16,7 4 0-16,-7 0 0 0,7-5 0 15,-7 2 0-15,6-2 0 0,1 2 0 16,-7-5 0-16,6-1 0 0,-6 2 0 0,6 0 0 16,-6-1 0-16,7-4 0 0,0 1 0 15,-7 4 0-15,6-5 0 0,0 2 0 0,-6-2 0 16,8-4 0-16,-2 1 0 0,-6-4 0 0,6 1 0 16,1-4 0-16,-7-1 0 0,6-3 0 15,1 0 0-15,-7-4 0 0,6 4 0 16,1-3 0-16,-7-1 0 0,6-3 0 0,0-1 0 15,-6-3 0-15,8 3 0 0,-8-5 0 16,6 2 0-16,-6-8 0 0,6 4 0 16,-6-3 0-16,0-4 0 0,7 0 0 0,-7 0 0 15,0-4 0-15,0 0 0 0,0-3 0 16,0 0 0-16,0-1 0 0,0-3 0 0,0 4 0 16,0-4 0-16,-7 0 0 0,7 0 0 15,-6 0 0-15,0 0 0 0,-2-4 0 0,-4 1 0 16,5-1 0-16,-6-3 0 0,-6-1 0 15,5-2-435-15,-5 2-142 0,6-3-120 0,-6-4-143 16,-1 1-157-16,0-1-61 0,8 0 24 16,-8 1 93-16,1-5 166 0,-1 5 207 0</inkml:trace>
  <inkml:trace contextRef="#ctx0" brushRef="#br0" timeOffset="18245.72">15878 11239 98 0,'-13'4'171'0,"0"-4"-8"0,7 4-18 15,-8-4-19-15,1 3-19 0,0-3-13 16,7 0-2-16,-7 0 8 0,-1 0 11 0,8 0 1 16,-7 0 4-16,6 0 7 0,1 0 1 15,0 0-7-15,6 0-8 0,-7 0-1 0,7 0-3 16,0 0 0-16,-7 0 0 0,7 0 5 16,0 3 6-16,0-3 6 0,0 0 9 0,0 0 16 15,7 0 32-15,-7 0 35 0,7 0 28 16,5 0 10-16,-5 0 6 0,6-3-8 15,0 3-33-15,7-3-35 0,-1 3-31 0,0-4-20 16,1 4-18-16,6 0-13 0,1-4-5 16,-2 4-14-16,1 0-8 0,7 0-5 0,-7 4-4 15,6-4-7-15,1 0-5 0,-1 0-2 16,8 4-5-16,-7-4-4 0,5 0 0 0,1 0-2 16,1 0 3-16,-1 0 5 0,6 0 9 15,1 0 4-15,-1 0 0 0,1 0 3 0,6 0-2 16,-6 3-7-16,6-3-6 0,-7 3-4 15,8-3-4-15,-8 0-1 0,7 4 0 16,-7 1 3-16,8-5-4 0,-1 3-3 0,-7 0 5 16,8 1-4-16,5 0 0 0,-5-1-6 15,5 1 4-15,-6 0 2 0,7-1-9 16,-7 1 0-16,0-4-6 0,0 3 0 0,0 1-4 16,1-4-5-16,-2 4 2 0,2-4 1 15,-1 4 0-15,-7-1-4 0,8 1 0 0,-8-4 1 16,7 4 0-16,-7-1 2 0,1 0-1 15,-1-3 3-15,1 5 2 0,0-2 0 16,0 2 1-16,-8-5-1 0,9 3-1 0,-9-3-2 16,1 4 0-16,0-4-2 0,1 3 0 0,5-3-2 15,-13 4-2-15,7-4-2 0,1 4-1 16,-1-4-1-16,-7 0 0 0,7 3 1 0,-6-3 1 16,-1 0 2-16,8 0-1 0,-7 0-1 15,-1 0 0-15,7 0-2 0,-7 0 1 0,1 0 1 16,6 0 0-16,-6 0 0 0,6 0 0 15,-7 0 1-15,1 0-2 0,-1 0 1 16,1 0-1-16,-1 0 3 0,1 0 3 0,0 0-3 16,-1 0 2-16,-6 0 0 0,7 0 0 15,-1 0-4-15,-6 0 0 0,7 4-2 16,-7-4 0-16,7 0 0 0,-7 0 0 0,6 0-2 16,1 0 0-16,-1 4 0 0,1-4-3 15,-1 0 0-15,1 0 1 0,-1 0 0 0,-5 0 1 16,5 0 0-16,-6 0-1 0,1 0-1 15,-1 3 1-15,0-3 0 0,-7 0-1 0,7 0 0 16,0 4-2-16,-7-4 2 0,1 0-1 16,0 3 0-16,6-3-1 0,-7 0 2 15,1 0 4-15,0 0-1 0,-1 0 2 0,1 0-1 16,6 0 0-16,-7 0 0 0,1 0-3 16,0 0 2-16,-1 0-3 0,0 0 1 0,8 0 1 15,-8-3-1-15,7 3 1 0,-6 0 0 16,-1 0-1-16,0 0 0 0,8-4 0 15,-7 4-4-15,-2 0 3 0,9 0-1 0,-7 0 1 16,-2 0 1-16,9 0 2 0,-7 0 3 16,-2 0-1-16,9 0 1 0,-7 0 0 0,0 0 2 15,-2 0 1-15,2 0 3 0,-1 0 3 16,1 0 4-16,0 0 2 0,-1 0 2 0,1 0 2 16,-8 0-1-16,8 0-3 0,-7 0-4 15,7 0-1-15,-8 0-4 0,2 0-4 0,-1 0-1 16,0 0 0-16,0 0-1 0,0 0-1 15,-6 4-3-15,-1-4-1 0,0 0 0 16,1 0-2-16,0 0 1 0,-7 0 1 0,6 0 0 16,-6 0 2-16,7 0-2 0,-7 0 2 15,0 0-1-15,0 0-1 0,6 0 1 0,-6 0 0 16,0 0 2-16,0 0 1 0,0 0 4 16,0 0 4-16,0 0 2 0,6 0 4 0,-6 0 0 15,7 0-1-15,-7 0-4 0,7 0-2 16,-7 0-3-16,6 0-2 0,-6 0-4 15,6 0 0-15,-6 0-1 0,8 0-2 0,-8 0 0 16,0-4-1-16,6 4 1 0,-6 0 1 16,0 0-1-16,6 0 3 0,-6 0 0 0,0 0-2 15,7 0 0-15,-7 0-1 0,0 0 0 16,0 0 1-16,0 0-1 0,0 0-3 16,0 0-9-16,0 0-19 0,0-3-28 0,0 3-47 15,0 0-64-15,-7 0-73 0,1-4-79 16,0 4-128-16,-2-7-173 0,-4 3-193 0,-2-3-171 15,2 0-48-15,-1-1 23 0,-7-3 112 16,7-4 180-16,0 0 231 0</inkml:trace>
  <inkml:trace contextRef="#ctx0" brushRef="#br0" timeOffset="19464.22">23361 6186 44 0,'0'-2'379'0,"-7"-2"50"0,1-4 46 16,6 2 56-16,-6-1-114 0,6 2-64 15,-7-2-20-15,7 3-6 0,-7 1-8 0,1 3-39 16,6-4-51-16,0 4-59 0,-7-4-52 16,7 4-34-16,-6 4-33 0,6-4-5 15,-6 7 1-15,-8 0 5 0,8 9 11 0,-7-2 6 16,0 4 7-16,0 4-4 0,-1 4 0 16,2 3 0-16,-8 5-4 0,7 1 2 0,0 6 1 15,0 3 6-15,7-4 4 0,-8 4 3 16,8 0 1-16,0 1-3 0,-1-5-5 15,7 3-5-15,-6-6-9 0,12 4-9 0,-6-5-6 16,7-3-6-16,-1-4-5 0,7 1-5 16,-6-5-6-16,5-3-4 0,2 0-3 0,5-7-5 15,-6-1-4-15,6-3-3 0,1 0-3 16,0-3-6-16,-1-5-18 0,1 1-34 16,-1-4-49-16,1-4-77 0,-7 1-118 0,6-5-135 15,-5 1-139-15,-1-4-118 0,-1 4-126 16,2-7-16-16,-8 2 69 0,8-2 113 0,-8-1 145 15</inkml:trace>
  <inkml:trace contextRef="#ctx0" brushRef="#br0" timeOffset="19776.64">23569 6642 1 0,'0'-8'344'0,"0"2"50"16,0 1 43-16,0-2 35 0,0 2-115 15,0 3-83-15,0 2-40 0,0-4-19 0,0 4-19 16,0 0-11-16,0 0 9 0,0 0 16 16,0 4 13-16,0-2 9 0,0 6 8 0,0 1-3 15,0 1-20-15,0 0-27 0,7 6-27 16,-7-2-25-16,0 0-24 0,0 1-19 16,0 4-19-16,7-4-17 0,-7-1-12 0,0 0-10 15,0-2-10-15,6 2-7 0,-6-3-6 16,0-4-3-16,0 2-6 0,0-3-3 0,0 2-3 15,0-5-19-15,0 5-57 0,0-8-92 0,-6 3-126 16,-1-6-144-16,7 3-158 0,-7-8-167 16,-6 1-50-16,13 0 31 0,-6-8 96 15,-1 0 128-15,1 1 150 0</inkml:trace>
  <inkml:trace contextRef="#ctx0" brushRef="#br0" timeOffset="19932.93">23550 6338 261 0,'0'-11'416'0,"0"0"30"16,0 4 18-16,-7-1-74 0,7 0-167 16,0 5-105-16,0 3-67 0,0-4-56 15,0 8-69-15,0-4-81 0,0 3-101 0,7 5-104 16,-7-5-43-16,6 4-5 0,-6 1 36 16,7 3 64-16</inkml:trace>
  <inkml:trace contextRef="#ctx0" brushRef="#br0" timeOffset="20245.5">23869 6605 75 0,'0'4'331'0,"0"-2"34"0,-6-2 22 16,6 5-35-16,0-2-104 0,0-3-71 15,0 4-34-15,0 1-7 0,0-5 10 0,0 3 14 16,6 0 31-16,-6-3 40 0,6 4 40 16,1-4 18-16,6 0 3 0,-7 0-10 15,8 0-32-15,-1 0-48 0,7 0-51 0,-2-4-35 16,-4 4-27-16,5-3-23 0,1 3-15 16,0-3-17-16,-1 3-11 0,1-5-10 0,-2 5-8 15,-4-4-3-15,-1 4-10 0,0 0-26 16,0 0-50-16,-7 0-80 0,1 0-92 0,-7 0-104 15,0 0-103-15,0 4-87 0,-7 1-82 16,-5-2-16-16,-2 0 43 0,1 1 76 16,1 3 96-16</inkml:trace>
  <inkml:trace contextRef="#ctx0" brushRef="#br0" timeOffset="20495.5">23901 6752 241 0,'-6'3'335'0,"6"5"53"0,-6-5 35 15,6-3-68-15,6 3-44 0,0 1-15 0,1 1 6 16,0-5 7-16,6 0 0 0,-1 0-9 16,8 0-10-16,-7 0-13 0,7-5-28 15,0 5-45-15,-2-4-41 0,2 4-37 0,0-3-34 16,-1 3-26-16,1-3-22 0,-1 3-14 16,1 0-11-16,0 0-7 0,-8 0-6 0,2 0-16 15,-8 0-38-15,1-4-71 0,-1 4-104 16,0 0-124-16,2 0-154 0,-8-4-176 15,0 4-77-15,6-3 10 0,-6-1 71 0,0 0 107 16,6-4 146-16</inkml:trace>
  <inkml:trace contextRef="#ctx0" brushRef="#br0" timeOffset="20776.93">24572 6584 120 0,'0'2'406'16,"-6"3"52"-16,6-5 43 0,0 0 3 16,6 3-106-16,-6-3-64 0,7 0-23 15,-1 3-2-15,8-3-7 0,-8 0-6 0,7 0-23 16,0 5-38-16,6-5-44 0,-5-5-38 16,5 5-32-16,-6 0-33 0,7-3-27 0,-1 0-23 15,1 3-8-15,-1-5-14 0,1 3-4 16,-8 2-4-16,2-5-12 0,-1 5-30 0,0 0-57 15,-7 0-63-15,1 0-77 0,-7 0-82 16,-7 5-80-16,1-3-65 0,0 3-49 16,-8-2-42-16,2 5-31 0,-2-1 24 0,1-5 59 15,-6 6 77-15,6 1 91 0</inkml:trace>
  <inkml:trace contextRef="#ctx0" brushRef="#br0" timeOffset="21011.27">24611 6722 77 0,'-6'4'301'0,"0"4"58"15,6-6 63-15,6 3-34 0,-6-2-30 16,6-3-3-16,8 4 23 0,-2-4 17 0,1 0 3 16,1 0-10-16,5 0-24 0,-6 0-38 15,7-4-60-15,-1 4-58 0,1 0-53 16,6-3-34-16,-7-2-30 0,1 5-16 0,0-2-15 16,-1-3-15-16,1 5-13 0,-8-3-14 15,2 3 1-15,-2 0-9 0,-5 0-5 16,0-4-19-16,-1 4-33 0,1 0-64 0,-7 0-105 15,0 0-130-15,0 0-142 0,0 0-144 16,0 0-136-16,0-4-26 0,0 1 54 0,0-1 104 16,6 0 130-16</inkml:trace>
  <inkml:trace contextRef="#ctx0" brushRef="#br0" timeOffset="21651.36">25426 6579 241 0,'6'-4'428'0,"7"-3"58"0,-7 0 61 0,1 0-3 15,6 0-89-15,-7-1-55 0,1-3-36 16,0 0-26-16,-1 0-34 0,1 0-57 0,-7 0-58 16,6 0-39-16,-6-1-21 0,0 2-21 15,0 3-16-15,0-3-18 0,-6 1-10 0,-1 6-16 16,1-5-15-16,-1 5-13 0,-6-1-10 15,0 4-3-15,-6 0-5 0,6 0 0 16,-7 4-1-16,0-1-1 0,8 0 2 0,-2 5-1 16,-5 1-1-16,5 1-2 0,8 0 0 15,-6-3-2-15,5 5-3 0,0-1 1 0,7 0 0 16,0-3 4-16,0 2 2 0,7 1 0 16,0 0 0-16,5-4 3 0,2 5 3 0,-2-1 2 15,8-4 3-15,-1 0 8 0,1 0 5 16,6 4 7-16,-7-3 3 0,7-2 4 15,-6 6 4-15,0-1 5 0,5-3 2 0,-5 3-3 16,0 0-2-16,-7 0-5 0,7-1-7 16,-8-3-10-16,2 5-7 0,-8-1-3 15,1 0 0-15,-7-1 2 0,6-2 2 0,-6 3 2 16,-6-3 5-16,6 2 2 0,-7-2-1 16,-6 3-2-16,6-4-1 0,-5 0-4 0,-2 0-3 15,-5 2-2-15,-1-6-4 0,0 4-3 16,8-3-2-16,-14-4 2 0,13 3-1 0,-7-3-1 15,0 0 2-15,1-3 2 0,6-1 3 16,0 0 3-16,-7-2 10 0,14-3 12 0,-7 2 13 16,6-4 10-16,1 1 10 0,-1-2 4 15,7 2 0-15,0-1-7 0,0-5-8 0,7 6-11 16,6-5-7-16,-6 1-11 0,5 2-8 16,8-2-5-16,-7-1 3 0,7 1-6 15,6 3-7-15,-7-4-4 0,7 1-1 0,-6 3-6 16,6-5-26-16,-7 6-31 0,1 2-54 15,0-2-77-15,-8-2-141 0,8 1-187 0,-7 4-220 16,0-4-167-16,-6-4-49 0,5 5 22 16,-5-5 112-16,0 0 177 0,6 0 228 15</inkml:trace>
  <inkml:trace contextRef="#ctx0" brushRef="#br0" timeOffset="22057.33">25803 5854 72 0,'0'0'524'0,"-6"-4"108"16,6 1 90-16,6-2 71 0,-6 2-96 16,7 0-185-16,-1 3-137 0,0 0-83 0,8 3-72 15,-1 0-51-15,6 5-31 0,1 3-10 16,-1 0-8-16,7 3-5 0,-6 5-6 15,13 4-6-15,-7-2-11 0,-1 5-9 0,1 3-10 16,1 3-8-16,-7 2 3 0,6-1 2 0,-7 7 0 16,1 1-1-16,0 3 0 0,-8 0-2 15,1 3-7-15,0-3-1 0,-13 4 6 16,7 0 9-16,-14-4 5 0,1 0 7 0,-8-5 7 16,2 3 2-16,-8-3-3 0,-6-2-5 15,0 0-7-15,0-5-4 0,0 1-9 0,0 0-8 16,0-7-8-16,-7 0-16 0,13-1-4 15,-6-6-7-15,7-1 0 0,-1-4-8 16,8-2-6-16,-2-2 2 0,8-2-7 0,-1-1-23 16,1-2-51-16,6-3-69 0,-6-2-100 15,6 0-171-15,0 0-237 0,6-2-294 0,-6-7-143 16,0 2-28-16,0 0 47 0,0-4 143 16,-6 3 226-16,-1-2 305 0</inkml:trace>
  <inkml:trace contextRef="#ctx0" brushRef="#br0" timeOffset="22947.75">23993 8056 135 0,'6'-12'316'0,"0"1"39"16,-6 0 41-16,8-4-49 0,-8 1-80 0,6 0-42 16,-6 3-12-16,0-4-11 0,0 5-10 15,6-5-10-15,-6 4-9 0,-6 0-2 16,6 4-6-16,-6-6-11 0,6 3-12 0,-8 3-9 15,-4-1-18-15,5 1-17 0,-6 3-19 16,0 1-13-16,1 3-20 0,-2 0-20 16,-5 0-11-16,5 7-7 0,-5 0-3 0,-7 4 7 15,6 3 23-15,1 3 8 0,0 4 14 16,-1 1 14-16,0 4 15 0,1-1 5 0,5 0-7 16,2 4 6-16,5 1 0 0,1 0-4 15,6-5-7-15,0 0 1 0,0 2-7 0,6-5-5 16,7 0-6-16,1-4-4 0,-2 0 0 15,8 1-6-15,-1-5-2 0,7-3-3 0,0 1 2 16,1-5-1-16,5 0-3 0,1-3-1 16,-1-4-2-16,1 0 3 0,-1-4-3 0,1 0-4 15,-1-4 5-15,1 1 2 0,-7 0 5 16,0-4 6-16,-6 0 8 0,-1 0 5 16,-5-4 3-16,-8 1 1 0,0-4-8 0,0-4-12 15,-6 3-10-15,0-6-11 0,-12-1-12 16,6 0-8-16,-8 0-5 0,-5 1-3 0,-1 3-6 15,-6 0-2-15,0 4 0 0,-1 3-1 16,2 4 1-16,-1 0-4 0,0 4-10 0,0 3-29 16,-1 0-38-16,9 1-52 0,-2 3-66 15,7 0-104-15,-1 3-116 0,8-3-99 16,0 4-86-16,6 3-73 0,6-3-64 0,0 0-2 16,8 3 74-16,-1-3 98 0,7-1 109 15,-2 1 114-15</inkml:trace>
  <inkml:trace contextRef="#ctx0" brushRef="#br0" timeOffset="23479.44">24293 7960 370 0,'6'0'467'15,"0"-3"65"-15,0 3 61 0,2-4-78 0,-8 4-94 16,0 0-61-16,6 0-45 0,-6 0-39 16,6 0-40-16,-6 0-36 0,7 4-34 0,-7-1-30 15,6 5-17-15,1-4-13 0,0 6-11 16,-1 1-11-16,0 0-13 0,1 4-11 0,-7 4-11 15,7-1-10-15,-1 0-6 0,0 1 2 16,-6-1 3-16,7 3 1 0,0-2 3 16,-1-1 4-16,1 1 2 0,-1-1 3 0,-6-3-1 15,6-1 0-15,1-2-2 0,0-2-1 16,-7-3-2-16,6 1-8 0,-6-1-4 0,0-4 0 16,6-3 5-16,-6 5 3 0,0-2 4 15,0-3 1-15,0-3-1 0,0 3-6 16,-6-8-11-16,6 1-8 0,0-1-8 0,0-6-7 15,-6-1-3-15,6-3-1 0,0-4-2 16,0 1-2-16,6-6 0 0,-6 5-1 0,6 0 3 16,8 0-4-16,-8 0 2 0,1 4-1 15,6-1 1-15,0 4 0 0,-1-2 0 16,2 6 3-16,-1-4-1 0,0 4 0 0,6 1 0 16,1-2 0-16,0 5 0 0,-8 3 1 15,8 1 0-15,-7 6 0 0,0 1-2 0,0 0 1 16,0 6 0-16,0 1-1 0,-6 4 3 15,5 3 1-15,-4 1 5 0,-8-1 3 0,6 4 4 16,-6-4-1-16,6 4 3 0,-6-3 2 16,0 3-2-16,0-8-4 0,0 4-5 0,0-3 2 15,0 0-4-15,0 0-4 0,0-4 1 16,0-4 0-16,0 0-9 0,0 1-24 0,0-2-34 16,0-1-53-16,0-5-88 0,0 0-128 15,-6 0-128-15,6-5-119 0,0-1-103 16,-6-2-107-16,6-3-11 0,0-1 73 0,0-1 109 15,0-1 128-15,0-6 129 0</inkml:trace>
  <inkml:trace contextRef="#ctx0" brushRef="#br0" timeOffset="23776.1">24865 7803 167 0,'0'-11'351'0,"7"0"54"0,0 4 53 16,-1-4-41-16,-6 3-68 0,6 5-34 15,-6-5-18-15,7 5-18 0,-7 3-20 0,7 0-17 16,-7 0-17-16,0 0-12 0,0 3-7 16,6 5-7-16,-6 3-10 0,0 0-10 15,6 3-12-15,-6 8-14 0,0-4-11 0,0 8-13 16,0 0-7-16,0 3-12 0,0 0-11 16,0 1-10-16,0-1-14 0,0-4-10 15,0 2-14-15,0-2-11 0,0-3-10 0,7 0-9 16,-7-4-7-16,0-3-5 0,0 3-3 15,7-7-3-15,-7 0-7 0,0-3-15 0,0-1-38 16,6 0-63-16,-6-3-121 0,7 0-155 16,-1-8-180-16,-6 4-197 0,14-7-100 0,-8-2-10 15,6-1 81-15,2-5 136 0,5-3 174 16</inkml:trace>
  <inkml:trace contextRef="#ctx0" brushRef="#br0" timeOffset="24338.04">25256 7903 338 0,'-6'3'411'0,"0"0"59"0,-8 5 68 16,8 3-86-16,-1-1-93 0,1 5-16 15,-8 4 4-15,8-1-13 0,6-1-34 0,-6 6-22 16,6-4-10-16,0 2-38 0,0-3-39 16,0 1-31-16,0-4-20 0,6 3-27 0,0-4-20 15,1-2-19-15,6-2-18 0,-6-2-7 16,5-1-9-16,8-3-9 0,-6 0-5 15,-2-2-8-15,8-2-4 0,-1-2-5 0,1-2-6 16,-1-3 0-16,-5-1 7 0,5 2 12 16,-6-7 6-16,0 3 8 0,0-5 11 15,0 1 1-15,-7-5-4 0,8-3-3 0,-8 0-5 16,0 4-2-16,1-4-8 0,-7 4 2 16,7 3-2-16,-7 4-2 0,6 0-3 0,-6 4-1 15,0-1-4-15,0 5-4 0,0 0 0 16,0 3-5-16,0 0-3 0,0 0 0 0,0 6-2 15,-6 2-1-15,6 7-2 0,0-1-2 16,0 4 2-16,0 0 0 0,0 4 2 16,6 1 0-16,-6 3 0 0,0-1 1 0,7 0-2 15,-1 1 1-15,1 4 6 0,-7-1 9 16,6 0 5-16,1 1 6 0,-7-1 8 0,6 0 1 16,0 0 0-16,-6-3 0 0,0 0-2 15,0-5 2-15,0-2 3 0,0-1 5 0,-6 1 2 16,0-4-3-16,-1-1-1 0,-6-3-6 15,7 0-10-15,-7-3-6 0,-1-2-7 0,-5 2-4 16,6-5-3-16,-6 1-1 0,-1-4-1 16,7 0 0-16,-6 0-2 0,-1 0 0 0,7-4-11 15,-7 4-31-15,8-3-47 0,-2-1-70 16,-5 0-118-16,5-2-174 0,8-2-210 16,-6 1-227-16,4-1-88 0,2 1-4 0,0-4 79 15,-1 3 154-15,7 1 210 0</inkml:trace>
  <inkml:trace contextRef="#ctx0" brushRef="#br0" timeOffset="25041.37">25191 9429 224 0,'-6'-14'279'0,"6"-1"23"0,-6 4-39 16,6-3-43-16,-8-1-33 0,8 4-17 15,-6-4-13-15,0 5-6 0,-1-1 5 0,0-1 1 16,1 1-5-16,-1 0-7 0,1 4-10 15,-8 3-11-15,8-3-15 0,-6 3-9 0,-2 1 2 16,-5 3 3-16,5 0 13 0,-4 0 16 16,-2 3 11-16,0 1 12 0,1 3-1 15,-1 4-7-15,1 0-7 0,-1 0-7 0,0 7-10 16,8 1-13-16,-8 3-7 0,7 0 0 16,0 3-3-16,6-3-11 0,1 4-7 0,0-5-9 15,6 2-7-15,0-1-2 0,6-4 2 16,0 0 3-16,8 1 2 0,-2-5 1 0,8-3-2 15,-1 0-2-15,1-3-7 0,6-2-3 16,7-1-3-16,-7-1-3 0,-1-4 1 16,9 0-3-16,-2-4-3 0,-7-1 5 0,2-1 3 15,-1-2 6-15,-6 2 0 0,-1-6 2 16,-6 5 4-16,6-8-4 0,-11 5-5 0,4-9-8 16,-6 4-5-16,-6-3-8 0,0-4-9 15,0 0-12-15,-6 0-6 0,-6 0 1 16,4 0-7-16,-4 4-5 0,-8 4-2 0,7-1-1 15,-7 4-2-15,1 0-10 0,-1 6-12 16,0-2-20-16,2 7-33 0,4 0-45 16,-5 0-53-16,5 0-61 0,8 0-92 0,0 5-104 15,0-3-104-15,6 3-95 0,6-2-80 16,0 5-81-16,0-5 25 0,8 1 85 0,-8-4 116 16,14 4 130-16</inkml:trace>
  <inkml:trace contextRef="#ctx0" brushRef="#br0" timeOffset="25618.99">25341 9305 260 0,'6'-4'440'16,"1"0"63"-16,-1 1 63 0,-6-1-21 0,7 4-93 15,-7-3-65-15,7-2-38 0,-1 5-38 16,-6 0-40-16,6-3-50 0,-6 6-53 16,7-3-41-16,0 5-27 0,-1-2-17 0,0 1-15 15,1 3-9-15,0 5-2 0,-1 1-1 16,1 3 0-16,-1-2 3 0,0 5 2 0,1-1 0 15,-7 4-1-15,7 0 4 0,-1 4 0 16,0-4-3-16,-6-1 1 0,7 5 2 16,0-8 2-16,-7 4 1 0,6-4-2 0,-6-2 2 15,7 2-2-15,-7-7-2 0,0 0-3 16,0-4-7-16,6 3-5 0,-6-5-7 0,0 2-6 16,0-3 0-16,0-1 2 0,0-3 3 15,-6 4 2-15,6-4 0 0,0-4 0 0,-7 4-8 16,7-7-8-16,-6 3-9 0,6-4-3 15,-7-2-5-15,0-5-3 0,7 1 3 0,-6-9-5 16,6 2 2-16,0-2-5 0,0-2-1 16,6-1 0-16,-6 5-3 0,7-1-1 15,0 3-1-15,6-3 1 0,-7 7 2 0,7-3 0 16,0 4 1-16,1-1 2 0,-2 4-1 16,8 0-1-16,-7 4 0 0,7-5-3 0,-1 6 2 15,-6 1 0-15,0 2-3 0,7 3 2 16,-8 3-1-16,-5 2 5 0,6 1-2 15,-6 6 1-15,6-1 4 0,-7 3 0 0,-6 1 1 16,7 3 0-16,-1 0 5 0,-6 1-1 16,6-1 4-16,-6 1 3 0,8 3 2 15,-8-4-6-15,0 0 0 0,0 0-2 0,0-3-2 16,0 0-1-16,0-4-1 0,0 3 2 16,0-2-5-16,0-1-3 0,0-4-19 0,-8 0-33 15,8 0-46-15,0 1-56 0,-6-5-75 16,6-3-109-16,0 0-139 0,0 0-153 0,0-3-139 15,0 0-99-15,0-5-6 0,6-1 71 16,-6 3 130-16,14-5 171 0</inkml:trace>
  <inkml:trace contextRef="#ctx0" brushRef="#br0" timeOffset="26260.01">26037 9356 371 0,'8'-7'460'0,"-8"-4"64"0,6 4 70 0,-6 0-64 15,0-1-79-15,0 5-56 0,6-2-50 0,-6 2-46 16,6-1-54-16,-6 4-70 0,-6 0-56 16,0 0-35-16,0 0-23 0,-2 4-14 15,2-1-10-15,0 2 2 0,-1-2 4 0,-6 7-2 16,6-2-1-16,1 7 5 0,0-1 6 16,0 1-5-16,-2 3 1 0,2 4 2 0,6 0 7 15,-6 1 1-15,6-1 5 0,6-1 10 16,-6 1 5-16,6 0 4 0,-6-3 4 0,14-1 1 15,-8 1-3-15,7-1-7 0,0-4-2 16,0-3-2-16,1 3-7 0,4-6-2 16,-4 0-2-16,5-1-2 0,7-3-8 0,-6-4-11 15,6 0-7-15,-7 0-6 0,7-4-11 16,1 0-5-16,-1 1-4 0,0-5-1 16,-7 0-2-16,7-2-2 0,-6-5 0 0,-1 3-2 15,1-2 1-15,0-4-2 0,-1 0 1 16,-6-4 0-16,0 0 0 0,0-4-1 0,0-4 0 15,-7 5 2-15,1-4-1 0,0 3 2 16,-7 5 1-16,0-1-1 0,0 7 0 0,-7-4-1 16,0 8-1-16,-5 4-1 0,5 0 0 15,-6 3 1-15,0 1 1 0,0 3-1 0,-6 3 1 16,5 1 0-16,2 3-1 0,-2 5-1 16,1-1 1-16,7 3 1 0,-8 1 0 0,8 3 0 15,-6 4-4-15,12-3 4 0,0-2 15 16,0 5 22-16,0-4 27 0,6 5 33 0,6-5 35 15,2-3 26-15,5-1 14 0,1 1 6 16,12-4 0-16,1-4-9 0,13 1-9 16,-1-1-10-16,7-4-16 0,7-3-77 0,0 0-58 15,0-3 0-15,-8-1 0 0,8 1 0 16,-7-5 0-16,-7 1 0 0,1-1 0 16,-7 1 0-16,-6-4 0 0,-1 4 0 0,-6 0 0 15,-6 0 0-15,-1-5 0 0,-5 5 0 16,-8 0 0-16,0 0 0 0,-6 3 0 0,-6-3-193 15,0-1-138-15,-8 1-70 0,-5 3-78 16,-7-2-114-16,0-3-141 0,-7 1-158 0,1 2-92 16,-7-2-3-16,-7 2 72 0,1-6 141 15,-1 5 191-15</inkml:trace>
  <inkml:trace contextRef="#ctx0" brushRef="#br0" timeOffset="27650.14">22774 5535 222 0,'0'0'375'0,"8"0"62"0,-2 0 57 15,-6 0-64-15,0 0-51 0,0 0-18 16,0 0-1-16,0 0-6 0,0 0-11 16,0 4-19-16,-6-4-28 0,-2 3-36 0,8 2-43 15,-6-2-38-15,0 4-28 0,-1 0-19 16,1 1-11-16,-1 4-1 0,0 2 1 0,1-1-2 15,0 10-3-15,0-4-2 0,-2 6-5 16,2-3-14-16,0 4-10 0,-7 0-8 0,6 3-4 16,0-4-10-16,1 5-2 0,6-5 1 15,-6 5-2-15,0-1-1 0,6 0-2 16,-8 0 5-16,8 2 0 0,0 1-1 0,-6 0 3 16,6 5-1-16,0 0 8 0,0 0 7 15,0 2 6-15,0 5 4 0,0 5-1 0,6-2 2 16,-6 4-10-16,0 1-9 0,8 3-12 15,-8-4-12-15,6 5-8 0,-6-6-6 0,6 1-5 16,-6 1-4-16,6-1-4 0,1-4-2 16,-7 5-7-16,0-4 0 0,7-1 1 0,-7 1-1 15,0 0 1-15,0-1-1 0,0 1 5 16,0-1-2-16,0 0-3 0,-7 2-2 16,7-2 0-16,0 1 0 0,0 0 0 0,0 3-1 15,0 0 1-15,7-3-8 0,-7 3 0 0,0 4 0 16,6-4 0-16,-6 0 0 0,7 5 0 15,-7-5 0-15,6 0 0 0,0 0 0 16,2-3 0-16,-2 3 0 0,0-3 0 0,-6 3 0 16,6 0 0-16,1-2 0 0,0 1 0 15,-7 1 0-15,6 1 0 0,-6-1 0 0,7 3 0 16,-7-2 0-16,0 0 0 0,6-1 0 16,-6 0 0-16,0-3 0 0,0 3 0 0,6-3 0 15,-6-1 0-15,0 5 0 0,0-5 0 16,8 2 0-16,-8-2 0 0,0 0 0 0,0 1 0 15,0-1 0-15,0 2 0 0,0-2 0 16,6 0 0-16,-6-3 0 0,0 0 0 0,0 0 0 16,0 0 0-16,0 0 0 0,0 0 0 15,0 0 0-15,0-1 0 0,0-1 0 16,0 2 0-16,6 0 0 0,-6-5 0 0,0 3 0 16,7 1 0-16,-7 1 0 0,7-4 0 15,-1 0 0-15,-6 1 0 0,6-1 0 0,-6-3 0 16,7-4 0-16,-7 3 0 0,6-2 0 15,1-2 0-15,-7 1 0 0,0-4 0 0,7 1 0 16,-7-1 0-16,0 0 0 0,6-3 0 0,-6-3 0 16,0 2 0-16,0-4 0 0,0 2 0 15,-6-1 0-15,6-4 0 0,0 0 0 16,-7 0 0-16,7-3 0 0,-7 0 0 0,7-1 0 16,0-3 0-16,0 1 0 0,-6-2 0 15,6-1 0-15,0-6 0 0,0 0 0 16,0 1 0-16,0 0 0 0,0-4 0 0,0-4 0 15,0 0 0-15,0 1 0 0,-7-4 0 0,7-8-333 16,0 0-370-16,0-4-148 0,0-3-155 16,0-3-104-16,0-8 10 0,0-1 71 15,7-2 153-15,-1-8 199 0,1 1 235 0</inkml:trace>
  <inkml:trace contextRef="#ctx0" brushRef="#br0" timeOffset="29633.69">22697 5594 112 0,'0'0'239'0,"0"0"22"0,-7-4-32 16,7 4-35-16,0-4-39 0,0 2-22 15,-6-3-3-15,6 1-3 0,-7 1 1 0,7-1 0 16,-7 0 2-16,7 1 6 0,-6-1 9 16,6 4 7-16,0-4 1 0,0 4-4 0,0-3-8 15,0 3-6-15,6 0-4 0,1 0 6 16,0 0 12-16,6 0 15 0,-1 0 14 0,8 0 6 15,6-3-1-15,1 3-9 0,5 0-14 16,1-5-15-16,5 2-10 0,1-1-10 16,7 1-4-16,7-5 0 0,4 8-4 0,2-7-8 15,6 3-6-15,8 4-7 0,4-3-12 0,-5-1-12 16,6 1-12-16,1-2-10 0,-2 2-8 16,8-4-5-16,-6 3-6 0,12 0-2 0,-7 1 4 15,1-1 4-15,-7 0 4 0,0 1 2 16,1-2 7-16,-2 3-1 0,-4 2-3 15,-2-5-7-15,7 5-4 0,0-3-1 0,0 3-5 16,-6 0-3-16,6-3-1 0,0 3 3 16,0 0 4-16,-6 0 3 0,6 0 1 15,-6 0 5-15,0 0 3 0,-1 3 2 0,1-3-4 16,-1 3-3-16,1 2-1 0,0-5-2 16,-7 2-7-16,0 3-4 0,0-2 0 0,-6-3-1 15,0 0-1-15,-1 4-2 0,0-4 0 0,1 0 0 16,7 0 0-16,-9 4-3 0,2-4-4 15,0 0-1-15,0 3-1 0,-1-3-1 16,1 0-5-16,0 0-1 0,-7 0 1 0,0 0 0 16,0 0 1-16,0-3 0 0,0 3 3 15,-6-4 1-15,5 4-1 0,2-4 1 0,-7 1-4 16,5-2 0-16,2 3 0 0,-1 2 2 16,-1-5 4-16,2 2 3 0,-7 3 4 0,5 0 2 15,-5-3-1-15,-7-2-1 0,0 5-2 16,1-3-5-16,-1 3-2 0,0-4-4 15,-7 4-2-15,1-4-1 0,-1 1-6 0,1-1 3 16,-7 1 2-16,0 3-23 0,0-5 12 16,0 2 3-16,1 0 8 0,-9 3 0 0,2-4 1 15,-7 4 27-15,1-4-7 0,-8 4 0 16,0 0-1-16,1 0-1 0,0 0-2 0,-7 0-3 16,6 0-7-16,-6 0-3 0,0 0-4 15,0 0 1-15,0 0-3 0,0 0 0 0,0 0 0 16,-6 4 3-16,6 0-1 0,-7-1-2 15,7 0-2-15,-7 2 0 0,1-2 5 16,6 4-7-16,-6-3 2 0,-2 3-1 0,2 1 2 16,-7 0 0-16,7 2-5 0,-1-2 3 15,0 3 2-15,-5-1-2 0,6 2 2 0,-8-1 0 16,8 0 2-16,-8 4-2 0,8-1 1 16,-7 0 4-16,0 1-3 0,0 4 1 0,7-1-2 15,-8 3-1-15,8 2 0 0,-7 3-2 16,7-1 1-16,-1 5 0 0,0-1 1 15,1 0 1-15,0 3-2 0,-2 2 1 0,2 3-1 16,6 3 1-16,-6 0 0 0,6 3 2 16,0-1 1-16,0 5 0 0,0-3 1 15,0 7 0-15,6-4-1 0,-6 5-3 0,0 0 0 16,6 2-2-16,-6-2 0 0,8-1-4 16,-2 0 3-16,-6 1 2 0,6 2 1 0,-6-3 2 15,7 1-1-15,0 2 4 0,-7-2-3 16,6 3-1-16,-6 0 2 0,6 0 1 0,1 0 3 15,-1 0 0-15,-6 0 5 0,7 0 2 16,0 4 5-16,-1-5 2 0,0 1 0 0,1 1 3 16,0 2 1-16,-1 0 5 0,0 1-3 15,1 4-2-15,-1-1-1 0,1 0-2 0,0 1 4 16,-1-1-6-16,0-1 6 0,2 2 7 16,-2-1 7-16,-6 0 2 0,6 1 3 0,0 4 2 15,1-6-4-15,0 5-21 0,-1-4-22 16,-6 5 0-16,7-5 0 0,-1 1 0 15,-6-2 0-15,6 1 0 0,-6-3 0 0,8 0 0 16,-8 0 0-16,0-1 0 0,6-3 0 16,-6 4 0-16,0-1 0 0,0 1 0 0,0 3 0 15,6-3 0-15,-6 0 0 0,0 3 0 16,7-4 0-16,0 1 0 0,-7 3 0 0,6-3 0 16,0-1 0-16,1 4 0 0,-1 1 0 15,-6 4 0-15,7-6 0 0,0 2 0 0,-1-1 0 16,0-4 0-16,1 5 0 0,0-5 0 15,-1-3 0-15,0 0 0 0,1 1 0 0,-7-5 0 16,6 0 0-16,1-1 0 0,0-5 0 16,-1 2 0-16,-6-6 0 0,6-1 0 0,2-3 0 15,-8-1 0-15,6-7 0 0,-6-2 0 16,6-6 0-16,-6-2 0 0,0-1 0 0,0-7 0 16,0-1 0-16,0-2 0 0,0-4 0 15,-6-1 0-15,0-6 0 0,-2-1 0 16,-4-4 0-16,-2 2 0 0,1-5-437 0,1-1-116 15,-8-2-93-15,0-1-114 0,1-3-131 16,-1 4-112-16,-6-4-7 0,0 2 57 0,1 2 138 16,-9-1 177-16,-5 0 206 0</inkml:trace>
  <inkml:trace contextRef="#ctx0" brushRef="#br0" timeOffset="31055.22">23114 11206 68 0,'-7'-7'194'16,"0"-3"-7"-16,1 2-28 0,-8-4-35 0,8 1-17 16,-6 0-21-16,-2-4-5 0,8 5 3 15,-7-5 13-15,7 4 5 0,-8 4 1 0,8-4-4 16,0 7 0-16,-2-2 0 0,2 2-4 15,0-1-1-15,-1 5 2 0,7-3 3 16,-6 3 2-16,6-3-2 0,0 3-6 0,0 0-4 16,-7 0-7-16,7 0-8 0,0 0 5 15,0 0 21-15,7 3 43 0,-7-3 74 0,6 3 57 16,1 2 43-16,5 2 23 0,2-4-1 16,-2 1-24-16,15 3-53 0,-1-3-44 0,6 3-27 15,7-3-20-15,7 3-18 0,-1-3-13 16,2 0-12-16,4 3-12 0,8-7-7 15,-7 4-8-15,7-4-4 0,-1 3-6 0,7-3-4 16,0-3-6-16,7 3-7 0,6 0-10 16,-6 0-11-16,6 0-9 0,0 0-9 15,1 0-7-15,-2 3-2 0,-4-3 0 0,4 0 3 16,2 3 4-16,-8-3 6 0,8 5 6 16,-8-2 3-16,8 1 0 0,-2-1 3 0,-5 1 2 15,0 0 0-15,-1-1 1 0,-6-3 4 16,8 4 1-16,-16 0-1 0,9-1 0 15,-8-3-5-15,1 4-5 0,-1-4-3 0,1 3-1 16,-7 2-2-16,7-5-1 0,0 3 3 16,0-3 1-16,-8 5 2 0,1-2-1 0,1-3-26 15,-8 3-20-15,1 1 0 0,-1-4 0 0,1 4 0 16,-7-1 0-16,0-3 0 0,0 4 0 16,1 0 0-16,-2 0 0 0,1-4 0 15,0 3 0-15,1 1 0 0,-1-4 0 0,-1 3 0 16,8 1 0-16,-7-4 0 0,6 4 0 15,-5-1 0-15,-1-3 0 0,0 4 0 0,7-4 0 16,-7 4 0-16,0-4 0 0,0 3 0 0,0-3 0 16,0 0 0-16,0 3 0 0,-7-3 0 15,8 0 0-15,-1 4 0 0,0-4 0 16,1 0 0-16,-2 5 0 0,1-5 0 0,0 0 0 16,1 3 0-16,-1-3 0 0,-1 0 0 15,1 3 0-15,-6-3 0 0,0 0 0 16,0 0 0-16,-1 0 0 0,1 0 0 0,-7 4 0 15,-1-4 0-15,1 0 0 0,-6 0 0 16,6 0 0-16,-7 0 0 0,1 0 0 0,0 0 0 16,-1 0 0-16,1 0 0 0,0 0 0 0,-1 0 0 15,1-4 0-15,-8 4 0 0,8 0 0 16,-1 0 0-16,-5 0 0 0,6 0 0 16,-8 4 0-16,1-4 0 0,0 0 0 0,0 0 0 15,1 0 0-15,-2 0 0 0,2 0 0 16,-2 0 0-16,1 0 0 0,1 0 0 0,-2 0 0 15,2 0 0-15,-8 0 0 0,7 0 0 16,0 0 0-16,-6 0 0 0,5-4 0 16,-4 4 0-16,-2 0 0 0,0 0 0 0,0 0 0 15,-6 0 0-15,7 0 0 0,-7 0 0 16,7 0 0-16,-7 0 0 0,0 0 0 0,0 0 0 16,0 0 0-16,0 0 0 0,0 0 0 15,6 0 0-15,-6-3 0 0,0 3 0 0,0 0 0 16,0 0 0-16,0 0 0 0,7 0 0 15,-7 0 0-15,0 0 0 0,0-3 0 0,0 3 0 16,-7 0 0-16,7-5 0 0,0 1 0 16,-6 1 0-16,6-4 0 0,-14 3-313 0,8-3-124 15,0 3-69-15,-8-3-128 0,2-4-168 16,-2 4-188-16,1-4-54 0,1 0 20 0,-2-4 85 16,2 4 168-16,5-4 223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1:14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6512 6894 186 0,'0'4'216'0,"0"-4"-12"0,0 4-45 16,0-4-22-16,0 4-10 0,0-4-15 15,0 0-20-15,0 0-15 0,0 0-13 16,0 0-8-16,-6 0-4 0,6 0-6 0,0-4-8 16,0 4-7-16,0 0-3 0,0 0-1 15,0 0-2-15,0 0 1 0,0 0 0 0,0 0 2 16,0 0 1-16,0 0-2 0,0 0-2 16,0 0-2-16,0 0 0 0,0 0 0 15,0 0-1-15,0 0 2 0,-7 0-1 0,7 0 0 16,0 0-2-16,0 0-1 0,0 0-2 15,0 0-1-15,0 0 0 0,0 0-2 0,0-4-1 16,0 4 0-16,-6 0-1 0,6 0-5 16,0 0-1-16,0 0-3 0,0 0-1 0,0-4 0 15,0 4-3-15,0 0 1 0,0-3 1 16,0 3 0-16,0 0 0 0,0-5 0 16,0 5-2-16,0-2-12 0,6 2-34 0,1-5-62 15,-7 2-97-15,6 3-108 0,7-4-57 16,-6-3-19-16,6 3 17 0,0 2 54 0</inkml:trace>
  <inkml:trace contextRef="#ctx0" brushRef="#br0" timeOffset="968.53">9424 6781 178 0,'0'0'216'0,"0"0"-15"15,-7 4-41-15,7-4-35 0,0 0-27 32,0 0-19-32,0 0-12 0,0 0-9 0,0 0-8 0,0 3-8 0,0-3-4 0,0 0-5 15,0 0-4-15,0 0-3 0,0 0-1 0,0 0 0 16,0 0 2-16,0 4 0 0,0-4-1 15,0 0-2-15,0 0-3 0,0 0-3 16,0 0-5-16,0 0-5 0,0 0 1 0,0 0-2 16,0 3-1-16,0-3 0 0,0 0 1 15,0 0 9-15,0 0 0 0,0 0 6 0,0 0 4 16,0 0 3-16,0 0 1 0,0 0-6 16,0 0-2-16,0 0-4 0,0 0-5 15,0 0-4-15,0 0-1 0,0 0-2 0,0 0-1 16,7 0-1-16,-14 0-3 0,7 0-1 15,0 0-1-15,0 0 1 0,0 0 0 16,0 0 0-16,0 0 2 0,0 0-1 0,0 0 4 16,0 0 0-16,0 0-3 0,0 0-1 15,0 0-1-15,0 0-2 0,0 0-4 0,0 0-12 16,-6-3-34-16,6 3-73 0,0 0-124 16,-7 0-64-16,7 0-36 0,-7-4-4 15,1 1 24-15</inkml:trace>
  <inkml:trace contextRef="#ctx0" brushRef="#br0" timeOffset="1937.62">5594 12191 335 0,'-7'-10'400'0,"1"-1"46"0,-1 0 56 0,1-1-75 15,0 2-40-15,-1-1-3 0,0 3 8 16,1 2-5-16,6-3-30 0,-6 6-62 16,6 0-71-16,6 3-49 0,0 3-33 0,1 5-11 15,0 2 1-15,12 5 20 0,-6 4 9 16,6-1-2-16,1 8-5 0,0-6-8 0,-1 3-10 16,1 3-15-16,-1-8-10 0,7 5-3 15,-6-6-1-15,6-1 2 0,0-9 6 16,7 0 9-16,-1-7 10 0,1-4 0 0,12-11-3 15,1-7-6-15,-1-3-6 0,14-12-11 16,0-3-16-16,12-11-9 0,1-8-10 0,12-7-16 16,1-10-10-16,13-6-10 0,6-1-2 0,-6 2-7 15,6 0-6-15,1 4-1 0,-2 4-5 16,-5 4 2-16,-7 3-6 0,0 3-1 16,-12 8 1-16,-1 8 2 0,-13 3-3 0,-13 7-3 15,0 8-3-15,-13 3-1 0,0 7-2 16,-13 5 0-16,-6 3 1 0,-1 0-5 0,1 8-4 15,-14-2-14-15,8 5-39 0,-8 5-72 16,-6 2-104-16,-6 0-117 0,-1 8-256 16,-12 0-333-16,-1 2-186 0,-6 6-46 0,-13-1 42 15,0 0 86-15,-14 0 243 0,1-1 339 16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0:34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6467 7374 103 0,'0'-11'254'0,"6"1"42"0,-6 2-6 0,0-3-35 15,6 1 1-15,-6-3 21 0,0 3-12 16,0-1 11-16,0 0 35 0,0-1 31 0,0 2 15 16,0 0 0-16,0-6-5 0,0 5-20 15,0 4-52-15,0-3-54 0,0 1-49 16,0 3-45-16,0 2-35 0,0 4-32 0,0 4-24 15,0 2-13-15,8 6 0 0,-8 2 5 16,0 4 11-16,6 8 16 0,-6 0 11 0,6 8 3 16,-6-2 1-16,7 4-7 0,-7 1-9 15,0 0-9-15,6 3-8 0,-6 1-2 16,0-6-5-16,7 2 3 0,-7-3-3 0,6-1-2 16,-6-4 6-16,7-3 2 0,-7-4 3 15,0-4 2-15,0-3 11 0,6-1 22 16,-6-2 22-16,0-6 17 0,0-2 12 0,0-4 5 15,0 0-4-15,0-7-20 0,0 0-28 16,0-8-22-16,0 0-17 0,0-7-13 0,0 0-12 16,0-7-5-16,-6-4-4 0,6-4-4 0,0 0-2 15,0-3-6-15,0 4 1 0,0-1-2 16,0 8 0-16,0-1 2 0,0 8-2 16,0 5 4-16,0 5-4 0,0 1-11 0,-7 8-24 15,7 3-38-15,0 3-49 0,0 8-58 16,-6 1-69-16,6 2-91 0,0 0-142 0,0 5-164 15,0-2-178-15,6 3-110 0,1 2-17 16,-7-1 53-16,6-3 138 0,8 5 189 16</inkml:trace>
  <inkml:trace contextRef="#ctx0" brushRef="#br0" timeOffset="1593.62">7893 7638 263 0,'7'0'388'15,"-7"0"68"-15,0-3 77 0,0-1-30 0,0 1-15 16,0-9-7-16,-7 4-8 0,7 2-29 16,0-5-52-16,-7-4-73 0,7 4-81 0,-6-4-57 15,0 0-44-15,-1 1-28 0,0-1-13 16,1 1-17-16,0-4-13 0,-1 2-9 15,-6 2-13-15,0-1-9 0,0 4-10 0,-6 0-12 16,5 4-2-16,1 4-6 0,-7 3 8 16,2 3-4-16,-2 1-5 0,-7 6-2 0,8 1-1 15,0 8-1-15,-1-2-11 0,7 6 4 16,0 3 5-16,0 3 3 0,7 0 4 16,-2 0 0-16,8 2 0 0,0-3-1 0,0-2 0 15,8-1 4-15,-2-3 5 0,7-2-2 16,-6-3 9-16,5-5 9 0,8-2 3 0,-7-2 3 15,7-5-1-15,6-3 6 0,-7 0-6 16,1-3-5-16,6-5-1 0,-7-2-4 16,1-2-2-16,0 1 1 0,-1-3 8 0,-6-1 1 15,0-4 1-15,0 1 6 0,0 1 8 0,-7-2 0 16,-6-3-1-16,7 4 0 0,-7-4-3 16,0-1-3-16,0 5 0 0,0 0 2 0,0 3-3 15,0 4-2-15,-7 4-5 0,7 3-7 16,0 1-8-16,-6 6-9 0,6 5-7 15,0 2-1-15,-6 5 2 0,6-1 2 0,0 9 4 16,6 3 0-16,-6-4 4 0,6 7 4 16,1-3 3-16,0-1 0 0,6 0 1 15,-1 1 7-15,8-4 1 0,0 0 2 0,-1 0-1 16,1-4-2-16,6-7-4 0,0 4-4 16,7-8-17-16,-1 1-32 0,-6-8-54 0,7 0-68 15,-8-4-73-15,9-7-91 0,-9 4-116 16,1-8-111-16,-6 1-86 0,-7-5-54 0,7 1-19 15,-14-4 25-15,0-1 77 0,1 2 111 0,-14-5 134 16,7 0 144-16,-6-2 123 0,0 1 102 16,-1 1 102-16,-6 5 83 0,6-1 68 15,-5 4 50-15,4 0 70 0,2 3 72 0,-6 5 30 16,5-2 10-16,0 4-21 0,1-3-39 16,6 8-86-16,-7 0-103 0,7-2-79 0,0 5-55 15,0 5-27-15,0-2-13 0,0 4 3 16,7 3 5-16,-1 7 20 0,1 0 17 15,0 5 0-15,-1-4-3 0,6 8-9 0,-4-5-5 16,-2 5-12-16,0-3-13 0,7 2-11 16,-6 1-8-16,0-4-7 0,-1 0 0 0,0 1 0 15,1-6-6-15,-7 2 0 0,7-5 10 16,-7-3 18-16,6 1 26 0,-6-6 28 16,0-2 20-16,0 0 9 0,0-4-1 0,-6-4-16 15,6-3-29-15,-7-5-84 0,0-2-28 16,1 0 0-16,0-8 0 0,-1-5 0 0,7-2 0 15,-7 0 0-15,7 0 0 0,0-1 0 16,0 2 0-16,7 2 0 0,-7 0 0 0,13 4 0 16,-7 4 0-16,8 3 0 0,-2 0 0 15,8 7 0-15,-7 2 0 0,7 6 0 0,-1 3 0 16,1 0 0-16,-7 10 0 0,6 1 0 16,-5 4 0-16,5 0 0 0,-6 5 0 0,-7-2 0 15,7 5 0-15,-7-1 0 0,8 1 0 16,-1 4 0-16,-6-5 0 0,5-3 0 0,-5 5 0 15,6-10 0-15,0 5 0 0,0-7-65 16,6 0-22-16,1-5-7 0,-1 1 4 16,1-7 5-16,0-4 9 0,-1 0 12 0,1-7 12 15,0-1 13-15,-1-2 6 0,1-5 10 16,-1 0 8-16,-6-7 8 0,0 5 4 0,-7-6 3 16,1-3 2-16,0 1 0 0,-7-1 0 15,0 5 2-15,0-2 2 0,-7 0 1 0,0 6 2 16,1 2-2-16,-1 4 0 0,-5 4 0 15,-8-1-2-15,7 8-4 0,-7 0-3 0,1 8 4 16,6-1-1-16,-7 8-2 0,7-1-1 16,0 4 1-16,7 4 3 0,-1 1-2 0,7-1 3 15,0 0 8-15,0 3 5 0,7-3 5 16,-1 0 6-16,7 0 7 0,0-3 6 0,1-1 3 16,-2-3 2-16,8-1 1 0,-7-3 2 15,7 0 3-15,-8-8 3 0,2 1 8 16,5 0 8-16,-6-8 9 0,6-3-54 0,-5 0-25 15,-2-4 0-15,2-3 0 0,-8-5 0 16,1-3 0-16,5-4 0 0,-4-3 0 0,-8 0 0 16,0-8 0-16,6-4 0 0,-6-2 0 15,0-1 0-15,-6 0 0 0,6 3 0 0,0 1 0 16,0 4 0-16,0 6 0 0,-8 0 0 16,8 12 0-16,0 0 0 0,0 7 0 15,0 0 0-15,0 8 0 0,0 6 0 0,0 5 0 16,8 6 0-16,-8 4 0 0,6 5 0 15,-6 6 0-15,6 0 0 0,0 4 0 0,2 4 0 16,-2 3 0-16,7 0 0 0,-7 1 0 16,1-1 0-16,0 0 0 0,-1 1 0 0,0-5 0 15,0 1 0-15,2-4 0 0,-2-3 0 16,0-2 0-16,1-2 0 0,6-3 0 0,-6-2-381 16,-1-6-205-16,7-4-194 0,0-4-213 15,0-3-131-15,7-4-8 0,0-8 64 16,-2-3 141-16,9 1 220 0,-1-9 271 0</inkml:trace>
  <inkml:trace contextRef="#ctx0" brushRef="#br0" timeOffset="1952.66">9671 7458 135 0,'-6'-14'567'0,"6"2"110"16,-7 2 69-16,7 2 43 0,-7 1-146 0,1 7-173 15,-1 0-131-15,7 4-75 0,-6 3-40 16,6 4-17-16,-6 4-1 0,12 2-13 0,-6 10-13 15,6 2-10-15,1 1-8 0,6 2-11 16,0-3-16-16,0 5-11 0,7-4-19 16,-8-5-5-16,8 0 1 0,6-6 3 0,-6-1 3 15,-1-3 1-15,7-4 8 0,-6-4 4 16,6-3 3-16,-7-8 7 0,7 0 10 0,-6-3 11 16,-1-4 11-16,1-4 12 0,-7-4-106 15,0 1-68-15,0-3 0 0,-7-1 0 16,2-4 0-16,-8 1 0 0,0-5 0 0,-8-3 0 15,-4 0 0-15,-1 0 0 0,-7-1 0 16,-6 5 0-16,6 4 0 0,-5 3 0 0,-8 8 0 16,1 3 0-16,-2 4 0 0,-4 3 0 0,-8 4 0 15,0 4 0-15,1 3-81 0,-1 0-417 16,1 8-112-16,-1 0-122 0,-6 2-141 16,6 5-153-16,1 0-27 0,-7 4 45 0,6 3 112 15,-6 0 161-15,6 1 211 0</inkml:trace>
  <inkml:trace contextRef="#ctx0" brushRef="#br0" timeOffset="2655.92">6682 8741 312 0,'-59'26'488'0,"14"-5"41"16,5-2 22-16,14-5-37 0,13 1-175 16,7 0-68-16,19-4 10 0,6-4 28 0,14 0 33 15,12-3 26-15,14-4-4 0,13-4-42 16,19 0-59-16,7-2-48 0,12-6-36 0,14 1-29 16,7-3-18-16,11-5-15 0,8-3-13 15,13-3-12-15,7-5 1 0,6-3-9 0,-1 1-5 16,7-10-4-16,1 3 1 0,6-5 1 15,-13 0-10-15,0 0-7 0,-7 0-2 0,-6-4-2 16,-7-3-4-16,-7 3-10 0,-11-6 3 16,-8-2 6-16,-7-2 4 0,-11-5 1 0,-15 2 1 15,-6-5 11-15,-13-1-2 0,-12-2-7 16,-15-4-5-16,-5-5-8 0,-13-2-8 0,-14-4-14 16,-6 0-9-16,-13 3-5 0,-13-3-5 0,-20 7-3 15,-5 1-2-15,-21 5-2 0,-19 2-3 16,-7 3 1-16,-20 7 1 0,-11 0-3 15,-15 8-1-15,-18 7-3 0,-1 4 7 0,-13 7-4 16,-6 7-1-16,-7 4-2 0,0 12 7 16,-13 5 5-16,-6 10-7 0,-8 9-2 0,-4 8 4 15,-8 4 2-15,-6 11-6 0,-2 9-5 16,2 10 10-16,0 9 4 0,0 8-4 0,12 16-2 16,7 2 4-16,20 9 4 0,12 2-7 0,20-2 1 15,14 5 2-15,19-2 4 0,25 0-3 16,7-5 0-16,20 1 1 0,20-3-4 0,19-2 2 15,13-5 1-15,20-1-1 0,18-5 1 16,9-2 3-16,17-7-3 0,1-1 4 16,13-11-2-16,14-3 2 0,5-8-1 0,7-3 1 15,14-8 4-15,5-3-2 0,8-12 13 16,5-3 14-16,14-4 17 0,0-7 13 0,-1-6 10 16,2-2 10-16,-2-6-5 0,-12-5-11 0,-7-3-11 15,0-4-52-15,-13 1-5 0,-6-8 0 16,-7 3 0-16,-19 1 0 0,-7 0 0 15,-6-1 0-15,-14 5 0 0,-6-1-123 0,-6 4-144 16,-14 0-156-16,1 0-230 0,-7 4-273 16,-7-5-191-16,-6 6-49 0,-6-2 47 15,0 1 122-15,-7 0 217 0,-7-2 285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3:43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11130 5400 7 0,'-7'3'282'0,"7"1"51"16,-6 0 38-16,6-4-44 0,-6 3-26 0,6-3-31 15,-7 3-23-15,7-3-1 0,0 0 18 16,0 0 23-16,0 5 24 0,7-5-1 15,-7-5-16-15,6 5-29 0,0 0-43 0,8-3-47 16,-2 0-54-16,1-1-35 0,7 0-24 16,-6 1-24-16,4-1-12 0,2-3-11 0,-1 3-4 15,7-3-5-15,-6 3-1 0,7-3 2 16,-9 3-7-16,2 0-20 0,0 4-52 0,-7-3-85 16,-1 3-93-16,-4 0-87 0,-2 0-93 15,-6 0-86-15,-6 3-85 0,-2 1-15 0,-4 3 36 16,-1-3 62-16,-7 3 80 0,8 1 97 15</inkml:trace>
  <inkml:trace contextRef="#ctx0" brushRef="#br0" timeOffset="234.31">11156 5532 381 0,'-7'3'452'16,"7"1"50"-16,0-1 42 0,0-3-111 0,0 5-101 15,7-5-65-15,-1 0-45 0,1 0-30 16,0 0-26-16,5 0-26 0,2 0-26 15,-2-5-25-15,8 5-19 0,-7 0-18 0,7-3-12 16,-1 3-12-16,-6-4-8 0,7 4-8 16,-7 0-3-16,-1-3 0 0,-4 3 1 0,4 0 5 15,-5 0 11-15,-7 0 14 0,6-4 4 16,-6 4-6-16,0 0-19 0,0-4-47 16,-6 4-80-16,-1 0-96 0,1-3-110 0,-8 3-115 15,8 0-143-15,-6 0-55 0,5-4 15 16,-6 4 58-16,0 0 87 0</inkml:trace>
  <inkml:trace contextRef="#ctx0" brushRef="#br0" timeOffset="2109.42">12146 5378 210 0,'-7'0'335'0,"1"-4"36"16,0 4 18-16,6-4-72 0,-7 4-59 15,7-3-36-15,-7 3-16 0,1-4 1 0,6 4 11 16,0-4 14-16,-7 1 6 0,7 0 11 16,0-2 14-16,0 2-1 0,-6-4-15 15,6 3-27-15,0-3-31 0,0 3-28 0,0-3-30 16,0 2-24-16,0-2-20 0,0 4-14 15,0-5-8-15,6 5-11 0,-6-5-7 0,7 1-8 16,-1 4-8-16,1-5-6 0,6 1-3 16,0-1-4-16,6-3-6 0,-6 4-1 15,13-1-2-15,-6 2-1 0,6 2-1 0,-7-3-2 16,7 3 1-16,-6 0-2 0,0 1 1 16,5 3 0-16,-11 0 2 0,5 0-1 0,1 3 0 15,0 1-2-15,-8 0-1 0,2 3 0 16,-1 0-2-16,-1 1 2 0,2 2 0 0,-8 1 3 15,0 4 1-15,1-4 5 0,0 4 4 16,-7 4 6-16,0-5 2 0,-7 4 1 0,0 0-1 16,1-3-11-16,-7 3-3 0,0 1-6 15,0-5 3-15,0 4-3 0,-6 0 0 16,-1 1 7-16,0-4-1 0,1 0 0 0,-1 3-5 16,1-4-1-16,-7-3 1 0,12 4-5 15,-4-8 2-15,-2 4-3 0,7 1 0 0,-1-5 3 16,8-3 3-16,0-2 4 0,0 7 4 15,-2-6 8-15,2-3 7 0,6 4 11 0,-6-4 9 16,6 0 9-16,0 0 8 0,6 0 2 16,-6 0-3-16,6 0-14 0,8-4-10 0,-2 1-8 15,8-1-12-15,-1-1-6 0,7-1-7 16,-6 2 1-16,13-3-2 0,-7 3-6 16,0 0 0-16,-1-3 0 0,2 3 3 0,-1 1-1 15,0-1 4-15,0 0 1 0,0 4 3 16,-7-3 12-16,1 3 0 0,0 0 7 0,-1-4 1 15,-5 4 3-15,-2 0 0 0,2 0-7 16,-1 0 1-16,-7 0-4 0,0 0 0 0,-6 0-1 16,7 0-1-16,-7 0-2 0,0 0-1 15,0 0-1-15,0 0-4 0,0 0-6 0,0 0-5 16,-7 4-14-16,7-4-35 0,-6 3-57 16,6-3-78-16,-6 0-126 0,6 0-164 15,0 0-204-15,-7 0-211 0,7-3-76 0,0-1 11 16,0 0 88-16,7 1 147 0,-7-5 207 15</inkml:trace>
  <inkml:trace contextRef="#ctx0" brushRef="#br0" timeOffset="3749.67">12966 5517 124 0,'0'4'345'0,"-6"-4"49"0,6 3 41 16,0-3-37-16,-6 0-66 0,6 4-29 0,0-4 8 16,0 0 24-16,-7 0 24 0,7 0 10 15,0 0-1-15,0 0-10 0,0 0-43 0,0 0-47 16,0 0-36-16,0 0-29 0,0 0-24 15,0 0-28-15,0 0-7 0,0 0-6 16,0 0-9-16,7 0-10 0,-7 0-6 0,0 0-8 16,0 0-11-16,0 0-12 0,0-4-11 0,6 4-13 15,-6 0-17-15,0-3-14 0,0 3-8 16,6-4-9-16,-6 4-11 0,0-4-22 0,0 4-36 16,0-3-50-16,0 3-64 0,0 0-86 15,0 0-115-15,0 0-117 0,0 0-118 0,0 0-122 16,0 0-118-16,0 0-10 0,0 0 66 15,7 0 111-15,-1-4 137 0</inkml:trace>
  <inkml:trace contextRef="#ctx0" brushRef="#br0" timeOffset="4311.5">13325 5231 227 0,'0'-14'386'0,"6"3"53"0,-6 0 52 16,0-4-40-16,0 8-83 0,0-5-22 0,0 5-11 15,0-4-18-15,-6 4-27 0,6-1-34 16,0 5-39-16,-7-5-54 0,0 5-39 0,7-1-34 16,-6 4-25-16,0 0-17 0,0 0-27 15,-2 0-10-15,2 4 1 0,-7 4 4 0,7-2 4 16,-8 2 6-16,8 3 15 0,-6 1 13 15,4 2 0-15,-4-1 2 0,5 7 4 16,0-6 5-16,1 4-4 0,-1 1 3 0,7 3 3 16,-6-4 5-16,6 4 1 0,0-3 1 15,6 2 4-15,-6-2-5 0,7 3 3 16,-1-5-5-16,8 2-2 0,-8-4-3 0,8 3-8 16,-2-3-3-16,8-4-9 0,-7 4-1 15,7-4-3-15,-2-4-3 0,2 0-3 0,-1 0-3 16,1-2-3-16,0-5-1 0,-1 0 2 15,1 0 5-15,0-5 2 0,-1-2 8 16,1 0 14-16,-1 0 11 0,0-4 14 0,-5-1 11 16,-1 2 14-16,-1-5 6 0,2-4 2 15,-2 1-1-15,-4-4-11 0,-2 0-14 0,-6 0-10 16,0-3-11-16,0-1-15 0,-6 0-4 0,-2 5-5 16,2-5-2-16,0 3 0 0,-8 6-1 15,2-3-3-15,-8 7-7 0,7-6-6 16,-7 8-6-16,1 0-8 0,-1 1-6 0,8 2-3 15,-8 1-4-15,0 3-7 0,1 4-31 16,-1 0-58-16,8 0-83 0,-8 4-109 0,7-1-160 16,-1 4-229-16,2 1-259 0,-8-1-149 15,7 4-25-15,0-3 50 0,0-5 131 16,1 4 220-16,-8-3 281 0</inkml:trace>
  <inkml:trace contextRef="#ctx0" brushRef="#br0" timeOffset="4967.58">11671 6286 215 0,'-7'4'424'0,"1"-1"60"0,6-3 55 15,-7 0-30-15,7 4-77 0,0-4-61 16,0 0-41-16,7 0-33 0,-1 0-34 0,1 0-40 15,-1 0-51-15,7 0-46 0,0 0-41 16,0 0-26-16,0-4-18 0,6 4-17 0,-5 0-11 16,6 0-7-16,-1 0-18 0,0 0-50 15,-6 0-82-15,1 0-92 0,-2 0-108 0,2 0-118 16,-14 4-121-16,0 0-66 0,0-1 19 16,-14 4 59-16,2-2 92 0,-2 2 109 0</inkml:trace>
  <inkml:trace contextRef="#ctx0" brushRef="#br0" timeOffset="5170.64">11605 6469 254 0,'0'8'480'0,"-6"-1"79"0,6-3 80 15,0-1 11-15,0-3-104 0,0 0-89 16,6 4-66-16,1-4-59 0,5-4-63 16,2 4-73-16,-1-3-58 0,7-1-44 0,-1 1-31 15,7-1-21-15,0 0-18 0,0 0-6 16,-6 1-5-16,6-2-7 0,-1-2-3 0,-5 4-3 15,0-1 0-15,-1 1-20 0,-5 3-26 16,-2-4-47-16,-5 0-64 0,0 2-84 0,-1 2-94 16,-6-5-103-16,6 1-109 0,-6 1-113 15,0-5-22-15,-6 5 40 0,6-5 73 0,0-3 105 16</inkml:trace>
  <inkml:trace contextRef="#ctx0" brushRef="#br0" timeOffset="5827.29">12387 6194 427 0,'-7'-8'501'0,"7"2"61"0,-6-5 81 0,0 3-32 15,6-3-117-15,-8 4-66 0,8 0-34 0,-6-4-32 16,6 3-52-16,0 1-72 0,0 0-57 15,0 3-41-15,6-3-34 0,2 0-26 16,-2 0-24-16,0 2-21 0,7-1-10 0,1 2-11 16,-2-3-6-16,2 3-1 0,5-4-1 15,1 5-7-15,-1-2 1 0,0 3 2 0,1-2 2 16,-1 0-2-16,1 4 1 0,0 0 8 16,-1 0-4-16,1 0 0 0,0 4-7 0,-8 0 3 15,2-2 3-15,-1 3 3 0,-1 6 5 16,-5-4 2-16,6 4 13 0,-7 0 0 15,1 4 0-15,0-4 4 0,-7 4 2 0,0-1 4 16,0 4 2-16,-7-3-2 0,0 2-2 0,1 3-4 16,-7-6-5-16,0 5-2 0,0-1-5 15,-7 0-2-15,8 0 2 0,-8 0-3 16,0 1-1-16,7-5-3 0,-7 2-2 0,8-2 4 16,-2 1 2-16,-5-4 3 0,6 3 5 15,0-3 0-15,7-2 4 0,-8 1 0 0,2-3 0 16,5-4-1-16,1 4-1 0,-1-2 5 15,7-2 6-15,-7-3 4 0,7 4 8 16,-6 0 11-16,12-4 8 0,-6 0 0 0,0 4-5 16,7-4-10-16,6-4-8 0,-6 4-14 15,5 0-13-15,8-4-7 0,-7 4-4 0,7-4-2 16,-1 4-4-16,0-3-1 0,1 3 3 16,0-5-2-16,5 5 0 0,-5-2 3 0,0 2 1 15,-7-5 3-15,7 5 1 0,-1-3 3 16,-6 3 4-16,6-4-1 0,-5 4-2 0,-8-3 0 15,8 3-1-15,-8-4-3 0,0 4-4 16,1-4-2-16,-7 4-5 0,6 0-18 16,-6-2-31-16,0 2-48 0,0 0-65 0,0 0-85 15,0 0-120-15,-6-5-151 0,6 1-166 16,0 1-186-16,0-2-85 0,6 2 6 0,-6-4 83 16,13 0 146-16,0-1 182 0</inkml:trace>
  <inkml:trace contextRef="#ctx0" brushRef="#br0" timeOffset="6014.24">13045 6309 136 0,'6'0'627'0,"-6"-5"143"0,7 2 100 16,-7-1 82-16,6 0-99 0,-6 1-164 15,0 3-170-15,0-4-101 0,0 4-69 0,0-4-60 16,0 4-59-16,0 0-60 0,0 0-53 16,0 0-40-16,0 0-31 0,0 0-30 15,0 0-44-15,0 0-58 0,0 4-74 0,0-4-89 16,0 4-143-16,0-1-172 0,0-3-188 15,-6 4-170-15,6-4-50 0,6-4 27 0,-6 4 110 16,6-7 161-16,2 0 212 0</inkml:trace>
  <inkml:trace contextRef="#ctx0" brushRef="#br0" timeOffset="6514.09">13338 5993 6 0,'0'-11'562'16,"0"4"141"-16,0-4 95 0,0 3 72 0,0 1-43 15,0 0-224-15,0 3-195 0,0 1-124 16,0 3-79-16,0 3-49 0,6 1-31 0,-6 7-22 16,0 0-9-16,0 3-6 0,0 1-7 15,0 3-16-15,0 5-15 0,-6-5-7 0,6 3-3 16,0 2-6-16,0-5-7 0,0 4-4 16,-7-8-2-16,7 5-1 0,7-4-1 0,-7-5 5 15,0 2 12-15,0-5 16 0,6 0 14 16,-6-4 11-16,6-3 5 0,8 0 0 0,-8-3-7 15,8 0-10-15,5-5-12 0,-6 2-10 16,6-3-5-16,-5-1-5 0,5-2-6 16,1 6-2-16,-1-6-4 0,0 5-5 0,1-4-2 15,-1 4-5-15,1 3-1 0,-6 1-1 16,5-2-3-16,-6 5-2 0,0 0-1 0,-1 0-1 16,2 8-1-16,-1-4 0 0,-6 3 2 15,-1 4 7-15,1-4 5 0,-1 8 8 16,0-4 5-16,-6 3 2 0,0 1 2 0,-6-1-1 15,0 2-2-15,-1 2-2 0,-6-3-3 16,6-1-2-16,-5 1-1 0,-2 3 1 0,2-7 1 16,-2 3-1-16,1-2 0 0,1-1 3 0,-2 0-1 15,2-4-2-15,-2 0-5 0,1 1-2 16,7-5-1-16,-1 1-5 0,-6 0-1 16,7-4-16-16,-1 0-36 0,0 0-58 0,1-4-79 15,0 4-92-15,-1-7-146 0,7-1-177 16,-6 1-183-16,6-4-182 0,0-3-49 0,0-2 27 15,0 2 109-15,0-7 170 0,0-2 210 16</inkml:trace>
  <inkml:trace contextRef="#ctx0" brushRef="#br0" timeOffset="6764.03">13409 5956 210 0,'-6'-3'603'0,"-1"-4"122"16,7 3 88-16,0 0 66 0,0 1-167 0,7-1-173 15,6 1-139-15,-6-2-90 0,11 2-68 16,2-1-50-16,0 1-38 0,6-1-28 0,0 0-25 16,0 1-20-16,0 3-16 0,7-8-11 15,-7 5-11-15,6 3-12 0,-5-5-10 0,5 3-4 16,-6-3-7-16,0-2-2 0,1 3-3 16,-8 1-1-16,0-1 0 0,0 0-7 15,-5 1-5-15,-1 3-31 0,-7-4-53 0,1 4-75 16,-7 0-113-16,0 4-163 0,-7-1-213 15,-6 1-190-15,-7 3-61 0,-5 1 14 0,-1 0 79 16,-7-1 148-16,-6 4 210 0</inkml:trace>
  <inkml:trace contextRef="#ctx0" brushRef="#br0" timeOffset="7326.96">11879 7100 48 0,'0'-8'302'0,"-6"4"34"0,6-3 29 16,-7 4-28-16,0-1-80 0,7 0-54 0,-6 1-28 16,0 3-16-16,6 0-11 0,-8-4-14 15,8 4-9-15,-6 0 7 0,6 4 25 16,0-4 40-16,6 0 41 0,2 3 24 0,-2 1 8 15,0-4-14-15,8 0-33 0,-2 4-51 16,8-4-54-16,-7 0-41 0,13 0-30 0,-7 0-18 16,7 0-17-16,0 0-28 0,1 0-54 15,-7-4-82-15,5 4-91 0,-5 0-99 16,6-4-94-16,-13 4-88 0,0 0-90 0,0 0-5 16,-13 4 43-16,0-4 75 0,-7 4 83 15</inkml:trace>
  <inkml:trace contextRef="#ctx0" brushRef="#br0" timeOffset="7498.64">11905 7253 166 0,'-7'8'453'0,"7"-5"76"0,-6 0 71 0,6-3 29 16,0 5-109-16,6-10-106 0,-6 5-84 16,7-3-64-16,0 0-68 0,5 3-73 0,8-4-73 15,-7 0-93-15,7 1-109 0,6-5-127 16,-7 4-145-16,13-3-176 0,-6 4-75 15,1-5 5-15,5 1 63 0,1 0 104 0</inkml:trace>
  <inkml:trace contextRef="#ctx0" brushRef="#br0" timeOffset="8045.02">12628 7070 210 0,'0'-7'514'0,"-6"0"84"15,6-5 111-15,-7 2 84 0,0 2-152 16,7-2-106-16,0-2-82 0,0 5-56 0,0-4-92 16,7 4-88-16,0 0-66 0,-1-2-47 15,0 3-33-15,8 2-26 0,-2-3-15 0,8 3-10 16,-1 0-4-16,1 4-3 0,0 0-5 16,5 0-2-16,-5 0-4 0,6 4-2 0,0 0 1 15,-7 3-1-15,8-3 0 0,-8 6 0 16,-6-2 0-16,7 3 0 0,-7 0-1 15,0 3 1-15,-7-3 0 0,1 8 0 0,-7-4 0 16,0 3 1-16,-7 0 3 0,1 0-2 16,-7 1 3-16,0 3 2 0,0 1 0 0,-7-3-3 15,1-1-1-15,-8 3 1 0,8-4 0 16,0 1-3-16,-8-1 4 0,8 0 0 0,0-2 1 16,6-6 4-16,-7 1 7 0,14-3 11 15,-8-1 11-15,8 0 17 0,0-3 23 16,-1-1 25-16,7 1 21 0,-6 0 16 0,6-4 7 15,0 0-8-15,6 0-16 0,1-4-25 16,5 4-27-16,2-4-25 0,-2 1-21 0,8-1-11 16,-1 0-8-16,1 4-3 0,0-3-3 15,-1-1 0-15,7 4 2 0,-6-3-2 16,-1-1 2-16,7 4 0 0,0-4 2 0,-6 4 1 16,6-4 0-16,-7 1 1 0,1 3 1 15,0-4 0-15,-1 4-3 0,-5-4 0 0,-2 4 0 16,-5-3-3-16,6 3-10 0,-13-3-26 15,6 3-44-15,-6 0-66 0,0-5-90 16,-6 5-131-16,6 0-163 0,-7-3-175 0,1 3-187 16,6 0-82-16,-7-5 12 0,7 5 91 15,0-3 150-15,7-1 191 0</inkml:trace>
  <inkml:trace contextRef="#ctx0" brushRef="#br0" timeOffset="8232.62">13279 7264 105 0,'6'-3'627'0,"2"-1"155"0,-2 0 111 0,0 1 92 15,-6 0-72-15,6-6-168 0,-6 6-182 16,0-1-114-16,7 1-78 0,-7-1-73 0,0 0-64 16,7 1-59-16,-7-1-51 0,0 1-40 15,0 3-32-15,0-4-25 0,0 1-47 0,0 3-59 16,0 0-70-16,0 0-79 0,0 3-107 16,0 1-163-16,0-4-178 0,0 3-197 15,0-6-105-15,0 3-9 0,-7-4 59 0,14-3 145 16,-7-1 192-16</inkml:trace>
  <inkml:trace contextRef="#ctx0" brushRef="#br0" timeOffset="8701.08">13520 6913 162 0,'0'-11'620'0,"6"0"135"0,-6-1 96 16,0 5 80-16,0-4-130 0,0 4-202 15,0 3-187-15,0 1-127 0,0 3-85 16,0 3-67-16,0 1-32 0,7 7-14 0,-7 0-3 15,7 4 2-15,-7 0-4 0,6 2-3 16,-6 2-15-16,7-4-11 0,-1 3-5 0,-6 0-7 16,6-2-5-16,-6-3-1 0,8 1 0 15,-2-1 1-15,0-6 4 0,-6 0 7 16,6 0 3-16,8-3 1 0,-8-4-1 0,1 0-3 16,6 0-4-16,6-7-8 0,-5 3-5 15,5-3-1-15,-6 0-5 0,6-1-1 0,1-3 4 16,0 3 1-16,-1 2 5 0,1 1-2 15,0-2 3-15,-8 3-3 0,8 1-6 16,-7 3-4-16,-1 0-8 0,2 0-4 0,-1 3 0 16,-7 6-2-16,1-2 2 0,-1-1 1 15,1 6 6-15,-1-2 3 0,-6 5 1 0,0 0 1 16,-6-1 0-16,-1 5-5 0,-6-1-3 16,0 0 0-16,1 0-5 0,-2-2 0 0,-5 1-3 15,6-1-1-15,-6-2 0 0,5 0-3 16,1-2 2-16,0-5 1 0,7 0 3 15,-7 1 2-15,6-5 0 0,0-3-1 0,1 4-1 16,0-4-7-16,-1 0-29 0,0-4-47 16,7 4-67-16,-6-8-80 0,6 2-101 0,0-2-137 15,0-7-146-15,0 5-149 0,6-5-174 16,-6-4-43-16,7 2 32 0,0-6 109 16,-1-2 154-16,0 3 185 0</inkml:trace>
  <inkml:trace contextRef="#ctx0" brushRef="#br0" timeOffset="8966.64">13656 6836 185 0,'-12'-11'545'0,"-1"3"125"16,0 1 118-16,6 3 96 0,1 1-148 15,0-1-125-15,6 0-98 0,0 1-99 0,0-1-102 16,6 1-83-16,7-1-64 0,0 4-49 16,6-3-33-16,7-2-22 0,1 5-15 15,11-4-8-15,-5 4-7 0,7-3-11 0,-2 0-6 16,1-1-6-16,7 0-2 0,-7 1-1 15,6-1-3-15,-12-3 0 0,7 2 1 0,-8-2 0 16,-6 4 0-16,0-1-2 0,-7 0 1 16,-6 1-2-16,1-1-9 0,-2 0-27 0,-12 4-33 15,7-3-58-15,-14 3-99 0,7 0-159 16,-12 3-207-16,-2-3-236 0,-5 4-104 16,-7 0-13-16,0-1 59 0,-7 1 139 0,-6 3 208 15</inkml:trace>
  <inkml:trace contextRef="#ctx0" brushRef="#br0" timeOffset="9778.94">11853 8174 357 0,'-6'0'437'0,"-2"2"64"15,2-2 62-15,0 0-73 0,6 0-65 0,0 0-36 16,6-2-37-16,0 2-41 0,2-5-46 16,4 2-64-16,2-2-64 0,5 2-50 0,7-1-32 15,0-3-22-15,0 3-21 0,7 1-25 16,-1-1-49-16,-5 0-77 0,5 1-93 15,1-1-111-15,-1 1-116 0,-6-1-132 0,-7 4-64 16,1-4 15-16,-7 8 62 0,-6-4 95 16,-7 4 112-16</inkml:trace>
  <inkml:trace contextRef="#ctx0" brushRef="#br0" timeOffset="9950.78">11938 8294 243 0,'-7'7'457'0,"0"0"75"0,1-3 73 0,0 0 10 15,6-1-89-15,0 2-71 0,0-5-62 16,6 0-57-16,0-5-67 0,8 2-80 0,-2-1-76 16,8 0-65-16,-1 1-87 0,7-5-133 15,1 1-163-15,-1-4-203 0,6 4-159 0,1-4-75 16,-1 0 13-16,7-4 92 0,-6 4 140 16</inkml:trace>
  <inkml:trace contextRef="#ctx0" brushRef="#br0" timeOffset="10513.57">12804 8016 77 0,'0'-9'525'16,"-6"3"112"-16,-2-5 93 0,2 3 84 16,0-2-81-16,6 2-158 0,-7 1-122 0,0-1-80 15,7 2-70-15,0-2-67 0,0 4-60 16,0-3-49-16,14 3-38 0,-8 1-28 0,8-1-21 15,5 0-18-15,0 1-8 0,0 3-7 16,1 0 0-16,6 0-5 0,7 3-2 0,-7-3 0 16,7 4-4-16,-7 0 1 0,0 3 1 15,-1-3 0-15,-5 3 2 0,0 1 0 0,-1 2 0 16,1 1 0-16,-7 0-2 0,-6 0 0 16,5 4 2-16,-5 0 3 0,-7-1 7 0,0 0 4 15,0 1 3-15,-7 4 3 0,1-1 0 16,-7 0-1-16,-6 0-4 0,-1 1-1 15,0 4-3-15,1-2-2 0,-7-3-1 0,-1 4 2 16,1-4 1-16,7 1-3 0,-7-1 1 16,6-3 1-16,1-1-2 0,-1 1 6 0,1-4 7 15,6-3 1-15,-1-1 16 0,8 1 14 16,-7-5 22-16,7 0 22 0,6 1 19 16,-7-4 21-16,7 4 8 0,0-4-2 0,0-4-12 15,0 4-18-15,7-4-23 0,-1 4-24 16,1-3-20-16,5-5-14 0,8 8-13 0,-7-3-10 15,13-1-2-15,-6 1 1 0,6-1-4 16,0 0-3-16,7 1 1 0,-7-1-1 0,-1 0-1 16,8 1-3-16,-7-2 0 0,-6 5 3 15,6-2-2-15,-7-3 2 0,1 5 1 16,0-3 0-16,-8 3 0 0,2 0 0 0,-8-4 1 16,1 4-6-16,-1 0-11 0,-6 0-26 15,0-4-43-15,0 4-66 0,0 0-83 0,0 0-116 16,-6 0-163-16,6 0-188 0,-7-3-199 15,1-1-98-15,6 0-3 0,0 1 76 16,0-1 150-16,6-4 200 0</inkml:trace>
  <inkml:trace contextRef="#ctx0" brushRef="#br0" timeOffset="10684.99">13416 8199 264 0,'7'-8'689'0,"-1"5"135"0,-6-1 98 0,0 0 79 15,0 0-157-15,0-3-201 0,0 4-173 16,0-2-109-16,0 2-86 0,0 3-73 0,0-4-64 15,0 4-53-15,-6-3-59 0,6 3-68 16,0 0-80-16,0 0-115 0,0 0-159 0,0 0-192 16,0-4-206-16,0 4-138 0,0-4-31 15,0-3 55-15,0 0 129 0,6 0 178 16</inkml:trace>
  <inkml:trace contextRef="#ctx0" brushRef="#br0" timeOffset="11138">13631 7803 503 0,'7'-11'678'16,"-7"4"111"-16,0-4 76 0,0 3-39 0,0 5-209 16,0-1-184-16,6 0-132 0,-6 8-95 15,0 0-53-15,0-1-29 0,6 9-18 0,-6 2-12 16,6 1-7-16,2 3-9 0,-2 0-14 16,-6 0-16-16,6 4-8 0,1-2-4 0,-7 1-8 15,7-2-6-15,-1-2-6 0,-6-5 1 16,7 2 2-16,-7-3 5 0,6-1 11 0,0-1 7 15,1-6 13-15,0 0 3 0,5-3 4 16,2-3-5-16,-1 0-2 0,-1-6-2 0,8-1-5 16,-6-1 1-16,5 4 0 0,0-4 3 15,8-4-1-15,-8 8-1 0,7-4 0 16,-6 0-4-16,-1 4-4 0,0-1-5 0,1 5-7 16,-1 0-9-16,-5-1-7 0,5 4-6 15,-6 4-1-15,0-1-2 0,1 4 3 16,-8 0 7-16,0 4 7 0,1 1 5 0,-1 2 3 15,-6 1 2-15,0-1 0 0,-6 1-3 16,-1 3-5-16,-5-4-4 0,-2 4-3 0,1 1-3 16,-6-4-4-16,6 0 0 0,-7-1-3 15,0 1 1-15,7-4 0 0,-6 0-1 16,6-4 0-16,0 1 0 0,6 0-1 0,-6-6 0 16,7 2-3-16,-1-4-9 0,1 4-32 15,-1-4-54-15,7-4-75 0,-6 0-85 0,6 2-127 16,0-3-170-16,0-6-161 0,0 0-191 15,0 0-81-15,6-3 4 0,1-5 83 0,-7 1 156 16,6-8 180-16</inkml:trace>
  <inkml:trace contextRef="#ctx0" brushRef="#br0" timeOffset="11388.31">13787 7715 50 0,'-19'-11'572'0,"6"0"156"15,-7 0 108-15,7 1 94 0,0 1-48 16,7 2-171-16,-1 0-165 0,1 3-125 0,6 1-91 15,6-1-81-15,7 1-67 0,7 3-51 16,-1-4-40-16,13 4-30 0,8 0-14 0,-1 0-12 16,6 4-10-16,7-4-10 0,-6 0-12 15,0 0 2-15,0 0-3 0,-1-4 0 16,1 4 0-16,-7-3 2 0,-1 3 4 0,1-4-1 16,-13-1-1-16,7 2-3 0,-7 3 0 15,-6-3 0-15,-7 3-3 0,0-5-15 0,-6 5-33 16,-7 0-44-16,0 0-76 0,0 0-138 15,-14 5-201-15,1-2-248 0,1 5-177 16,-2-1-69-16,-6-3 16 0,-5 3 106 0,5 4 185 16,-6-4 251-16</inkml:trace>
  <inkml:trace contextRef="#ctx0" brushRef="#br0" timeOffset="12965.82">6870 14602 67 0,'-6'-4'479'16,"0"-3"72"-16,-8 0 58 0,8 0 75 15,0 2-70-15,-1 2-145 0,0 0-92 0,1-1-55 16,6 0-46-16,0 4-71 0,0 0-74 16,0 4-44-16,6 0-23 0,1 2-4 0,0 6 4 15,-1-1 12-15,7 3 10 0,-6 6 13 16,12-6 9-16,-6 4 13 0,0 4 14 15,1-3 9-15,4-2 11 0,2 3 4 0,-1-7 12 16,1-1 1-16,0-2-2 0,6-2-7 16,-1-8-7-16,2 0-7 0,5-11-13 15,8-4-6-15,-1-11-6 0,6-2-2 0,7-9-10 16,7-4-5-16,0-11-7 0,12 2-10 0,0-8-14 16,8-5-10-16,12-7-61 0,-6 1-5 15,6-2 0-15,1-1 0 0,-9 2 0 0,2 8 0 16,-6-1 0-16,-8 5 0 0,-6 3 0 15,0 8 0-15,-6 2 0 0,-7 9 0 0,1 2 0 16,-14 6 0-16,-7 5 0 0,1 5 0 16,-13 0 0-16,-1 7 0 0,0 0 0 0,-12 4 0 15,5-1 0-15,-4 5 0 0,-8 3 0 16,-8 0-128-16,2 0-410 0,-7 3-259 0,0 0-303 16,-6 5-117-16,-7 0 1 0,-7-1 79 15,1 4 161-15,-7-4 264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4:08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7033 11631 67 0,'7'-3'335'0,"-7"3"65"0,0-4 58 16,7 0-31-16,-7 1 2 0,0 0-18 0,0-2-1 16,6 2-1-16,-6-2-8 0,0 2-25 15,0-4-41-15,6 3-59 0,-6 0-62 0,6 1-54 16,-6 3-35-16,8 0-24 0,-2 0-10 15,7 7 7-15,0 0 22 0,0 5 27 16,7 6 19-16,-1 1 12 0,1 6 8 0,-1 4-10 16,8 0-18-16,-2 1-24 0,-5 3-13 15,6-4-3-15,0-3 1 0,0-1 7 0,0-3 11 16,0-7 17-16,6-5 14 0,1-2 4 0,-1-11 0 16,8-4-56-16,5-12-116 0,8-10 0 15,-1-12 0-15,13-2 0 0,6-13 0 16,1-6 0-16,13-4 0 0,0-4 0 0,6-2 0 15,0-6 0-15,7 1 0 0,5 1 0 0,2-2 0 16,-1 9 0-16,-6 7 0 0,-7 3 0 16,0 3 0-16,-20 13 0 0,2 3 0 15,-15 7 0-15,-13 4 0 0,2 6 0 0,-15 5 0 16,1 7 0-16,-7 0 0 0,-7 5 0 16,1-3 0-16,-8 9 0 0,-6 0 0 0,2 0 0 15,-2 4 0-15,-6 1 0 0,0-2-261 0,-6 4-474 16,-2 0-286-16,-4-4-179 0,-8 5-37 15,-5-4 55-15,-1-4 125 0,-7 0 225 16,1-4 315-16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0:46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23621 6044 47 0,'-6'4'229'0,"0"-4"27"15,-1 0 19-15,0 0-67 0,1 4-52 0,0-4-11 16,6 0 5-16,-7 0-4 0,0 0-8 16,1 0-5-16,-1 0-8 0,7 0-11 15,-6 0-7-15,-1 0-4 0,7 0 1 0,-6 0-3 16,6 4 4-16,0-4 7 0,0 0 6 15,-7 0 5-15,7 0 11 0,0 3 19 0,-6-3 13 16,6 0 9-16,0 0 8 0,0 4 6 16,0-4 1-16,6 0-7 0,1 0-4 15,-1 4-9-15,7-4-12 0,0 0-2 0,7 0-18 16,12-4-7-16,1 4-14 0,6-4-12 16,13-3-8-16,7 3-13 0,6-3-6 0,14 2-14 15,-2-1-8-15,14-2-8 0,1 1-5 16,-1 1-3-16,0-3-7 0,7 2-3 15,-1 3-8-15,8 1-2 0,-8-1-6 0,1 0-6 16,-7 4 0-16,7-3 1 0,-7 3 1 0,-6 0-2 16,6 0-2-16,-6 0-2 0,-1 3-3 15,7-3-2-15,-12 0-1 0,6 0 2 0,-8 0-1 16,-5 0-2-16,0 4 4 0,-7-4 1 16,0 0 1-16,-6 0-3 0,-7 4 2 15,-7-4 1-15,-6 0-1 0,1 3 3 0,-8-3 3 16,-7 0 12-16,2 0 5 0,-7 0 8 15,-1 0 8-15,-6 4 6 0,0-4 3 16,-6 0 0-16,-1 0-1 0,1 0-2 0,-1 0-5 16,-6 0-5-16,7 0-2 0,-7 4-1 15,0-4 1-15,0 0 0 0,0 0 0 0,6 0 1 16,-6 0-1-16,0 0 0 0,0 0-4 0,0 0-5 16,0 0 0-16,0 0 0 0,0 0 6 15,0-4 8-15,0 4 17 0,7 0 19 0,-7 0 16 16,0 0 8-16,0-4 5 0,0 4 0 15,-7-3-6-15,7-1-17 0,0 0-10 16,0-2-11-16,0-2-12 0,-6-3-10 0,-1 0-11 16,7-3-5-16,-6-5-10 0,-1 1-3 15,1-5-5-15,-8-3-4 0,8-6-2 0,-7 0 0 16,6-10-2-16,-5 3 0 0,5-5-2 16,-6-4 2-16,6 0 0 0,1 1 0 15,-8-2 1-15,8 2-3 0,0 7 2 0,-7-4 2 16,6 7-2-16,1 1 1 0,-1 2-1 15,-5 2 1-15,4 2 1 0,2 1-2 16,0 0 1-16,0-1 0 0,-1 1 2 0,0 8-2 16,1-5 0-16,6 4-1 0,-7 0-1 15,1 3 1-15,0 5-3 0,-2-1 2 0,2 1-2 16,-6 2 0-16,-2 5-3 0,1 0-1 16,-7-1 2-16,2 1-2 0,-16 7-1 0,2-3-2 15,-14-2 0-15,-6 5-6 0,-13 5-12 16,-6-2-9-16,-8 1-11 0,1-1-7 0,-13 5-7 15,0-1-5-15,-14 0 0 0,8 5-1 16,-13-1 1-16,5 0-3 0,1 4 3 0,6-5 7 16,7 5 9-16,0-4 9 0,6 0 8 15,14 0 8-15,6-5 5 0,6 3 2 0,7-3 0 16,-1 2-2-16,14-5 5 0,1 2 4 16,5-2 4-16,1 0 2 0,12-3 3 15,-7 5 2-15,8-5 3 0,6 0 0 0,-7 2-1 16,1-2 0-16,5 0-1 0,-4 5 0 15,4-5 0-15,-5 0 0 0,5 3-1 0,2-3 1 16,-8 0 1-16,7 0 2 0,0 0-1 16,0 4-1-16,7-4 2 0,-8 0 1 15,8 0-1-15,-7 0-2 0,7 0 1 0,-1 0 2 16,-6 0-1-16,7 0-1 0,-1 0 1 16,-6 0 0-16,7 0 0 0,-1 0 0 0,-6 0 1 15,6 4-1-15,-5-4-4 0,5 0 4 16,0 0-2-16,-5 0-3 0,4 0-2 0,2 3 1 15,-7-3 1-15,7 0 1 0,-1 0 3 16,7 0-1-16,-6 0 0 0,6 0 4 16,-7 0 1-16,7 0-3 0,0 0-3 15,-6 0 2-15,6 4 2 0,0-4-2 0,0 0-1 16,0 0 0-16,0 0 2 0,0 0 1 0,-6 0-4 16,6 0-1-16,0 0 4 0,0 0 1 15,0 0-1-15,-8 0 0 0,8 0 2 16,-6 0 0-16,6 0 0 0,-6 0 1 0,6 4-2 15,-7-4 3-15,7 0 1 0,-6 0 0 16,-1 0-3-16,7 0 1 0,-7 0-1 16,7-4-4-16,-6 4 0 0,0 0-2 0,-1 0 4 15,0 0-5-15,1-4 4 0,0 4 2 16,6-3 2-16,-14 3 0 0,8-4-2 0,-1 0 1 16,1 4 1-16,-7-3-3 0,6-2-1 15,1 5-1-15,-7-2-3 0,6-3 3 0,1 5 1 16,-1-3 1-16,7 3 0 0,-6-3 1 15,6 3 4-15,-7 0-3 0,7 0-2 0,-6-5 0 16,6 5 0-16,0 0-2 0,0 0 0 16,0 0 1-16,-7 0-2 0,7 0 0 15,0 0 0-15,0 0 3 0,0 0-1 0,0 0-5 16,0 5 4-16,0-2-1 0,-6 5 0 0,6-1-1 16,0 4 0-16,-6 7 3 0,6-3 1 15,-8 7 0-15,8 3 3 0,-6 8 3 16,6 0 3-16,-6 4 4 0,6 7 1 0,0 0 4 15,-7 0 3-15,7 6-1 0,0 2 1 16,0 0-1-16,0-1 0 0,0 0 1 16,0 0-3-16,7-3 1 0,-1-4-2 0,0-4-2 15,2 1-1-15,-2-4-2 0,0-5-1 16,1-2 0-16,-1-1 1 0,1-4 0 0,-1 1-3 16,1-8-2-16,-7 1-2 0,6-4-1 15,-6-1-3-15,7-7 0 0,-7 4 7 0,0-4 10 16,0-2 4-16,0-2 4 0,0-3 3 15,0 0-1-15,-7 0-5 0,7-3-10 16,-6-5-5-16,6 1-9 0,-7-1-19 0,7-3-41 16,-6 1-67-16,6 2-99 0,0-3-190 15,0 0-262-15,0-1-273 0,-7 2-113 0,7-1-14 16,-6 0 57-16,6 0 166 0,-7 0 256 16</inkml:trace>
  <inkml:trace contextRef="#ctx0" brushRef="#br0" timeOffset="2249.46">24344 6704 32 0,'0'11'278'15,"7"-4"56"-15,-7 0 51 0,0 0-35 0,0-2-22 16,0 2 14-16,0-7 21 0,0 4 36 16,0-4 20-16,0 0 2 0,-7 0-18 15,7 0-32-15,0-4-55 0,0 0-66 0,0 1-53 16,-6-4-36-16,6 2-27 0,-7-2-15 15,7-4-16-15,-6 4-12 0,0-5-13 16,-2 5-7-16,2-7-8 0,0 3-11 0,-7-1-9 16,0-2-11-16,0-1-7 0,-7 1-9 15,8 3-4-15,-8-4-6 0,0 8-6 0,-6 0-3 16,7 3 0-16,-8 0 2 0,1 8-2 16,0 3 1-16,1 4 2 0,-1 1 0 15,-1 2-1-15,7 4 1 0,-6 1 0 0,14-1-1 16,-8 4-1-16,13 0 2 0,1-4 2 15,0 4-1-15,12-3-2 0,0 3 5 0,1-8-2 16,13 0-2-16,0 1-2 0,-2-4 3 16,15 0 1-16,-7 0-2 0,13-3-3 0,-7-1 3 15,8 1 0-15,-7-1 0 0,-1 0 0 16,1 1-1-16,-1-1 5 0,1 0-6 0,-13 4 4 16,5-4 2-16,-11 1 4 0,5 3 7 15,-6-1 1-15,-7 2 5 0,1-2 1 0,-7 1 0 16,0 5 2-16,-7-2-4 0,1-3 2 15,0 4 1-15,-14-1-5 0,7 1-1 16,-7-4-3-16,8 0 1 0,-8-1 1 0,0-2 4 16,1-1 10-16,-7-3 9 0,6-4 16 15,1 0 14-15,-1-4 9 0,-6-3 10 0,13-1 5 16,-7-2-1-16,8-1-11 0,-2-4-8 16,8-3-11-16,-7-1-13 0,13-3-13 15,0 0-8-15,0-3-7 0,13 3-6 0,-7-3-2 16,8 3-3-16,5-5-3 0,-6 7-3 15,13-3 1-15,-7 0-3 0,1 2-2 0,7 2 0 16,-9 5-1-16,9-1-17 0,-7 0-44 16,-2 4-67-16,2 4-96 0,0 0-154 15,-1 3-221-15,1 1-240 0,0-2-168 0,-1 10-47 16,-6-5 37-16,6 3 120 0,-5 4 208 16,5 1 245-16</inkml:trace>
  <inkml:trace contextRef="#ctx0" brushRef="#br0" timeOffset="2421.3">24820 6906 206 0,'6'14'603'0,"-6"-3"158"16,0-4 115-16,-6 1 94 0,6-5-153 15,-6-3-156-15,-2 4-149 0,8-8-143 0,-6 4-103 16,6-3-88-16,-6-1-65 0,6 0-47 16,0 1-35-16,0-1-34 0,0-4-57 15,0 5-80-15,0-1-149 0,6-3-190 0,-6 0-205 16,6 3-199-16,2-3-70 0,-2 2 15 15,-6 3 114-15,6-6 172 0,1 4 201 0</inkml:trace>
  <inkml:trace contextRef="#ctx0" brushRef="#br0" timeOffset="2874.32">24976 6697 259 0,'6'-15'403'15,"1"-3"58"-15,-7-1 64 0,0 2-53 16,0-2-53-16,7 1-5 0,-7-1-13 0,0 1-12 16,0 3-26-16,-7-3-25 0,7 7-64 15,0-1-64-15,-7 5-52 0,1 4-42 0,6 3-36 16,-12 3-35-16,4 4-15 0,2 5-12 16,-7 6-2-16,7 1-1 0,-1 2 1 15,0 2 8-15,1 5 2 0,6 1 4 0,6 1 3 16,-6-1 0-16,14 5 6 0,-8-6 2 15,13 2 1-15,-5-1 3 0,5-3 7 0,1-4 7 16,0-4 8-16,6-3 5 0,-7-1 12 16,7-6 11-16,0-1 8 0,-7-3 8 0,7-4 6 15,0 0 3-15,1-7 2 0,-1 0-5 16,-6-5 1-16,5-2-2 0,-5-4 2 0,0 3 0 16,-8-7-1-16,8 0 1 0,-13 0-6 15,-1 0-8-15,0-7-14 0,-6-1-14 0,-6 0-15 16,0-2-13-16,-8 0-11 0,1-2-9 15,-7 5-5-15,8 3-6 0,-8 0-4 16,-5 4-2-16,-1 4-7 0,-1 6-10 0,-5 2-30 16,-1 6-59-16,1 1-75 0,-1 6-92 15,-7 4-117-15,2 5-192 0,-1-1-214 0,0 7-212 16,-7 0-86-16,1 4 6 0,-1 4 72 16,-7-3 175-16,2 4 230 0</inkml:trace>
  <inkml:trace contextRef="#ctx0" brushRef="#br0" timeOffset="3717.88">21981 7242 116 0,'0'-11'330'0,"-8"-3"57"16,8 3 71-16,-6-4-19 0,6 4-34 0,0 5-1 16,-6-7-2-16,6 6-23 0,0 0-49 15,0 7-46-15,0 0-46 0,0 4-41 0,6 4-25 16,0 7-9-16,2 5-3 0,-2 3-12 16,0 7-18-16,0-2-29 0,8 1-28 15,-14 5-24-15,13-5-16 0,-7 1-8 0,1-2-10 16,0-2-3-16,5-3-5 0,-6-2-12 15,8-6-35-15,-8 3-81 0,1-7-126 0,6-3-159 16,-6-1-173-16,-1-7-181 0,-6-4-67 16,6-4 27-16,-12-2 94 0,6-5 143 15,-6-3 169-15</inkml:trace>
  <inkml:trace contextRef="#ctx0" brushRef="#br0" timeOffset="3842.85">21961 7110 132 0,'-7'-22'312'0,"-6"1"35"0,6 3 32 0,1-1-81 15,0 8-95-15,0 1-59 0,6-2-51 16,0 4-61-16,0 5-89 0,6-1-118 0,0 4-113 16,0 0-61-16,8 4-22 0,-8-1 9 15,7 5 49-15</inkml:trace>
  <inkml:trace contextRef="#ctx0" brushRef="#br0" timeOffset="4265.04">22247 7078 42 0,'7'7'394'15,"0"4"63"-15,-7-4 54 0,0 0 53 0,0 0-83 16,0 1-47-16,0 3-12 0,0-4-1 16,6 9-7-16,0-6-12 0,-6 9-59 15,14-4-74-15,-8 6-52 0,0 2-46 0,7-3-40 16,1 6-30-16,-2-3-25 0,-5 2-14 16,6 1-19-16,0-1-11 0,0-3-7 0,0 0-10 15,0 0-1-15,0-6-5 0,-7 2-1 16,2-7-1-16,-2-1 2 0,0 1 18 0,1-3 16 15,-7-5 8-15,0-3 5 0,-7 0 5 16,7-3-3-16,-6-8-17 0,-8 0-17 16,8-4-9-16,0-2-6 0,-8-6-4 0,8 0-3 15,0-2 0-15,-1-4-4 0,7 0 1 16,0-1-1-16,0 1-1 0,7 3 2 0,-1 0 1 16,0 5 0-16,1 3-1 0,0 3-1 15,-1 5 0-15,8 2 5 0,-2 3-5 16,-5 3 1-16,6 4-1 0,0 6 0 0,-1 3 1 15,2 0-6-15,-1 8 7 0,-7-1-2 0,7 4 2 16,-6 0 3-16,-1-1-1 0,1 2-7 16,0 2-17-16,-1 1-35 0,0-1-54 15,1-3-80-15,0 0-137 0,-1-3-158 0,-6 0-149 16,6-9-114-16,1 1-107 0,-1-7-5 16,-6-4 93-16,7-4 138 0,0-7 155 0</inkml:trace>
  <inkml:trace contextRef="#ctx0" brushRef="#br0" timeOffset="4483.32">22703 7004 10 0,'0'-32'368'0,"0"2"85"0,6 4 90 0,-6 8 81 15,0-1-99-15,0 9-70 0,-6 2-38 16,6 1-34-16,6 7-51 0,-6 5-29 16,0 1-33-16,8 8-19 0,-2 5-23 0,0 3-27 15,0 4-20-15,8 3-37 0,-8 5-23 16,7-2-24-16,1 8-21 0,-2-4-22 0,2 6-19 15,-2-7-15-15,-5 6-14 0,6-4-29 16,0-5-57-16,-7 2-99 0,8-5-155 0,-8 1-177 16,0-9-182-16,1-3-161 0,-7-7-44 15,0-3 45-15,0-5 126 0,-7-3 164 16</inkml:trace>
  <inkml:trace contextRef="#ctx0" brushRef="#br0" timeOffset="4639.92">22717 7238 116 0,'-8'-18'409'0,"2"4"81"0,0 2 75 16,-1-2 54-16,7 3-128 0,0 1-74 0,0-2-58 16,7 1-66-16,5-3-69 0,2-1-70 15,5 4-56-15,1-4-45 0,6 4-77 0,0 0-101 16,0 1-130-16,7-3-147 0,-7 7-170 16,7 2-104-16,-8 0-6 0,7 1 58 0,-6 3 109 15,7 0 131-15</inkml:trace>
  <inkml:trace contextRef="#ctx0" brushRef="#br0" timeOffset="5045.68">23361 7009 367 0,'0'-5'471'0,"0"-2"87"15,-7-1 99-15,-5 1-44 0,-2 0-93 16,1-1-45-16,1 1-41 0,-8 0-63 0,0 0-81 16,1-1-69-16,-1 5-52 0,0-1-46 15,1 8-37-15,-1-1-19 0,1 5-15 16,0 3-15-16,-1 4-8 0,7 2-4 0,-1 5-7 15,2 3-2-15,-1 6-1 0,6 2-3 16,1-1-3-16,6 5-3 0,0-3 0 0,6-2-1 16,1-3-2-16,0 0-2 0,-1-6 1 15,6-1 5-15,2-7-1 0,-1-1-2 0,7-3 1 16,-8-7 1-16,8-1 0 0,0-6-5 16,-1-1 0-16,1-7 0 0,0 0-1 15,-1-7-1-15,-6-1-1 0,6-3 1 0,-13 0 1 16,8 0-1-16,-14-3 6 0,6 0 8 15,-6-1 3-15,-6 0 7 0,6 4 7 0,-6 3 6 16,6 1 4-16,-8 4-3 0,8 3 2 16,0 3-4-16,-6 5-6 0,6 3-4 15,0 0-10-15,0 3-5 0,0 5-5 0,0 3 0 16,6 3-2-16,-6 1 0 0,8 0 1 16,-2 3-2-16,7 1-11 0,-7-1-31 0,8-4-61 15,-2 5-102-15,2-9-147 0,-2 1-162 16,2 0-166-16,5-6-155 0,-6-2-38 0,6-3 48 15,-5-3 118-15,-1-6 151 0</inkml:trace>
  <inkml:trace contextRef="#ctx0" brushRef="#br0" timeOffset="5233.14">23609 7078 54 0,'-7'-8'422'0,"0"8"86"0,-5-3 96 0,5-1 109 15,-6 4-79-15,6-4-89 0,1 1-58 0,6 0-56 16,-7-1-82-16,7-1-99 0,0 2-89 15,7-8-60-15,6 3-42 0,0-3-29 0,0 4-23 16,7-4-43-16,-1 0-83 0,1 1-113 16,-1 1-135-16,-6 3-153 0,7-2-157 15,-7 5-99-15,-7 3 10 0,0 0 74 0,2 3 114 16,-16 5 140-16</inkml:trace>
  <inkml:trace contextRef="#ctx0" brushRef="#br0" timeOffset="5389.57">23569 7231 45 0,'-13'22'410'0,"0"-3"90"0,7-1 93 0,-1-7 94 16,1-1-66-16,0-2-66 0,6 0-52 16,0-5-61-16,6-3-73 0,7-3-93 0,0 0-88 15,0-5-74-15,7-4-50 0,6-2-36 16,-7 3-62-16,7-4-98 0,0 1-138 0,0-1-153 16,1 0-176-16,-8 5-171 0,7-6-51 15,-6 10 40-15,-8-2 104 0,2 5 139 0</inkml:trace>
  <inkml:trace contextRef="#ctx0" brushRef="#br0" timeOffset="6092.32">24377 7279 242 0,'-19'22'367'15,"-8"-7"25"-15,7 7 27 0,2-4-68 0,4 0-103 16,8 5-38-16,-1-6 0 0,7 1 29 15,7 5 34-15,6-4 23 0,6-1 15 0,7-4 2 16,7 1-6-16,6-8-21 0,0 0-33 16,13-7-46-16,0 0-37 0,7-3-26 15,6-8-22-15,6 0-24 0,2-4-21 0,-2 1-10 16,0-9-12-16,2-3-14 0,-2-2-9 16,0-5-7-16,2-4-3 0,-8 0 0 15,0-7 1-15,-7 4 8 0,1-4 13 0,-14 0 8 16,1-3 12-16,-7-1 9 0,-6 0 5 0,-7-3-4 15,0-1-8-15,-13-2-9 0,0-5-15 16,-7-7-14-16,-6 4-9 0,-6-8-3 0,-7 5-4 16,0 2 1-16,-13 1 3 0,0 7 8 15,-7 4 5-15,-6 2 4 0,-7 10 2 16,-6 2-2-16,-13 4-6 0,0 11-6 0,-13 0-8 16,-7 8-9-16,-6 6-9 0,-7 4 3 15,1 8 1-15,-2 4 0 0,2 3 1 0,-1 7 2 16,1 4 2-16,6 3-2 0,6 4-5 15,1 1 0-15,11 7-1 0,8-1 3 0,7 9 1 16,13-1 0-16,5 3 3 0,7 0 0 16,1 4-1-16,13 5-1 0,-1-1 2 0,14 0 1 15,-1 3 0-15,0 5-1 0,14-6 3 16,-7 7 2-16,13-7-1 0,0 2 1 0,13-3 3 16,0-5 6-16,6 0 2 0,1-7 3 15,13-7 3-15,-1-5 0 0,8-1-2 16,-1-6-4-16,7-7-6 0,6-7-2 0,0-1-18 15,0-6-54-15,0-4-83 0,6 0-160 16,-6-7-230-16,7 4-278 0,-13-8-183 0,-7 3-55 16,0 5 26-16,-13-4 128 0,-7 3 217 15,-6 4 265-15</inkml:trace>
  <inkml:trace contextRef="#ctx0" brushRef="#br0" timeOffset="6920.25">24956 7576 157 0,'-6'0'551'0,"0"0"102"0,-1 0 77 15,1 0 59-15,-1 0-148 0,0 0-175 0,7 0-130 16,-6 3-88-16,6-3-65 0,0 7-47 16,0 1-33-16,0 0-17 0,0 6-10 0,6 1-4 15,-6 7-4-15,7 0-7 0,-7 3-6 16,0 4-9-16,0 5-8 0,0 2-4 0,-7 1-4 15,1 3-1-15,-7 8-1 0,0-4 2 16,-7 4 1-16,-5-5-3 0,-1 9-1 0,-7-5 2 16,1 1 2-16,-8-1-4 0,-5 1 1 15,6 0-1-15,-7-4 5 0,1 0 3 16,-1 0 4-16,0-4 5 0,-6-4 4 0,0 1 6 16,0-7 8-16,0-5-1 0,-1-3 8 15,8-4 8-15,-1-10 9 0,1-5 4 0,5-10-1 16,1-4-5-16,1-8-11 0,5-2-14 15,-6-8-12-15,7-5-12 0,6-6-6 0,-7-4-5 16,7-4-4-16,0 1-3 0,-1 0-4 16,8-5-1-16,0 1-1 0,5-4 1 0,1 3-1 15,1 2 2-15,-2 1 2 0,2 2 3 16,5 3-3-16,-6 4 1 0,6-1-1 0,1 8-1 16,-1 1-1-16,1 3-1 0,-1 0-2 15,7 6-3-15,-6 4 0 0,0 1-3 16,6 7-3-16,-8 1 0 0,8 2-1 0,-6 4 0 15,6 4-2-15,-6 7 2 0,-1 5 1 16,1 2 1-16,-7 8 0 0,0 3-1 16,7 5 0-16,-14 7-1 0,6 3 0 0,-5 3 0 15,-1-1-1-15,1 2 1 0,0 0-1 0,-1-4-2 16,7 0 1-16,-7-7 2 0,8-4 0 16,-2 1 0-16,8-8 3 0,-7-4 2 15,7-8 7-15,6 2 4 0,-8-9 4 0,8-6 4 16,8-4 2-16,-2-8-2 0,7-7-6 15,0-8-5-15,0-6-6 0,-1-4-3 0,8-4-4 16,-7-5-1-16,7 2-2 0,-7-4 3 16,-6 3 6-16,5 0 4 0,-5 9 9 0,0-2 7 15,-7 8 7-15,6 8 1 0,-6 3-5 16,7 7-3-16,-7 5-5 0,0 6-4 0,0 8-3 16,6 3 0-16,0 11 6 0,1 4 4 15,0 3 2-15,-1 8 6 0,0 0 4 16,2 8 2-16,4 2 0 0,-5-2 1 0,6 3-1 15,0-4-1-15,-1 1 0 0,2-8 4 16,-1-1 6-16,6-2 6 0,-6-9-51 16,1 1-2-16,-2-7 0 0,2 0 0 0,-2-8 0 15,-5 1 0-15,6-6 0 0,0-2 0 16,-7-2 0-16,8-6 0 0,-2 5 0 0,-5-5 0 16,0 2 0-16,-1-2 0 0,-6 0-212 0,0 4-281 15,0-3-252-15,0 7-304 0,-6-4-138 16,-1 8-13-16,-6 0 65 0,0 3 150 0,-6 1 247 15,-1 0 324-15</inkml:trace>
  <inkml:trace contextRef="#ctx0" brushRef="#br0" timeOffset="7576.76">23595 10914 332 0,'-12'-23'441'16,"5"1"39"-16,-13 0 48 0,7 0-38 0,-6 0-107 16,5-3-41-16,-5 3 0 0,-7 3 11 0,6-3-12 15,-6 0-33-15,1 4-46 0,-1-4-45 16,0 3-38-16,-7 5-36 0,7 0-20 0,0 2-25 16,-1 9-17-16,1 3-14 0,-6 3-12 15,6 9-6-15,0 6-9 0,-6 8 3 16,6 6-4-16,-1 5 1 0,7 7 3 0,2 4-1 15,-2 3 0-15,7 1-2 0,6 2 2 16,7-6-2-16,0 0-7 0,7-5 0 16,-1-6 1-16,7-8-2 0,7 1-1 0,-8-8-2 15,15-8 5-15,-7-3-5 0,6-8-2 16,0-3-2-16,6-3-2 0,-13-4 0 0,14-8-1 16,-7-3-1-16,-6-3-2 0,6-10-3 15,-7 2 0-15,1-4 0 0,-7-4 6 0,0 2 6 16,-6-2 10-16,-1 0 10 0,-6 1 7 15,0-2 6-15,-6 5-1 0,-1 4 4 16,0 4 2-16,1 3 0 0,-1 4-4 0,1 2-6 16,6 7-6-16,-6 4-11 0,6 5-11 15,0 5-13-15,6 1-4 0,0 8-4 0,1 1-2 16,-1 7-2-16,8 0-2 0,-2 3 0 16,8 5 2-16,-7-1 0 0,7 2-6 0,-1 1 3 15,0 0-1-15,1-2-2 0,0 0-22 16,-1-1-47-16,1-7-62 0,6 0-91 0,0-5-158 15,-7-5-209-15,7-5-219 0,1-3-165 16,-1-8-47-16,0 0 32 0,-1-11 124 16,-5 1 197-16,6-4 229 0</inkml:trace>
  <inkml:trace contextRef="#ctx0" brushRef="#br0" timeOffset="7764.04">23966 10744 410 0,'-6'-3'640'16,"-6"-1"116"-16,4 0 101 0,2 1 30 15,0 3-178-15,-1-6-167 0,7 1-125 16,0-7-100-16,7 2-96 0,13-5-83 0,-2 1-58 16,9-4-34-16,5-4-21 0,7 3-36 15,1-3-60-15,-1 0-117 0,-1 0-177 0,-5 4-190 16,-1 0-183-16,-5 4-139 0,-7 5-34 16,-8 1 71-16,-6 8 149 0,-6 5 176 0</inkml:trace>
  <inkml:trace contextRef="#ctx0" brushRef="#br0" timeOffset="7966.88">24078 10906 152 0,'-14'40'620'0,"1"-7"121"0,1-4 91 0,-2-6 73 15,8-1-102-15,0-7-195 0,6-1-144 16,0-7-73-16,6 0-51 0,0-7-47 0,14-3-48 16,6-8-45-16,-1-3-46 0,15-6-41 15,-7-4-35-15,12-3-25 0,-5 2-18 0,5-4-15 16,-6 4-19-16,0-6-31 0,-6 9-57 15,-1-3-76-15,1 7-124 0,-7-1-185 16,-7 5-230-16,-5-1-227 0,-2 0-82 0,1 5 5 16,-6 2 86-16,6-3 165 0,-7 5 229 15</inkml:trace>
  <inkml:trace contextRef="#ctx0" brushRef="#br0" timeOffset="8498.06">25159 10243 323 0,'12'-25'625'0,"-12"-5"113"0,8 0 88 15,-8-3 75-15,0 4-211 0,-8-4-162 16,8 4-97-16,-6-1-79 0,0 1-63 0,-1 4-51 16,0 3-44-16,1 0-36 0,-7 3-32 15,7 6-28-15,-8 1-21 0,-5 4-27 0,-1 8-19 16,-6 3-12-16,-6 9-8 0,5 3-3 15,-5 7-4-15,6 3 0 0,-7 5-1 16,7-1-4-16,7 7-2 0,-1 1-6 0,14 0 2 16,-8-5-3-16,14 2 1 0,8-1 0 15,4-7 1-15,8-5 2 0,13-2 1 0,-1-2 2 16,7-5 3-16,7-5-1 0,-1-3-1 16,1-1 0-16,6 1 0 0,-6-4 2 0,5 0 1 15,-11 4 0-15,5-1 2 0,-6 2 6 16,1 2 2-16,-14 4 3 0,-1 0 7 0,-5 4 10 15,0-1 8-15,-14 4 2 0,-6 4 3 16,-6 0 2-16,-1 0-3 0,-6 0-2 16,-7 0-3-16,1 0 9 0,-1-4-1 0,-6 1 2 15,0-1 12-15,1-4 24 0,-1-6 27 16,-1 0 17-16,1-5 25 0,0-3 18 0,0-8 2 16,7-3-33-16,-7-7-140 0,6-3 0 0,1-5 0 15,5-7 0-15,2-4 0 0,5-7 0 16,7 4 0-16,7-8 0 0,5 4 0 0,8 0 0 15,-1 1 0-15,15 2 0 0,-9 4 0 16,7 5 0-16,8-2 0 0,-7 6-242 16,5 1-154-16,-5 10-136 0,6-2-174 0,-13 8-169 15,0 4-148-15,-6 7-38 0,-7 3 28 0,-7 8 112 16,-6 4 193-16,-6 3 222 0</inkml:trace>
  <inkml:trace contextRef="#ctx0" brushRef="#br0" timeOffset="9123.43">23433 11953 233 0,'-65'78'386'16,"0"-6"29"-16,19-5 25 0,0-9-57 0,20-3-89 15,13-10-3-15,20-9 46 0,12-10 53 16,21-8 39-16,11-7 12 0,21-15-17 0,12-7-52 15,14-10-64-15,19-13-52 0,7-6-34 16,26-11-27-16,6-8-16 0,20-7-14 16,0-11-18-16,7-3-17 0,6-5-12 0,-1-6-14 15,-11 6-15-15,-2-2-19 0,-12 2-14 0,-7 4-9 16,-7-3-14-16,-11 0-4 0,-15-4-5 16,1 0-2-16,-13 1 7 0,-21-1-3 15,2-1 0-15,-26-2-2 0,-1-4 0 0,-20-1-8 16,-13-2-9-16,-12-5-4 0,-13 4-1 0,-14 1-1 15,-13 2-4-15,-18 5 2 0,-1 5-3 16,-26 3-1-16,-1 6-1 0,-26 7 2 16,-5 8 0-16,-19 10-2 0,-16 8 0 0,-4 12 7 15,-14 6-2-15,-12 15-4 0,-21 11-1 0,-13 11 6 16,-11 19 3-16,-8 6-8 0,-8 19-6 16,-4 7 5-16,12 12 6 0,0 14-2 0,6 6-2 15,8 9 6-15,12 15 5 0,0 6-7 0,26 0 0 16,13 12 3-16,14 3-1 0,18 1-4 15,21 0 6-15,18-2 8 0,14-2-3 16,20-2-3-16,13-1 7 0,18-9 5 0,21-6 2 16,12-8 4-16,20-12 5 0,13-6 10 0,21-15 6 15,17-11 14-15,8-11 12 0,19-15 15 16,14-7 9-16,11-18 6 0,28-8 12 16,13-14 0-16,5-15 5 0,1-7-26 0,-6-8-92 15,-1-7 0-15,-6-3 0 0,-13-8 0 0,-7 3 0 16,-20-3 0-16,-12 0 0 0,-13 1 0 15,-13-1 0-15,-7 7 0 0,-20-3 0 16,-5 7 0-16,-8 3 0 0,-12 5 0 0,-7 2 0 16,-13 5 0-16,-6 8 0 0,-7-1 0 0,-7 7 0 15,-12 0-289-15,-7 11-431 0,-13 4-363 16,-7 4-169-16,-13 7-32 0,1 3 60 0,-7 8 143 16,-7 1 286-16,0 2 374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4:53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6122 11093 224 0,'0'-8'438'0,"0"5"82"0,-7-5 110 15,7 5 7-15,-7 0-20 0,7-1-57 16,-6-1-51-16,6 2-50 0,-6 3-84 15,6 0-101-15,0-3-75 0,0 6-55 0,0-3-22 16,6 3-10-16,-6 2-4 0,6 2 6 16,8 4 9-16,-8 0 2 0,7-1-10 0,0 5-6 15,0-1-3-15,0 5-6 0,0-1-3 16,1-3-1-16,5 4 5 0,0-4 2 0,-6 3-2 16,7-4 4-16,-1-2 5 0,1 2 1 15,0-7 3-15,-1 4 4 0,1-8 11 16,6 1 11-16,-6-4 6 0,12-4-146 0,1-6 0 15,5-5 0-15,8-10 0 0,12-4 0 0,1-13 0 16,12-5 0-16,14-4 0 0,0-11 0 16,13-1 0-16,-1-6 0 0,8-1 0 0,-1 0 0 15,0 1 0-15,0 0 0 0,0-5 0 16,-6 8 0-16,-7 4 0 0,-12 7 0 16,-8 5 0-16,-6 5 0 0,-13 4 0 0,-13 9 0 15,1 6 0-15,-15 0 0 0,1 4 0 16,-6 3 0-16,0 5 0 0,-7 3 0 0,-1-1 0 15,-4 2 0-15,4 3 0 0,-12-1 0 16,7 6 0-16,-7-3 0 0,0 1 0 0,0 4-599 16,-7 4-474-16,-5 1-196 0,-8 5-47 15,-6 1 59-15,-13 3 126 0,0 9 243 0,-7-1 375 16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1:11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13618 7034 91 0,'0'0'266'0,"-7"0"44"15,1 0 32-15,6 0-54 0,-6 0-20 16,6-4-15-16,-8 4-6 0,8 0 0 16,0-4 9-16,0 4 11 0,-6-4 17 0,6 4 15 15,0-3 6-15,0 3-16 0,0-3-29 16,6-2-41-16,-6 5-39 0,8-2-39 0,4-3-28 15,-5 5-19-15,13-4-12 0,-2 1-8 0,9-1-3 0,12 0 7 16,0 1-1-16,14-4 7 0,4 3 11 16,16-4 4-16,4-2-3 0,2 2-5 0,12-3-7 15,-6 1-12-15,13-2-16 0,-1 2-9 16,7-2-12-16,1 2-13 0,-8 2-6 0,1-3-4 16,-1 5-2-16,-5-3-5 0,-1 1 2 15,0 5-2 1,-6 0 0-16,-8-1-2 0,2 4-3 0,-8-4 0 15,-6 4 0-15,-6 4-1 0,-6-4 8 16,-1 4-2-16,-13-4-2 0,0 3 1 16,-7-3 2-16,1 3 3 0,-14 2-2 0,1-5 9 0,-1 0 16 15,-5 3 13-15,-8-3 17 0,7 0 18 16,-7 0 19-16,-6 0 17 0,0-3 6 16,7 3-2-16,-7 0-12 0,0-5-18 0,0-1-22 0,0-2-23 15,-7 2-14-15,7-3-13 0,0-1-6 16,-6-5-5-16,6 0-2 0,0-3-2 0,-6-1-7 15,-1-6 1-15,7-1 3 0,-6-6 0 16,-1-2 0-16,0-6-1 0,1-4 2 0,0-3-2 16,-8-1-1-16,8-3-3 0,-1 0-2 15,1-1 3-15,-1 1 2 0,1 0 1 0,-1-1-3 0,1 1 2 16,0 4 2-16,6 2-1 0,-8-2-3 16,2 3 2-16,0 0-1 0,-1 0 1 0,1 4-3 15,6-4 2-15,-7 7 2 0,7 4-1 16,-6 0 2-16,-1 0-2 0,1 7 5 15,6 1-3-15,-6-1 2 0,-2 8-2 0,2 0 0 16,0 0 2 0,-1 7-1-16,0-5 0 0,1 9-3 0,-7-4 1 15,0 4-1-15,-6 3-2 0,-1 1 1 16,0-1 0-16,-13 4-1 0,8 0 1 0,-15 0 2 16,8 4 0-16,-13-4-1 0,-1 7-4 15,1 0 5-15,-14-4 1 0,0 9 0 0,-12-5 0 16,-1 8 2-16,-12-5-1 0,-8 6-4 15,-6-2-10-15,0 5 3 0,-5-1-2 0,-1 1 3 0,5-2-1 16,-5 5 2-16,7 1 4 0,6-1-3 16,6 0-3-16,7-1 0 0,12-3 1 0,8 1-1 15,6-1-10-15,13-3-8 0,13-4-2 16,0 0-4-16,12 1-3 0,2-2 2 0,12 1 7 16,0 0 11-16,6 4 5 0,7-4 6 15,6 3 3 1,1 4 1-16,0 0 2 0,13 1-1 0,-8 7-1 15,8-1-20-15,0 8 12 0,-8 0 8 16,1 8 1-16,7 3 3 0,-7-1 1 0,-6 10 22 16,6-3-12-16,-7 1-8 0,1 5 2 15,-7-2-3-15,0-2 0 0,0 3-1 0,-7-8-3 16,8 4 2-16,-8-3-2 0,-6-4 3 16,6 0-1-16,-6-4 1 0,0-3 1 0,0 0 0 0,0-8-3 15,0 1-1-15,0-5-13 0,0-6-31 16,0-2-41-16,7-2-46 0,-7-8-61 0,7 1-79 15,-1-1-116-15,0-7-138 0,8-4-131 16,-1 1-111-16,7-5-94 0,-2 1-5 0,9-4 83 16,5-7 143-16,1 0 161 0</inkml:trace>
  <inkml:trace contextRef="#ctx0" brushRef="#br0" timeOffset="1459.56">19707 6898 89 0,'-26'4'169'0,"6"3"-20"16,1 0-22-16,-1-3-19 0,2-1-9 16,-2 5 2-16,0-4 9 0,1-1 4 0,5 1 6 15,2 0 3-15,-2-1 4 0,1 1 4 0,1 0 7 16,5-4 12-16,0 3 11 0,1 0 7 15,0 1 3 1,-2-4-1-16,2 5-10 0,6-5-6 0,-6 3-4 16,6 1-6-16,0-1 4 0,0 1 10 15,6-1 25-15,0 1 17 0,2 3 4 16,11-3-3-16,0 3-13 0,8 1-23 0,5-5-32 16,7 5-32-16,7-4-21 0,5 3-7 15,8 1-1-15,0-4-7 0,6 2-4 0,7-2-6 16,-7 0-5-16,7-1-7 0,-1 1-7 0,7 0-2 0,0-1-5 15,1 1-2-15,6-1-6 0,-8 1-7 16,8 0-2-16,0 0 3 0,-7-4-2 16,7 3-1-16,-14-3 5 0,8 0-2 0,-8-3-2 15,7 3-8-15,-6-4-1 0,-1 0 9 16,8 4-6-16,-8-4-4 0,-6 1 0 0,7-1 0 16,-7 4 2-16,-6-3-6 0,6-1 5 15,-6 0 7-15,-8 1 3 0,2 3 3 16,-1-4 1-16,-7 0-2 0,8 1-1 0,-8 3 0 15,1-3-1-15,6-1-1 0,-7-1 2 16,1 2-3-16,0 3 1 0,-8-5-5 0,8 3-2 16,-7-2-3-16,7 0 7 0,-7 0 4 0,0 4 1 15,0-3 4-15,1 0 1 0,-2-2 3 16,1 3-9-16,0-3 0 0,1 5 1 16,-1-7 1-16,-1 7 1 0,1-4 0 0,1 0 2 15,-1 1-5-15,7-1 1 0,-1 1-2 16,0-1-3-16,-5 1-2 0,5-2-5 0,-6 1 4 15,7 1-7-15,-7 0 0 0,1-1 0 16,-8 0 0-16,1 1 5 0,5-5-3 16,-5 5 0-16,-1-1 0 0,1 1 1 0,-1-2-2 15,7 2-2-15,-6-1 2 0,-1 4 0 16,8-3 1-16,-1 3-1 0,0 0-1 0,1 0 0 16,-2 3-2-16,7-3 1 0,-5 4-1 15,5-4 2-15,1 3 1 0,-7-3 0 0,6 0 1 16,-5 5-2-16,5-5 3 0,-6 0-2 15,1 0 7-15,-1-5 12 0,-7 5 7 0,1-3 17 16,6 3 3-16,-7-4 5 0,1 1 1 16,-1-1-7-16,1-3-8 0,0 3-10 0,0 0-3 15,5 1-6-15,1-2-7 0,0 3-5 16,-6-3 0-16,6 2-5 0,6 3 0 16,-6-4 1-16,1 4 4 0,-1-3 3 0,-7 3 7 15,7 0 10-15,-6 0 7 0,-1-4 10 16,2 4 8-16,-2 0 4 0,-7 0 2 0,2 0 1 15,-1 0 7-15,0-4-1 0,-6 4 2 16,-7 0 5-16,6 0 4 0,-6 0 2 0,0 0-5 16,-6-2-2-16,6 2-5 0,-7 0-9 15,-6 0-7-15,7 0-13 0,-7 0-10 0,6 0-8 16,-6-5-8-16,0 5-3 0,0 0-4 16,0 0-4-16,0 0-9 0,0 0-26 15,-6 0-42-15,6 0-64 0,-7 0-81 0,1 5-117 16,-1-5-192-16,-6 0-230 0,6 0-227 0,-12 0-78 15,6 0 6-15,-6 0 77 0,-1-5 182 16,0 1 245-16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5:11.5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8264 16171 56 0,'0'-4'327'0,"0"-1"61"0,-6-2 55 15,6 0-30-15,-7-4-44 0,7 1 4 16,-6-5-6-16,0 1 14 0,-2 2 14 0,2-2 8 16,6-2-13-16,-6 6-28 0,-1-2-43 15,0 5-50-15,7 0-51 0,-6 4-45 0,6-2-33 16,0 5-26-16,0 5-11 0,0 2 5 16,6 3 13-16,1 10 13 0,0-2 14 0,-1 11 5 15,8 0-9-15,-8 3-16 0,7 5-13 0,0 4-12 16,0-5-6-16,-1 0-7 0,8 1-6 15,-7-3-1-15,7-5 2 0,0-7 7 0,6-4 7 16,-1 1 10-16,1-11 14 0,7-6 1 16,-1-4-76-16,8-18-48 0,12-5 0 0,0-16 0 15,13-9 0-15,6-13 0 0,8-6 0 0,12-12 0 16,7-11 0-16,13-6 0 0,6-9 0 16,0-3 0-16,-6 3 0 0,0 9 0 15,-7 3 0-15,-7 7 0 0,-6 7 0 0,-12 4 0 16,-1 8 0-16,-7 7 0 0,-5 7 0 15,-15 7 0-15,-4 7 0 0,-9 9 0 0,-5 6 0 16,-13 4 0-16,-1 4 0 0,-6 7 0 16,-6 0 0-16,-1 8 0 0,-6-2 0 0,-6 2 0 15,-1 6 0-15,-13 2 0 0,8 2 0 16,-14 0-486-16,-1 4-430 0,-5 3-261 0,-7-3-85 16,-1 4 22-16,-5-4 93 0,-7 4 182 15,-7-8 292-15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5:37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16432 5547 105 0,'6'0'310'0,"0"-5"55"16,1 2 42-16,-1-1-66 0,1 1-46 15,0-1-15-15,-1 4-25 0,-6 0-27 16,6-4-21-16,-6 8-11 0,0-4 1 0,0 4 19 15,0 3 16-15,0 1 15 0,-6 6 10 16,6 0 3-16,-6 1-20 0,-1 6-39 0,-6 2-41 16,6 3-32-16,-5-4-23 0,-2 3-22 15,2 2-14-15,-8-2-6 0,7 0-10 16,-1-3-2-16,-4 0-6 0,4-3 0 0,1-1-5 16,0 1-4-16,6-9 1 0,1 5-1 15,0-8 6-15,-1 0 8 0,7 1 7 0,-7-1 4 16,7-7 5-16,7 4 0 0,0-4-5 15,-1 0-10-15,14-4-11 0,-7 4-10 0,13-3-10 16,0-1-7-16,-1 4-2 0,1-3-6 16,7-2 2-16,0 5-4 0,-1-3 0 0,2 3-1 15,4 0-1-15,-11-4 2 0,11 4-3 16,-11 0 0-16,5 0-1 0,-6 0-2 0,7 0 2 16,-7 0-4-16,-7 0-2 0,7 4-1 15,-12-4-7-15,-2 0-23 0,1 0-32 16,-6 0-37-16,-1 0-56 0,-6 0-93 0,-6 0-121 15,-1-4-118-15,-6 4-118 0,1-3-135 16,-2-5-73-16,-6 5 29 0,1-8 92 0,-1-1 120 16,1 1 140-16</inkml:trace>
  <inkml:trace contextRef="#ctx0" brushRef="#br0" timeOffset="296.52">16698 5667 95 0,'0'-11'440'0,"0"0"60"0,0 0 66 0,-6 0 95 16,6 4-84-16,0 0-97 0,-6 3-61 15,6-3-37-15,0 7-50 0,0 0-75 16,0 0-85-16,0 7-38 0,0 4-9 0,0 4-2 16,6 7 1-16,-6 3 2 0,0 4 3 15,6 5-5-15,-6 3-3 0,6 2 1 0,-6 1-4 16,8 5 1-16,-2-1-1 0,-6-1-2 16,6 4-9-16,1-2-10 0,-1-1-5 15,1-3-18-15,-7-1-12 0,7-7-11 0,-1 0-10 16,0-1-6-16,1-6-5 0,0-3-7 15,-1-5-5-15,-6-4-6 0,6 1-2 0,-6-8-7 16,0 0-12-16,0-4-33 0,0-3-68 16,0 0-92-16,-6-3-163 0,0-4-215 15,-8-3-263-15,2 2-157 0,-2-7-37 0,-5 4 38 16,-7-4 133-16,-7 1 203 0,1-1 262 16</inkml:trace>
  <inkml:trace contextRef="#ctx0" brushRef="#br0" timeOffset="5045.39">9515 5956 28 0,'12'26'62'0,"-4"3"-19"0,-2-4-40 0,0 2-49 16,1 2-28-16</inkml:trace>
  <inkml:trace contextRef="#ctx0" brushRef="#br0" timeOffset="7170.48">9124 6403 10 0,'0'0'157'16,"-7"0"-16"-16,1 0-33 0,0 0-32 0,6 0-29 15,-8 4-18-15,8-4-12 0,0 0-10 16,-6 0-2-16,6 4-2 0,-6-4-2 0,6 0 0 16,0 0-1-16,0 0 0 0,0 3 0 15,-6-3 0-15,6 0-7 0,0 0-10 16,0 0-15-16,0-3-26 0,0 3-35 0,0 0-37 16,6 0-15-16</inkml:trace>
  <inkml:trace contextRef="#ctx0" brushRef="#br0" timeOffset="8638.61">18138 5491 142 0,'-20'4'315'0,"1"-4"28"0,-1 0 27 0,0 3-76 15,1-3-72-15,6 0-43 0,-6 5-17 16,5-5-3-16,2 3 2 0,-2-3 10 15,1 4 12-15,1-4 27 0,4 0 33 0,-4 0 34 16,6 3 18-16,-1-3 4 0,0 0-19 16,1 0-23-16,6 4-34 0,0-4-38 0,-7 0-24 15,7 4-19-15,0-4-5 0,0 0-12 16,7 0-11-16,-1 3-9 0,8-3-13 16,-2 0-10-16,14 0-14 0,1 4-14 0,-1-4-13 15,13 0-9-15,-1 0-9 0,2 0-10 16,-1 0-6-16,0 0-1 0,0 0-1 0,0 0-1 15,-6-4-2-15,-1 4 0 0,1-3 1 16,-7 3-1-16,-7-4 4 0,7 0 3 0,-12 4 9 16,5-3 15-16,-13-1 13 0,1 4 8 15,6-3 10-15,-13-2 11 0,6 5-2 0,-6-3-6 16,0 3-11-16,7 0-7 0,-7 0-13 16,-7 0-12-16,7 0-10 0,0 0-3 15,0 3-8-15,-6 2 0 0,0-2-2 0,-1 4 6 16,0 4 6-16,7 0 7 0,-6 1 9 15,-1 5 9-15,-5 3 18 0,12 1 11 0,-14 1 10 16,8 4 6-16,0 3 6 0,-2 0 3 16,2 1-5-16,0-1-4 0,-1 4-6 0,-6-4-6 15,13 4-5-15,-13-4-7 0,7 5-9 16,6-6-9-16,-6 2-6 0,-2-1-7 16,8-3-7-16,-6 0-6 0,6-1-2 0,-6-3-4 15,6-4-2-15,0 0-1 0,-7-2-3 16,7-5-3-16,0-2-9 0,-7 3-15 15,7-4-37-15,0-5-65 0,-6-3-85 0,-1 0-107 16,-5-3-132-16,-2-5-185 0,-5-4-197 16,-7-2-183-16,0-4-43 0,0-4 38 0,-7-3 101 15,7-1 182-15,0 4 224 0</inkml:trace>
  <inkml:trace contextRef="#ctx0" brushRef="#br0" timeOffset="8872.73">17923 5931 66 0,'-6'4'634'15,"-8"-1"159"-15,14-3 106 0,-6-3 76 16,6 3-77-16,6-4-194 0,1 1-227 0,12 3-123 16,1-5-78-16,6 2-55 0,13-1-42 15,6 1-33-15,8-1-33 0,5 0-32 0,1 1-24 16,6-1-24-16,-6-3-9 0,6 0-10 16,-13-1-2-16,7 0-5 0,-14 5-3 15,1-8 1-15,-7 7-2 0,-7-4 1 0,-5 2-6 16,-9 2-10-16,-4-3-29 0,-8 3-44 15,-18-3-69-15,-8 3-95 0,-6 0-177 0,-27-3-251 16,-4 3-228-16,-28-3-91 0,-13 0-4 16,-13-1 54-16,-19 1 162 0,-7 0 250 0</inkml:trace>
  <inkml:trace contextRef="#ctx0" brushRef="#br0" timeOffset="11278.32">19740 5553 245 0,'0'-6'402'0,"6"-2"57"0,-6 1 58 15,0-1-58-15,0 5-65 0,6-1-33 16,-6 0-18-16,0 1-16 0,0-1-32 0,0 4-39 15,0 0-37-15,0 0-40 0,0 4-27 16,0 3-17-16,0 4 0 0,0 3 7 0,0 1-2 16,0 7-1-16,8 0-6 0,-8 8-4 15,6-1-6-15,-6 0-9 0,6 4-3 16,-6 0-12-16,7 0-7 0,-1 0-14 0,-6 0-11 16,7-3-14-16,-7 2-14 0,7-2-11 15,-1-4-9-15,-6-1-5 0,6 0-6 0,0-6 2 16,2-1-4-16,-8-4-2 0,6 1-8 15,-6-4-18-15,6-3-31 0,-6-1-59 0,7-4-89 16,0-3-136-16,-7-3-169 0,6-4-182 16,1-4-172-16,5-4-52 0,-4-3 32 0,4-4 109 15,8 0 157-15,-7-4 190 0</inkml:trace>
  <inkml:trace contextRef="#ctx0" brushRef="#br0" timeOffset="11715.71">20255 5584 14 0,'0'-12'468'0,"6"1"107"0,-6-3 84 0,0 2 93 16,0 5-62-16,0-4-136 0,0 4-110 15,-6 3-80-15,-2 1-64 0,2-2-79 16,-7 5-55-16,7 5-42 0,-7-2-26 0,0 4-20 16,-1 4-12-16,8 4-3 0,-7 3-6 15,6 4-3-15,1 4-6 0,0 3-5 0,-1 0-3 16,7 0-3-16,-6 5 0 0,6-1 1 15,6-4 1-15,-6 0 8 0,7 4 9 0,-1-7 0 16,7 0 7-16,0 0 2 0,1-5-1 16,5 2-3-16,0-9-6 0,0 0 1 15,8 1-9-15,-1-4-7 0,6-3-1 0,1-6-7 16,-1-2-2-16,1-2 1 0,-1-2 5 16,1-7 6-16,-7 3 8 0,7-6 16 15,-7-1 16-15,-6-3 14 0,0 0 7 0,-2 0 12 16,-4-8 4-16,-8 0-1 0,1 0-6 15,-7-7-4-15,-7 4-2 0,-6-4-6 0,0 4-1 16,1 0-31-16,-8-1-68 0,-7 5 0 16,1 3 0-16,0 0 0 0,0 3 0 0,1 1 0 15,-2 7 0-15,1 0 0 0,0 4 0 16,0-1 0-16,7 5 0 0,-1-1 0 0,7 4 0 16,-7 4 0-16,1 3 0 0,6 0-158 15,-1 8-347-15,2 3-240 0,-1 0-299 0,0 5-138 16,0 2-12-16,-1 1 63 0,-5-1 134 15,6 1 238-15,-6-1 331 0</inkml:trace>
  <inkml:trace contextRef="#ctx0" brushRef="#br0" timeOffset="12699.87">8108 13503 84 0,'-7'-7'301'0,"1"-4"48"15,6 0 39-15,-6 1-50 0,-2-2-13 0,2 4-10 16,0-2 16-16,0-2 35 0,-1 5 28 16,7 0 3-16,-7 0-9 0,7 3-36 15,0 0-60-15,-6 1-75 0,6-1-61 0,6 8-28 16,-6-1-13-16,7 5 4 0,0 3 11 15,-1-1 20-15,6 9 11 0,2-1-4 0,-1 4-11 16,0-3-8-16,0 3-12 0,7-4-13 16,-1 0-8-16,1-4 6 0,-1-2 3 15,8-1 2-15,-2-8 6 0,1-3 5 0,13-7 4 16,1-7-6-16,5-12-4 0,14-7-4 0,-1-11-8 16,14-11-8-16,6-7-9 0,7-4-9 15,6-11-5-15,7 0-15 0,-1-4-63 0,1-7 0 16,6 1 0-16,1-1 0 0,-2 7 0 15,-11 8 0-15,-8 3 0 0,-6 12 0 16,-19 6 0-16,0 12 0 0,-13 4 0 0,-8 10 0 16,-5 3 0-16,-7 5 0 0,-6 8 0 15,-1-2 0-15,1 9 0 0,-8-1 0 0,-4 4 0 16,-2 0 0-16,0 4 0 0,-6-1 0 16,0 5-204-16,-6 2-379 0,0 1-228 15,-2 5-279-15,-4-2-101 0,-8 1 7 0,1 3 75 16,-7 0 157-16,-7 0 247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3:09.3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9541 5792 135 0,'0'0'225'0,"0"0"32"0,0 0-23 0,0 0-63 16,0 0-38-16,0-4 7 0,0 4-7 16,0 0-22-16,0 0-25 0,-6 0-21 0,6 0-5 15,0 0-25-15,-8 0-18 0,8 4-9 16,-6-4-5-16,6 0-2 0,-6 0-1 0,6 0-9 16,0 0-19-16,0 3-30 0,0-3-38 15,0 0-73-15,0 0-96 0,-7-3-43 16,7 3-9-16,0-4 15 0</inkml:trace>
  <inkml:trace contextRef="#ctx0" brushRef="#br0" timeOffset="936.9">10140 5810 3 0,'-13'15'290'0,"13"-4"22"16,-6-5 12-16,-2 2-25 0,2-1-134 15,6 1-78-15,-6-5-41 0,6 5-21 0,0-5-14 16,6-3-16-16,-6 5-28 0,6-3-50 16,2-2-85-16,-2 0-82 0,-6-2-38 0,6-3-11 15,7 2 17-15</inkml:trace>
  <inkml:trace contextRef="#ctx0" brushRef="#br0" timeOffset="1577.37">11019 5697 185 0,'0'7'244'15,"7"-4"25"-15,-1 5-54 0,-6-5-40 0,6 1-24 16,-6 0-9-16,8-1-6 0,-8 2-3 16,0-3-1-16,0 3-2 0,6-2 2 15,-6-3 0-15,0 3 0 0,6 2-1 0,-6-5-5 16,0 3-4-16,0-3-7 0,0 4-5 16,0 0-7-16,0-4-5 0,6 3 0 0,-6-3 1 15,0 4 5-15,0-4 2 0,0 3 8 16,0-3 6-16,0 0 4 0,0 5 3 0,0-5-2 15,0 0 3-15,0 0-4 0,0 0-7 16,0 0-10-16,0 0-9 0,0 0-6 16,0 0-8-16,0 0-8 0,0 0-5 0,0 0-5 15,0 0-8-15,0 0-11 0,0 0-11 16,0 0-16-16,0 0-6 0,7 0-9 0,-7 0-3 16,0 0-2-16,0 0-2 0,0 0 1 15,0 0-1-15,0 0 1 0,0 0-4 16,0 0 0-16,0 3 1 0,0-3 5 0,0 0-1 15,0 0 2-15,0 3 1 0,0-3-3 16,0 0 2-16,0 4 0 0,0-4 0 0,0 0-2 16,0 0 3-16,0 4 2 0,0-4-3 15,0 0 1-15,0 0 1 0,0 0-2 0,0 0 1 16,0 0 0-16,0 0 4 0,0 3-2 16,0-3-3-16,0 0 1 0,0 0 0 0,0 0 1 15,0 0 0-15,0 0 0 0,0 0 0 16,0 0 0-16,0 0 8 0,0-3-8 15,0 3-4-15,0 0 0 0,0 0 5 0,0 0 0 16,0 0-14-16,0-4-7 0,0 4-28 16,0-4-57-16,0 4-93 0,0-3-105 0,0 0-121 15,7-5-120-15,-7 4-104 0,6-3-74 16,1 3 24-16,-1 1 68 0,1-5 105 0,12 0 124 16</inkml:trace>
  <inkml:trace contextRef="#ctx0" brushRef="#br0" timeOffset="1889.8">11768 5817 126 0,'6'4'291'0,"-6"0"48"16,0-1 4-16,8-3-37 0,-8 4-10 15,0-4-23-15,0 0-17 0,0 0-15 16,0 0-6-16,0 0-12 0,0 0-18 0,0 0-15 16,0-4-21-16,0 4-26 0,0 0-29 15,0 0-23-15,0 0-23 0,-8 0-20 0,8 0-20 16,0 0-8-16,0 0-10 0,-6 0-19 16,6 0-28-16,0 0-47 0,0 0-56 15,-6 0-84-15,6 0-101 0,-7 0-110 0,0 0-113 16,-5-3-30-16,-8-1 19 0,1 0 64 15,-7 1 91-15</inkml:trace>
  <inkml:trace contextRef="#ctx0" brushRef="#br0" timeOffset="3248.86">9320 6557 177 0,'0'0'185'16,"-8"0"-43"-16,8 0-78 0,0 0-94 15,8 0-75-15,-8-3-41 0,6-1-22 0</inkml:trace>
  <inkml:trace contextRef="#ctx0" brushRef="#br0" timeOffset="3701.87">10107 6542 208 0,'6'8'295'0,"-6"-4"40"0,8-1-30 0,-8 1-40 16,0 0-7-16,0-1-19 0,0-3-15 16,6 4-8-16,-6-4-7 0,0 3-6 15,0-3-7-15,0 0-11 0,0 0-8 0,0 0-8 16,0 0-7-16,0 0-10 0,0 0-10 16,0 0-16-16,0 0-18 0,0 0-19 0,0 0-20 15,0 0-24-15,0 0-15 0,0 0-12 16,0 0-10-16,0 0-1 0,0 0-5 0,0 0 4 15,0 0-4-15,0 0-2 0,0 0 2 16,0 0-2-16,0 0 4 0,0 0-4 16,0 4 0-16,0-4 0 0,0 0 1 0,0 0 0 15,0 0 0-15,0 0 0 0,0 0 5 16,0 0 8-16,0 0-6 0,0-4-1 0,0 4 0 16,0 0 0-16,0 0-6 0,0 0-7 15,0 0 5-15,6 0 1 0,-6 0-3 0,0 0-3 16,0 0 6-16,-6 0-5 0,6 0-11 15,0 0-22-15,0 0-33 0,0 0-53 0,0 0-71 16,0-3-75-16,0-1-75 0,-6 1-63 16,6-1-59-16,0-3-74 0,0 0-3 15,-8-1 40-15,8-3 63 0,0-4 77 0</inkml:trace>
  <inkml:trace contextRef="#ctx0" brushRef="#br0" timeOffset="4326.72">9502 4835 17 0,'-13'0'124'0,"6"4"-27"0,-6-4-36 16,0 3-24-16,7 2-16 0,-8-2-6 0,2 1 1 15,-1-1 7-15,6 1 15 0,-6 3 2 16,-1-3 7-16,2 0 16 0,-1 4 9 0,0-6 2 16,0 3-6-16,-1-2 7 0,2-3-1 15,-1 4-8-15,0-4-8 0,0 0-7 0,-1 0-7 16,2 0-3-16,-2 0-3 0,2 0-6 15,-1 0 0-15,-1-4-3 0,2 4-3 16,5-3-4-16,0-2-4 0,1 3-5 0,0-6-5 16,-1 4-6-16,0 0-7 0,1 1-18 15,6-1-26-15,0 0-33 0,-7 4-51 0,7-3-83 16,0-1-39-16,0 4-8 0,0-3 13 16</inkml:trace>
  <inkml:trace contextRef="#ctx0" brushRef="#br0" timeOffset="5295.25">9436 5498 7 0,'7'8'179'0,"-7"-4"22"0,0-1-10 16,7 1-53-16,-7 3-35 0,0-3-12 15,0-4 1-15,6 4-9 0,-6-1-10 16,0-3-7-16,0 4-2 0,6-4-3 0,-6 3-2 16,0-3 0-16,0 0 0 0,0 5 5 15,7-5 4-15,-7 0 3 0,0 3 2 0,0-3 6 16,0 0 2-16,0 0 3 0,0 3 2 16,0-3 4-16,0 0 2 0,0 0-3 0,0 0-3 15,0 0-7-15,0 4-11 0,0-4-16 16,0 0-13-16,0 0-13 0,0 0-10 15,0 0-6-15,0 4-2 0,0-4-2 0,0 0-3 16,7 3-1-16,-7-3 0 0,0 4-1 16,6 0-2-16,-6-4 0 0,0 3 2 0,7 1 1 15,-7 1 0-15,0-5 1 0,6 2-3 16,-6 2 4-16,0-4-1 0,0 4-3 16,0-4-1-16,0 4 0 0,0-4 8 0,7 0 9 15,-7 0 10-15,0 3 16 0,-7-3 22 16,7 0 23-16,0 0 22 0,0 0 19 0,0 0 22 15,0 0 11-15,0 0 2 0,0 0-8 16,-6-3-7-16,6 3-17 0,0-4-19 0,0 4-20 16,-7-4-7-16,7 4-11 0,0-4-11 15,-6 2-7-15,6 2-6 0,0-5 0 0,-7 5-8 16,7-4-3-16,0 1-3 0,0 3-3 16,-7-4 3-16,7 0-5 0,0 4 2 0,-6-3 0 15,6 3-1-15,0-4 2 0,0 4-9 16,-6-4-2-16,6 4-7 0,0 0-3 15,0-3-6-15,0 3-5 0,0 0 2 0,0 0-3 16,0 0-2-16,0 0-4 0,-7 0 7 16,7 0-1-16,0 0-5 0,0 0-1 0,0 0-2 15,0 0 4-15,0 0-3 0,0 0-1 16,0 0 3-16,0 3 4 0,7-3 4 16,-7 0-3-16,0 4-1 0,0-4 0 0,0 0 0 15,0 4-2-15,0-4 0 0,0 0-1 16,0 0 2-16,6 0-1 0,-6 0 1 15,0 0 2-15,0 0-2 0,0 3 10 0,0-3-5 16,0 0 1-16,0 0 0 0,0 0-2 16,0 0 4-16,0 0-8 0,0 0 2 0,0 0 2 15,0 0-1-15,0 0-1 0,0-3 1 16,0 3-2-16,0 0 0 0,0-4 0 0,0 4-1 16,0 0 1-16,0-4-1 0,0 4-7 15,0 0-12-15,0-3-17 0,0 3-25 16,0-3-37-16,0-2-56 0,6 5-67 0,-6-3-77 15,0-1-76-15,0 1-73 0,7-5-62 16,-7 5-59-16,0-1-27 0,7-3 34 0,-7 3 65 16,6 1 82-16,1-2 90 0</inkml:trace>
  <inkml:trace contextRef="#ctx0" brushRef="#br0" timeOffset="5982.63">9586 5729 92 0,'-6'5'257'0,"6"-5"26"16,0 0-5-16,0 0-51 0,-7 2-42 15,7-2-28-15,0 0-15 0,0 0-11 16,0 0-11-16,-6 0-13 0,6 0-11 0,0 0-15 15,0 0-11-15,0 0-10 0,0 0-10 16,0 0-10-16,0 0-10 0,0 0-4 0,0 0-6 16,0 0 0-16,0 5 2 0,0-5 4 15,-7 0 7-15,7 3 6 0,0-3 9 16,0 0 10-16,0 0 9 0,0 3 14 0,0-3 10 16,0 0 15-16,0 5 13 0,0-5 16 15,0 0 16-15,0 0 13 0,-6 0 10 16,6 0-4-16,0 0-3 0,0 0-10 0,0-5-21 15,-7 5-23-15,7 0-20 0,0-3-16 16,0 3-13-16,0-3-17 0,0 3-5 0,-6-5-5 16,6 5-4-16,0-2-6 0,0 2-6 15,0 0-3-15,0-5-4 0,0 5-4 0,0 0-5 16,0 0 0-16,0 0 0 0,0 0-5 16,-6 0 0-16,6 0-1 0,0 0 3 0,0 0-7 15,0 0-1-15,0 0 2 0,0 0 2 16,0 5 1-16,0-5-3 0,0 0 10 15,0 0-5-15,0 2-1 0,0-2-3 0,0 0 4 16,0 5 0-16,0-5-5 0,0 0 1 16,0 0 3-16,0 3 1 0,0-3-2 15,0 0 1-15,0 0 0 0,0 0 4 0,0 0-2 16,0 0 2-16,0 0 0 0,0 0-1 16,0 0 1-16,0 0 5 0,0 0 4 15,0 0 0-15,0 0 3 0,0 0 3 0,0 0 4 16,0 0-2-16,0 0-1 0,0 0 0 15,0 0-5-15,0 0-2 0,0 0-5 0,0 0-1 16,0 0-5-16,0 0-1 0,0 0-1 16,0 0-4-16,0 0-9 0,0 0 4 0,0 0 3 15,0 0 1-15,0 0-12 0,0 0-26 16,0 0-48-16,0 0-87 0,0 0-98 0,0 0-122 16,0 0-136-16,0-3-156 0,0-2-40 15,0 3 31-15,-8-3 69 0,8 2 105 0</inkml:trace>
  <inkml:trace contextRef="#ctx0" brushRef="#br0" timeOffset="6576.72">8734 6311 196 0,'0'5'233'0,"0"-5"-9"16,0 0-43-16,0 0-24 0,0 0-22 15,0 0-23-15,0 0-24 0,0 0-20 0,0 0-17 16,0 0-17-16,0 0-14 0,0 3-8 16,0-3-6-16,0 0-10 0,0 0-23 15,0 0-38-15,6 0-73 0,-6 0-88 0,0 0-49 16,0 0-17-16,0-3 10 0</inkml:trace>
  <inkml:trace contextRef="#ctx0" brushRef="#br0" timeOffset="7950.96">17968 9485 257 0,'7'-4'348'0,"0"-1"48"15,-1-2 28-15,0 4-65 0,0-4-43 16,2-1-5-16,-8 1 4 0,6 0 13 0,0-4 0 16,-6 3-9-16,7-3-21 0,0 0-23 15,-7 4-27-15,6-4-33 0,1 4-26 0,-7-1-18 16,0 1-11-16,0 4-15 0,0-1-19 15,0 0-21-15,0 4-25 0,0 0-25 16,-13 8-20-16,6 2-23 0,-12 9-6 0,-1 3-5 16,0 6 1-16,-13 6 1 0,1 6 2 0,-1 1 7 15,-5-1-4-15,-1-1 3 0,-1 6-2 16,1-1 4-16,-6 0-2 0,5-3 1 0,1-1-3 16,1 0-2-16,-1-3 0 0,13-8-3 15,-1 0-3-15,1-7 0 0,14 0 3 16,-8-10-1-16,13 2 2 0,7-8-7 0,0-1-18 15,0-5-34-15,7-7-57 0,5-1-77 16,-4-2-110-16,4-6-118 0,2-2-103 0,-8-4-70 16,0 0-40-16,1 0-23 0,-1-3 4 0,-6-1 65 15,-6-7 93-15,6 4 89 0,-7-8 84 16</inkml:trace>
  <inkml:trace contextRef="#ctx0" brushRef="#br0" timeOffset="8169.62">17414 9562 119 0,'-6'-34'331'15,"0"5"63"-15,-1-1 67 0,1 10-6 16,6 0-41-16,-7 3-12 0,7 5-8 15,-7 1-11-15,14 4-21 0,-7 7-23 0,7 0-38 16,6 7-25-16,7 4-14 0,-1 4-15 16,0 7-16-16,14 0-12 0,-1 7-16 0,1 4-24 15,-1 0-19-15,1 0-21 0,-1 4-21 16,8-4-21-16,-15 3-17 0,8 1-17 0,0-4-14 16,-7 4-10-16,0 0-10 0,-6-5-9 15,6 0-6-15,-7 2-7 0,1-5-20 0,-8 1-40 16,2 0-53-16,-1-5-80 0,-7 0-143 15,1-3-192-15,-7 0-221 0,-7-3-171 16,1-1-59-16,-13-4 20 0,-1 1 110 0,0-4 178 16,-6 3 227-16</inkml:trace>
  <inkml:trace contextRef="#ctx0" brushRef="#br0" timeOffset="8466.5">17337 10707 254 0,'0'19'558'0,"-7"-1"72"0,1 5 86 15,-1-1 82-15,0 3-184 0,1 4-148 16,0 4-72-16,6 5-32 0,-7 5-47 0,7 1-53 16,0 3-40-16,0 5-28 0,0 3-30 15,7 4-28-15,-1-1-29 0,0 1-22 16,8-1-20-16,-8-3-16 0,7 4-7 0,7-8-12 15,-8 1-4-15,2-5-5 0,-1-3 0 16,-1-7-5-16,2 0-4 0,-1-8-2 0,-6-4-6 16,5 1-2-16,-5-8-11 0,-7-3-36 15,6-4-67-15,-6-3-113 0,-6-8-166 0,-1-5-197 16,1-2-209-16,-7-12-135 0,-6-6-23 16,-1-4 65-16,-7-4 141 0,-5-11 185 15</inkml:trace>
  <inkml:trace contextRef="#ctx0" brushRef="#br0" timeOffset="9091.24">17057 10884 121 0,'6'-26'458'0,"-6"5"84"0,6-2 100 16,-6 2 109-16,7 2-121 0,0 1-101 0,6-1-60 16,-7 1-49-16,7 3-68 0,6 1-91 15,1-1-62-15,6 0-42 0,13 1-26 16,-6 2-26-16,13-2-22 0,5 3-13 0,8-4-12 15,6 1-14-15,0-1-5 0,14 0-10 16,-1 1-5-16,6-4-6 0,7-1-2 0,1 1-3 16,5-1-7-16,-6 1-1 0,-6-4-4 15,0 0 2-15,-7 0 2 0,-6 0-2 16,-13 0 1-16,0 4 0 0,-14 1 4 0,-7 0 1 16,-11 3 5-16,-1 3 10 0,-6 0 12 15,-8 4 7-15,-5 0 4 0,-1 0 4 0,1 3-5 16,-7-4-3-16,-7 4-6 0,1 1-7 15,-1 3-5-15,1 0-6 0,-8 3-2 16,8 1-7-16,-6 1-5 0,5 5-2 0,-6 1 0 16,6 4-1-16,-6-1-1 0,6 8 5 0,1 0 1 15,6 4 3-15,0 4 7 0,0-1 9 16,6 3 7-16,1 5 4 0,6 4 5 0,0-1 7 16,1 4 0-16,-2-1-5 0,2 1-4 15,5 4-4-15,-6 4-4 0,6-5-6 16,1 4-4-16,-7-3-2 0,7 3-7 0,-8-2-1 15,8-5-2-15,-7-1-3 0,0 1-4 16,-6-4-2-16,-1 1 1 0,1-5 0 0,-7 1 0 16,0 0 2-16,-7-1-1 0,1-3 2 15,-1-1 1-15,-6-1-3 0,-6 1 1 16,-1-2-2-16,-6-5 0 0,-7 4-2 0,1 1 1 16,-7-4-1-16,-7-1 1 0,1 1 0 15,0-1 0-15,-2-3 1 0,-5 1-1 0,7-5 0 16,-7 1 0-16,6-5-1 0,-6 1 0 15,13-5 0-15,-1 1 0 0,2-3 0 16,5-2-1-16,7-2 1 0,0-4-2 0,7 5-15 16,-1-10-36-16,7 1-53 0,0 1-64 15,6-4-82-15,1 0-129 0,0-4-158 0,-2 0-157 16,8-8-159-16,0 5-85 0,0-8 1 16,0 0 88-16,0 0 151 0,0-4 182 15</inkml:trace>
  <inkml:trace contextRef="#ctx0" brushRef="#br0" timeOffset="9419.28">17923 11059 12 0,'-6'-22'455'0,"-1"4"87"0,0 0 87 0,1 4 110 16,-7-1-36-16,6 4-142 0,7 0-88 15,-7 4-66-15,1 3-72 0,6 0-104 16,0 4-84-16,0 4-50 0,0 3-24 0,0 4-5 15,0 11 5-15,6 0 15 0,1 8 17 16,0 7 12-16,-1-2 7 0,7 6 8 0,1-1 2 16,-8 4 0-16,6 0 0 0,-4 0-3 15,4-3-6-15,-5-1-6 0,-1 0-12 0,8-4-6 16,-8-2-11-16,0-5-11 0,8 0-10 16,-8-7-10-16,0 0-10 0,-6-3-12 0,7-1-9 15,0-7-9-15,-7 0-7 0,6-4-6 16,-6 1-13-16,7-4-33 0,-7-1-55 15,0-3-82-15,-7 0-108 0,7-3-182 0,-6-6-234 16,-1 3-260-16,-6-5-98 0,7-4-4 16,-14 0 68-16,7 1 158 0,0-5 231 15</inkml:trace>
  <inkml:trace contextRef="#ctx0" brushRef="#br0" timeOffset="12340.48">18020 10594 221 0,'0'-18'358'0,"-6"-1"43"0,6 5 49 15,-6-4-58-15,6 3-75 0,-8 1-20 16,2-1 16-16,0 4 17 0,6 0 1 15,-6 1-24-15,-1 1-33 0,7 6-46 0,-7-1-58 16,7 8-55-16,-6 3-41 0,6 8-21 16,-7 2-1-16,1 10 13 0,0 6 12 0,-8 11 8 15,2 7 8-15,-2 5 3 0,1 8-4 0,-7 10-5 16,1 0-7-16,-7-1-2 0,6 3-5 16,-6 2 2-16,0 2 0 0,1-3 1 15,5-3 3-15,-6 2-1 0,-1-2 1 0,9-9-3 16,-2 2-5-16,0-9-8 0,7-4-10 15,1-5-9-15,-2-9-12 0,8-4-7 0,-1-6-8 16,7-8-5-16,-7 0-4 0,7-7-3 16,0-1 0-16,0-6-3 0,7-1-12 0,-7-7-34 15,7-4-49-15,-1 1-79 0,0-8-126 16,8-4-156-16,-8-3-157 0,7-4-143 16,7-4-110-16,-8-3-5 0,8 0 80 0,0-5 132 15,-1-2 157-15</inkml:trace>
  <inkml:trace contextRef="#ctx0" brushRef="#br0" timeOffset="13137.16">19949 10326 327 0,'6'-2'408'0,"0"-6"54"0,-6 4 49 0,0 0-98 16,6 1-84-16,-6-1-54 0,0 4-45 16,0 0-43-16,0 0-38 0,0 0-17 15,8 7 0-15,-8 1 9 0,0 2 20 16,0 10 19-16,0-3 13 0,0 6-2 0,-8 3-14 15,8 2-18-15,0 6-19 0,-6-1-18 0,0 3-17 16,0 1-16-16,-8 3-14 0,8-3-8 16,-7 3-7-16,6 0-7 0,-6-3 1 15,1-4-7-15,4 0 0 0,2-4 3 0,0-3 3 16,-1-7 6-16,1-1 9 0,6-4 15 16,0-3 13-16,0-7 9 0,6-1 8 0,1-3 0 15,5-3-8-15,8-5-14 0,0-2-23 16,6-1-19-16,-1 0-19 0,2-4-11 0,-1-4-7 15,0 6-6-15,7-3-2 0,-7 1-2 16,0 0 0-16,-1 1 1 0,1 3-2 0,1 1 1 16,-8-2-1-16,0 1-1 0,-5 4 1 15,-1 0-2-15,0 0-9 0,-7 2-21 16,7 2-21-16,-6-1-28 0,-7 0-37 0,0 1-40 16,0 3-38-16,0 0-34 0,-7-4-36 15,1 4-37-15,-1 0-25 0,1-2-7 0,0 2 14 16,-8-5 31-16,2-2 47 0,4-1 61 15,-4 1 60-15,-1-3 52 0,0-2 53 0,6-3 61 16,-5-2 78-16,-2 2 58 0,8-1 49 16,-8 3 36-16,8 1 11 0,0 1-8 15,-1 0-37-15,7 3-35 0,-6 1-35 0,6 4-35 16,0-1-29-16,-7 4-31 0,14 0-15 16,-7 7-1-16,6 5 3 0,1 2 23 15,5 9 26-15,2 2 23 0,-2 8 9 0,2 0 1 16,-1 7 1-16,6 4-13 0,-6 0-19 15,1 0-16-15,-2 3-15 0,2-3-15 0,-2 0-12 16,1-4-10-16,-6 1-8 0,6-4-7 0,-7-5-6 16,8-3-3-16,-8-2-4 0,1-2-2 15,-1-3-1-15,-6-4-3 0,6-3 1 16,1-4-5-16,-7 0-5 0,0-4-29 0,0 1-53 16,0-5-76-16,-7-3-111 0,1 0-166 15,0-3-176-15,-7-1-183 0,-1-3-152 16,-5-1-33-16,-1-3 52 0,-6-3 136 0,0 0 166 15,-6-9 202-15</inkml:trace>
  <inkml:trace contextRef="#ctx0" brushRef="#br0" timeOffset="14481.17">11273 9550 146 0,'6'-3'290'0,"1"-1"40"0,-7-3 11 16,7-1-47-16,-1-2-15 0,-6-2-5 16,7 2 12-16,-7-1 31 0,6 0 38 0,-6 0 20 15,7-1 4-15,-7 5-12 0,0 0-24 16,7 2-50-16,-7 2-67 0,0 0-58 0,0 3-50 16,0 0-38-16,0 3-22 0,0 5-10 15,0 6-4-15,0 4 3 0,0 5 4 16,-7 6 5-16,7 0-1 0,-7 8-3 0,-6 0 1 15,7-1-3-15,-8 4-1 0,2 4 1 16,-2 0-2-16,-5 5 1 0,-1-6 0 0,2 1 2 16,-2-4 3-16,6 0 0 0,-5-3 4 15,6-4 4-15,0-3 2 0,0-9 6 16,6 1 7-16,1-7 12 0,-1-3 11 0,14-5 10 16,-1-4 4-16,8-3-2 0,5-3-10 15,7-4-17-15,6-9-20 0,8 5-21 16,-1-4-15-16,13-2-11 0,-7-2-9 0,8 1-2 15,-8-1-4-15,7 1-2 0,-7-4 0 16,-5 7 0-16,-1-2 1 0,-6 2-1 0,-1 0-1 16,-6 4-13-16,-7 0-27 0,1 4-43 15,0 0-54-15,-14-1-63 0,7 4-73 0,-6 1-84 16,-7-4-98-16,0 2-85 0,0 2-70 16,-7-1-60-16,1 1-42 0,-7-5-36 0,-1 1 37 15,2 0 80-15,-8-4 99 0,7-3 109 16</inkml:trace>
  <inkml:trace contextRef="#ctx0" brushRef="#br0" timeOffset="14808.85">11579 9653 7 0,'-12'-22'387'0,"4"8"67"16,2-4 63-16,-7 6 64 0,13 1-79 15,-7 0-78-15,1 3-41 0,0 1-29 16,6 4-33-16,-7 3-38 0,7 3-37 0,0 1-37 16,0 7-11-16,7 4-4 0,-7 4 2 15,12 6 4-15,-5 4-5 0,6 4-4 16,-7 3-14-16,8 5-10 0,-1 3-7 0,0 0-10 15,0-1-7-15,-1 6-11 0,2 2-13 16,-1-4-11-16,0 5-10 0,0-5-13 0,0-3-11 16,0 4-4-16,-7-8-5 0,1 0-4 15,6-3-2-15,-6 0-2 0,-1-4-4 16,-6-3-8-16,6-5-6 0,1-3-8 0,-7 0-5 16,0-8-4-16,7 4-4 0,-7-6-3 15,0-2-2-15,0 1-1 0,6-7-1 0,-6 3-4 16,0-2-3-16,0-5-2 0,0 2-8 15,0-2-27-15,0-2-50 0,-6-3-66 16,6-2-86-16,-7 0-94 0,0-1-143 0,1-2-158 16,-7-5-156-16,7 0-166 0,-8-4-47 15,2-1 25-15,-8-3 113 0,7-7 164 0,0 2 192 16</inkml:trace>
  <inkml:trace contextRef="#ctx0" brushRef="#br0" timeOffset="16105.23">10003 5359 67 0,'-6'-3'199'0,"6"3"0"16,0-3-23-16,-7 3-29 0,7-5-23 16,-7 2-14-16,7-1-29 0,0 1-21 0,-6-5-13 15,6 5-17-15,-6-5-11 0,6 0-8 16,-6 6-4-16,6-6-3 0,-8 4-15 0,2-3-24 16,6 3-37-16,-6 0-63 0,-1 1-72 15,-6-4-36-15,6 2-8 0,1 2 13 16</inkml:trace>
  <inkml:trace contextRef="#ctx0" brushRef="#br0" timeOffset="16886.29">9377 5063 176 0,'-6'-8'316'0,"-6"1"43"16,-2 0 33-16,8-5-62 0,-7 6-37 0,7-2-7 16,-8 0-7-16,8 2 5 0,0-3 5 15,-1 3 7-15,0-2-8 0,1 5-17 0,6-5-22 16,-7 5-38-16,7 3-47 0,0-4-52 16,0 4-38-16,-6 0-29 0,6 4-19 0,0 3-5 15,0 0-1-15,0 1 2 0,0 7 5 16,0-5 1-16,0 5 4 0,-7 3-4 0,7 1-2 15,-7-1-1-15,1 4-4 0,-6 0-4 16,4 0-5-16,-4 0-3 0,-1 0-2 0,-1 0-4 16,2 0-3-16,-2-4-5 0,2 1 4 15,5-5 3-15,-6-3 11 0,6 1 6 16,1-5 18-16,0 0 19 0,6-3 13 0,0-4 1 16,0 0-2-16,0 0-2 0,0-4-17 15,6 0-17-15,7-4-12 0,0 1-6 16,0 0-6-16,0 0-2 0,6-4 0 0,8 4 1 15,-7-5 0-15,5 5 2 0,1-4 0 16,0 4 1-16,0-5-3 0,1 6-2 0,-1-2-5 16,-7 1 0-16,1 0 0 0,-1 3-1 15,0-1 1-15,-5 5 1 0,-8-2 0 0,7 2-2 16,-6 0-9-16,-7 0-15 0,6 2-8 16,-6-2-7-16,-6 5-5 0,-1-1-5 15,1-1 1-15,-1 1 10 0,-6 0 4 0,6-1 4 16,-5-3 8-16,-2 0 4 0,2 0 5 15,-1-3 2-15,-1 3 4 0,2-8 4 0,-2 1-3 16,2 0 3-16,-2-1 2 0,8 1 2 0,-7-1-2 16,7 1 2-16,-2 0 5 0,8-1-3 15,-6 5 3-15,6-1 0 0,-6-3-2 0,6 4-4 16,0 3 0-16,6 0 2 0,-6 0-2 16,6 3-2-16,2 4 3 0,-2 0 2 15,0 5-2-15,1-2 2 0,-7 5 3 0,6 0 3 16,1 3 5-16,0 1 6 0,-1 2 6 15,-6 2-3-15,6-2 0 0,-6 5-2 16,6-4 0-16,-6 0 0 0,8-4-4 0,-8 1 0 16,0-2 1-16,0 2 3 0,6-4 0 15,-6-5-5-15,0 2-2 0,0-1-1 0,6-4-4 16,-6-3-5-16,0-1 0 0,0 2-13 16,0-2-30-16,0 1-67 0,0-4-120 0,0-4-148 15,0 1-170-15,0-2-175 0,0-2-93 16,-6 0 4-16,6-4 85 0,0-1 128 15,6 2 161-15</inkml:trace>
  <inkml:trace contextRef="#ctx0" brushRef="#br0" timeOffset="17058.64">9430 5381 217 0,'0'0'376'0,"-6"0"30"16,-1 0 16-16,7 0-83 0,0-3-150 0,0-1-113 16,0 0-100-16,0-3-111 0,0 3-143 15,7 1-75-15,-1-5-33 0,0 5 6 0,8-4 39 16</inkml:trace>
  <inkml:trace contextRef="#ctx0" brushRef="#br0" timeOffset="18292.24">10420 5667 136 0,'7'7'340'0,"-7"-3"44"0,0 3 41 0,0-3-53 16,0-4-71-16,0 3-49 0,6-3-19 0,-6 0-13 15,0 0-6-15,0 0-5 0,0 0-2 16,0-3 4-16,0 3-5 0,0 0-6 16,0 0-13-16,0 0-21 0,-6 0-21 0,6 0-25 15,0 0-22-15,0 0-19 0,-7 0-10 16,7 0-4-16,-7 0-4 0,7 0-4 0,0 0-2 15,-6 0 3-15,6 0-3 0,0 0-7 16,0 0-6-16,0 0-7 0,0 3-7 0,0-3-7 16,0 0-4-16,0 0-4 0,0 0-2 15,0 0 1-15,0 0-5 0,0 0 1 16,0 0 1-16,-6 0 1 0,6 0 2 0,0 0 1 16,0 0 5-16,0 0 3 0,6 0 4 15,-6 0 4-15,0 0 4 0,0 0 1 0,0 0 1 16,0 0-2-16,0 0-3 0,0 0-4 15,0 0-5-15,0 0-2 0,0 0-4 0,0 0-1 16,0 0-2-16,0 0-1 0,-6-3 1 16,6 3 2-16,0 0-5 0,0 0-5 0,0 0-4 15,0 0-2-15,0 0-2 0,0 0-7 16,0 0 4-16,0 0-1 0,0 0 5 0,0 0 3 16,0 0 4-16,0 0-2 0,0 0 1 15,6 0 2-15,-6 0-2 0,0 3-1 16,0-3-5-16,0 0 3 0,0 0-1 0,0 0 1 15,0 5-3-15,0-5 1 0,0 0 0 16,0 0-2-16,0 3 2 0,0-3 1 16,0 0 1-16,0 0 1 0,0 0 2 0,0 4 1 15,0-4-2-15,0 0-2 0,0 0 2 16,0 0 2-16,0 0-5 0,0 0-3 0,0 0 3 16,0 0 7-16,0 0-6 0,0 0-3 15,0 0 5-15,0 0 5 0,0 0 4 0,0 0 3 16,0 0 13-16,0 0 4 0,0 0 8 15,0-4 3-15,0 4-2 0,0 0-5 16,0 0-5-16,0-3-4 0,0 3-9 0,0 0-3 16,0-5-3-16,0 2-7 0,0-1-1 15,0 4-1-15,0-3 0 0,0 3-2 0,0-4-2 16,0 0 3-16,0 4-1 0,0-3-1 16,0 3-6-16,0-4 3 0,0 4 4 15,0-4 1-15,0 4 0 0,0-3 1 0,0 3 5 16,-6-4-2-16,6 4-4 0,0-3-1 15,0 3-2-15,0-5 0 0,0 5 0 0,0-3 0 16,0 3 2-16,0 0 1 0,0-3 0 16,0 3 1-16,0 0 0 0,0 0-1 15,0 0-1-15,0 0-1 0,0-4 0 0,0 4 1 16,0 0 0-16,0 0-1 0,0-4 0 16,0 4 1-16,6 0 0 0,-6 0 0 0,0 0 0 15,0-3-1-15,0 3 0 0,0 0 0 16,-6 0 2-16,6 0 0 0,0 0 0 0,0 0 3 15,0 0-2-15,0 0-2 0,0 0 1 16,0 0 2-16,0 0-1 0,0 0-2 0,6 0 0 16,-6 0 1-16,0 0-1 0,0 0-3 15,0 0 0-15,0 0 2 0,0 0 1 0,0 0 0 16,0 0 0-16,0 0 1 0,0 0 2 16,0 0-3-16,0 0 3 0,0 0-2 15,6 3-1-15,-6-3 1 0,0 0-3 0,0 0 2 16,0 0-5-16,0 0 1 0,0 0 1 15,0 0 1-15,0 0 2 0,0 0 0 0,0 0 1 16,-6 0-1-16,6 0 1 0,0 0-1 16,0 0-1-16,0 0 3 0,0 0-2 15,0 0 1-15,0 0-1 0,0 0 0 0,0 0-2 16,6 0 0-16,-6 0 3 0,0 0 2 16,0 0 0-16,0 0 1 0,7-3 2 0,-7 3-1 15,7 0-5-15,-7-4-18 0,0 4-32 16,6-4-38-16,-6 1-61 0,0-1-86 15,0-1-124-15,0 3-124 0,-6-2-124 0,-1 0-125 16,-6 1-74-16,-1 3 14 0,-4-4 92 16,-9 4 122-16,1-4 142 0</inkml:trace>
  <inkml:trace contextRef="#ctx0" brushRef="#br0" timeOffset="18760.96">8590 6616 64 0,'0'3'292'0,"0"-3"27"0,6-3 21 15,-6 3-59-15,7-5-73 0,0 3-60 16,-7-2-29-16,6 1-15 0,0-5-17 16,7 0-16-16,-6 6-17 0,0-7-14 0,5 2-19 15,-5 4-33-15,0-5-44 0,-1 5-59 16,7-1-72-16,-6-4-109 0,-1 5-64 0,1-1-12 15,5-3 21-15,-4 0 45 0</inkml:trace>
  <inkml:trace contextRef="#ctx0" brushRef="#br0" timeOffset="18963.97">9352 6466 105 0,'13'7'296'0,"-7"1"31"0,0-5 28 0,2 1-66 16,-8-1-65-16,6-3-28 0,-6 4-23 16,6-4-21-16,-6 0-22 0,0 0-26 15,0 0-47-15,0-4-75 0,0 4-89 0,0-3-110 16,0-1-128-16,0 1-70 0,0-1-20 16,0 0 22-16,0 0 62 0</inkml:trace>
  <inkml:trace contextRef="#ctx0" brushRef="#br0" timeOffset="21135.29">20156 10601 272 0,'0'-10'369'0,"-6"2"50"0,6-3 32 0,-6 4-65 16,6-8-68-16,-7 4-26 0,7 0 8 16,0-4 16-16,0 5 5 0,-6 0-9 0,6-2-14 15,0 1-25-15,0 3-37 0,0 2-53 16,0-1-44-16,0 2-31 0,0 1-24 16,0 4-16-16,-7 4-12 0,7 3-7 0,0 4 0 15,-7 8 0-15,1 7 2 0,0 3 3 16,-8 4 1-16,2 7 3 0,-1 4 1 0,-1 4 0 15,-6 2 5-15,2 6 3 0,4-1 4 16,-5 4 0-16,-1-5 1 0,1 2 1 0,-1-5-2 16,0-4-9-16,8 0-9 0,-2-5-9 15,2-7-10-15,5 2-10 0,1-11-7 16,-1 0-5-16,7-8-10 0,0 0-18 0,0-7-35 16,0-3-51-16,7-5-74 0,-1-6-106 15,1-1-140-15,-1-11-148 0,8 1-132 0,-2-8-133 16,-6-4-24-16,14-3 53 0,-7-5 119 15,1-5 149-15</inkml:trace>
  <inkml:trace contextRef="#ctx0" brushRef="#br0" timeOffset="21557.07">20541 10437 62 0,'39'-40'397'0,"-7"6"64"0,1 2 71 0,-7 2 87 15,-6 8-72-15,-1 0-54 0,1 8-25 16,-7-1-19-16,-6 5-35 0,5 1-59 0,2 3-77 15,-2-2-60-15,1 5-37 0,1-1-27 16,6-3-21-16,-2 2-14 0,2 3-18 0,7-10-14 16,5 5-16-16,1-8-14 0,-1 4-16 15,7-7-15-15,0 3-8 0,7-7-6 0,-7 4-5 16,-1-4 0-16,8 0-2 0,-13 4 2 16,6-1-4-16,-13 1-2 0,0 4 3 0,0 2-2 15,-13 2 3-15,1-2 4 0,-2 9 11 16,-5-4 11-16,-7 2 2 0,6 5 3 0,-6 0 2 15,0 5-1-15,-6-3 0 0,6 10 10 16,-7-1 16-16,7 3 21 0,-6 9 19 16,6-2 17-16,0 5 15 0,0 3 8 0,6 5-2 15,-6 2-6-15,7 4-9 0,-1 1-12 16,7 3-18-16,-6 0-14 0,5-4-16 16,-4 4-14-16,4-4-14 0,1 0-10 0,-6-4-7 15,6 1-7-15,-7-3-6 0,8-1-8 16,-8-4 0-16,0 0 0 0,1-7-33 0,-7 0-55 15,7-3-65-15,-7-5-81 0,0-5-107 16,0 0-175-16,-7-5-189 0,0-4-181 0,1-4-156 16,-7 1-33-16,0-3 46 0,-7-6 150 15,1-3 202-15,-1 0 222 0</inkml:trace>
  <inkml:trace contextRef="#ctx0" brushRef="#br0" timeOffset="21775.77">21283 10550 264 0,'-12'-3'677'0,"4"3"128"16,2 0 96-16,0-4 83 0,-1 4-155 15,1-4-201-15,6 4-151 0,6-7-85 16,1 3-60-16,5-6-52 0,8-1-44 0,13-3-38 16,-1-3-33-16,7 0-31 0,14-9-27 15,-1 5-24-15,0-9-22 0,6 1-15 16,-6 0-15-16,1-1-14 0,-1 1-5 0,-7 3-6 16,1 0-2-16,-7 5-8 0,0-2-24 0,-13 1-31 15,1 7-54-15,-9 1-61 0,-4 0-75 16,-1 6-104-16,-13 0-137 0,0 2-135 0,-13 2-138 15,-1 0-163-15,-4 4-42 0,-2 4 46 16,-13-4 126-16,-6 4 150 0,0-1 182 0</inkml:trace>
  <inkml:trace contextRef="#ctx0" brushRef="#br0" timeOffset="23260.3">12465 9088 237 0,'-6'0'317'16,"-8"-3"43"-16,2 3 6 0,4-3-57 0,-4-1-49 15,-1 0-21-15,6 1-8 0,-6-5-1 16,7 5 6-16,-8-1 15 0,8-1 21 0,0 3 20 15,-7-2 5-15,6 0-11 0,1 4-24 16,6-3-45-16,-7 3-52 0,7 0-45 16,-6-4-36-16,6 4-28 0,0 0-27 0,0 0-1 15,6 0 8-15,1 0 15 0,6 0 20 16,0-4 17-16,-1 4 22 0,2-4-1 16,5-3-4-16,7 4-13 0,-6-5-14 0,0 1-13 15,-1-4-12-15,7 3-7 0,-6-3-6 16,-1 1-3-16,-6 2-2 0,0 1 1 0,1-1 0 15,-2 1 4-15,-5 0-1 0,-1 3 1 16,1 1-3-16,0 3-6 0,-7-4-4 16,0 4-9-16,0 0-7 0,0 0-6 0,0 0-4 15,0 4-1-15,0-1 0 0,0 5-2 16,0-1 1-16,0 4 1 0,6 4-3 0,-6-1 3 16,0 8 0-16,0 0 3 0,6 8 6 15,0-1 5-15,2 4 15 0,-2 7 11 0,0 1 14 16,8 2 15-16,-8 1 16 0,7 1 12 15,-7 2 8-15,8-3 1 0,-2 0-3 16,2-4-7-16,-8-3-14 0,7-1-13 0,-7-7-13 16,1 1-14-16,6-4-12 0,-7-4-9 15,2-4-7-15,-2-3-1 0,-6-1-6 16,6-3-3-16,1-4 1 0,-7 0-13 0,6-2-34 16,-6-2-60-16,0-3-63 0,0 0-72 15,-6-8-96-15,-1 6-134 0,1-10-133 0,0 1-122 16,-14-3-86-16,6-1-101 0,-5-3 4 15,-1-1 94-15,1-3 140 0,0-4 162 0</inkml:trace>
  <inkml:trace contextRef="#ctx0" brushRef="#br0" timeOffset="23540.98">12478 9492 102 0,'-13'4'395'16,"7"-4"69"-16,-1 0 57 0,0 0 4 0,1 0-66 16,6 0-32-16,0 0-14 0,6 0-6 15,8-4-5-15,-1-3-17 0,6-2-37 16,7-1-64-16,0-5-54 0,14 1-42 0,-8-1-28 15,7-3-18-15,0 0-14 0,7 0-5 16,-7-1-9-16,0-4-4 0,-7 5-6 0,7 0-4 16,-6 4-2-16,-7-5 1 0,0 5 2 15,0 3-2-15,-6 0-5 0,-8 0-1 16,2 0-4-16,-1 7-8 0,-7-3-11 0,0 0-6 16,2 2-8-16,-2 3-11 0,-6 2-8 15,0-5-9-15,0 5-7 0,0 0-8 0,0 0-9 16,0 0-20-16,0 0-39 0,-6 5-57 15,-2-3-73-15,2 3-91 0,0-2-124 16,-1 5-168-16,-6-1-174 0,-6-5-176 0,5 10-75 16,-12-4 12-16,7-1 88 0,-7 0 162 15,-7 4 197-15</inkml:trace>
  <inkml:trace contextRef="#ctx0" brushRef="#br0" timeOffset="25493.65">9651 4359 24 0,'0'0'211'0,"0"0"34"15,0 0-11-15,0-3-35 0,0 3-17 16,-6 0-8-16,6 0-18 0,0 0-18 0,0 0-10 16,-7-4-9-16,7 4-7 0,-6 0 0 15,6 0 3-15,-6 0 6 0,6 0 10 0,0 0 7 16,-7 0 10-16,7 0 7 0,0 4 6 16,-7-4-3-16,7 0-12 0,0 0-15 15,0 0-18-15,0 0-21 0,0 3-5 0,0-3 13 16,7 4 25-16,0-4 23 0,-1 0 26 15,0 4 16-15,7-4-3 0,1 0-18 0,5-4-30 16,-6 4-21-16,6-4-25 0,1 1-14 16,0-1-13-16,-1 0-14 0,1-3-9 15,0 2-10-15,-1-1-5 0,-6 2-5 0,0-3-1 16,0 3 7-16,0 0 15 0,-7 2 12 16,1-3 8-16,-7 5 10 0,7-3 0 0,-7 3-3 15,0 0-11-15,0 0-10 0,0 0-14 16,0 0-12-16,-7 0-7 0,7 0-9 15,-7 3-3-15,7 2-7 0,0-3 0 0,-6 2 1 16,6 0-3-16,0 3 3 0,0 1 1 16,0 3 2-16,0 0-1 0,0 0 1 0,6 0 1 15,-6 7-3-15,7-4 1 0,0 5 0 16,-1-1 2-16,0 8 2 0,1-4 8 0,-1 7 5 16,1-3 7-16,0 3 5 0,-1 1 3 15,0-1 1-15,2 0-1 0,-2 1-2 0,0-1-3 16,0-4 0-16,1 1 2 0,-7 0-4 15,7-5-1-15,-7-3-6 0,6 1-3 0,-6-1-2 16,0-3-5-16,0-4-1 0,0 0 3 16,7-4-1-16,-7 1-2 0,0-5 0 0,0 1-6 15,0-4-10-15,0 0-31 0,-7-4-51 16,7 1-69-16,-6-5-93 0,6 1-133 16,-7-4-149-16,0-3-138 0,1-1-118 0,0 0-67 15,0-4 17-15,-2 1 98 0,2 0 138 16,-7 0 154-16</inkml:trace>
  <inkml:trace contextRef="#ctx0" brushRef="#br0" timeOffset="25884.18">9742 4692 369 0,'-6'5'465'0,"0"-2"66"16,-1 0 58-16,7-3-67 0,0 0-56 15,0 0-41-15,7 0-23 0,-1-3-23 16,8 0-20-16,-2-2-37 0,8-2-58 0,-1 0-45 15,1 0-36-15,0-1-28 0,-1 2-24 16,7-6-21-16,-6 5-13 0,-1-1-9 0,1-3-7 16,0 3-8-16,-2-2-10 0,2 2-4 15,-7 1-6-15,1 3-10 0,-2-2-5 0,2 2-4 16,-8-1-4-16,0 2-6 0,1 0-6 16,-1 3-3-16,1-4-5 0,-7 4-5 0,7 0-1 15,-7 0-1-15,0 0-2 0,0 0 2 16,0 0-2-16,6 0 1 0,-6 0 0 15,0 0-2-15,0 0 0 0,0 0 2 0,0 0 2 16,0-4 2-16,-6 4-1 0,6 0 0 16,0 0 1-16,0 0-3 0,0 0-3 0,0 0-3 15,-7 0 0-15,7 0 2 0,0 0-3 16,0 0-12-16,-7 0-25 0,7 0-36 16,0 0-62-16,0 0-79 0,-6 0-127 0,6 0-137 15,-7 4-140-15,7-4-121 0,-6 4-109 16,0-1-10-16,-2 5 79 0,-4-4 127 0,6 2 149 15</inkml:trace>
  <inkml:trace contextRef="#ctx0" brushRef="#br0" timeOffset="26290.55">9977 4766 241 0,'0'0'296'16,"0"4"28"-16,0-4-29 0,0 0-23 0,0 0-25 16,0 0-24-16,0 0-15 0,0 0-11 15,0 0-13-15,0 0-8 0,0 0-6 16,0 0 3-16,0 0 6 0,0 0 10 0,0 0 10 15,0 0 5-15,0 0-3 0,0 0-8 16,0 0-21-16,0 0-23 0,0 0-23 0,-6-4-22 16,6 4-19-16,0 0-23 0,0-5-10 15,0 5-6-15,0-2-9 0,0 2-12 16,0-4-4-16,0 4-1 0,0-4-2 0,0 4-8 16,0-3-5-16,0 3 3 0,0-4-4 15,0 0-8-15,0 4-24 0,0 0-34 16,6-4-59-16,-6 4-76 0,0-2-78 0,0 2-78 15,6 0-68-15,-6 0-49 0,0 0-10 16,0 0 8-16,0 2-24 0,0 2 10 0,-6 0 53 16,0 0 62-16,6-1 58 0</inkml:trace>
  <inkml:trace contextRef="#ctx0" brushRef="#br0" timeOffset="26697.07">9925 5784 196 0,'6'8'308'0,"-6"-5"31"0,7 1-15 0,-7 0-63 16,0-1-35-16,7-3-38 0,-7 4-17 15,0-4-7-15,0 0-6 0,0 4-9 0,6-4-16 16,-6 0-20-16,0-4-21 0,0 4-20 15,0 0-18-15,6 0-17 0,-6 0-12 0,0 0-11 16,0-4-7-16,8 4-23 0,-8 0-45 16,0 0-66-16,6-3-94 0,-6-1-120 15,0 0-110-15,0 1-40 0,6-1 9 0,-6-3 51 16,0 4 83-16</inkml:trace>
  <inkml:trace contextRef="#ctx0" brushRef="#br0" timeOffset="27508.83">10543 5682 161 0,'0'3'298'15,"0"1"26"-15,8-1-1 0,-8 2-62 16,0-2-51-16,6-3-33 0,-6 4-12 16,0-1-2-16,0-3-4 0,6 4-7 0,-6-4-13 15,0 0-10-15,0 4-11 0,0-4-2 16,7 3 0-16,-7 1 2 0,0-4 4 0,0 4 10 16,0-1 9-16,0-3 2 0,0 5-2 15,0-3 0-15,6-2-2 0,-6 5-14 0,0-5-12 16,0 0-7-16,0 3-3 0,0-3-7 15,0 0-4-15,0 0 0 0,0 0-4 16,0 3-2-16,0-3-9 0,0 0-6 0,0 0-6 16,0 0-5-16,0 0-1 0,0-3-6 15,0 3-3-15,0 0-7 0,0 0-5 0,0 0-6 16,0 0-8-16,0 0-13 0,7-3-4 16,-7 3-3-16,0 0 2 0,0-5-2 15,0 5-2-15,6 0 7 0,-6 0-4 0,0-2 0 16,0 2-5-16,7 0 2 0,-7 0 1 15,0 0 2-15,0 0 1 0,0 0 1 0,0 0 4 16,0 0 5-16,6 0 4 0,-6-5 3 16,0 5 3-16,0 0 0 0,0 0 2 15,6 0-3-15,-6-3-2 0,0 3-2 0,8 0-3 16,-8-4-1-16,6 0-2 0,-6 4 1 16,6-3 1-16,-6 3 1 0,7 0 4 0,-7-4 0 15,7 4 0-15,-7 0-3 0,0 0 1 16,6-4-6-16,-6 4-3 0,0 0-1 15,0 0-3-15,0 0 0 0,0 0-1 0,0 0 1 16,0 0-2-16,0 0 1 0,0 0 2 16,0 4-1-16,0-8 4 0,7 4-1 0,-7 0 2 15,0 0-1-15,0 0-3 0,0 0 0 16,0 0-3-16,6 4 1 0,-6-4-3 0,0 0 1 16,0 0 0-16,0-4 1 0,0 4-2 15,0 0 0-15,0 0-2 0,0 0 1 16,0 0-2-16,0 0 1 0,0 0 0 0,0 0 0 15,0 0 1-15,0 0-3 0,0 0 0 16,0 0-2-16,0 0 1 0,0 0 1 16,0 0-2-16,0 0 3 0,0 4 2 0,0-4-4 15,0 0 1-15,0 0 0 0,0 0 1 16,6 0 0-16,-6 0-1 0,0 0 3 0,0 0-5 16,0 0-13-16,0 0-17 0,0-4-30 15,0 4-53-15,0 0-82 0,0-3-127 0,-6-1-148 16,6 1-157-16,-6-5-169 0,-1 4-66 15,1 1 21-15,-8-5 98 0,2 5 143 0,-2-1 162 16</inkml:trace>
  <inkml:trace contextRef="#ctx0" brushRef="#br0" timeOffset="28274.78">8825 6935 196 0,'0'0'351'15,"0"0"32"-15,0 3 30 0,-7-3-69 0,7 0-85 16,0 0-48-16,0 0-15 0,0-3-2 16,-7 3-11-16,7 0-20 0,0 0-27 15,0 0-29-15,0 0-29 0,0 0-29 0,0-4-33 16,7 4-54-16,-7 0-81 0,0-3-111 15,7-2-131-15,-1 2-125 0,0-1-50 0,1-3 2 16,-1 0 55-16,8-4 96 0</inkml:trace>
  <inkml:trace contextRef="#ctx0" brushRef="#br0" timeOffset="28665.12">10205 6469 141 0,'7'4'300'0,"-7"-4"35"0,0 4 9 0,6-4-66 0,-6 4-52 16,0-4-32-16,0 0-20 0,0 0-13 16,0 0-9-16,0 0-12 0,0 3-20 15,0-3-24-15,0 0-23 0,0 0-21 0,0 0-17 16,0 0-14-16,7-3-15 0,-7 3-31 15,0 0-58-15,0 0-96 0,0-4-148 16,0 0-104-16,0 0-51 0,-7 1-5 0,7-2 41 16,-6-2 86-16</inkml:trace>
  <inkml:trace contextRef="#ctx0" brushRef="#br0" timeOffset="30430.46">21453 9964 3 0,'0'0'322'16,"-7"-3"61"-16,7-1 59 0,0 0 16 15,0-3-1-15,0-4 9 0,0 4 5 0,-6-4 7 16,6 0-3-16,0-1-26 0,0-2-51 16,-7 3-81-16,7-1-52 0,0 2-43 0,0 0-34 15,-6 2-32-15,6 4-30 0,0 0-30 16,0 1-31-16,-6 3-22 0,6 3-22 15,-8 5-10-15,8 6-4 0,-6 8-3 0,0 4 3 16,-8 7 0-16,8 4 5 0,-7 3 7 16,7 4 3-16,-8 7 6 0,2 4 6 0,-2-3 6 15,2 2 5-15,-1 1 1 0,-1 1 2 16,-6-2 4-16,8-2 4 0,-8-1 2 0,7-4-5 16,-7-2-5-16,8-2-7 0,-2-2-8 15,2-5-12-15,5-3-9 0,-6-7-4 0,6 0-4 16,7-8-3-16,-6 0-8 0,0-7-25 15,6-4-36-15,0-3-53 0,6-4-68 16,0-6-107-16,1-10-137 0,0-2-166 0,6-11-169 16,-1-4-139-16,2-4-32 0,6-3 53 0,-1-4 117 15,0-4 173-15,8-4 200 0</inkml:trace>
  <inkml:trace contextRef="#ctx0" brushRef="#br0" timeOffset="30758.06">22345 9539 11 0,'39'-43'393'16,"0"2"73"-16,-6 1 71 0,-7 0 93 15,0 3-50-15,0 0-67 0,-7 4-31 0,-5 3-23 16,5 2-32-16,-6 2-64 0,0 4-76 16,-7 4-66-16,8 3-55 0,-8 0-45 0,0 8-37 15,2 0-21-15,4 7-12 0,-6 7 3 16,8 4 15-16,-8 8 16 0,7 6 23 0,1 5 17 15,-2 2 6-15,-6 9 1 0,8 2-6 16,-1 5-5-16,-1 0-10 0,2 3-13 16,-1 0-9-16,-6 0-10 0,5-2-12 0,1-6-13 15,1 1-9-15,-8-4-8 0,7-3-7 0,-6-4-7 16,-1 1-6-16,7-9-4 0,-6-3-4 16,-1 0-3-16,1-7-22 0,-1-5-42 15,0 2-69-15,2-9-96 0,-2-3-135 0,0-3-189 16,0-5-186-16,1-6-166 0,0-6-102 15,6-5 6-15,-7 0 86 0,0-8 166 0,2-7 188 16</inkml:trace>
  <inkml:trace contextRef="#ctx0" brushRef="#br0" timeOffset="31164.75">23153 9125 393 0,'0'-18'531'0,"6"-1"80"15,-6 9 61-15,0-1-52 0,0 7-139 16,0 1-79-16,0 6-38 0,0 5-34 15,0 9-16-15,0 6-10 0,6 3-21 0,1 6-27 16,6 5-30-16,0 7-24 0,0 0-26 16,6 0-20-16,1 0-18 0,0 0-13 0,-1-4-10 15,7-7-7-15,-6 0-3 0,6-8-6 16,0-2-9-16,-6-4-9 0,12-9-11 0,-6-2-14 16,7-8-12-16,-7-5-8 0,6-1-8 15,1-6-7-15,-1-6-6 0,-5-4-4 0,5-4 0 16,-6 1-2-16,1-4 4 0,-2-5 10 15,-5 6 14-15,0-6 13 0,-8-2 9 0,2 2 8 16,-8-2 0-16,0-1-3 0,-6 3-6 16,-6-1-6-16,0 6-3 0,-8-1-7 0,-6 8-2 15,8 0-8-15,-14 8-7 0,-1-1-10 16,-5 7-3-16,-1 1-9 0,1 4-3 0,-1 3 0 16,1 3 0-16,-1 2 0 0,7-3-19 15,-6 6-59-15,5-1-74 0,1 1-90 0,7-1-106 16,-7 0-164-16,6 4-186 0,1-3-181 15,6-2-153-15,-6 2-31 0,-1-1 44 16,0 1 133-16,7-1 193 0,-7-3 221 0</inkml:trace>
  <inkml:trace contextRef="#ctx0" brushRef="#br0" timeOffset="32461.12">13533 8466 76 0,'-7'3'285'15,"7"-3"42"-15,0-3 29 0,-6 3-40 16,6 0-7-16,-6-3-38 0,6-2-17 0,-7 5 2 16,0-3 10-16,7-1 27 0,-6 4 21 15,6-4 10-15,-6 1 3 0,6 0-8 0,-7-1-29 16,7-1-46-16,-6 2-42 0,6 0-27 15,-7-1-24-15,7 0-24 0,0 4-23 16,0 0-25-16,-7 0-24 0,14 0-18 0,-7 8-17 16,7-2-8-16,-1 9-1 0,1 4 6 15,-1 7 9-15,7 7 6 0,0-1 13 0,-7 10 8 16,8-3 7-16,-1 5 1 0,7 4 2 0,-8 0 0 16,2-1-4-16,-2-3-2 0,8 0-1 15,-7-4-2-15,-1 0-2 0,2-3-3 0,-1-4-4 16,0 0-7-16,0-7-6 0,-7-1-7 15,1-3-10-15,6-3-3 0,-7-6-3 16,-6-1-3-16,7-4-5 0,0-1-23 0,-7-3-47 16,6-4-68-16,-6-4-93 0,0-3-140 15,0-4-166-15,0-4-153 0,0-6-123 16,-6-2-80-16,6-3 14 0,-7-3 99 0,0 0 147 16,7-8 162-16</inkml:trace>
  <inkml:trace contextRef="#ctx0" brushRef="#br0" timeOffset="32882.74">13755 8565 18 0,'0'-22'375'0,"0"0"71"16,6 0 62-16,-6 4 70 0,0 0-86 15,0 2-52-15,0 1-31 0,0 5-35 0,0-1-47 16,0 4-58-16,0 3-70 0,7 4-60 0,-1 4-34 16,0 3-17-16,1 4-2 0,6 4 1 15,-7 6 8-15,8 5-3 0,-1 3-6 0,6 8-7 16,0 0-2-16,1 7-3 0,6 3-6 15,-6 1-6-15,13 0-10 0,-8-4-6 16,1 4-12-16,7-8-8 0,-7 0-4 0,7-4 4 16,-1-6 11-16,1-4 13 0,-1-8 23 15,1-7 17-15,6-4 20 0,-6-3 16 16,-1-8 7-16,1-3 5 0,-1-4 0 0,-5-7 1 16,-1-4-7-16,0-1 0 0,-1-6-1 15,-5 0 2-15,-7-7 2 0,0-1 3 0,-6 0-3 16,-7-3-9-16,0-4-21 0,-7 0-21 0,-6-4-22 15,-6 0-24-15,-1 4-11 0,-6 0-27 16,-1 5 0-16,2 2 0 0,-1 11 0 16,-6 0 0-16,5 4 0 0,-5 8 0 0,-1 3 0 15,1-1 0-15,6 10 0 0,-1-3 0 0,1 5 0 16,7 5 0-16,-1-3-140 0,7 6-109 16,0 0-84-16,1 3-95 0,12-1-150 15,-8 5-155-15,8-4-133 0,8 4-126 0,-2-1-21 16,0-3 50-16,-6 4 151 0,7-4 195 15,-1 0 193-15</inkml:trace>
  <inkml:trace contextRef="#ctx0" brushRef="#br0" timeOffset="33632.36">10648 4426 33 0,'0'-5'289'0,"7"5"47"0,-7-4 39 0,0 1-50 15,0-1-35-15,6 1-49 0,-6-5-37 0,0 1-29 16,6 4-25-16,-6-4-26 0,0-2-29 16,7-1-30-16,-7 3-21 0,7-1-34 0,-1 1-56 15,-6 0-67-15,6 3-71 0,1-3-66 16,0-1-76-16,-1 4-74 0,1-3-15 15,-1-1 30-15,0 1 49 0,1 0 57 0</inkml:trace>
  <inkml:trace contextRef="#ctx0" brushRef="#br0" timeOffset="33897.93">10831 4205 15 0,'6'-7'306'0,"0"0"61"16,1 2 69-16,0-2 12 0,-7 1-18 16,6 1 17-16,-6 2 21 0,0 0 3 0,6 0-27 15,-6 3-48-15,0-5-67 0,0 10-87 16,0-5-77-16,0 6-40 0,7 5-9 0,-7-1 6 15,6 9 18-15,1 4 19 0,-7 2 12 16,7 0 7-16,-1 6-9 0,-6 1-13 0,6 0-19 16,1 2-23-16,0 2-20 0,-1-2-25 15,0-2-23-15,1-2-13 0,6-2-9 16,-6-2-9-16,-1-3-4 0,8-5-2 0,-8-4-5 16,6-2-21-16,-5-5-39 0,6 0-52 0,0-7-80 15,1-7-96-15,-2 0-123 0,8-8-131 16,-7-3-116-16,0-8-86 0,0 1-78 15,0-5-3-15,0 1 74 0,-7-8 121 0,1-3 137 16,-1-1 131-16</inkml:trace>
  <inkml:trace contextRef="#ctx0" brushRef="#br0" timeOffset="34226.44">11182 4128 74 0,'0'-21'430'0,"-6"-1"90"16,-1 3 95-16,0 1 104 0,1 8-94 16,-1-2-87-16,1 4-76 0,0 5-67 0,-1-1-86 15,0 8-94-15,1-1-62 0,0 13-35 0,6-2-6 16,0 8-1-16,0 3 16 0,6 5 6 15,0-1-2-15,1 3-6 0,6 2-13 16,6-1-10-16,-5 0-13 0,12-4-13 0,-7-3-7 16,7-4-5-16,0-3-2 0,7-5-3 15,-7-3 1-15,6-4 2 0,-5-4 5 0,5-3 3 16,-6-7 1-16,0 0-1 0,0-4-2 16,-6-3-3-16,-1-5-10 0,0-4-4 15,-5 2-2-15,-8-1-2 0,1-4-3 0,-1-3-4 16,-12 0 0-16,6-1-10 0,-13 2-7 15,-1-2-5-15,-5 1-6 0,0 0-5 0,-8 4-7 16,8 5-4-16,-7 3-15 0,0 1-26 16,0 9-45-16,0 0-53 0,-1 7-57 0,2 3-71 15,5 1-100-15,0 3-146 0,8 0-142 16,6 2-125-16,-2-3-124 0,8 5-25 16,0-3 61-16,8-5 143 0,4 6 171 0,1-9 170 15</inkml:trace>
  <inkml:trace contextRef="#ctx0" brushRef="#br0" timeOffset="34569.65">11801 3828 12 0,'32'-21'479'16,"-6"-2"119"-16,-6 2 124 0,-1 1 99 15,-5-2-36-15,-8 8-135 0,0-1-97 0,-6 0-69 16,7 5-99-16,-7 3-79 0,0-1-78 16,0 4-65-16,0 4-55 0,-7 0-42 15,1 8-25-15,0-1-16 0,-1 7-9 0,0 9-1 16,-6-6 1-16,1 9-5 0,5 1 0 15,-12 1-1-15,5 2 0 0,1 3-3 0,0-3-5 16,0 2 1-16,1 2 3 0,-8-2-1 16,13-3-4-16,-6-3 4 0,7 0-3 15,-1-4-2-15,1-4 0 0,-1-3 0 0,7-8 7 16,7 3 3-16,-1-6 7 0,1 1 12 0,5-5 5 16,8 0 6-16,0-5 4 0,6 1 6 15,-1 1 2-15,9-4-2 0,-2 3-4 16,1 1 0-16,-1-1-3 0,1-3-2 0,6 3-4 15,-7 1-3-15,1-1-6 0,-7 0-8 16,6 4-7-16,-12-4-6 0,7 4-16 0,-9 0-37 16,2 0-59-16,-7 0-76 0,1 0-113 15,-8 0-162-15,0 0-190 0,0 0-198 0,-6-3-122 16,-6 3-16-16,6-7 60 0,-6 0 136 16,0-5 186-16</inkml:trace>
  <inkml:trace contextRef="#ctx0" brushRef="#br0" timeOffset="34850.83">12237 3587 217 0,'-7'-16'593'0,"7"5"140"15,-6 1 104-15,6-1 68 0,0 4-187 16,-6 2-162-16,6 1-157 0,0 1-128 16,6 6-89-16,0 1-37 0,1 4-15 0,6 7 12 15,6 2 15-15,1 6 17 0,0 3 3 16,-1-1-6-16,1 8-17 0,0 0-24 0,-1 0-19 15,-6 4-23-15,0-1-19 0,7-3-19 16,-8 5-17-16,-5-9-12 0,6 0-9 0,-6-4-5 16,-1-3-15-16,0-4-36 0,1-4-47 15,-7 3-70-15,7-11-90 0,-7-2-136 0,6-4-161 16,-6-7-146-16,6-5-125 0,-6-2-99 16,7-9-1-16,-7-2 88 0,7-4 148 15,-7-4 168-15</inkml:trace>
  <inkml:trace contextRef="#ctx0" brushRef="#br0" timeOffset="35178.87">12549 3459 258 0,'0'-23'479'0,"7"6"66"16,-7 5 40-16,0 1-36 0,0 7-129 15,0 4-64-15,0 7-24 0,0 4-13 0,0 4 5 16,7 3 11-16,-1 5-7 0,8 2-39 16,-2 4-41-16,1 1-29 0,7-1-23 0,0 1-26 15,6-5-21-15,-1 1-18 0,1-4-13 16,7-4-10-16,7-1-12 0,-8-5-7 15,7-4-11-15,6-5-4 0,-5 0-9 0,5-6-2 16,-6-3 0-16,7-7 3 0,-7-1 7 16,-7-4 5-16,7-1 14 0,-13-3 13 0,0 1 6 15,-6-5 1-15,-7 4 0 0,1-7-11 16,-8-4-18-16,-6 0-20 0,-6 0-13 16,-8-4-15-16,-5 0-14 0,-7 5-9 0,0 2-7 15,-7 4-3-15,-6 8-3 0,0-1-7 16,0 12-25-16,0 0-45 0,-7 7-71 0,1 4-96 15,-1 3-104-15,-6 4-155 0,6 4-180 16,1 4-185-16,-1 2-151 0,1 2-24 16,5 5 43-16,1 2 126 0,7-1 186 0,-7 0 222 15</inkml:trace>
  <inkml:trace contextRef="#ctx0" brushRef="#br0" timeOffset="35913.11">11228 5125 224 0,'0'34'355'0,"6"-9"49"0,7-3 66 16,13-5-41-16,13-2-23 0,7-7 28 0,13-5 24 15,6-6 7-15,6-8-14 0,8-4-32 16,5-7-61-16,14-7-68 0,0-1-52 0,5-6-39 16,9-8-33-16,-2 0-27 0,7-7-19 15,-6 0-20-15,-1-1-16 0,8-3-9 0,-7 0-11 16,-1 1-15-16,1-5-12 0,-13 0-3 16,-1 0 0-16,-6-2-2 0,-12-2 0 0,-1-3 3 15,-6-4 1-15,-13 1 3 0,-2 3 4 16,-10-4 1-16,-2 0 7 0,-13 1 3 0,2-1 4 15,-15-3-6-15,-6 0-7 0,-7-4-5 16,-6 0-9-16,-6 4-9 0,-14-1-5 0,0 4 1 16,-6 1-5-16,-6 7-3 0,-7 3 0 15,-6 4 2-15,-8 8-5 0,-12-1-3 0,0 4-2 16,-7 0 0-16,-12 7-3 0,-7 5-6 16,0-1-5-16,-1 3 6 0,-5 5 2 0,6 2-1 15,-8 5 1-15,2 0 1 0,-7 7 2 0,6 4-4 16,-7-1-1-16,8 8 1 0,-1 8 0 15,1-1 5-15,-1 8-1 0,1 6 0 0,-8 6-4 16,8 2-2-16,-15 4-1 0,15 7 0 0,-1 4 5 16,1 7 2-16,12 4 4 0,-6 4 1 15,6 7-1-15,7 8-3 0,0-2-4 0,6 9-5 16,1-1 3-16,12 1 1 0,13 4 2 16,1 2 3-16,12-2 1 0,1 6 5 0,12-3 1 15,7 0-5-15,6 0 1 0,7 0 1 16,7-1 1-16,6-3-1 0,7 4 2 15,6 1 2-15,7-1 0 0,5-8-3 0,8 0-2 16,6-6-3-16,0-8-4 0,7-7 4 16,6-4 0-16,13-11 1 0,0-4 3 0,7-3 1 15,7-12 2-15,5-6-2 0,7-5 1 16,-7-10-1-16,14-4 2 0,-7-4 0 0,7-10 1 16,-7-1-1-16,1-7-2 0,-1 1-2 15,-13-6-2-15,-6-2-1 0,-7-1 0 0,-13 1-1 16,-7 3-19-16,-12-3-41 0,-7 0-64 15,0 3-96-15,-13-3-159 0,1 0-223 16,-15 0-248-16,8-1-148 0,-7-6-38 0,0 3 42 16,0-8 129-16,0 1 209 0,6 0 261 15</inkml:trace>
  <inkml:trace contextRef="#ctx0" brushRef="#br0" timeOffset="36491.37">15064 2685 451 0,'6'-33'669'0,"-6"-3"56"0,0-1 48 16,0 4 45-16,0 0-302 0,0 3-170 15,0 5-73-15,0 3-28 0,0 0-19 0,7 4-30 16,-7 3-29-16,0 4-36 0,6 7-44 0,-6 4-25 15,7 4-17-15,-7 11-6 0,6 7 5 16,-6 3 5-16,0 12 12 0,0 3 9 0,-6 8 5 16,6 3 10-16,-13 0 1 0,6 4 5 15,1 0 0-15,-7 0 5 0,-1 0 2 0,-5 4-7 16,6-3 1-16,-6-2-4 0,-7-4 4 16,6-2-4-16,-6-3 7 0,-1-9 6 0,-5 1 5 15,7-7 8-15,-2-5 0 0,-5-3 2 16,6-7-10-16,0-8-7 0,-1-7-8 15,1-4-14-15,7-3-12 0,-1-7-24 0,0-9-41 16,2-3 0-16,4-3 0 0,8-4 0 0,-7-3 0 16,13-1 0-16,-7 0 0 0,14 1 0 15,-7 3 0-15,13 4 0 0,-7-1 0 16,8 8 0-16,-8 7 0 0,6 1 0 0,8 3 0 16,0 7 0-16,-1 8 0 0,7 3 0 0,7 7 0 15,-1 1 0-15,1 7 0 0,7 4 0 16,-2 0 0-16,1 3 0 0,7-3 0 0,-7-1 0 15,6 2 0-15,1-6 0 0,-7 2 0 16,0-6 0-16,1 1 0 0,-1-6 0 0,-1 2 0 16,-5-6 0-16,-1-1 0 0,-5-4 0 15,-1-3 0-15,0 0 0 0,-7-3 0 0,1-1 0 16,0 1 0-16,-1-5 0 0,-6 1 0 16,0-4-232-16,1 3-565 0,-8-2-242 15,-6 2-167-15,0 1-22 0,-14 0 64 0,8 4 128 16,-13-1 229-16,-7-1 282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6:11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10902 15321 175 0,'0'-15'371'15,"-6"-7"47"-15,-1 3 49 0,7-3-43 0,-7 1-38 16,1-2-24 0,6 1 17-16,-7 4 26 0,7 0 8 15,0 4-11-15,-6-1-33 0,6 4-52 16,0 3-67-16,0 1-62 0,0 4-45 0,0-1-26 15,6 4-11-15,1 4 7 0,-1-1 16 16,1 8 16-16,6 0 7 0,0-1-1 0,0 9-7 16,6-1-10-16,1 1-11 0,-6-2-12 15,11 3-5-15,-5-2-1 0,0-4-4 0,5-3 1 0,8-3 0 16,-7-5 0-16,13-6 2 0,0-8 0 16,14-7-2-16,-2-8-10 0,8-11-10 0,13-11-10 15,-1-10-10-15,7-4-8 0,13-16-47 0,0-2-7 16,8 0 0-16,5-1 0 0,-7 0 0 15,1 1 0-15,-7 3 0 0,-6 4 0 0,0 6 0 16,-14 9 0-16,-6 7 0 0,-12 2 0 0,-8 13 0 16,-6 8 0-16,-13 2 0 0,0 3 0 0,-6 9 0 15,0-1 0-15,-14 4 0 0,7 4 0 0,-7-1 0 16,1 1 0-16,-1 4 0 0,-6 3-117 16,-6 0-316-16,-1 0-220 0,-6 3-266 0,1-3-209 15,-8 4-56-15,0-1 36 0,-6 5 106 16,-7-5 208-1,-6 1 285-15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3:54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13846 11166 18 0,'0'3'197'16,"0"1"8"-16,0 4-24 0,-7-5-17 0,7 5-10 16,0-5-7-16,0 1-3 0,7 0 6 15,-7-4 13-15,0 3-7 0,0-3-5 16,0 0 2-16,6 4 2 0,1-4 5 0,5 0 9 15,-4 0 14-15,11 0 24 0,0 0 14 16,1 0 12-16,6 0 12 0,6-4-3 16,2 4-9-16,-2-3-25 0,1 3-15 0,5-4-19 15,8 0-22-15,0 1-8 0,6 0-12 0,-1 3-11 16,8-5-12-16,6 5-5 0,8-3-8 16,4 3-15-16,2 0-12 0,-2 3-8 0,2-3-13 15,-1 5-5-15,0-2-9 0,-6 4-10 16,-1 0-4-16,1 1-5 0,-7-1-4 15,0 0-7-15,0 4-1 0,-6-3 3 0,-7 2 0 16,0-2-2-16,0 3 2 0,-13-4 3 16,1 0 6-16,-1-3 5 0,-7 3 5 15,-6-3 7-15,0 3 6 0,-7-3 0 0,1-4 7 16,0 4 4-16,-7-4 1 0,-1 3 2 0,-4-3 2 16,-2 3 6-16,0-3 3 0,-6 0 5 15,7 0 9-15,-7 0 4 0,0 0 1 16,0 0-3-16,0 0-11 0,0 0-14 0,0-3-17 15,-7 3-12-15,7-3-12 0,-6-1-7 16,6 0-4-16,-6 1-7 0,-2-1-22 16,2 0-38-16,6 0-58 0,-13 1-73 0,7-1-120 15,-7 1-169-15,0-5-182 0,-1 5-169 16,2-1-105-16,-8 0-13 0,-6 1 75 0,0 3 151 16,0-3 190-16</inkml:trace>
  <inkml:trace contextRef="#ctx0" brushRef="#br0" timeOffset="1781.53">12830 12060 138 0,'0'0'305'0,"-7"0"26"16,7 0 18-16,-6 0-86 0,6 0-94 0,0 0-47 15,6 0-17-15,1 0 0 0,-1 0 8 16,7 4 11-16,7-4 11 0,-1 2 6 16,1 3-1-16,6-1-4 0,6-1-2 0,1 1-2 15,6 3-3-15,-7 1-4 0,8-5 1 16,-1 5 2-16,0-1-3 0,1-4 1 0,-2 1 2 15,1 0 6-15,0-4-1 0,-7 0-1 16,8 0-6-16,-1-4-7 0,0-3-7 0,-7 0-10 16,7-4-7-16,-5 0-6 0,-2-4-6 15,7-3-8-15,-6-4-8 0,-1-1-5 16,1-2-8-16,-1 0-9 0,-6-5-6 0,0-3-4 16,1 4-3-16,-8-4 1 0,0-4 0 15,1 5 1-15,-7-2 0 0,0-3 1 16,-6 1 0-16,-1-1-5 0,-6 0-5 0,0 1-3 15,-6-1-3-15,-1 0-3 0,-6 1-4 0,0-4-3 16,-13 3-1-16,6 0-2 0,-6 1-1 16,-6-1-3-16,-1 1-3 0,-6 3 0 0,0-4 1 15,-7 4-1-15,1 4 0 0,-1 3 0 16,1 1 2-16,-1 6 2 0,-7-3-2 16,2 7-1-16,-8 1-2 0,1 3 0 0,-7 4-1 15,0-1-2-15,6 5 0 0,-6 3 1 16,0 3 2-16,-1 1 4 0,8 3 1 0,-1 4-1 15,1 4 0-15,-1 0 0 0,13 3-2 16,-6 1-4-16,6-1-2 0,1-1 2 0,-1 6 0 16,14-5 0-16,-7 4 4 0,13-4 0 15,-1 4 0-15,1 0 0 0,14 0 0 16,-8 0 1-16,13 3-8 0,-5-2 3 0,12 6 1 16,-6-3 3-16,6 7 1 0,6-4 1 15,-6 4 6-15,12 0-2 0,-5 1 0 0,6-2-6 16,-6 5-2-16,5-1 0 0,8 1 0 15,-7 3 0-15,7-3 2 0,0 2 3 16,6-5 0-16,-7 3 0 0,7-4-1 0,-6-7 2 16,6 2-3-16,6-5 0 0,-6-2 1 15,6-2 2-15,2-4 3 0,-2-1 2 16,1-3 6-16,6-4-1 0,-1 0 2 0,1-7 2 16,1 5 0-16,-1-5-1 0,0-5 0 15,0 2-1-15,0-4-2 0,0-1-2 0,0-3-3 16,1 4-2-16,-8-4-1 0,1-3 1 15,-7 2 1-15,-1 2 1 0,-5-1 1 0,0 0-1 16,-1-1 3-16,-12 1-1 0,6 4 1 16,-7 0 4-16,-6-5-2 0,6 6-4 0,-6-2-2 15,0 5-2-15,0-5-4 0,0 1-23 16,-6 4-34-16,6-5-49 0,0 4-87 0,-6-3-131 16,6 3-145-16,0-2-126 0,0-2-94 15,0 1-107-15,0-1 1 0,0 5 88 16,0-8 120-16,6 7 132 0</inkml:trace>
  <inkml:trace contextRef="#ctx0" brushRef="#br0" timeOffset="1999.78">13416 11653 65 0,'0'4'354'0,"-7"0"33"0,-6-4 30 0,7 0 12 16,0 3-149-16,6-3-91 0,-8 0-50 16,2 0-28-16,6 0-27 0,-6-3-35 15,6 3-42-15,0 0-47 0,0 0-50 0,0 0-57 16,0 0-61-16,0 0-73 0,0 0-82 16,0 0-22-16,0 3 14 0,0-3 37 0,-6 0 51 15</inkml:trace>
  <inkml:trace contextRef="#ctx0" brushRef="#br0" timeOffset="11202.76">12595 15737 190 0,'0'4'282'0,"0"-4"31"0,7 5-41 16,-7-5-31-16,0-5-21 0,6 1-33 0,1 1-21 15,6-4-11-15,-7 0-11 0,8-4-17 16,-2 0-8-16,2 0-5 0,5 0-8 16,-6-4-11-16,0 4-10 0,0 4-14 0,-6 0-16 15,-1 0-9-15,1 7-3 0,-1 0 2 16,-6 2-2-16,-6 10-2 0,-1-1 3 0,1 0 1 16,-8 3 0-16,2 5 6 0,-2-5 10 15,-5 4 27-15,6-2 10 0,0-2 6 16,-7 0-2-16,8 1 9 0,-2 0 13 0,1-4 2 15,1 0 16-15,4-4 8 0,2 1 12 16,0-5-10-16,6 1-22 0,0-4-23 0,0-4-27 16,12-3-21-16,2 0-19 0,-1-8-15 15,7 0-4-15,6-4-5 0,0-2-1 0,-1-2-5 16,1 2 0-16,7-5-1 0,-7 1-4 16,7 3-4-16,-7 0-1 0,-6 3-1 0,-1 4-1 15,-6 5 2-15,0 2-1 0,-7 5 2 16,1 3-1-16,-7 0-5 0,0 7-23 0,-7 0-50 15,1 4-104-15,-1 0-155 0,1 0-175 16,-7 0-201-16,6 1-88 0,-5-5-9 16,-2 0 72-16,8-3 139 0,-7-2 166 0</inkml:trace>
  <inkml:trace contextRef="#ctx0" brushRef="#br0" timeOffset="16904.5">14250 10547 100 0,'-7'0'228'0,"7"0"20"0,-7 3-29 0,7-3-50 15,-6-3-37-15,6 3-26 0,0 0-12 0,-6 0 10 16,6-4 8-16,0 4 5 0,0 0 3 15,0-4 5-15,0 1-4 0,0 3-23 16,6-4-24-16,-6 4-11 0,6 0-5 0,1 0-5 16,0-4 3-16,-1 4 10 0,7 0 12 15,0-3 4-15,6 3 4 0,-5 0 6 16,5-4 5-16,7 1-2 0,-6-2-3 0,6-1 7 16,7 2 1-16,-7-6 0 0,6 1 0 15,7-5 8-15,-6 3 3 0,5-8-5 0,9 1 1 16,-2-7 3-16,1-1 4 0,-1-3-6 15,1-5-9-15,5-2-6 0,-5-4-1 16,7 0-5-16,-2-8-5 0,2 0-7 0,5-3 0 16,7 0-9-16,-6-5-13 0,6-2-6 15,6-1-16-15,2-6-6 0,-8-1-9 0,6-4-8 16,0 4-2-16,-5-7-2 0,-1 4 6 16,7 2 0-16,-14-2 1 0,8 3 3 0,-8-4-2 15,1 1 3-15,0-1-12 0,-8 0-1 16,1-4 1-16,1 2-1 0,-14 2 0 0,-1-3 1 15,2 3 4-15,-14 1 3 0,0-2 4 16,-6 2 5-16,0-4 6 0,-8 4-3 0,-6-1 2 16,1-3 1-16,-7 2-5 0,-7 2-2 15,1 0-4-15,-6-1 0 0,-2 4-1 0,-6 1-2 16,1-1-4-16,-1-1-2 0,1-2 0 16,-7 3-1-16,6-4-6 0,-6 4-1 15,7 1 1-15,-7-2 1 0,0 5-1 0,6 1 0 16,-6 1 2-16,7 5 0 0,-8 3 1 15,1 2 0-15,0 2-3 0,0 1 9 16,1-2-5-16,-2 3-1 0,1 1 1 0,0 1-1 16,0 0 1-16,-7 4-7 0,7 3 5 15,-6-2 5-15,-1 5 6 0,1 1 2 0,-1 0 0 16,1 3 5-16,-7 5 2 0,6-1-6 16,-7 4-6-16,2 1-1 0,-1 2 0 0,0 5 0 15,-1-1-3-15,1 7 3 0,-6-2 1 16,5 6 2-16,2 1-2 0,-1 3-1 0,0 0 0 15,-1 3-3-15,1 5-3 0,1 3-1 16,-2-1 0-16,1 1 0 0,0 4 0 0,0 3 7 16,0 0-3-16,6 4-4 0,-6-3 1 15,0 7-1-15,7-4-3 0,6 3-4 16,-7-3 4-16,7 3 2 0,6 2 0 0,1-2 3 16,-1 1-1-16,0-4-1 0,8 3 1 15,-1-2-2-15,0-1-1 0,6 0-1 16,1-4 2-16,0 0 0 0,6-3 0 0,-8-4 1 15,8-1 0-15,0 1 0 0,8-3 0 16,-8 0 1-16,6-5 0 0,0 3 2 0,1-6 0 16,-1 5-1-16,1-5-15 0,0 0-26 15,-1 0-32-15,0 0-34 0,0 0-47 16,-6 0-64-16,8-5-73 0,-8 5-70 0,6-2-71 16,-6-2-69-16,0 4-68 0,0-3-73 0,0-2 15 15,0-1 57-15,0-1 79 0,-6-2 95 16</inkml:trace>
  <inkml:trace contextRef="#ctx0" brushRef="#br0" timeOffset="17029.25">14738 6521 180 0,'0'0'320'0,"0"0"22"0,0 0 12 16,0 0-114-16,0 0-95 0,0 0-77 16,0 0-57-16,0 0-54 0,7 0-52 15,-7 0-79-15,6 0-87 0,-6 0-37 0,6-4-6 16,-6 4 20-16</inkml:trace>
  <inkml:trace contextRef="#ctx0" brushRef="#br0" timeOffset="17451.04">14895 6454 64 0,'-8'-7'282'0,"2"-4"31"0,6 4 30 0,-6-8-48 16,-1 1-79-16,1-1-26 0,-1 1-10 15,7-1-8-15,-6 0-2 0,6 4-5 0,-7 0-6 16,7 1-20-16,0 2-27 0,0 0-23 16,0 8-25-16,0-3-25 0,7 6-17 15,-7 1-11-15,6 3-2 0,-6 5 1 0,7 2 2 16,-1 4 4-16,-6 1 1 0,7 3 7 16,-7 3 7-16,6 1 11 0,-6 0 12 0,6 3 12 15,-6-3 13-15,8 0 12 0,-8-1 6 16,0-3-2-16,6-5-3 0,-6 0 1 0,6-3 12 15,1-3 18-15,-7-4 30 0,6 0 30 16,-6-3 20-16,7-8 0 0,-1-3-14 16,7-5-30-16,-6-2-37 0,6-9-35 0,0-4-26 15,7-3-14-15,-8-7-9 0,8 1-8 16,-6-5-5-16,5 1-7 0,-6 0-5 16,6-1-4-16,-5 4-5 0,-2 5 3 0,-5 2-2 15,-1 4 2-15,1 4-5 0,-7 4-7 16,6 4-29-16,-6 6-45 0,-6 1-77 0,6 7-116 15,-7 4-130-15,1 3-137 0,-1 7-121 16,1 2-106-16,0 2-4 0,-2 7 73 0,2 1 110 16,6 3 134-16</inkml:trace>
  <inkml:trace contextRef="#ctx0" brushRef="#br0" timeOffset="19060.03">15911 10521 129 0,'-27'-8'343'0,"1"5"45"16,0 0 44-16,0-5-17 0,7 5-109 15,-1 0-42-15,0-2-14 0,8 1-21 0,5 4-33 16,0-3-37-16,1 3-37 0,6 0-39 16,6 0-23-16,1 0-3 0,6 0 16 15,7-5 19-15,6 5 19 0,-1-2 22 0,9-6 14 16,4 1-1-16,1-8-11 0,14 0-11 16,-2-2-12-16,2-9-16 0,12-4-18 15,0-2-12-15,7-10-10 0,-1-1-4 0,8-4-8 16,-2-5 2-16,2-6 1 0,-1 0 1 15,7-9-5-15,-8 1-8 0,8-7 0 0,0-1-8 16,-7-2-9-16,0-2-7 0,-6 1 1 16,0 1 4-16,-7-1 5 0,-6-4 7 0,-8 3 7 15,1-5 7-15,1-5 2 0,-8 1-5 16,-5-5-5-16,-1-3-2 0,-7-1-2 16,1 4-4-16,-7-2-3 0,0-2-2 0,-7 5-1 15,-6-5-12-15,-6 1-4 0,-1 3 6 16,-6 5 4-16,-6 2 5 0,-8 2 7 0,2-3 9 15,-8 5 1-15,-6-2-4 0,0-2-3 16,-6 5-8-16,-1-4-6 0,1 8-1 16,-2-6 1-16,-5 6-2 0,1 2 0 0,-8 4 2 15,0 4 6-15,8 1 2 0,-9 2 2 16,-4 4 4-16,5 5 2 0,1-1 1 0,-8 4-4 16,7 3-5-16,1 4-4 0,-1 0-5 0,1 3-1 15,6 5-4-15,-1-1 1 0,-5 5-5 16,6 2 1-16,0 5 0 0,0 2-5 0,-14 5 1 15,8 0-5-15,-7 11 2 0,-7-1-4 16,8 4 0-16,-8 8-2 0,0 0 2 16,1 0 0-16,-1 3 5 0,7 3 1 0,0 2 0 15,6-1 4-15,1 0-2 0,5-1 1 16,8 2 0-16,-1 2-4 0,1-3 0 16,13 1-2-16,-1-6-2 0,0 6 1 0,7-2-1 15,7-1 0-15,0-3-1 0,-2 5 2 16,2-3 2-16,6-1 0 0,0 0 0 0,0 1 0 15,0-1 3-15,6 0 0 0,-6-4-2 0,8 5 0 16,-2-4 0-16,-6-1 0 0,6-3 0 16,1 0-4-16,-1 4-3 0,-6-8-4 15,7 4-4-15,-1-3-6 0,-6-1-5 0,7 1-1 16,-1-5 2-16,-6 1 3 0,0-4 4 16,0 4 5-16,0-1 3 0,0-3 5 0,0 0 1 15,0 5 1-15,-6-6-3 0,-1 5 2 16,7 0 1-16,-6-1-1 0,6 0-1 15,-7 6 0-15,7-3-1 0,0 5 0 0,0 0-2 16,0 0 0-16,0 7-1 0,0 1 1 16,0 3 1-16,0 7 3 0,7 1 3 0,-7 3 0 15,6 3 2-15,-6 1 0 0,7 3 0 16,-1-4-2-16,-6 2-2 0,6-1-3 16,2-6-1-16,4 7 2 0,-5-10 5 0,-1-1 0 15,1-2 0-15,-1-2 7 0,1-2 13 16,-1-2 18-16,1-5 19 0,0-3 18 0,-1-3 20 15,0-5 6-15,8-2-2 0,-8-5-16 16,7-7-18-16,0-4-14 0,0 0-16 16,7-3-8-16,-7-3-7 0,6-2-2 0,-6-3-1 15,7 5-3-15,-7-1-1 0,0 0-1 16,0 3-1-16,-7 5-4 0,0 3 1 0,2 3-2 16,-2 1-2-16,-6 7-6 0,0 0-28 0,0 4-40 15,0 2-57-15,-6 5-76 0,-2 5-134 16,2 2-175-16,0 4-155 0,-7 3-197 0,0 1-70 15,0 4 9-15,-7 3 98 0,1-4 163 16,-7 4 171-16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6:20.1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8479 6935 69 0,'-6'-4'120'0,"6"4"-30"0,0 0-33 16,0-3-22-16,0 3-14 0,0 0-13 0,0 0-3 15,0 3-3-15,0-3 0 0,0 4-2 16,6 3 0-16,-6-3 3 0,0 7 0 15,0-1 0-15,7 2-1 0,-7-2-1 0,0 5 0 16,6 0-3-16,-6-4-3 0,0 3-2 16,0 1-9-16,0 0-12 0,0-4-14 0,7 0-10 15,-7 0-14-15,0-1-7 0,0-2 4 16,0-4 9-16</inkml:trace>
  <inkml:trace contextRef="#ctx0" brushRef="#br0" timeOffset="702.95">8460 6957 49 0,'0'0'116'0,"0"0"-21"0,-7 0-20 0,7 3-25 15,0-3-8-15,0 3-2 0,0 1-3 0,0 4 1 16,0-4-2-16,-7 3 2 0,7 0-10 15,0 0-8-15,0 2-6 0,0-2-4 16,7-1-3-16,-7 2-4 0,0-2-2 0,0 2 0 16,0-3-2-16,0-1 5 0,0-1 5 15,0 0 5-15,0-3 3 0,0 4 10 16,7-4 10-16,-7-4 2 0,0 4 1 0,0-3 5 16,0-4 1-16,0 2-7 0,0-3-5 15,-7 2-5-15,7-2-6 0,0-3-3 0,0 4-3 16,-7-4-6-16,7 4-4 0,0-4-2 15,-6 3 0-15,6 1-7 0,0 4-2 16,0-5 2-16,0 5 2 0,0-1 0 0,0 4 1 16,0 0 0-16,0 0 1 0,6 0 0 15,-6 4-1-15,0-1-1 0,7 5 0 0,-7-5 1 16,7 9 0-16,-7-5 0 0,6 0 1 16,-6 4 1-16,0 1-1 0,7-5-2 0,-7-1-1 15,0 2-3-15,0 3-1 0,0-3-6 16,0-4-8-16,0 2-7 0,0 2-13 0,0-5-17 15,0 1-22-15,-7 0-42 0,7-1-58 16,0-3-25-16,-6 0-5 0,6 0 9 0</inkml:trace>
  <inkml:trace contextRef="#ctx0" brushRef="#br0" timeOffset="12590.8">6226 14130 27 0,'0'-8'289'0,"6"-3"58"0,-6 4 51 0,0-4-26 16,0 4-34-16,0-1-17 0,-6 1 1 15,6 0 15-15,0 0 18 0,0-1 5 0,0 5-10 16,0-2-22-16,0 3-49 0,0-3-64 15,0 5-58-15,0 0-44 0,0 0-24 16,6 5-4-16,1 2 10 0,-1 4 11 0,1 0 11 16,5 4 13-16,-4-1 0 0,4 0-6 15,-5 5-7-15,6-2-6 0,0 0-5 16,0-4-3-16,0 1 5 0,0-2 10 0,7-5 12 16,6-3 14-16,-6-4 9 0,12-11 4 15,1-3-2-15,5-11-9 0,8-9-9 0,6-7-8 16,7-9-9-16,6-6-6 0,6-6-9 15,14-4-11-15,0-4-16 0,6-7-19 16,7-3-36-16,-1-8-23 0,14 0 0 0,-1-3 0 16,1 7 0-16,-7 3 0 0,1 4 0 0,-14 4 0 15,-7 10 0-15,-5 5 0 0,-14 5 0 16,-6 10 0-16,-13 10 0 0,-14 1 0 0,1 9 0 16,-14 4 0-16,1 5 0 0,-8 7 0 15,-5 0 0-15,-7 7 0 0,-7 0 0 16,1 7-269-16,-7 0-177 0,0 0-217 0,-6 9-267 15,-1-6-186-15,0 5-46 0,-13 3 37 16,1-3 108-16,-7-1 210 0,0 1 295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4:18.5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21198 5477 371 0,'0'-4'463'0,"0"-3"78"0,-6 2 86 16,6 3-48-16,-6-6-60 0,-1 5-50 0,0-2-30 16,7-2-41-16,-6 7-64 0,6-4-78 15,-6 1-68-15,-1 3-39 0,7 3-35 16,-6 1-22-16,6 8 0 0,-7 1 4 0,0 6 15 16,1 4 8-16,0 6 7 0,6 7 6 15,-7 5-5-15,0-2-10 0,7 5-6 0,0 0-7 16,0 1-9-16,7-9-11 0,0 4-7 15,-1-6-10-15,7-2-10 0,-6-6-14 0,12 0-7 16,-13-4-8-16,14-4-10 0,-6-3 0 16,-2-4-5-16,8-4-3 0,-7 1-12 0,-1-5-6 15,2-3-18-15,-1-3-50 0,0-1-68 16,0-4-106-16,-7-2-167 0,1-2-206 16,0-1-207-16,-7-10-150 0,-7 1-36 0,7-4 51 15,-7-7 144-15,-5-4 197 0,5-3 214 16</inkml:trace>
  <inkml:trace contextRef="#ctx0" brushRef="#br0" timeOffset="156.16">21179 5319 353 0,'-7'-26'484'15,"1"5"84"-15,0-2 100 0,-7 2-13 0,6 6-161 16,7-3-78-16,-7 3-61 0,7 4-76 16,0 1-103-16,7 2-77 0,0 4-53 0,6 0-79 15,-1 4-159-15,8 0-204 0,0 0-208 16,-1 4-110-16,7 0-54 0,0-1 15 15,7 2 125-15,-1 1 186 0</inkml:trace>
  <inkml:trace contextRef="#ctx0" brushRef="#br0" timeOffset="374.86">21948 5498 295 0,'-7'19'644'0,"7"-1"106"0,-7 0 80 16,7-7 64-16,0 0-196 0,0-2-189 15,0-3-125-15,7 2-68 0,0-5-47 0,6-3-41 16,7 0-41-16,6-3-38 0,-1-1-30 16,7-4-36-16,2 1-32 0,5 0-24 15,-7-1-15-15,7-3-20 0,0 5-21 0,1-2-47 16,-8 1-94-16,1-1-171 0,-14 5-230 16,1-1-257-16,-8 4-129 0,-12 4-30 0,0-1 52 15,-12 5 152-15,-8 2 222 0</inkml:trace>
  <inkml:trace contextRef="#ctx0" brushRef="#br0" timeOffset="546.69">22064 5825 15 0,'-18'17'486'0,"-2"6"131"0,7-9 113 15,7-2 96-15,-8-1-45 0,8-4-141 16,6 0-98-16,0 0-77 0,0-7-74 16,12 5-61-16,2-5-55 0,5-5-48 0,1-2-49 15,12 0-50-15,1 0-38 0,-1-4-36 16,7-1-33-16,7-2-27 0,-1 3-59 0,2-4-90 15,-2-3-180-15,1 3-248 0,-1-7-285 16,-5 1-145-16,-2-1-35 0,1-4 44 0,-6-4 155 16,-1 5 237-16</inkml:trace>
  <inkml:trace contextRef="#ctx0" brushRef="#br0" timeOffset="827.88">23133 5096 232 0,'6'-15'633'0,"1"0"128"0,-7 1 103 0,7 3 82 15,-7-1-152-15,0 6-194 0,0-2-138 16,0 4-95-16,0 4-50 0,-7 7-22 0,7 4-7 16,0 8 5-16,0 3 13 0,0 11 19 15,0 3-10-15,7 5-16 0,-7 7-205 0,0 3-94 16,6 8 0-16,-6-1 0 0,6 0 0 16,-6 5 0-16,7-5 0 0,-7-2 0 15,7-5 0-15,-1-4 0 0,1-6 0 0,-7-5 0 16,6-6 0-16,0-5 0 0,1-2 0 15,-7-5 0-15,7-7 0 0,-7-1 0 0,0-5 0 16,0-2 0-16,0-3-585 0,-7-3-306 16,-6-5-267-16,0-3-96 0,-7 0 12 15,-6-3 99-15,-6-2 196 0,-7 2 287 0</inkml:trace>
  <inkml:trace contextRef="#ctx0" brushRef="#br0" timeOffset="1671.43">19355 8103 38 0,'7'-3'318'0,"0"-1"60"0,-1 1 56 0,-6-5-24 16,6-3-21-16,2 4-22 0,-2-4 11 16,-6 4 18-16,0-4 4 0,6 3-3 15,-6 0-18-15,0 5-47 0,0 0-67 0,0-2-57 16,-6 10-40-16,6 1-28 0,-6 10-13 15,-2 2-2-15,2 7 1 0,6 5-2 16,-6 2-10-16,-1 5-2 0,7 7-3 0,-7 0-3 16,7 0-3-16,0 4-8 0,7-4-4 15,-7-1-11-15,7-6-13 0,-1 0-14 0,8-1-13 16,-8-6-9-16,0-4-6 0,7-4-6 16,0-8-7-16,0 0-7 0,7-6-8 0,-7-8-10 15,6 0-28-15,1-11-51 0,-7 0-79 16,7-3-133-16,-8-8-177 0,1 0-182 0,-6-4-170 15,-7-7-118-15,0 4-11 0,0-8 87 16,-7-3 157-16,-6-1 179 0</inkml:trace>
  <inkml:trace contextRef="#ctx0" brushRef="#br0" timeOffset="1812.03">19375 7924 14 0,'-20'-25'380'0,"7"-2"70"16,1 5 65-16,-8 0 79 0,7 7-62 15,6 1-79-15,-6 0-46 0,7 7-53 0,0-5-58 16,6 9-77-16,0-1-92 0,0 4-69 15,12 4-84-15,1-1-132 0,1 5-165 0,5-1-202 16,7 0-133-16,-6 4-68 0,6 0 9 16,6 1 92-16,-5-2 149 0</inkml:trace>
  <inkml:trace contextRef="#ctx0" brushRef="#br0" timeOffset="2046.34">20020 7957 364 0,'6'7'553'15,"0"-3"112"-15,-6 0 104 0,0-1-2 16,8 1-145-16,-16 3-100 0,8 0-73 0,0 4-78 16,0 1-80-16,0 2-52 0,0 5-35 15,-6 2-31-15,12 2-20 0,-6-2-9 0,0 5-10 16,8 3-12-16,-8-3-21 0,6 7-20 16,0-4-18-16,-6 1-23 0,7-1-17 15,0 0-20-15,-1 0-23 0,1-3-45 0,-1-4-76 16,0 0-127-16,1-3-190 0,0-6-214 15,-7 3-234-15,0-9-91 0,0-3-1 16,-7-1 88-16,0-6 174 0,1-1 211 0</inkml:trace>
  <inkml:trace contextRef="#ctx0" brushRef="#br0" timeOffset="2218.25">19890 8294 418 0,'-14'-7'548'0,"8"-1"126"15,0 1 126-15,-1 3-30 0,1-3-140 16,-1 3-97-16,7 0-82 0,7 1-108 0,-1-4-115 15,7 2-72-15,7-1-51 0,6 2-39 16,0-3-25-16,7-1-16 0,-1 1-18 0,7 0-25 16,0-4-68-16,0 3-157 0,0-3-199 15,0 0-236-15,-6 4-164 0,-1-4-74 16,1 0 18-16,-1-4 128 0,-5 4 186 0</inkml:trace>
  <inkml:trace contextRef="#ctx0" brushRef="#br0" timeOffset="2452.53">20593 7906 403 0,'-7'-3'563'0,"7"-1"133"0,-6-1 109 16,-1 5-27-16,7-3-144 0,-6 3-102 15,6 0-84-15,-6 3-98 0,6 6-74 16,0 1-46-16,-7 5-16 0,7 3-5 0,7 4-11 16,-7 3-10-16,6 1-13 0,-6 4-11 0,6-1-20 15,1 0-25-15,-1 4-25 0,1-4-21 16,0 3-22-16,-1-1-19 0,8-6-16 15,-8 5-21-15,0-9-38 0,0 5-57 0,1-7-75 16,0-1-102-16,-1-4-150 0,1-2-190 16,-7-5-190-16,0-7-158 0,0 0-40 0,0-4 42 15,-7-3 120-15,-6-4 184 0,6 0 217 16</inkml:trace>
  <inkml:trace contextRef="#ctx0" brushRef="#br0" timeOffset="2624.33">20424 8180 417 0,'-13'-4'547'0,"-1"2"124"16,8-3 126-16,-7 2-26 0,13-2-124 0,-7 2-91 15,14-1-78-15,-7 1-104 0,13-1-112 32,7-3-83-32,-1-1-54 0,13 1-41 15,1-4-31-15,13 0-28 0,-1 1-26 0,7-2-62 0,1-2-144 0,-1-4-207 0,6 2-259 32,-6-6-183-32,1 4-88 0,-2 0 1 0,2-4 108 0,-1 4 189 0,-7-4 252 0</inkml:trace>
  <inkml:trace contextRef="#ctx0" brushRef="#br0" timeOffset="3015">21713 7628 203 0,'6'-9'616'0,"8"3"123"0,-14-2 107 15,6 5 74-15,1-2-153 0,-7 2-199 32,0 0-154-32,0 3-95 0,0 3-76 0,0 0-47 15,0 5-24-15,-7 3-9 0,7 4-9 0,-6 3-9 16,-8 1-17-16,2 6-15 0,-8 0-18 15,1 1-16-15,-7 4-14 0,0 3-15 0,-7-1-11 0,1 1-14 0,-1 4-8 0,1-3-6 16,-1-2-4-16,7-3-3 0,0 0 1 16,0-3 0-16,-1-4 3 0,8-3 8 15,6-5 15-15,0-3 20 0,0-4 17 0,6 1 16 16,1-1 10-16,6-3-3 0,0-4-12 0,6 3-14 16,8-3-16-16,-1 0-10 0,6 0-9 15,0 0 4-15,8 0 6 0,-1 0 8 31,6 4 8-31,1-4 8 0,6 3 7 0,0 2-6 0,0-2-65 0,0 4 0 0,0-3 0 32,1 4 0-32,-2-5 0 0,-5 5 0 0,-7-1 0 0,7 0 0 0,-7 1 0 0,0-1 0 15,-7-3 0-15,-5 2 0 0,4-1 0 16,-4-1-149-16,-8-1-173 0,7 0-132 0,-7 1-193 16,2-4-211-16,-2-4-199 0,0 1-54 0,0-4 26 15,2-4 98-15,-2-4 194 0,7-1 247 31</inkml:trace>
  <inkml:trace contextRef="#ctx0" brushRef="#br0" timeOffset="3264.81">22358 7741 45 0,'6'-8'533'0,"-6"4"148"16,0-3 118-16,0 3 90 0,7 1-65 0,-7-1-161 15,7 0-132-15,6 1-109 0,-1-1-87 31,8 1-65-31,0-1-48 0,6 0-45 0,-1-3-44 0,8 3-34 0,0-2-30 0,-7 2-22 32,6-4-24-32,2 1-16 0,-9-1-19 0,7 1-35 0,-6 0-56 0,-6 0-85 0,-1 2-145 15,1-1-178-15,-6 1-191 0,-8 2-195 32,-6 0-68-32,0 3 21 0,-6 3 113 0,-8 0 164 15,2 2 196-15</inkml:trace>
  <inkml:trace contextRef="#ctx0" brushRef="#br0" timeOffset="3452.26">22469 7886 366 0,'-7'17'473'0,"1"-3"79"0,-1-3 130 0,7-4-8 15,7 1-76-15,-1-5-44 0,7-3-23 0,0 0-36 16,1 0-89-16,5-3-80 0,0-2-57 16,1-2-46-16,6 0-37 0,0 3-34 0,0-7-35 15,0 5-30-15,0-3-24 0,1 1-23 31,-9-2-20-31,9 3-29 0,-7-1-45 0,-1 1-84 0,0 3-158 0,-6-3-210 0,1 0-249 32,-2-1-194-32,-5 2-74 0,6-3 20 0,-7-1 121 0,8 3 194 0,-1-4 243 0</inkml:trace>
  <inkml:trace contextRef="#ctx0" brushRef="#br0" timeOffset="3864.84">23602 7267 337 0,'0'-10'676'0,"0"0"89"0,0 1 69 15,0-1 49-15,-7 2-223 0,7 5-236 0,-6-1-135 16,0 4-70-16,6 4-57 0,-7 7-37 16,-6-1-22-16,6 5-18 0,7-1-16 0,0 9-8 15,0-2 3-15,7 2 4 0,-1 3 11 16,8-1 14-16,5 1 18 0,0-1 11 0,1 0 5 15,6 2-3-15,7-5-10 0,-8 0-9 16,8 0-11-16,-1 0-11 0,2-4-8 0,5 1-8 16,-7-4-7-16,1-1-5 0,-1 4-11 15,1-6-6-15,-7 2-5 0,0-3-3 16,-7-1-5-16,-5 1-6 0,-2 0 1 0,-6 1-1 16,2-4 1-16,-8 2 6 0,-14 5 8 15,8-4 6-15,-14 0 4 0,1 3 5 0,-1 1 1 16,-6-4-9-16,-7 3-5 0,1 1-7 15,-1 0-6-15,1-1-6 0,-7 1-2 16,7-4 2-16,-8 0-6 16,7 1-2-16,8-6-5 0,-8-2-20 15,14-4-47-15,-8 0-79 0,8-4-110 0,0-2-195 16,5-6-256-16,1-6-298 0,7-4-124 16,6-4-12-16,0-3 65 0,0-8 170 15,6 1 244-15</inkml:trace>
  <inkml:trace contextRef="#ctx0" brushRef="#br0" timeOffset="4103.54">23641 7224 81 0,'-13'-11'541'0,"6"1"151"15,1 1 124-15,0-1 99 0,-1 3-77 0,14-4-148 16,-1-1-118-16,0 1-99 0,14 0-79 16,6 1-66-16,13-2-52 0,0 2-41 15,6 2-44-15,14-3-41 16,0 0-36-16,-1 0-31 0,7 1-24 0,0 2-18 15,-6-3-13-15,0 3-11 0,-7 2-18 16,1-1-26-16,-8-2-39 0,-6 6-61 16,-7-5-84-16,-6 5-118 0,1-4-175 0,-8 0-197 15,-6-2-204-15,-7 3-108 0,8-5-8 16,-14 0 72-16,0-1 158 0,0-2 209 16</inkml:trace>
  <inkml:trace contextRef="#ctx0" brushRef="#br0" timeOffset="4404.72">24494 6503 107 0,'13'-15'509'0,"0"0"135"0,7-4 125 15,-1 9 100 1,1-5-100-16,6 3-159 0,6 6-87 16,1 6-89-16,-7 0-81 0,7 6-58 0,-1 11-28 15,-6 3-4-15,7 10-4 0,-7 3 5 0,7 11 9 16,-7 4 9-16,0 7 3 0,-1 3 3 15,-5 8-160-15,0 5-128 0,-1 1 0 16,-13 6 0-16,2 1 0 0,-8 2 0 0,0 0 0 16,-14-1 0-16,1-3 0 0,0 0 0 0,-12-7 0 0,-2 0 0 15,1-8 0-15,0 1 0 0,0-9 0 16,0-7 0-16,-1-3 0 0,2-7 0 0,-1-8 0 16,6-3 0-16,-6-8-649 0,0-6-297 15,0-6-232-15,-13-6-67 0,0-6 33 16,-14-6 102-16,2-2 199 0,-21-8 265 0</inkml:trace>
  <inkml:trace contextRef="#ctx0" brushRef="#br0" timeOffset="5206.46">19069 7532 152 0,'0'-19'321'16,"0"1"44"-16,-6 1 44 0,-1-3-67 0,1 6-30 15,-1-1-25-15,0 0-1 0,1 5 2 16,-8-2-9-16,2 5-12 0,-1 4-21 0,-7 3-13 0,0 6-13 15,2 10-13-15,-9 2-5 0,1 11 0 0,0 8-2 16,0 7-6-16,-1 6-6 0,2 10-8 16,-1 9-2-16,6 5-10 0,8 6-7 15,-2 8 0-15,1 0 5 0,13 0 8 0,0 4 4 16,13-1 3-16,1 1 1 0,-2-1-11 16,8-3-14-16,6-3-24 0,7-9-25 0,-1-6-25 0,7-4-25 15,0-3-17-15,7-13-13 0,-1-2-15 0,1-7-20 16,6-5-42-16,0-10-76 0,-6-8-107 15,6-4-169-15,0-6-230 0,0-8-258 0,0-8-178 16,0-6-40-16,-13-4 46 0,7-4 134 16,-7-4 218-16,-7 1 263 0</inkml:trace>
  <inkml:trace contextRef="#ctx0" brushRef="#br0" timeOffset="5886.4">19825 8872 321 0,'-20'16'393'15,"-6"-5"36"-15,7-1 8 0,-7-2-83 0,12 3-96 16,1-4-56-16,0 1-21 0,0-5-16 16,7 4-7-16,6-7 10 0,0 4 24 0,0 0 26 15,6-4 11-15,7 0 17 0,7-4 9 16,0 0-13-16,12 1-26 0,1-4-29 15,5-5-19-15,1 1-21 16,14-3-16-16,-1-1-18 0,7-4-17 16,-1-2-16-16,7-1-15 0,0 0-13 0,0 0-9 15,1 0-4-15,5 3-5 0,1-3-6 16,-1 0-2-16,-6 4-5 0,7-1 3 0,-6 5-6 16,-7 0-5-16,6-1 2 0,-14 0-1 15,1 4 0-15,-13 0-8 0,1 4 2 0,-8-1 2 16,-6 2-2-16,0-2-6 0,-13 4-1 0,0 1 3 0,-7 3 0 15,-6 0 1-15,0 0-5 0,-6 0 2 16,-7 3 5-16,-6 1 1 0,-1-1-1 16,1 2 4-16,-7 1 2 0,-1 2-2 0,-5-1-5 15,-7 4-2-15,-1 0-3 0,-5 0-4 16,-7 4 1-16,0 0 1 0,-6-1 1 16,-1 1 0-16,0 3 3 0,0 1 1 0,-6-1-1 0,7 1 0 15,-7-1-3-15,0 0 0 0,6 0 1 0,-6-3-2 16,0 3-1-16,6-3 0 0,1 3 2 15,5-4-2-15,1-3-2 0,0 4-2 0,12-4 0 16,2 0-5-16,5 1-1 0,7-5-1 16,0 0-4-16,7 0-1 0,5 0-1 15,8-3 4-15,6 0 2 16,0-4 0-16,6 3 5 0,14-6 4 16,0 3 2-16,13-4-1 0,5 0 3 0,1-3 1 15,7-4 1-15,6 4-1 0,6-4 1 16,1 0-3-16,0 0 1 0,-7-1-1 0,13 2 2 15,-12-1 1-15,5 3-1 0,-6-2 2 16,-6 2-2-16,5 1-2 0,-11 3 2 0,-7 1-2 16,-1-1-8-16,-6 0-16 0,-7 1-17 0,1 3-26 15,-14 0-45-15,1 3-68 0,-14-3-97 0,1 4-102 16,0 0-112-16,-8-1-105 0,-5-3-123 16,-1 4-40-16,-6-4 47 0,7 0 85 0,-7-4 116 15,0 1 123-15</inkml:trace>
  <inkml:trace contextRef="#ctx0" brushRef="#br0" timeOffset="13771.56">20235 7151 315 0,'0'-8'392'0,"0"-3"56"16,0 4 21-16,-7-4-59 0,7 0-59 16,0 0-23-16,0 0 0 0,0 4-2 0,0 0-18 15,0 3-33-15,0-3-41 0,0 7-52 16,0 0-51-16,0 3-34 0,0 5-15 0,0 3 2 15,0 3 3-15,0 8 9 0,0 0 1 0,7 3-10 0,-7 5-9 16,0-4-16-16,0 7-9 0,0-8-17 16,6 4-4-16,-6-3-6 0,0 0 0 0,6-4 0 15,-6-3 3-15,0-5 10 0,8 0 7 16,-8-3 15-16,6-3 17 0,-6-1 22 0,0-3 17 16,6-4 7-16,-6-4 5 0,0 0-4 15,0-2-17 1,0-6-16-16,0-3-18 0,0 1-12 15,0-4-16-15,-6-4-12 0,6-8-8 0,-6 1-11 16,6 0-7-16,-8-8-4 0,2 1-3 16,6-2-2-16,-6 6-2 0,-1-1 2 0,7 4 1 15,-6 3-1-15,6 4 1 0,-7 7 0 16,7 0 0-16,0 5-4 0,0 6-1 0,-6 1 3 16,6 6-5-16,0 8 2 0,0 0 0 0,0 8 5 0,0 6 3 15,6 1-1-15,-6 7 5 0,7-1-3 16,-7 5-1-16,6 0-2 0,-6-1 0 15,7 1-1-15,-7-5 2 0,6 6-1 0,-6-9 1 16,6-3 2-16,-6-1 0 0,8-3 0 16,-8-4-2-16,0-3 3 0,6-4 2 0,-6 0 6 15,0-4 11-15,0-3 10 0,0-4 10 0,0-4 7 0,0-3 5 16,0-4-3-16,0-3-10 0,0-1-9 31,0-7-7-31,0-4-8 0,-6-4-8 0,6 2-5 0,-8-8-4 0,2-5-2 0,6 0 0 31,-6 5 0-31,-1-1 0 0,7 8 2 0,-6-1 0 0,6 5-1 0,-7 7 0 0,7 4-3 16,0-3-2 0,-6 11-2-16,6-2-2 0,0 5 2 0,0 6 2 15,0 5 0-15,0 3 0 0,6 7 2 16,-6 1 2-16,7 6-2 0,-1 4 1 16,1 5 2-16,-1-1 0 0,-6 3 2 0,6 1-1 15,2-5 1-15,-2 2-1 0,0-1 0 16,-6-4 1-16,7 0-1 0,-7-3 1 0,7-3 0 15,-7-6 0-15,6-2 1 0,-6-4 6 0,0-4 6 16,0 0 9-16,6-3 8 0,-6-4 11 0,0-4 9 16,-6-3-10-16,6-4 9 0,0-3 1 15,-6-5-3-15,6-4-9 0,-7-2-8 0,7-4 8 16,-7-7-15-16,1-1-13 0,-8-7-6 16,8 4-4-16,0 0-3 0,-1 4 0 0,7 2-1 15,-6 4 1 1,-1 8 2-16,7 1 0 0,-6 7-2 0,6 2 0 15,-7 5 0-15,7 3-1 0,0 8-2 16,0 3-1-16,7 8 1 0,-7 7 1 16,6 3 0-16,1 4 0 0,-1 5 1 0,-6 3 2 15,7-2 1-15,-1 6 2 0,0-4-1 16,-6 0 2-16,8-2-1 0,-8 2 0 0,0-4 0 16,6-3-3-16,-6-5 2 0,0-3-3 0,0 0 3 0,0-7-1 15,0-5 8-15,6 2 14 0,-6-4 12 16,-6-8 18-16,6 0 12 0,0-8 13 15,0-4 4-15,0-2-22 0,-6-4-61 0,6-4 0 16,-8-3 0-16,8-9 0 0,-6 1 0 0,0-6 0 16,-1-5 0-16,1-1 0 0,-1-2 0 15,1 6 0 1,6 5 0-16,-7 3 0 0,7 7 0 0,0 4 0 16,-6 7 0-16,6 1 0 0,0 7 0 15,0 7 0-15,6 3 0 0,-6 5 0 0,7 6 0 16,-7 8 0-16,6 4 0 0,7 0 0 15,-13 2 0-15,13 6 0 0,-7-1 0 0,-6-1 0 16,8 2 0-16,-2-1 0 0,0-1 0 16,1-2 0-16,-7 3 0 0,7-4 0 0,-7-3 0 0,0-4 0 0,0 0 0 15,0-8 0-15,0 0 0 0,0-2 0 16,0-9 0-16,0 2 0 0,0-5 0 16,-7-8 0-16,7 0 0 0,-7-6 0 0,1-1 0 15,0-7 0-15,-2-3 0 0,8-7 0 16,-6-5 0-16,0 0 0 0,6-4 0 0,-7-3 0 15,7 4 0-15,0 3 0 0,0 5 0 0,0 2 0 16,0 4 0-16,0 4 0 0,0 4 0 0,0 4 0 16,0-1 0-16,0 4 0 0,0 4 0 15,0-1 0-15,0 5 0 0,0 0 0 0,0 3-163 16,0 0-329-16,0 0-123 0,0 0-153 0,7 3-148 16,-7 0-133-16,6 1-15 0,0 0 54 15,2-4 131 1,4 3 199-16,-5-3 215 0</inkml:trace>
  <inkml:trace contextRef="#ctx0" brushRef="#br0" timeOffset="14693.25">28539 4491 87 0,'6'-3'384'0,"-6"-1"77"16,7 4 64-16,-7-4-13 0,6 1-58 15,-6 3-84-15,0 0-45 0,0 0-20 0,0 7-15 16,0 0-4-16,0 8 2 0,0 3-2 15,0 8-10-15,0 3-20 0,7 11-13 16,-7 4-12-16,7 4-12 0,5 7-13 0,-6 7-15 16,8 1-17-16,-1 2-20 0,0 5-25 15,0-4-17-15,-1 3-23 0,2-2-19 0,-8-5-13 16,1 4-16-16,6-8-10 0,-13-3-13 16,7-3-1-16,-1-5-6 0,-6-6-3 0,6-5 1 15,-6-3-2-15,0-11-1 0,7-4 0 16,-7 0-2-16,-7-10-24 0,7 0-42 15,-6-8-52-15,0-5-69 0,-7-6-98 0,6-3-151 16,-6-8-167-16,7-4-164 0,-8-6-152 16,2-5-41-16,-2-4 37 0,8-2 124 0,-7-9 172 15,-1 0 195-15</inkml:trace>
  <inkml:trace contextRef="#ctx0" brushRef="#br0" timeOffset="15333.69">28532 4674 54 0,'-7'-29'476'15,"1"0"95"-15,-7 3 93 0,6 3 107 16,1-2-64-16,0 7-149 0,6 0-91 0,-7 3-69 16,14 1-76-16,-7 3-92 0,12-1-69 15,8 1-47-15,6-3-27 0,7 2-14 0,12 2-3 16,7-1-8-16,7-3-3 0,12-1-1 16,2 0-6-16,11-3-9 0,7 3-14 15,0-3-7-15,-6-1-6 0,6 1-6 0,0-4-3 16,-6 3-1-16,-7 1-2 0,7-3 0 15,-14 2 1-15,1 0-1 0,-7 1-2 0,-13-3 14 16,0 6 17-16,-6-4 24 0,-13 5 24 16,-1-4 26-16,-5 6 21 0,-8-2 6 15,0 3 1-15,-6-1-3 0,1 2-6 0,-8 2-10 16,0 1-11-16,1 0-15 0,0 4-19 0,-7-1-22 16,0 4-22-16,0 0-18 0,0 4-12 15,0 3-3-15,0 3-1 0,0 5 1 0,-7 7 3 16,7 5 3-16,0 5 0 0,-7 5 0 15,7 2-1-15,0 1-1 0,0 9 3 16,0-2 1-16,0 5 8 0,7-1 8 0,0 4 9 16,-1 0 18-16,7 0 8 0,0-1 4 15,0 9-2-15,1-4-3 0,4-4-7 0,2 3-15 16,-1-3-9-16,-5 0-4 0,5-7-4 16,1-1-2-16,0 1-4 0,-8-4-2 0,2-4-1 15,-2 1 1-15,-5-5 1 0,-1 1-2 16,-6 0 3-16,0-8-4 0,-6 4 1 15,-1-8 3-15,-5 1-3 0,-8 0-1 0,0-1-1 16,1-3 5-16,-13-3-2 0,-1 2-3 16,-7-2 1-16,-11 3-3 0,-8-5 1 15,-6 6-2-15,-13-1-1 0,-1-4 0 0,-11 5 2 16,-9-2 0-16,-5-3 2 0,1 5 0 16,4-4 1-16,1-2 0 0,7 2-3 0,14-5 1 15,-2 0 3-15,20-2 1 0,8-1 1 0,5-4 1 16,7-3 2-16,13-1-9 0,0-3-33 15,13-3-48-15,-1-1-78 0,8-7-98 16,0-3-152-16,6-5-216 0,6-3-243 0,0-6-195 16,2-6-51-16,-2-3 29 0,7-7 113 15,0 1 207-15,-7-9 262 0</inkml:trace>
  <inkml:trace contextRef="#ctx0" brushRef="#br0" timeOffset="15974.21">29281 3532 268 0,'-6'-23'418'0,"6"2"78"16,-7-1 79-16,0 2-22 0,1-1-42 16,6 3-18-16,-6 3-32 0,0 0-43 0,-2 4-52 15,8 1-72-15,-6 2-75 0,0 1-58 16,6 0-41-16,-7 2-39 0,7 2-20 0,0 0-22 15,0-1-15-15,0 4-11 0,-7 0-5 16,7 0 8-16,0 0-1 0,0 0 4 0,0 0 9 16,0 0 6-16,0 0 7 0,0 0 7 15,0 4 9-15,0-4 9 0,0 0 5 16,0 3 4-16,0-3 4 0,0 0-3 0,0 0-8 16,0 0-9-16,0 3-6 0,0-3-8 15,0 0-4-15,0 0-5 0,0 0-3 0,0 0-4 16,0 0-5-16,0 0-8 0,0 0-7 15,0 0-6-15,0 0-15 0,0 0-30 0,0 5-35 16,0 2-58-16,7 0-88 0,0 8-139 16,-1 4-170-16,0-2-164 0,8 9-172 15,-8 0-51-15,0 7 30 0,8 0 111 0,-8 3 167 16,1 4 183-16</inkml:trace>
  <inkml:trace contextRef="#ctx0" brushRef="#br0" timeOffset="17161.59">29118 3392 159 0,'0'-15'304'15,"-6"-3"48"-15,6 4 30 0,-7-2-40 16,1 6-28-16,6 0-8 0,-6-3 9 0,6 3 20 15,-8 2 9-15,8 1-6 0,0 0-11 16,0 0-22-16,-6 2-33 0,6-2-38 16,0 4-47-16,0 3-33 0,0-4-30 0,0 1-20 15,0 3-15-15,0 0-21 0,0 0-15 16,0 0-5-16,-6 3 2 0,6 1 2 0,0 3 2 16,0 4 18-16,0 4 6 0,0 4 10 15,0 2 11-15,0 5 0 0,0 3-1 0,0 3-8 16,0 2-1-16,0 3 1 0,6-1-6 15,-6-3-3-15,6 4-4 0,2-3-7 16,-2-6-5-16,0 1-7 0,7-3-6 0,-6-1-5 16,6-6-1-16,7 0 1 0,-8-5-4 0,8-3-5 15,-1 0-5-15,1-4-5 0,0-2-6 16,6-5-7-16,-7 0-5 0,1-5-3 16,6-2-15-16,-7 0-25 0,1-1-37 0,0-2-50 15,-8-1-71-15,8 0-92 0,-13-3-121 16,-1-3-158-16,0 0-148 0,-6-6-141 0,0-2-75 15,-6 0 16-15,-7-6 92 0,6-5 159 16,-12-1 173-16</inkml:trace>
  <inkml:trace contextRef="#ctx0" brushRef="#br0" timeOffset="17317.78">29177 3102 376 0,'-13'-21'467'16,"0"3"97"-16,0-1 105 0,6 4-38 0,1 1-83 15,-1 3-54-15,1 1-50 0,-1-2-83 0,7 4-99 16,0 5-95-16,0-1-71 0,7 4-51 15,-1 0-67-15,7 7-123 0,0 4-150 0,7 0-155 16,6 8-172-16,-7 3-139 0,7-1-39 16,-6 9 65-16,0-1 123 0,-1 8 141 0</inkml:trace>
  <inkml:trace contextRef="#ctx0" brushRef="#br0" timeOffset="17739.55">29698 5063 310 0,'-13'3'436'15,"7"-3"43"-15,-8 0 43 0,2-7-55 16,5 0-65-16,-6-4-30 0,6-4-6 0,-5-4 0 15,4 1-9-15,-4 0-33 0,6-4-54 16,-8 1-52-16,8 2-30 0,-1-4-15 0,1 2-9 16,-1-2-3-16,0 5-3 0,1 4 3 15,0-1-2-15,6 1 1 0,-6-1 4 0,-2 8 4 16,8-4-5-16,-6 3-4 0,6 2-8 16,0-2-15-16,-6 4-21 0,6-4-18 15,0 8-20-15,0-3-21 0,0-1-16 0,0 4-17 16,0-4-10-16,0 4-9 0,0 0-5 15,0 0-7-15,0 4-12 0,0-4-28 0,0 4-50 16,0 3-68-16,0 1-78 0,0 2-89 16,0 2-121-16,0-1-135 0,0 3-107 15,0 1-75-15,0 3-92 0,0 0-13 0,0 0 77 16,0 1 132-16,0-1 143 0,0 1 137 16</inkml:trace>
  <inkml:trace contextRef="#ctx0" brushRef="#br0" timeOffset="18020.75">29529 5066 262 0,'0'4'562'0,"0"-1"157"16,-6 2 118-16,6-10 17 0,0 2-66 16,0-4-106-16,-8-1-100 0,8-3-100 0,0 3-70 15,-6-2-48-15,6-1-48 0,0 0-43 16,-6 4-45-16,6-1-44 0,0 1-43 16,0 3-45-16,0 1-35 0,0 3-25 0,0 3-19 15,6 5-12-15,-6 7-5 0,6 2 4 16,2 9 6-16,-2 0 6 0,0 3 6 0,7 4 12 15,-6 4 8-15,-1 0 5 0,7-1 1 16,-7 1 0-16,8 0-29 0,-8 0-19 0,0-5 0 16,8-3 0-16,-8 0 0 0,1-3 0 15,-7-4 0-15,6-3 0 0,1-1 0 0,-7-7 0 16,7 0 0-16,-7-4 0 0,0-3-140 16,6-4-162-16,-6-4-164 0,0-3-222 0,0-4-226 15,0-7-189-15,0-5-36 0,0-6 52 16,0-4 129-16,0-7 207 0,6-3 245 15</inkml:trace>
  <inkml:trace contextRef="#ctx0" brushRef="#br0" timeOffset="18318.12">29737 4579 419 0,'-7'-29'654'0,"7"-1"121"0,0 5 105 16,-6-1 31-16,6 4-169 0,-6 7-160 15,6 0-136-15,0 5-110 0,0 2-96 16,-7 8-72-16,7 8-34 0,0 2-3 0,0 13 19 15,0 6 26-15,-6 5 32 0,6 9 23 0,-7 4 11 16,0 8-1-16,1 8-11 0,-8 7-6 16,2 3-153-16,-1 7-71 0,0 1 0 15,-6 0 0-15,-1 3 0 0,0 0 0 0,1-3 0 16,-7-4 0-16,6-1 0 0,1-2 0 16,-1-8 0-16,6-4 0 0,-4-3 0 0,4-8 0 15,1-7 0-15,1-4 0 0,4-3 0 16,8-8 0-16,0-7 0 0,0 0 0 15,8-7 0-15,11-4-367 0,1-5-528 0,-2-1-243 16,16-2-112-16,-1-3 7 0,-8 0 92 16,15 0 175-16,-2-3 261 0,1 6 296 0</inkml:trace>
  <inkml:trace contextRef="#ctx0" brushRef="#br0" timeOffset="18864.4">30324 6381 84 0,'-14'22'713'0,"-5"-3"174"16,-1-5 93-16,-6-6 51 0,6-1-62 16,1-4-234-16,-1-3-235 0,1-3-116 15,-1-1-42-15,7-3-11 0,-6-4-25 0,13-1-39 16,-2-2-57-16,8-4-53 0,0 0-47 16,14-5-38-16,-1 2-26 0,6-1-25 0,1 3-11 15,13-2-7-15,-8 2-4 0,15 0-2 16,-8 2-3-16,1 2 1 0,6 4 3 0,-7 0 0 15,1 3-2-15,-7 6 3 0,0-3-1 16,0 5-3-16,-7 0-3 0,1 7-4 0,-7 1 0 16,0 3-1-16,-6 0 0 0,-1 7 3 0,-6 1 5 15,-6 3 2-15,-7 3 4 0,-1 4-2 16,-4 1 5-16,-9 3-1 0,-5 0 2 16,-1 3 0-16,1-3-2 0,-8 4 3 0,7-4-5 15,-5 0 1-15,5 0 0 0,1-4 0 16,5 1 1-16,1-9 8 0,7 1 8 0,6-3 17 15,0-9 2-15,6 2-38 0,1-1 0 16,12-7 0-16,1-1 0 0,12-3 0 16,1-3 0-16,12-1 0 0,1 0 0 0,-1-3 0 15,7-5 0-15,7 2 0 0,-1-1 0 0,2 0 0 16,5-1 0-16,-7-2 0 0,8 3 0 16,-2-3 0-16,1 3 0 0,1 0 0 0,-8-1 0 15,1 2 0-15,-1 3 0 0,1-4 0 16,-7 4 0-16,-6-2 0 0,-1 2 0 0,-6 0 0 15,0 3 0-15,-7-3 0 0,1-1 0 0,-7 5 0 16,0-1 0-16,0-3 0 0,-6 3 0 16,6 1 0-16,-13-1 0 0,6 0 0 0,-6 1 0 15,-6-1-546-15,0 4-123 0,-1-3-151 16,-6-2-162-16,0-2-100 0,-7 4-2 0,0-1 66 16,1-3 145-16,-7-1 213 0,0 5 241 0</inkml:trace>
  <inkml:trace contextRef="#ctx0" brushRef="#br0" timeOffset="20660.74">9443 8851 109 0,'-7'0'213'0,"1"0"31"16,0 0-41-16,-1 0-53 0,1-4-26 0,-1 0-2 15,-6 4-3-15,-1-3-10 0,2-5 1 16,6 5 6-16,-14-1 0 0,7 0-2 15,7-3 10-15,-14 3 7 0,14 1 10 0,-8 3 3 16,1-4 7-16,7 0 10 0,-8 4 1 16,8 0-1-16,0 0-5 0,0 0-6 0,-2 4-8 15,8-4-16-15,0 4-7 0,0-4 13 16,0 3 24-16,8-3 22 0,-2 0 16 0,6 0 12 16,8-3 3-16,0-5-21 0,5 2-32 15,2-6-29-15,5 1-25 0,1 0-18 0,6-4-18 16,-6 1-16-16,6-1-8 0,0 0-13 15,-7 4-4-15,1 0-7 0,-1 1-4 0,-6-1-2 16,-6 3-4-16,-7 5 2 0,0-1-2 16,-6 0-2-16,-14 4-1 0,0 4-1 15,-5 0 2-15,-15 7-1 0,-5 0-1 0,-1 3-3 16,-6 4 1-16,1-3 0 0,-8 3-1 16,0 0-2-16,7 1 1 0,0-4 0 15,0 3 1-15,7-7 0 0,-1 4 0 0,7-8 4 16,6 0 2-16,1 1 5 0,5-5 2 15,8 0 3-15,6-6 0 0,0 0-2 0,13-1-4 16,7-7-5-16,0 0-1 0,12-7-3 16,7 4 0-16,0-9 0 0,7 2 0 0,5-2-1 15,-5 4-3-15,7-2-1 0,-8 3-2 16,1 3-4-16,-7 0-17 0,-13 3-31 16,6 2-39-16,-13 7-53 0,-5-1-78 0,-1 4-109 15,-7 0-116-15,-6 7-111 0,-6 1-127 16,-1 3-72-16,1 0 13 0,-8 3 80 0,2 1 113 15,5-1 136-15</inkml:trace>
  <inkml:trace contextRef="#ctx0" brushRef="#br0" timeOffset="21614.23">13090 11748 17 0,'-6'3'349'0,"0"-3"62"0,-8 0 60 15,8 0 46-15,-7 0-70 0,-1 0-32 16,2 0 12-16,-2-3 9 0,2 0-8 15,-2-1-25-15,1-3-44 0,1-1-59 0,5-3-62 16,-6 0-53-16,7-3-37 0,-1-1-22 16,7 1-19-16,-7-1-15 0,7-3-8 0,7-1-5 15,0-3-1-15,5 4-6 0,2-4-1 16,-2 3-3-16,8-2-4 0,7 3-2 0,-2-1-8 16,1 0-3-16,7 9-3 0,-1-1-1 15,1 3-5-15,-1 1-5 0,2 7-3 0,-9 4-3 16,7 3-3-16,-6 4-4 0,1 3-2 15,-7 5-1-15,-2 4-3 0,-4 2-4 0,-1 4-1 16,-7 7-1-16,1 5-2 0,-7 3-3 16,-7 3-2-16,1 2 1 0,-7 1-2 0,-1 2-1 15,2-2-2-15,-8 6 3 0,-6-5-1 16,7 1 1-16,-14-1-1 0,7 0 6 16,-6-3 11-16,5-4 13 0,-5-4 17 0,6-3 12 15,6 0 13-15,1-12 7 0,-1 0 6 16,7-6 3-16,7-5-2 0,-1-2 0 0,7-9 4 15,7 0 5-15,6-6 0 0,7-4-2 16,12-3 3-16,1-7-80 0,-1 3-19 0,13-8 0 16,1 4 0-16,-1-4 0 0,8-3 0 15,-1 2 0-15,0-3 0 0,0 5 0 0,1-5 0 16,5 4 0-16,-6 1 0 0,6-2 0 16,-5 5 0-16,-8-1 0 0,1 5 0 15,-7-1 0-15,-7 0 0 0,-6 5 0 0,-6 3 0 16,-1-1 0-16,-5 5 0 0,-8-6 0 0,1 7 0 15,-7 2 0-15,0-4 0 0,0 0 0 16,-7 4 0-16,7-3 0 0,-6 3 0 16,0-4 0-16,-2 4 0 0,-4-4 0 0,5 0-351 15,0 4-177-15,1-2-99 0,-1-3-136 16,1 5-152-16,0-3-114 0,-1-2-13 0,0 5 57 16,-5 0 140-16,-2 0 200 0,1 0 224 15</inkml:trace>
  <inkml:trace contextRef="#ctx0" brushRef="#br0" timeOffset="25925.15">20020 7067 81 0,'6'3'211'0,"0"5"35"0,-6-5-9 0,8 1-41 16,-8 3-15-16,0-7 10 0,6 4 26 15,-6 0 7-15,0-4 13 0,0 0 20 0,0 0 32 16,0 0 30-16,-6 0 19 0,6-4 1 16,0 0-11-16,0 0-22 0,0 1-44 15,0-4-54-15,0-1-50 0,6 5-34 0,0-5-30 16,1-2-27-16,0 2-20 0,6-3-13 15,-1 3-6-15,2-3-2 0,5 4 0 0,-6 0 2 16,6-1-1-16,1 5 0 0,-6-1-5 16,5 4-5-16,-6 4-4 0,0-1-1 15,-1 5-2-15,-4 6-1 0,-2 1 1 0,-6 8-2 16,-6 2-1-16,-2 4 0 0,2 4-1 16,-7 8-2-16,0-5 3 0,-6 4-2 0,-1-3 0 15,0 0-4-15,1-4 5 0,-1-1 9 16,1-2 11-16,0-5 9 0,6 2 6 15,-1-9 6-15,8-4 3 0,0 1-1 0,-2-8-1 16,8-3-1-16,8-1 2 0,4-6-1 16,8-1-4-16,-1-3-9 0,7-4-10 0,1 0-8 15,5-4-7-15,1 5-3 0,-1-3-6 16,1 3 0-16,-7 3 0 0,6 4 0 0,-12-2-1 16,-1 5 1-16,1 0 1 0,-14 8-8 15,2-1-15-15,-8 3-27 0,0 7-36 0,-8-3-52 16,-4-3-91-16,5 3-116 0,-6 1-130 15,7 0-140-15,-7-8-166 0,6 4-55 16,-6-8 35-16,7 1 92 0,-1-4 130 0,7-4 159 16</inkml:trace>
  <inkml:trace contextRef="#ctx0" brushRef="#br0" timeOffset="26549.99">20782 7009 333 0,'-14'-5'429'15,"2"-2"51"-15,-8-1 56 0,7 1-47 0,-7 0-96 16,8-1-35-16,-8 1 0 0,7 4-1 16,7-8-22-16,-8 3-52 0,14 1-55 15,0-4-50-15,0 0-49 0,7 0-37 0,6-3-24 16,6 2-5-16,1-1-2 0,6-4 2 15,7 3 2-15,-1 3-6 0,1 0-4 0,-1 0 4 16,1 1-14-16,6 3-4 0,-7 2-2 16,-6 5-1-16,7 0-5 0,-13 5-9 15,6 2 4-15,-13 3-5 0,7 1-4 0,-14 5 0 16,0 1 1-16,1 3 1 0,-7 5 0 0,-7 0 2 16,1 4-2-16,-7 0-5 0,0 8-2 15,-6 0-3-15,-1 3-3 0,-6 4-6 16,7-3 2-16,-7 3-1 0,-7-1 2 0,7-3-2 15,0 1-1-15,-7-1 9 0,7 0 15 16,0-7 11-16,-1 1 18 0,9-5 20 0,-2-4 23 16,7-3 17-16,-1-3 10 0,2-4 6 15,6-4 2-15,6-5-5 0,0-1-9 0,0-2-14 16,12-3-13-16,1-8-7 0,7 5-7 16,6-8-2-16,6-1-1 0,1-2 0 15,6-4 1-15,7 0-3 0,-7-1-3 0,7-2-5 16,-1-2 1-16,1 5-5 0,-1-4-4 15,0 4-3-15,1-5-1 0,-7 6-30 0,1-1-23 16,-8 3 0-16,-6 1 0 0,-6 1 0 16,-1 6 0-16,-6-4 0 0,-7 4 0 0,8 4 0 15,-14-5 0-15,0 8 0 0,0-3 0 16,0-2 0-16,-6 5 0 0,-2 0 0 0,2 0 0 16,0 0 0-16,-1 0 0 0,0 0 0 15,1 0-234-15,0 5-108 0,-1-5-63 16,1 3-91-16,6 1-128 0,-14 0-130 0,8 3-109 15,0 0-101-15,-8 0-1 0,8 5 82 16,-7-1 153-16,7 0 175 0</inkml:trace>
  <inkml:trace contextRef="#ctx0" brushRef="#br0" timeOffset="28128">30577 6015 217 0,'0'0'385'0,"7"-4"60"0,-7 4 48 16,0-2-56-16,0-3-61 0,6 5-28 0,-6-4-4 15,0 1-3-15,0 3-2 0,0-4-17 0,0 4-29 16,0-4-49-16,0 4-57 0,0 0-55 16,0-3-46-16,0 6-35 0,0-3-26 15,-6 4-22-15,-1 3 0 0,1 4 1 0,-1 4 5 16,0 3 8-16,-5 8 13 0,6 3 30 0,-8 4 13 16,1 7 22-16,-7 5 26 0,0 5 13 15,2 6 7-15,-9 2-5 0,-5 5-4 16,6-1-13-16,-7-3-11 0,1 4-3 0,-1-9 1 15,-6 0 6-15,7-2 7 0,-1-4 6 16,0 0 0-16,0-9-4 0,8-2-9 0,-1-8-14 16,0 1-19-16,6-8-16 0,7-4-18 15,0 1-23-15,0-9-35 0,7 2-54 16,6-9-75-16,0 1-89 0,0-1-112 0,6-6-169 16,7-1-188-16,7-3-172 0,-1-1-106 15,8 1-9-15,-2 0 62 0,7-4 148 0,1 4 197 16</inkml:trace>
  <inkml:trace contextRef="#ctx0" brushRef="#br0" timeOffset="28799.93">30799 7247 433 0,'-13'10'554'0,"6"-3"78"0,-6 1 73 16,0-5-54-16,0-3-71 0,0 0-84 0,7 0-57 15,-8-3-37-15,8-2-33 0,-8-1-56 16,8-5-53-16,6-1-50 0,-6 2-42 0,12-5-32 16,-6 1-37-16,6-1-25 0,2 0-21 15,4 0-16-15,2 1-12 0,5-1-4 0,1 0-3 16,6 5-1-16,-7-2 4 0,7 2 0 0,7-1 4 16,-7 3 1-16,0 2 1 0,6 2 0 15,-5-1 0-15,-1 5 0 0,-1 0 1 0,-5 5 2 16,0 2 5-16,-1 0 2 0,1 0 3 15,-8 4 4-15,2 4 1 0,-8 3-3 0,1 0-2 16,-1 1-1-16,-12 4-5 0,6-3-5 16,-13 6-2-16,-1-4-5 0,2 3-1 0,-8-2-4 15,-5-2-1-15,5 2-3 0,-6-1-3 0,-1-4-3 16,1 0-2-16,0 1 2 0,1-5-1 16,5 2 4-16,0-10 10 0,1 5 13 0,5-3 18 15,8-5 15-15,0 2 14 0,-1-1-1 16,7-4-3-16,0-4-15 0,7-1-18 0,-1 2-19 15,8-5-11-15,5 5-7 0,-6-5-4 0,12 2-1 16,-5-3 0-16,6 2-1 0,1 4-1 16,-1-5-3-16,-7 5 2 0,7 3 2 15,0-4 1-15,-6 8 2 0,5-4 0 0,-5 3 1 16,0 5 0-16,-7-1-1 0,7 0 2 0,-8 4-3 16,2 3 1-16,-8 3 3 0,0 0-1 15,1 1 1-15,-7 1-2 0,0 3 2 0,-7 0 0 16,-5-1-2-16,-8 1 2 0,0 4 0 0,-12-3 1 15,-1 2 0-15,-6-3 1 0,0-1 7 16,-7 2 4-16,1-4-7 0,-1 2-12 0,1-7 0 16,-7 5 0-16,6-8 0 0,7 0 0 15,-6 0 0-15,6-4 0 0,-1-3 0 0,7 0 0 16,1-1 0-16,13-3 0 0,-7 3 0 16,12-3 0-16,2-3 0 0,-2 3 0 15,8-3 0-15,6-1 0 0,0-3 0 0,0 3-90 16,6-4-456-16,8 1-186 0,-8-4-239 0,6 0-168 15,2 1-32-15,-8-1 55 0,1-4 129 16,-7 1 198-16,-7-1 279 0</inkml:trace>
  <inkml:trace contextRef="#ctx0" brushRef="#br0" timeOffset="29408.69">17720 11811 96 0,'0'-3'109'16,"8"-2"-49"-16,-2 2-58 0,7-4-45 0,0-4-44 15,0 0-25-15</inkml:trace>
  <inkml:trace contextRef="#ctx0" brushRef="#br0" timeOffset="30533.46">14439 11349 56 0,'-14'0'240'0,"1"0"39"0,-7 0 26 0,14 0-77 15,-6-3-39-15,-2-1-2 0,1 1 2 16,0-5-7-16,6 0 4 0,-5 1 1 0,6 0 1 16,-2-1-7-16,2-3-3 0,0 0-15 15,-1 0-11-15,7 0-5 0,0-3-3 0,7-1 1 16,-1 5-1-16,0-9 8 0,8 4 2 15,-2 0-4-15,2-3-10 0,5 4-12 16,7-1-14-16,0 0-18 0,1 4-17 0,-1 0-13 16,0 8-12-16,-1 3-14 0,1 3-8 15,1 5-3-15,-7 2-5 0,-8 9-4 0,2-1-5 16,-8 8 0-16,0 3-2 0,-6 4-1 16,0 4 1-16,-6-1 0 0,-8 5-2 15,2-1-4-15,-2 0 0 0,2 0-2 0,-1-3-3 16,-1 0 0-16,2-8-2 0,6-3 2 15,-8-3-2-15,8-6 1 0,6-2 2 0,0-4 7 16,0-4 7-16,6-3 11 0,0-4 10 16,8-4 6-16,5-7 6 0,7 1 7 15,0-5 11-15,7 1-1 0,5-6 7 0,2 2 8 16,5 4 5-16,-6-5-2 0,7 4-7 16,-7 1-5-16,-6 7-10 0,6-1-11 0,-6 5-10 15,-8 3-8-15,1 3-10 0,-6 5-1 16,0 3 0-16,-7-1 3 0,-7 9 0 0,0 3 4 15,-6 3 0-15,-6 1 2 0,0 7-1 16,-7 1 0-16,0-2 1 0,-6 5-2 0,5-4 3 16,-6 3-5-16,-5-6 2 0,5-1-4 15,-6 1-7-15,6-5-2 0,-5-3-4 0,5-4-1 16,-6-3-6-16,7-1-3 0,5-6-4 16,-6-1-20-16,8-4-39 0,5-3-59 15,1-3-86-15,-1-8-159 0,14-4-215 0,-1-3-224 16,1-8-130-16,12-3-28 0,8-8 38 15,-2-3 135-15,7-4 205 0</inkml:trace>
  <inkml:trace contextRef="#ctx0" brushRef="#br0" timeOffset="30908.34">16034 10891 65 0,'19'-11'471'0,"1"0"122"15,-7 4 116-15,0-4 85 0,-6 3-93 16,-1 2-141-16,0-3-102 0,-6 9-104 0,8 0-95 16,-2 9-56-16,-6-3-41 0,6 9-20 15,-6 3-3-15,0 7 0 0,0 6-7 0,0 1-12 16,-6 5-17-16,0 4-17 0,-8 2-18 16,8 1-17-16,-7 3-12 0,0 2-12 15,6-2-5-15,-6 1-5 0,6 0-4 0,1-4-1 16,0-5 4-16,6-1 5 0,0-9 10 15,0-4 9-15,0-3 14 0,6-7 9 16,0-4 2-16,8-8 2 0,-1 1-7 0,6-8-6 16,0-3-7-16,8-4-12 0,-1-3-7 15,6-1-9-15,7-4-7 0,1 1-4 0,-1 1-3 16,-1-6-2-16,1 4-5 0,1 5-14 0,-1-4-27 16,-7 3-44-16,1 4-56 0,-7 0-71 15,-6 4-101-15,-7 0-125 0,-1 3-138 0,-4 0-135 16,-8 1-153-16,0-1-41 0,-8 0 43 15,2 1 105-15,-13-1 150 0,5-4 168 16</inkml:trace>
  <inkml:trace contextRef="#ctx0" brushRef="#br0" timeOffset="31173.96">16392 11228 351 0,'0'-3'480'0,"-6"-1"104"0,-1 1 131 15,7-1-27-15,-6 0-81 0,6 0-82 0,0 4-64 16,0 0-70-16,0 4-85 0,0 4-56 15,6 6-15-15,7 1 5 0,-7 6 11 0,2 5-1 16,4 6-17-16,-6 2-23 0,2 10-29 16,-2-1-33-16,0 6-27 0,1 2-29 0,-1 0-27 15,1 8-20-15,0-4-18 0,-1 0-9 16,7-4-9-16,-6 0-2 0,-1-4-7 16,0-2-1-16,7-5-12 0,-6-2-29 0,0-11-42 15,-1 4-55-15,0-10-61 0,2-2-75 16,-2-9-110-16,0-2-143 0,0-4-166 0,1-8-186 15,0-7-79-15,-1-7 0 0,1 0 84 16,5-12 147-16,-4-7 196 0</inkml:trace>
  <inkml:trace contextRef="#ctx0" brushRef="#br0" timeOffset="31642.55">16952 10994 225 0,'7'-33'535'0,"0"4"117"0,-1-2 112 15,-6 6 83-15,0 7-194 0,0 0-130 16,0 6-107-16,6 2-108 0,-6 6-98 0,6 8-69 16,-6 6-44-16,8 5-20 0,-2 7-9 15,0 4-3-15,1 7-9 0,0 4-9 0,-1-1-8 16,1 1-7-16,-1 0-6 0,7-1-5 16,-6-3-1-16,-1 0-5 0,7-3-4 0,0-5 1 15,-6 0 1-15,12-6-2 0,-12-1 2 16,13-3 11-16,-8-8 11 0,8-3 9 0,-7 0 10 15,7-4 5-15,-1-4 3 0,7 0-5 16,-6 1-4-16,6-5-10 0,0 1-4 16,-1 3-5-16,1-3-1 0,1 3 5 0,-1 4 3 15,6-3 6-15,-5-1 6 0,5 4 5 16,-6 4 4-16,7-4-3 0,-1 3-5 16,-5 5-6-16,-1-1-7 0,-7 4-9 0,1 4-5 15,-2-1-4-15,-10 5-1 0,-2-1-1 16,-6 4 2-16,0 4 1 0,-14 2-1 0,2 3 1 15,-8-2 2-15,-5 0 2 0,-1 4-2 16,-7-4 0-16,-7 4 1 0,1-3-5 0,1-4-2 16,-1-1-6-16,-1 0-3 0,7-6-3 15,1-1-2-15,6-3-3 0,7-8-14 16,-1 0-28-16,7-2-43 0,6-2-57 0,-6-6-71 16,13-5-97-16,0-3-148 0,0-4-185 15,7-3-221-15,-1-4-111 0,1-4-19 0,0-4 51 16,-1-2 134-16,0-8 200 0</inkml:trace>
  <inkml:trace contextRef="#ctx0" brushRef="#br0" timeOffset="31892.5">17050 10858 341 0,'-13'-7'543'0,"7"3"69"16,6-6 51-16,6-2 20 0,0 1-186 0,14-3-98 15,0-5-68-15,12-3-39 0,7 4-31 16,6-8-42-16,1 4-50 0,7-3-44 16,-2 3-26-16,2-4-24 0,-7 5-11 0,-1-2-20 15,-6 4-17-15,1 5-8 0,-15-1-8 16,1 5-8-16,-12-1-18 0,4 7-12 0,-10 0-31 16,-8 4-64-16,0 0-101 0,0 8-117 15,-8-5-129-15,-4 5-132 0,6-1-137 0,-8 4-23 16,8-4 55-16,-7 0 94 0,6 0 122 15</inkml:trace>
  <inkml:trace contextRef="#ctx0" brushRef="#br0" timeOffset="32376.75">18476 10246 107 0,'7'-18'418'16,"-7"3"68"-16,0-3 81 0,0 4 88 0,0-1-125 16,0 4-80-16,0 0-45 0,0 4-44 15,6-1-75-15,-6 4-85 0,0 4-77 16,7 7-52-16,-7 1-24 0,7 7-4 0,-1 4 15 16,-6 6 19-16,6 8 23 0,1 3 17 15,0 4 17-15,-7 8 5 0,6 8 9 0,0 2 2 16,1 4 6-16,6 12 5 0,0 2 3 15,1 5 1-15,4-1-5 0,2 5-5 0,13-8-5 16,-7-8 5-16,13-3 0 0,0-11 5 16,-1-7 9-16,9-12 7 0,-2-3-7 0,1-6-12 15,6-9-11-15,-7-7-54 0,8-8-93 16,-8-3 0-16,1-7 0 0,-1-4 0 0,-5-3 0 16,-8-9 0-16,1 1 0 0,-8-4 0 15,1-3 0-15,-12 0 0 0,-1 0 0 0,-13-8 0 16,0 4 0-16,-7 0 0 0,-5 3 0 15,-8 6 0-15,-13-3 0 0,1 9 0 16,-7 3 0-16,-14 8 0 0,1 0 0 0,0 7 0 16,-6 3 0-16,-1 5 0 0,1 6 0 15,-1 1 0-15,6 3 0 0,1 0 0 0,1 9-339 16,4-2-297-16,2 4-161 0,-1 1-170 16,1 2-132-16,-7 2-11 0,7 2 57 0,-8 4 136 15,1-3 208-15,0 4 240 0</inkml:trace>
  <inkml:trace contextRef="#ctx0" brushRef="#br0" timeOffset="33595.21">14719 13525 256 0,'-124'59'348'0,"6"-8"27"0,1-3 26 16,13-4-104-16,0-5-86 0,13-2-35 0,6-7-15 15,7-5-6-15,13-3-12 0,6 0-15 16,7-8-23-16,13 3-22 0,0-7-17 0,6 0-22 16,7-2-14-16,6 0-3 0,1-1-5 15,6-4 9-15,6 1 18 0,7 0 37 0,7-4 51 16,0 0 50-16,18-4 47 0,1-3 28 15,14-4 18-15,12-7-4 0,6-5-22 0,21-2-25 16,5-8-25-16,14-7-8 0,13-8-17 16,19-3-15-16,27-8-14 0,12-14-22 0,26-4-5 15,13-7-19-15,14-4-14 0,12 0-1 0,14-8-4 16,12 5-7-16,1-1-6 0,19-3-7 16,6 4-8-16,1-1-9 0,12 0-8 15,-11 8-1-15,-8 6-3 0,-14 9 2 0,-19 7-1 16,-6 8-6-16,-19 2 4 0,-7 8-1 15,-13 4-14-15,-7 3-9 0,-19 1 7 0,-20 2 5 16,-6 2 7-16,-13-2 16 0,-14 2 24 0,-5 2 30 16,-21 1 33-16,-5 0 39 0,-20 4 38 15,-7-1-27-15,-13 3-183 0,-7 1 0 0,-12 4 0 16,-7 3 0-16,-6 1 0 0,-7-1 0 16,-7 1 0-16,0 3 0 0,2 0 0 0,-8 0 0 15,-8 3 0-15,2-3 0 0,0 3 0 16,-1 5 0-16,1-4 0 0,-8-1 0 15,8 1 0-15,-6-4 0 0,-2 4 0 0,-6-8 0 16,1-3 0-16,-1 0 0 0,-6-5 0 16,-7-2 0-16,7-8 0 0,-13-4 0 0,1-3 0 15,-8-8 0-15,0-10 0 0,-6-4 0 0,1-8 0 16,-8-7 0-16,6-4 0 0,-12-7 0 16,7 1 0-16,-1-9 0 0,-6-3 0 15,6-3 0-15,-6-1 0 0,7 4 0 0,5-4-68 16,2 9-47-16,5 2 13 0,1-4 16 15,5 5 14-15,1 0 9 0,0 3 13 0,0 7 14 16,7 1 13-16,-2 10 8 0,2 3 8 16,7 6 2-16,-9 9 3 0,2 5 2 0,-1 3 0 15,-6 7-4-15,0 3 0 0,-7 7 0 16,-5 0 1-16,-1 9-3 0,-7 3 0 0,-6 4 4 16,0 8 2-16,-14-1 0 0,2 8 0 15,-15 3 0-15,-5 4-1 0,-21 8-1 0,1 2 1 16,-13 5 3-16,-14 7-2 0,-6 7-6 15,-18 4-14-15,-15 6-10 0,-19 10-23 0,-13 3-26 16,0 6-18-16,-6-3-14 0,6 3-10 16,0 2-11-16,6-7 8 0,14 3 12 0,0-4-1 15,13-2 1-15,-1 6 13 0,7-6 14 0,13 2 4 16,1-4 9-16,6-1 11 0,6 1 15 16,6-4 9-16,1-5 10 0,13 2 4 15,-1-1 7-15,8 1 8 0,5-5 2 0,7 5 6 16,7-4-2-16,7-5-1 0,12 1 0 15,0-3-2-15,14-1 4 0,6-4-1 16,6-3-1-16,7 1 3 0,6-5 2 0,8-4 1 16,5 1-3-16,1-4 2 0,12 1 2 15,-6-5-4-15,6-1 0 0,7 2-1 0,-7-4-1 16,8 3-1-16,-1 0 0 0,6-3 0 16,-6 3 2-16,-1 1-2 0,8 3 2 15,0 0-1-15,-7 0 0 0,6 3 3 0,7 4 11 16,-6 4 9-16,6 4 11 0,6 4 10 0,-6 3 11 15,7 3 7-15,6 8 2 0,-1 7-1 16,2 5-3-16,6 5-1 0,-1 9 1 16,7 3 2-16,0 8 3 0,0 10 0 0,1 5 3 15,-2 9 0-15,7 2 3 0,-5 0-1 0,5 6-2 16,1 4 0-16,-1 1-2 0,2-4-2 16,-2 2-4-16,1-6-8 0,-1 0-7 0,-6-4-8 15,7-7-4-15,-8 0-7 0,1-3-12 16,-6-9-5-16,6-6-3 0,-7-8 1 15,1-7 0-15,0-8-3 0,-1-2-2 0,1-13-15 16,0-6-31-16,-8-4-47 0,1-11-66 16,1-8-68-16,-8-3-108 0,0-7-160 0,0-10-196 15,-6-5-215-15,0-13-75 0,-6-5-1 0,-6-8 69 16,-2-3 155-16,-5-6 215 0</inkml:trace>
  <inkml:trace contextRef="#ctx0" brushRef="#br0" timeOffset="35141.71">7736 7653 167 0,'-6'0'265'0,"6"0"32"0,-6 0-35 0,0 0-56 15,6 0-24-15,-8 0-32 0,8 0-28 16,-6 3-21-16,6-3-6 0,0 4 4 0,6-4 3 16,-6 3 4-16,0 2 1 0,8-1 5 15,-2 2 0-15,0-2 0 0,0 0 2 0,8 3 22 16,-1-3 27-16,-1 3 22 0,2-4 14 16,6 5 5-16,-1-5 11 0,1 5-7 15,6-1-21-15,0-4-17 0,-1 2-12 0,8-2-18 16,-1 2-21-16,2-2-19 0,-2 0-12 15,7-3-15-15,-6 0-13 0,-1-3-1 0,7 3 2 16,-7-3-2-16,1-5-3 0,-7 0 4 16,7 1 3-16,-1-4-7 0,-6 0-5 0,-6 0-7 15,6 0-6-15,-7-3-5 0,1-1-6 16,0 0-1-16,-7 1 0 0,-1-2 0 0,-4-1 2 16,-2-2 0-16,0 1 2 0,1-1-6 15,-7 1-2-15,0-4-3 0,-7 1-3 16,1-2-5-16,0-3-4 0,-2 5 0 0,2-9-3 15,0 5-4-15,-1-5 0 0,-6 1 0 16,0 0-1-16,0-1-1 0,6 2 2 0,-12 2 0 16,6-4 0-16,-6 5-1 0,5 3 4 15,-5-4 0-15,0 5-3 0,-1-2 0 16,-7 4-3-16,2 5 2 0,5-1-3 0,-12 0-2 16,6 5 2-16,-7 2 3 0,1 1 1 15,-7 3-2-15,6 4 1 0,-7 0 1 0,2 4-2 16,-1 3 0-16,0 1 0 0,-1-2 2 15,1 6-2-15,7 2 0 0,-7 1 2 0,7 0 0 16,5 0 1-16,-5 7-2 0,12 0 1 16,-6 0 0-16,13 3 2 0,-7 4 0 0,14-3 2 15,0 4 0-15,-2-2 2 0,8 1 3 16,0-3-1-16,14 5 3 0,-8-6 1 0,14-3 10 16,-7-1 5-16,13 1 5 0,-6-4 6 15,12 1 4-15,1-1 5 0,-1-3 0 16,1 4-2-16,6-9 0 0,0 5 0 0,7-4-1 15,-8-3-3-15,1 2-2 0,7-6 2 16,-13 3-3-16,6-3 0 0,-7 0-2 0,-6-4-3 16,1 0-4-16,-8 0-5 0,0 0-4 15,-5 0-1-15,-1 0-5 0,-7 0-2 0,1 0-1 16,0 0-4-16,-7 0-20 0,0 0-39 16,-7 0-56-16,-6 0-76 0,6 0-125 15,-13 3-182-15,8 4-211 0,-8-2-197 0,1 1-69 16,-7 2 8-16,0 3 88 0,6-3 168 15,-7-1 218-15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6:38.2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7606 13471 40 0,'-6'-7'422'0,"0"-5"68"16,-1 4 54-16,0-2 50 0,1 3-115 0,0-1-136 16,-2 4-75-16,8 1-39 0,0-1-18 15,0 4-9-15,0 0-7 0,0 4 5 0,8-1 11 16,-2 1 12-16,0 4-7 0,1-1-12 16,6 0 1-16,0 4-11 0,-7 1-11 0,8 1-19 15,-2 1-10-15,8 6-16 0,-7-3-18 16,0-1-9-16,6 2-8 0,-5 0-8 15,5-3-7-15,1 4-1 0,0-9 5 0,-1 1 12 16,7-3 15-16,0-5 15 0,0-6 17 16,13-5 14-16,-7-3 3 0,15-11-6 15,-2-3-8-15,7-12-9 0,7-7-61 0,6-11-84 16,12-8 0-16,2-6 0 0,19-7 0 16,-1-13 0-16,20-2 0 0,1-9 0 0,6-1 0 15,-7-3 0-15,0 6 0 0,0 2 0 0,-12 12 0 16,-8 11 0-16,-12 7 0 0,-14 11 0 15,-18 12 0-15,-2 1 0 0,-18 13 0 16,-1 7 0-16,-5 8 0 0,-14 0 0 0,0 5 0 16,0 6 0-16,-6 3 0 0,-1 3 0 0,-6 6 0 15,-6-3 0-15,-1 2 0 0,0 3-111 16,1 4-612-16,-7-1-278 0,0 4-195 16,-6 1-47-16,-1-6 51 0,-6 7 110 0,-7-6 206 15,1-2 312-15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6:44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19024 11400 198 0,'6'4'343'0,"-6"-4"39"0,6 0 21 0,-6 0-56 16,0-4-46-16,7 4-43 0,-7 0-15 15,0 0 0-15,0 0-8 0,0 0-10 0,0 0-7 16,0 0-6-16,0 0-8 0,0 0-6 15,7 0-7-15,-7 0-8 0,0 0-18 0,0-3-17 16,0 3-19-16,0 0-21 0,6 0-16 16,-6 0-17-16,0 0-7 0,0 0-9 0,0 0-7 15,0 0-1-15,0 0-3 0,0 0 3 16,0 0-7-16,0 0 0 0,0 0-4 16,0 0-6-16,0 0-6 0,0 0-8 0,0 0-1 15,0 0-6-15,0 0-1 0,0 0-1 16,0 0-5-16,0 0-3 0,0 0-2 15,0 0-1-15,0 0-1 0,0 0-1 0,0 0 1 16,0 0 0-16,0 0 2 0,-6 3 1 0,6-3 7 16,0 0-4-16,0 0-2 0,0 0 1 15,0 0-2-15,0 4-2 0,0-4-6 0,0 0 7 16,0 0 0-16,0 0 0 0,0 0 1 16,0 0 3-16,0 0 2 0,0 0 3 15,0 0 1-15,0 0 2 0,0 0 4 0,0-4-1 16,0 4 0-16,0 0-3 0,0 0 0 15,0 0 0-15,0 0 1 0,-7 0 0 0,7 0-5 16,0 0 2-16,0 0 1 0,0 0-1 16,0-3 1-16,-7 3-2 0,7 0 4 15,0-4-1-15,-6 4-3 0,6-4 1 0,-6 4-3 16,6-3 1-16,-8 3 0 0,8-8 2 16,-6 8 5-16,0-7 0 0,0 4 1 0,-1-5 1 15,0 1-4-15,1 0-1 0,-1 0-5 16,-5-6-1-16,4 3-1 0,-4 3-3 15,-1-5 1-15,0 2-3 0,0 2-1 0,-1-3 0 16,2 5 1-16,-8-3 1 0,7 6-3 16,-7 0 1-16,0 3 0 0,-5 3 0 0,5 0 0 15,0 6 0-15,-5 1 3 0,5 1-1 16,0 3 2-16,2 1 2 0,-2 4-1 0,7 3 2 16,-1-4 1-16,2 8 4 0,6-1 5 15,-2 0 3-15,8 6 7 0,0-2 10 0,0 0 2 16,8 4 1-16,-2-4-1 0,6 4-1 15,2-3-6-15,-1 2-8 0,7-6 1 0,-2 3-4 16,2-3-2-16,7-4-3 0,-1 0 1 16,-1-3 0-16,1-5-3 0,7-3-1 15,6-1 0-15,-6-1-3 0,6-6-1 0,-7-3-4 16,7-3-1-16,-6-6-2 0,-1-1 1 16,1-5 0-16,0-3 0 0,-8-3 7 15,2-5 10-15,-8 0 13 0,0-4 15 0,-5-3 10 16,-1-3 6-16,-6-1 3 0,-1-3-2 15,-6 0-17-15,-6-1-4 0,-1 1 4 0,-6 3 5 16,-1 4-4-16,-5 1-7 0,0 1 6 16,0 6-10-16,-8 3-13 0,-5 0-14 0,6 8-3 15,-7-1-1-15,7 5-4 0,0-2-1 16,6 5 0-16,-5 3-1 0,11 1-7 16,-5 3-22-16,12 3-35 0,-6 5-48 0,7-1-58 15,-1 4-65-15,0 4-85 0,7-1-126 16,0 1-156-16,7 3-140 0,0-4-164 0,6 1-50 15,0 4 27-15,6-4 113 0,-5-4 175 16,5 3 177-16</inkml:trace>
  <inkml:trace contextRef="#ctx0" brushRef="#br0" timeOffset="281.27">19655 11294 221 0,'6'-4'283'16,"-6"4"13"-16,0-3-46 0,0 3-76 15,0 0-68-15,0 0-45 0,0 0-28 0,0 0-14 16,-6 0-9-16,6 3-10 0,0-3-30 16,0 0-49-16,0 4-107 0,0-4-62 15,0 0-31-15,-6 0-12 0,6 0 15 0</inkml:trace>
  <inkml:trace contextRef="#ctx0" brushRef="#br0" timeOffset="1390.84">17955 11085 135 0,'7'0'209'0,"-1"0"-7"0,1 0-32 0,0 0-32 15,-7-3-21-15,6 3-12 0,-6 0-5 16,6 0 0-16,-6 0-1 0,6 0-1 15,-6 0 3-15,8 0 3 0,-8 0 7 0,6 0 9 16,-6 0 12-16,6 0 15 0,1 0 13 16,-7-4 19-16,0 4 22 0,7-4 25 0,-7 1 16 15,6 0 13-15,-6-1 8 0,0-1-8 16,7 2-17-16,-7 0-23 0,0-2-28 16,0 5-35-16,0-3-32 0,6 3-20 0,-6 0-19 15,0 8-9-15,6-2 3 0,-6 6 9 16,0 6 17-16,7 0 19 0,-7 12 15 0,7 2 7 15,-7 5-3-15,0 7-2 0,0 3-7 16,0 9-16-16,0-2-18 0,0 6-16 16,-7 1-9-16,7 2-11 0,0-4-14 0,0-1-8 15,0 1-6-15,0-8-7 0,0-7-7 16,0 0-5-16,0-7-2 0,7-4-3 16,-7-4-2-16,0-8 0 0,6-2 1 0,-6-4 4 15,0-4-4-15,0-4-6 0,0-3-18 16,0-4-39-16,0-4-51 0,-6-3-71 0,6 0-109 15,0-4-157-15,6-3-151 0,-6-2-151 16,6 1-144-16,8-3-33 0,-1-4 53 0,6 4 134 16,0-4 155-16,1-3 180 0</inkml:trace>
  <inkml:trace contextRef="#ctx0" brushRef="#br0" timeOffset="2156.14">19752 11147 21 0,'-6'0'273'0,"0"-3"34"15,6 3 30-15,-6-4-42 0,6-4-52 0,-7 5-36 16,7 0-15-16,0-5-4 0,0 1 1 16,0-1 1-16,0 1 6 0,0 0 3 0,0 3 0 15,0-7-3-15,0 8 6 0,0-4 4 16,0-1-2-16,0 5-6 0,0-2-3 16,0 2-8-16,0 0-19 0,0-2-24 0,-7 5-22 15,7-3-24-15,0 3-23 0,0 0-20 16,0 0-16-16,0 3-6 0,0 5-4 0,0 3 9 15,0 4 10-15,0 3 13 0,0 4 14 0,0 7 7 16,0 0 6-16,0 5-9 0,0-1 3 16,0 7 4-16,0-4 0 0,0 5-2 15,0-1-5-15,0 0-1 0,0 0-8 0,0-3-14 16,0 4-11-16,0-5-11 0,7-3-10 16,-7 0-7-16,7-3-4 0,-7-5-6 15,6 1 0-15,0-9-1 0,-6 3 0 0,6-9-2 16,-6 0 2-16,0-1 1 0,8-5-1 15,-8-5-10-15,0 0-22 0,0 0-34 16,0-8-49-16,0 1-71 0,0-1-122 0,0-3-148 16,0-4-141-16,6 4-158 0,-6-3-110 15,6-5-17-15,1 1 78 0,6-1 132 0,0 2 148 16</inkml:trace>
  <inkml:trace contextRef="#ctx0" brushRef="#br0" timeOffset="2608.73">20215 11225 42 0,'7'-15'434'0,"-1"0"64"16,1 1 53-16,-1-1 75 0,-6 4-61 15,0-4-111-15,0 7-61 0,0-2-29 0,0 6-35 16,0-3-64-16,-6 7-84 0,6 0-64 16,-7 4-43-16,7 3-25 0,-6 3-15 15,-1 2-1-15,7 6 5 0,-6 4 10 0,6 4 9 16,-7 3 8-16,7 4 13 0,-6 0 3 15,6 4 3-15,6-1-1 0,-6 5-6 0,7-1-10 16,-1-3-9-16,7-5-12 0,-6 5-10 16,5-8-7-16,8 1-5 0,0-4-1 0,-1-4-4 15,1-1-5-15,6-6-1 0,-7-4-4 16,7-4-2-16,1 1-5 0,5-12 2 0,-6 0 2 16,7-7-5-16,-7 0 1 0,6-6 0 15,1-6 1-15,-7 2 11 0,7-5 14 16,-13-4 18-16,-2 1 14 0,2-8 13 0,-7 5 7 15,1-6-4-15,-8-1-1 0,-6 2 1 16,0 1 5-16,-6-2 1 0,-1 5-1 0,-13 4-2 16,0 4-10-16,2 0-15 0,-2 2-16 15,-7 1-14-15,1 7-9 0,0 1-4 16,1 2-4-16,-1 2-3 0,6 2 1 0,-6 1-3 16,7 3-3-16,-8 1-15 0,8 3-39 15,0 3-60-15,-1 1-86 0,0 3-144 0,1-3-209 16,-1 3-220-16,7 0-178 0,-7 1-54 15,1 3 25-15,0-4 110 0,-1 1 195 16,-6 2 228-16</inkml:trace>
  <inkml:trace contextRef="#ctx0" brushRef="#br0" timeOffset="3280.45">18053 12466 91 0,'0'0'327'0,"0"0"58"15,6-2 57-15,-6-3-45 0,0 2-2 16,7 3-20-16,-7-4-23 0,0-1-13 0,7 5-5 15,-7 5-13-15,0-1-19 0,6 6-22 16,0 5-11-16,-6 4-12 0,7 6-19 0,0 4-17 16,-1 8-18-16,1 0-18 0,-1 7-18 15,-6-1-22-15,7 6-20 0,-7 2-20 16,0 3-25-16,0-2-20 0,0 3-17 0,0-4-13 16,-7 5-10-16,7-6-6 0,0 1 4 15,0-7-7-15,0 0-4 0,0-2-1 0,0-6-1 16,0-8-5-16,0-2-14 0,0-3-23 15,7-9-42-15,-7 0-82 0,0-10-155 16,6 1-184-16,1-14-184 0,-1-5-195 0,8-5-73 16,-2-10 21-16,1-3 122 0,7-9 167 15,0-2 181-15</inkml:trace>
  <inkml:trace contextRef="#ctx0" brushRef="#br0" timeOffset="3577.81">18835 12577 94 0,'13'-15'492'0,"-7"0"84"0,0 4 77 0,1 0 66 15,-7 0-126-15,7 8-171 0,-7-1-93 16,0 4-42-16,0 4-33 0,-7 3-33 0,7 8-15 16,0 6 4-16,-7 5-11 0,7 3-22 15,0 3-22-15,-6 5-16 0,6 0-13 0,0 7-12 16,0 0-13-16,6 5-16 0,-6-6-15 15,7 5-13-15,0-1-15 0,-7-3-14 16,6-3-12-16,0-1-4 0,8-8-5 0,-8 2-3 16,1-5-1-16,-1-3-3 0,-6-4 2 15,7-8-4-15,0 1-6 0,-7-8-33 0,0 1-56 16,6-5-81-16,-6-6-134 0,0-2-153 16,0-1-142-16,0-5-151 0,6-4-105 15,0 0-1-15,2-7 88 0,-2 4 132 0,7-3 135 16</inkml:trace>
  <inkml:trace contextRef="#ctx0" brushRef="#br0" timeOffset="4061.77">19505 12741 396 0,'7'-14'475'15,"6"-5"47"-15,-7 5 69 0,-6-5-33 0,0 5-96 16,0-1-52-16,0 1-24 0,0 3-14 15,0-1-42-15,-6 1-68 0,0 4-66 0,6 3-49 16,-7 1-39-16,0-1-31 0,1 8-25 16,-1-1-20-16,1 8-11 0,0 5 1 0,-1 2 5 15,0 8 4-15,1-1 6 0,0 7 8 16,-2 1 2-16,8 8 2 0,0-1 3 0,0 0 1 16,0 5-3-16,8-6-7 0,-2 5-3 15,0-2-7-15,8-6-9 0,-8 0-4 16,7-3-5-16,7-4 0 0,-8-3-1 0,8-4 0 15,-1-3-1-15,1-9 1 0,6 1-2 16,0-7-1-16,-7-4-1 0,7-4-3 16,1-7-1-16,-1-3-2 0,0-4 0 0,7-4-6 15,-7-4 7-15,-7-4 12 0,7 1 8 16,-6-4 13-16,-8-4 9 0,2-2 13 0,-8-2-2 16,-6 1-2-16,0-4 0 0,-6 3-2 15,-8-2-3-15,2 2 4 0,-8 4 1 0,1 8-3 16,-7 1-7-16,0 2-7 0,-7 8-8 15,1 6-10-15,-1 1-8 0,1 7-6 16,5 4-8-16,-5 0 0 0,6 4-3 0,-1 7-13 16,1-4-40-16,14 5-52 0,-2-1-69 15,1-2-107-15,13 8-148 0,0-3-148 0,7-3-122 16,-1 3-166-16,14-3-39 0,0 0 42 16,-1 1 117-16,13-6 145 0,-6-2 151 0</inkml:trace>
  <inkml:trace contextRef="#ctx0" brushRef="#br0" timeOffset="4498.91">20228 12562 171 0,'13'-15'613'0,"1"4"101"0,-8-7 71 16,0 7 68-16,-6-5-122 0,0 6-213 0,0 3-156 16,0-1-81-16,0 1-63 0,0 4-66 15,0 3-50-15,0 3-35 0,-6 4-16 0,6 5-8 16,-6 6 0-16,6 4 6 0,0 7 3 15,0 4-1-15,0 3-9 0,0 6-5 16,6-3-5-16,0 1-5 0,1 5-4 0,6-1 0 16,-7-1-2-16,14-3-7 0,-7-3 0 15,0-4-4-15,7-3-2 0,-8-5-5 16,8-3-1-16,6-7 4 0,0 0-3 0,1-8 2 16,-2 0 1-16,1-7 2 0,7-3-1 0,-7-5 0 15,6-3 3-15,1-3 8 0,-1-4 10 16,1-1 20-16,-7-6 19 0,0-1 17 0,-6-4 8 15,-1 0 4-15,1-5-4 0,-6-6-8 16,-8-3-8-16,0-4-3 0,0 1 2 16,-12-1 4-16,0 1 5 0,-8 6-2 0,-5 4-2 15,-7 0-10-15,-6 10-14 0,-1 0-14 16,-7 9-8-16,1 0-13 0,1 3-10 0,-1 7-11 16,-1 1-34-16,1 4-60 0,0 3-81 15,1 3-94-15,-2 4-144 0,7 5-191 0,1-1-169 16,6 3-187-16,-1 4-54 0,2 1 28 15,5-1 107-15,0 3 177 0,1 2 191 16</inkml:trace>
  <inkml:trace contextRef="#ctx0" brushRef="#br0" timeOffset="5061.79">16854 13774 13 0,'-38'11'281'0,"-1"-3"50"0,6-1 31 0,7-4-54 16,0 2-21-16,6-2-41 0,7 1-34 16,1-4-26-16,-2 3-7 0,8 1 11 15,0 0 15-15,6-4 18 0,0 3 13 0,0 1 20 16,12 0 6-16,2-1-14 0,-2 1-26 16,15-1-31-16,-1 2-28 0,6-5-25 0,7 3-18 15,6-3-16-15,14 0-11 0,13-3 2 16,6-2-3-16,19-2-8 0,8-4 0 0,19-3 3 15,6-1 11-15,20-7-12 0,19 0-6 0,7-4 9 16,19-2 9-16,7-2 6 0,13-3-3 16,0 0 22-16,13-4 16 0,-6-4 3 15,-1 4 6-15,0-2 3 0,-6 2 3 0,-13-3-9 16,0 4-12-16,-20 2-9 0,-13 6-21 16,-11-2-18-16,-16 4-19 0,-5 4-16 0,-20 0-11 15,-12 4-15-15,-14-1-8 0,-20 9-5 16,-18-1-3-16,-15 0-2 0,-11 3-2 0,-21 5-3 15,-6-1-3-15,-13 4-17 0,-7-4-30 16,-12 4-44-16,-1 0-58 0,-13 0-66 0,8 4-65 16,-15-4-61-16,8 0-69 0,0 0-102 15,-1 0-103-15,7 0-100 0,-1-4-138 16,8 4-37-16,6-3 42 0,7 0 115 0,-1-2 144 16,7-2 158-16</inkml:trace>
  <inkml:trace contextRef="#ctx0" brushRef="#br0" timeOffset="6280.18">18365 13990 124 0,'0'0'344'16,"0"-3"34"-16,0-5 28 0,0 1-64 0,-6 0-31 16,6-5-57-16,0 2-10 0,-6 0 41 15,6-2 47-15,0 1 22 0,0 0 8 0,0 1-7 16,-7 1-25-16,7 2-57 0,0 3-65 15,0 1-56-15,0 3-42 0,0 3-31 16,0 8-6-16,0 8 7 0,7 3 11 0,-7 10 16 16,6 5 11-16,0 12 8 0,-6 1-1 15,8 2-13-15,-2 6-12 0,0 1-13 0,1 3-16 16,-7 1-16-16,6-5-15 0,-6 0-11 16,7 1-11-16,-7-3-5 0,6-2-5 0,1-6-1 15,-7-4-3-15,0-4-1 0,6-3-2 16,-6-8-5-16,6-4-14 0,-6-6-28 15,0 0-53-15,0-12-90 0,0-4-142 0,0-3-151 16,0-10-140-16,8-6-146 0,-8-6-108 16,6 1 3-16,7-9 98 0,-6-2 132 15,12-5 140-15</inkml:trace>
  <inkml:trace contextRef="#ctx0" brushRef="#br0" timeOffset="6811.33">19277 14083 301 0,'0'-15'382'0,"0"-4"42"0,0 1 23 0,-6 3-50 16,0-4-65-16,-1 9-22 0,0-1-6 15,1 0 5-15,-8-1-8 0,2 9-27 0,-1 0-29 16,-7-1-26-16,8 8-28 0,-8 2-26 16,0 2-21-16,1 7-10 0,-1 3-11 15,0 8-11-15,1 3-7 0,6 5-11 0,6 2-3 16,-5 0-12-16,12 5-7 0,0-1-10 16,0 4-7-16,6-4-7 0,7 4-9 0,-6-4-7 15,12-3-6-15,-6-1-6 0,6 1-4 16,1-8-4-16,6-3-4 0,-7 0-3 0,8-7 0 15,5-4 0-15,-6-5 0 0,7-3-3 16,-7-7-1-16,6-3-1 0,-5-8 4 0,5-5-4 16,-6-2 1-16,1-3 5 0,-1-5 1 0,-1-7 4 15,-5 0 9-15,-7-4 19 0,0-3 15 16,-7 0 17-16,1-8 16 0,-14 0 9 0,1 1-3 16,-7-5-7-16,-6 9-10 0,-1-1-11 15,-6 4-13-15,-1 6-9 0,-5 9-9 16,-1 3-7-16,1 7-9 0,-1 8-6 0,1 3-6 15,6 4-3-15,-7 8-4 0,14-2-6 16,-7 10-16-16,12 2-38 0,2 4-50 16,-1 3-71-16,13 1-105 0,0 0-150 0,6 3-161 15,7-3-151-15,1 3-137 0,5-3-26 16,0-4 53-16,8-4 125 0,-1 0 166 0,-1-7 179 16</inkml:trace>
  <inkml:trace contextRef="#ctx0" brushRef="#br0" timeOffset="7232.65">20066 13961 153 0,'13'-22'533'0,"-7"4"79"0,-6-1 66 16,-6-3 90-16,-1 8-113 0,-6 0-161 16,6-1-98-16,-5 4-49 0,-2 3-40 0,-5 1-77 15,6 4-67-15,0 6-43 0,-1 1-26 16,2 3-21-16,-1 8-16 0,0 3-5 15,6 4-3-15,1 3-3 0,-1 12 0 0,7 0-4 16,0 3-4-16,7 4-3 0,-1 0-5 16,7-1-4-16,1 6-8 0,4-9-4 15,2 1-4-15,0-4-3 0,-1-5 2 0,1-3-3 16,6-3 0-16,-7-5-1 0,7-2 1 0,-6-8 0 16,-1 1-4-16,7-10 4 0,-6-4 1 15,0-6 6-15,-1-3 7 0,1-4 8 16,0-7 15-16,-8 0 14 0,1-7 15 0,-6-1 14 15,0-6 5-15,-7-1-1 0,0-3-9 16,-14-4-13-16,1-4-20 0,-6 4-16 0,-8 0-12 16,8 4-5-16,-13 4-2 0,6 6-4 15,-7 8 3-15,1 5-2 0,-7 5-2 0,5 4-5 16,2 8-3-16,-1 4-3 0,1 3-18 16,-1 9-41-16,7-2-55 0,7 4-75 15,-1 4-125-15,14-3-175 0,0 2-172 0,12-2-202 16,0-1-88-16,14-4 0 0,7-3 83 15,-2 1 159-15,8-8 174 0</inkml:trace>
  <inkml:trace contextRef="#ctx0" brushRef="#br0" timeOffset="7623.19">20743 13734 299 0,'13'-15'673'0,"-7"4"87"0,-6 0 61 16,0 0 54-16,-12 4-182 0,5 0-242 15,-6 7-136-15,0 0-61 0,-1 3-39 0,2 8-32 16,-2 5-24-16,2 1-15 0,5 9-7 16,1 7-1-16,6 0-5 0,0 8-7 0,6 3-12 15,1 3-16-15,13 0-20 0,-2-3-22 16,9 5-15-16,5-10-15 0,1-2-9 0,7-5-4 16,-2-2-4-16,1-8 0 0,0-3 0 15,1-4 2-15,5-12 2 0,-6 0 1 16,0-6 8-16,0-8 13 0,-6-4 20 0,6-6 28 15,-7-2 34-15,-6-6 34 0,1-5 26 16,-8-2 19-16,0-4 5 0,-12 0-13 16,0-8-50-16,-14 4-136 0,0-4 0 0,-5 1 0 15,-8 3 0-15,-6 3 0 0,-1 4 0 0,-11 9 0 16,-1 2 0-16,-7 4 0 0,1 8 0 16,-8 3 0-16,2 6 0 0,-2 5 0 0,-5 5 0 15,5 2-202-15,2 8-168 0,5 0-95 16,1 6-127-16,-2 2-139 0,9-3-113 15,5 10-138-15,7 0-18 0,-7-1 42 0,14 4 132 16,-8 3 177-16,2 0 176 0</inkml:trace>
  <inkml:trace contextRef="#ctx0" brushRef="#br0" timeOffset="8061.15">17317 15558 215 0,'-91'33'646'0,"13"-8"96"0,13-5 55 16,13-2 30-16,13-7-171 0,13-3-266 15,6-2-178-15,20-2-91 0,6 0-50 16,8-4-27-16,12 0-5 0,13 0 8 0,6-4 18 15,13 4 21-15,21-7 25 0,6-1 19 0,19-4 14 16,13-1 1-16,19-6-4 0,28-3-12 16,17-7-6-16,22-1-13 0,18-9-15 15,26-3-2-15,15-1-1 0,11-4 0 0,7-1 2 0,6 1 12 16,1-1 10-16,13 0 13 0,12-3 18 16,8 0 19-16,-14-1 17 0,-7 1 17 15,-12 4 12-15,-7-1 8 0,-14 0-2 0,-18 4-181 16,-20 4-37-16,-13 7 0 0,-26 4 0 15,-20 0 0-15,-19 6 0 0,-13 2 0 0,-20 2 0 16,-13 4 0-16,-26 1 0 0,-13 3 0 16,-19-1 0-16,-20 5 0 0,-19 0-292 0,-27 3-356 15,-19 1-217-15,-26-1-229 0,-14 4-84 16,-25 4 20-16,-26-1 89 0,-26 1 177 0,-26 3 240 16</inkml:trace>
  <inkml:trace contextRef="#ctx0" brushRef="#br0" timeOffset="9060.57">5360 16046 56 0,'-20'8'382'0,"1"-6"69"0,-1 6 53 16,0-8 7-16,1 4-4 0,5-4-38 15,2 0-29-15,-1 4-17 0,0-4-20 0,6 0-41 16,1 0-79-16,0 3-74 0,6 1-44 0,0-2-19 16,6 10-3-16,0-1 9 0,7 3 17 15,0 2 9-15,6 5 1 0,1-2-7 0,0 3-8 16,-1 0-12-16,7 0-17 0,1-4-7 15,-1 0 0-15,6-7 1 0,-6 4 7 0,7-8 13 16,6-4 21-16,-7-6 18 0,7-8 5 0,1-3 4 16,5-8-179-16,1-11-18 0,5-8 0 15,15-6 0-15,0-8 0 0,5-7 0 16,6-8 0-16,2-7 0 0,6-3 0 0,6-8 0 16,0 0 0-16,1-4 0 0,-1 4 0 0,0 5 0 15,-1 2 0-15,-5 3 0 0,-6 9 0 16,-8 10 0-16,-12 8 0 0,-7 7 0 0,-13 11 0 15,0 3 0-15,-13 13 0 0,-6 2 0 16,-1 4 0-16,-5 11 0 0,-8 0 0 0,0 3 0 16,0 8 0-16,-12 1 0 0,0 2 0 15,0 0-636-15,-14 5-446 0,1 3-185 16,-1-4-34-16,-13 1 60 0,1-5 128 0,-1-3 245 16,-7 0 343-16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7:32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6049 15196 265 0,'-6'-5'405'0,"0"2"57"0,0 3 51 15,6-3-74-15,-7-5-30 0,0 8-8 16,7-3-4-16,-6-1-5 0,6 4-12 0,0-4-28 15,-7 0-48-15,7 4-60 0,0-3-49 16,-6 3-37-16,6 0-23 0,0 0-24 0,0-4-24 16,0 4-22-16,0 4-16 0,6-4-4 15,-6 3 4-15,7 5 11 0,6-1 13 16,-6 4 13-16,5 5 12 0,-6-6 12 0,8 9 1 16,-1-4 2-16,0-1 5 0,0 1 1 15,0-1 3-15,0 1 0 0,0-5 1 0,0-2 3 16,0 3 5-16,7-8 10 0,0-3 3 15,5-3 0-15,1-8-6 0,13-4-6 16,1-7-9-16,5-7-123 0,14-7 0 0,-1-9 0 16,14-2 0-16,6-12 0 0,13-7 0 0,13-3 0 15,1-8 0-15,5 0 0 0,1 3 0 16,-7 1 0-16,-6 4 0 0,0 2 0 16,-14 5 0-16,-5 3 0 0,-8 8 0 0,-12 1 0 15,-7 9 0-15,-13 4 0 0,0 4 0 16,-13 8 0-16,-6-1 0 0,-1 8 0 0,-6 4 0 15,0-1 0-15,-7-1 0 0,-6 10 0 16,8-6 0-16,-8 5 0 0,-8 3 0 0,8-3 0 16,-6 7 0-16,0 0 0 0,-1 0 0 15,-6 7-577-15,6 1-284 0,-5 2-264 0,-2 1-95 16,2 5 15-16,-1-1 86 0,-7-5 154 16,-6 5 248-16,0-1 323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7:51.0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5431 8814 7 0,'0'-4'388'0,"-6"1"68"0,6-1 59 0,-7-3 71 15,1-4-73-15,0 0-68 0,-2 0-22 16,8-1-9-16,-6 2-17 0,0-1-35 0,6 3-51 0,-7 1-56 16,7-1-56-16,0 5-52 0,0-1-37 0,0 1-29 15,0 6-13-15,7 1-9 0,-1 7 4 16,0 0 12-16,2 4 16 0,4 3 14 15,1 1 5-15,0 2 3 0,0 1-4 0,1 0-1 16,-2 1-3-16,8-1-1 0,-7-4 5 16,7-4 8-16,-8 1 16 15,8-4 20-15,-1-4 18 0,7-7 19 16,0-3 11-16,1-9 9 0,11-9-22 0,1-5-188 16,1-11 0-16,12-7 0 0,0-10 0 15,13-2 0-15,0-9 0 0,7-8 0 16,6-5 0-16,7-9 0 0,6-9 0 0,0-4 0 15,0 6 0-15,-6 3 0 0,-7 6 0 0,1 11 0 16,-14 9 0-16,-13 6 0 0,-7 12 0 0,-6 6 0 16,-7 9 0-16,-5 5 0 0,-7 6 0 0,-8 3 0 15,2 3 0-15,-2 7 0 0,-5 1 0 0,-1 7 0 16,1 0 0-16,-7 4 0 0,0 3 0 16,0 4-406-16,-7 4-524 0,7-1-264 15,-13 4-88-15,7 1 25 0,-14 4 95 0,8-6 181 16,-8-2 317-1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8:01.8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6538 13683 294 0,'-6'-11'405'0,"-1"4"47"0,-6 0 51 15,7 2-78-15,-1 1-43 0,1 1-19 0,0 3-2 16,-2 0-1-16,2 3-15 0,6 1-28 15,-6 4-44-15,6-1-43 0,0 8-35 16,6-1-19-16,0 5-13 0,2 4-11 0,-2 2-9 16,7 0-5-16,0 4-7 0,0-3-3 15,7-1-2-15,-8-3 6 0,8 1 6 0,-1-4 17 16,1-5 21-16,6-8 18 0,7-1 12 16,-7-5 10-16,13-8 4 0,0-6-5 0,7-8-14 15,-1-12-19-15,13-6-88 0,7-7-94 16,8-7 0-16,4-13 0 0,8-10 0 15,7-7 0-15,5-8 0 0,1-4 0 0,6 6 0 16,0 1 0-16,-6 1 0 0,-7 8 0 0,0-5 0 16,0 9 0-16,-12 6 0 0,-14 8 0 15,0 7 0-15,-13 7 0 0,-13 8 0 0,0 7 0 16,-13 7 0-16,0 9 0 0,-13 0 0 16,1 7 0-16,-2 3 0 0,1 4 0 15,-6 3 0-15,-7 6 0 0,0 2 0 0,-7 3-464 16,1 3-596-16,-7 4-208 0,-7 1-50 15,-6 0 47-15,-7-1 122 0,1-7 239 0,-7 0 353 16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18:56.1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20117 4498 255 0,'-6'-21'404'0,"0"3"47"15,-1-1 42-15,0 5-57 0,7 2-150 16,-6 1-80-16,6 4-53 0,0 3-44 0,0 4-44 15,0 0-37-15,6 7-55 0,1 4-95 16,0 8-112-16,-1-1-154 0,0 4-78 0,1 4-40 16,0 3 17-16,-7 0 73 0</inkml:trace>
  <inkml:trace contextRef="#ctx0" brushRef="#br0" timeOffset="18870.59">19902 4447 140 0,'-6'-11'402'0,"0"4"43"0,0-1 28 0,-2-3 1 16,8 8-188-16,-6-5-110 0,6 5-62 15,0 3-40-15,0 3-45 0,6 1-83 0,2 7-109 16,-2 1-166-16,0 2-89 0,0 5-50 16,1-1-6-16,0 3 47 0</inkml:trace>
  <inkml:trace contextRef="#ctx0" brushRef="#br0" timeOffset="170807.03">8825 17717 114 0,'-7'-5'315'0,"7"2"33"0,-7-4 30 16,1 3-63-16,0-3-56 0,-2 3-47 15,2-3-4-15,6 0 11 0,-6-1 10 0,-1 1 13 16,7-4 13-16,0 0 17 0,0 4-5 0,0-5-7 16,0-3-10-16,0 5-20 0,7-1-25 15,-1 0-29-15,0 0-23 0,2 3-27 0,-2 5-8 16,7-1-8-16,0 0-1 0,6 8 1 0,-5 3 4 16,5 1 6-16,0 3 0 0,1 3-3 0,-1 4-2 15,1 1-2-15,0-1-1 0,-1 4 0 16,1 0-2-16,-8 0-3 0,8 0-7 0,0 0-4 15,-7-4-6-15,7-4 1 0,-1-2 8 0,-6-1 13 16,13-7 15-16,-7-4 14 0,1-7 19 16,7-8 9-16,5-4 7 0,1-10 5 0,-1-11-152 15,13-4-29-15,1-11 0 0,6-7 0 0,6-4 0 16,7-12 0-16,8-6 0 0,-2 0 0 16,0-7 0-16,8 3 0 0,6-4 0 0,-8 5 0 15,2-1 0-15,-1 3 0 0,-6 8 0 16,-7 8 0-16,-6 7 0 0,-14 10 0 0,-6 8 0 15,-6 10 0-15,-8 7 0 0,-5 4 0 0,-7 9 0 16,0-2 0-16,-6 9 0 0,-1 0 0 16,-6 7 0-16,-6 0 0 0,-1 3 0 0,1 5 0 15,-14-1 0-15,8 5 0 0,-2 2-644 16,-5 4-275-16,-1 1-243 0,0-1-72 0,-6 4 33 16,1-4 88-16,-1 0 175 0,-7 0 274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3:31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7860 14027 220 0,'0'7'321'0,"0"-2"50"0,0-3-23 0,0-2-26 15,0 0-11-15,0 0-28 0,0-2-16 16,0-3 0-16,0-2 12 0,-6 3 14 16,6-3 3-16,0-4-2 0,-6 3-16 0,6-2-25 15,-7-1-37-15,7 0-39 0,-7-4-32 16,1 4-21-16,-1-4-16 0,-5-3-20 0,-2 3-17 16,8 1-15-16,-8-5-11 0,-5 1-11 15,6 0-7-15,0-1-5 0,-7 5 5 0,8-4 4 16,-8 3 7-16,7 0 1 0,-7 1 1 15,8 3 7-15,-8 3-3 0,7 2-2 16,-7-2-7-16,0 4-5 0,1 4-4 0,0 0-8 16,0 0-5-16,-1 4-5 0,0 4-1 15,-6-2-3-15,7 5-5 0,-1 0 1 0,-6 0 1 16,7 0 2-16,-7 3-3 0,6 2 2 16,-7 2 1-16,9 0 1 0,-9 1-3 15,7-1-1-15,1 4 0 0,-7 0-2 0,6 3 3 16,1 1-4-16,0 3 1 0,5 1 2 15,-5 2-1-15,-1 1-1 0,8 1 1 0,-2 2 3 16,1-3-1-16,1 4 1 0,-2 3 3 16,8-3 2-16,0-1 2 0,-2 5 5 0,2-1 1 15,6 0 1-15,0 1 0 0,6-1 0 0,2 3 0 16,-2 1-3-16,6 1 5 0,2-1 2 16,5-4 2-16,1 1 4 0,6-1 3 15,7-4 0-15,-1-2-1 0,1-1 2 0,-1-4 1 16,7-4 2-16,1 1 1 0,5-8 1 15,-6 1 3-15,7-5-1 0,-1-3 2 16,1-3-5-16,-1-4-2 0,7-4-6 0,1-4-5 16,-8 0-3-16,7-7-5 0,1-4-2 15,-2 0-4-15,2-7 0 0,-8 1-1 0,1-9 0 16,-7 2 9-16,-1-6 12 0,2-3 20 16,-14 4 19-16,0-3 20 0,0-1 18 15,-13-3 8-15,6 0 2 0,-11-1-5 0,-2-3-8 16,-6 4-11-16,-6-8-15 0,-2 4-17 15,-11-3-15-15,6-4-15 0,-13-1-12 0,0-3-8 16,0 8-2-16,0-1 9 0,-6 0 10 16,5 8 14-16,-5 3 17 0,6 5 20 0,-7 2 9 15,1 5-25-15,-1 2-60 0,7 5 0 16,-7 1 0-16,1 5 0 0,-1 4 0 0,7 1 0 16,-6 3 0-16,5 4 0 0,1 0 0 15,0 4 0-15,7 3 0 0,-1 4 0 0,8 0-204 16,-2 4-153-16,8 3-118 0,6 5-169 15,6-1-191-15,0-1-198 0,14 1-56 0,0 0 31 16,6 1 91-16,0-6 181 0,7 2 233 16</inkml:trace>
  <inkml:trace contextRef="#ctx0" brushRef="#br0" timeOffset="796.47">13585 13544 253 0,'0'-8'408'0,"0"5"54"16,-6-5 58-16,6 5-44 0,0-1-38 15,0-3-18-15,0 4-9 0,-6-2-10 16,6 5-31-16,0-3-51 0,0 3-80 0,0 0-72 15,0 0-50-15,0 3-21 0,6 5 0 16,-6 3 3-16,6 3 8 0,-6 1 10 0,6 6 6 16,-6 2-7-16,8 6-5 0,-2 5-3 15,0-2 4-15,1 8-3 0,-1-4 2 0,1 6-4 16,-7-3-3-16,7 3-8 0,-1-3-10 16,0-2-9-16,0 0-13 0,2-5-7 15,4-2-11-15,-5-1-12 0,0-3-8 0,-1-8-6 16,1 0-7-16,-1-3-2 0,-6-4-2 15,6-1 3-15,-6-2-3 0,0-4-2 0,7 0-13 16,-7-1-28-16,0-3-43 0,-7 0-63 16,7-3-72-16,-6 3-107 0,6-4-132 15,-6 4-137-15,6-4-121 0,-7 4-131 0,1 0-56 16,6 4 37-16,-7 0 109 0,0-1 142 16,7 1 154-16</inkml:trace>
  <inkml:trace contextRef="#ctx0" brushRef="#br0" timeOffset="1343.22">13768 14562 196 0,'6'0'399'0,"-6"0"62"16,0 0 44-16,0 0-77 0,0 0-58 15,0 0-88-15,0 0-65 0,0 0-45 0,0 0-38 16,0 0-23-16,0 0-6 0,6 0 9 16,-6 4 19-16,0-4 21 0,0 0 22 15,7 0 15-15,-7 0-2 0,7 0-14 0,-7 0-21 16,6 0-17-16,-6-4-16 0,6 0-16 16,2 1-13-16,-8-5-9 0,6 1 0 0,-6 0-1 15,6-1 3-15,-6-3 5 0,0 5 4 16,0-6 4-16,0 5-5 0,-6 0-7 15,0-1-8-15,-2 0-9 0,2 1-13 0,-7 4-13 16,6-1-10-16,-5 4-9 0,-1 0-8 16,-1 4-4-16,2-1-3 0,5 2-2 0,-6 2 0 15,7-1-2-15,-7 2-1 0,6 3-2 16,7-4 4-16,-7 4-3 0,7 0 1 0,0 0 0 16,0-4 2-16,7 5 2 0,0-5 1 15,-1 0 2-15,7 1 0 0,-7-1-1 0,8 0-2 16,-2-3-1-16,2-1-3 0,-1-3-2 15,-1 0 2-15,2 0-3 0,-2-3 1 16,2-1 0-16,-8 0-2 0,1 1 3 0,-1-1 0 16,1-4 2-16,-7 2 0 0,0-2 2 15,0 1 5-15,-7-4-1 0,7 4 1 0,-13-1-1 16,7 1-2-16,0 0-2 0,-8-1-7 16,1 4-16-16,0 1-22 0,0 0-34 0,7 3-55 15,-8 0-83-15,8-4-123 0,-7 4-133 16,6 0-147-16,7 4-145 0,-6-4-97 0,6-4 4 15,0 4 84-15,0-4 124 0,6 1 155 16</inkml:trace>
  <inkml:trace contextRef="#ctx0" brushRef="#br0" timeOffset="1734.1">14074 13994 250 0,'-7'-7'395'0,"1"3"48"0,-7 0 52 0,6 1-59 15,-5-1-46-15,4 1-15 0,2 3 7 16,0-4 8-16,-1 4-13 0,0-4-33 0,7 4-44 15,0 0-59-15,0 0-55 0,0 0-40 16,7 0-32-16,0 0-22 0,5 0-22 0,2 4-19 16,-1-4-14-16,6 0-14 0,8 0-6 15,-8-4-6-15,0 4-5 0,8 0 3 0,-1-3-4 16,-1-2-3-16,-5 5 0 0,6-3-2 16,-6 0-5-16,-1-1-18 0,-5 0-20 15,-2 4-34-15,1-3-55 0,-6 3-80 0,-1 0-82 16,1-3-80-16,-7 6-82 0,-7-3-72 15,1 3-73-15,-1 1-45 0,-6 0 20 16,1 2 55-16,-2-1 87 0,1-2 95 0</inkml:trace>
  <inkml:trace contextRef="#ctx0" brushRef="#br0" timeOffset="2014.97">14029 14133 10 0,'-14'11'380'0,"1"4"77"16,0-8 66-16,6 0 28 0,-5 1-1 0,5 0-57 15,0-6-39-15,7 3-24 0,-6-2-22 16,6 1-35-16,6 0-64 0,-6-4-62 0,14 3-53 16,-2-3-40-16,8 0-31 0,-1 0-25 15,1-3-15-15,6 3-14 0,1-4-10 16,5 0-7-16,-6-4-3 0,7 1-6 0,-1 4-6 16,-6-5-3-16,0 1-2 0,0 0-1 15,0 0-9-15,0-1 1 0,-7 1 1 0,1 3 6 16,-6-3 0-16,-2 3-2 0,-5 1 0 15,-1-1-5-15,-6 4-6 0,0-4-24 16,0 4-40-16,-6 4-51 0,-1-4-86 0,1 4-145 16,0-1-194-16,-2-3-227 0,-4 4-146 15,6-4-47-15,-8 4 32 0,1-4 117 0,0 0 181 16</inkml:trace>
  <inkml:trace contextRef="#ctx0" brushRef="#br0" timeOffset="3108.43">5594 14372 72 0,'0'-8'432'0,"0"1"65"0,-7-1 59 16,1 0 56-16,-1 2-10 0,-5-2-90 0,5 1-48 15,0 3-15-15,-5-3-16 0,5 3-53 16,0-3-77-16,1 3-58 0,6 1-48 0,-7 3-47 15,7 0-39-15,0 0-34 0,0 0-23 16,0 3-5-16,7 5 10 0,-1 4 14 0,1 1 16 16,6 1 16-16,0 6 14 0,0-3 6 15,-7 2 1-15,14-1 1 0,-7 4 1 16,1-3 3-16,4-1-3 0,-4-3-1 0,5-1-3 16,1-3 1-16,-1-3 1 0,1-1 2 15,6-7 1-15,6-7-102 0,1-4-27 0,13-7 0 16,-1-9 0-16,8-2 0 0,12-11 0 15,0-8 0-15,12-7 0 0,8-6 0 16,0-8 0-16,6-6 0 0,0 2 0 0,7 0 0 16,-7 3 0-16,-6 5 0 0,-7 5 0 15,-6 9 0-15,-7 7 0 0,-20 7 0 16,1 5 0-16,-13 6 0 0,-7 4 0 0,-1 8 0 16,-5 0 0-16,-6 2 0 0,-2 1 0 0,-5 3 0 15,-1 5 0-15,1-5 0 0,-7 6 0 16,7 2 0-16,-7-5 0 0,0 5 0 0,0 5 0 15,-7-3-527-15,-6 3-415 0,0 1-249 16,-1 2-76-16,-5-2 31 0,-7 3 100 0,0-6 196 16,-6 5 289-16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8:28.4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8264 11301 113 0,'0'4'188'0,"7"-4"5"0,-7 0-21 16,0 0-43-16,0 0-20 0,-7-4-1 16,7 0 8-16,-6 1-11 0,-1-4-17 0,1-1-8 15,0-3-2-15,-8 0-7 0,8-3-4 16,-8-1 4-16,2 1 7 0,-1-1 14 0,-1-3 12 15,-5-1 23-15,6 1 20 0,-7 0 16 16,7-1 28-16,-7-3 25 0,2 1 29 16,4-1 15-16,-5-1 14 0,-1 1 7 0,0-3-10 15,1 3-20-15,-7 0-27 0,6 0-23 16,-5 3-30-16,-8 1-22 0,0 0-26 0,1 4-23 16,-7 2-13-16,-6 1-18 0,-2 4-9 15,2 3 2-15,-7 8 3 0,0 0 14 16,-7 3 3-16,0 3 8 0,1 9 3 0,0 3-4 15,-1 4-6-15,0 3-11 0,1 8-7 16,5 3-7-16,2 4-11 0,5 4-3 0,7-1-5 16,0 5-5-16,-1 3 2 0,14 3-1 15,1 8 3-15,5 4-2 0,6 7 2 0,8 6 6 16,6 3 1-16,6 1 2 0,14 1 5 0,0-4 7 16,6 4 1-16,13-4-4 0,0 1-7 15,13-1-2-15,7-7-17 0,6 0-10 16,0-4-7-16,0-7-4 0,6-7-3 0,2-4-1 15,-2-4 2-15,0-7 0 0,2-7 2 0,-2-8-4 16,8-3 0-16,-8-8-2 0,7-8-2 16,-6-10 1-16,-1-3 0 0,0-8 2 0,-5-12 2 15,6-2 1-15,-13-11 0 0,6-11-3 16,-13-9-1-16,-1-6-2 0,-5-7 2 0,0-8-1 16,-8-4-1-16,-4-7 0 0,-2-7 1 15,-13-4 1-15,-5-4-2 0,-2-3-2 0,-18 0 4 16,0-1 9-16,-14 6 13 0,-6 5 18 15,-7 0 26-15,-6 13 30 0,-7 6 23 0,1 10 16 16,-7 12 3-16,0 11-8 0,-6 12-111 16,-15 10-22-16,8 11 0 0,-6 11 0 15,0 6 0-15,-2 10 0 0,2 2 0 0,0 4 0 16,5 3 0-16,8 1 0 0,-1 3 0 16,7 1-5-16,13 3-216 0,-7-1-90 0,14 1-85 15,5 0-124-15,8 4-181 0,6-4-202 16,7 4-128-16,-1-5-16 0,7 2 35 0,0-5 122 15,0 4 207-15,7-1 257 0</inkml:trace>
  <inkml:trace contextRef="#ctx0" brushRef="#br0" timeOffset="17683.88">9040 12668 88 0,'-20'-4'91'16,"0"4"-40"-16,1 0-24 0,-1 0-12 0,0-3-6 15,1 3 3-15,-1 0 9 0,8-3 10 16,-2 3 8-16,2-5 5 0,-2 2 8 16,8 3 1-16,-1-4-4 0,1 4-5 0,0-5-5 15,-1 5-1-15,0 0-6 0,1 0-9 16,0 5-2-16,-2-5 1 0,8 0 4 0,-6 4 7 15,0-4 10-15,6 0 12 0,-7 0 9 16,1 0 6-16,-1 0 0 0,7 0-1 0,-6 0-5 16,-1 3-11-16,-5-3-10 0,12 0-10 15,-14 0-7-15,8 0-7 0,6 0-7 16,-7 5-5-16,1-5-2 0,-1 0-3 0,0 0-2 16,7 0-1-16,-6 3-1 0,6-3 2 15,-6 0 0-15,6 0-1 0,0 0 1 0,0 3 1 16,0-3 0-16,0 0-1 0,-7 0 0 15,7 0 1-15,0 0 0 0,0 0-1 16,0 0 0-16,0 0-1 0,7 0-1 0,-7-3-4 16,0 3-7-16,0 0-9 0,6 0-16 15,-6 0-26-15,6 3-48 0,-6-3-94 0,7 4-44 16,-7-4-19-16,0 4 2 0</inkml:trace>
  <inkml:trace contextRef="#ctx0" brushRef="#br0" timeOffset="18230.09">8864 12961 145 0,'0'-8'191'0,"-7"1"-17"0,7 0-32 16,-7 0-21-16,1-4-16 0,-1-1-15 15,1 2-9-15,0 0-16 0,-1-2-14 0,0 1-11 16,1-3-5-16,0-2-2 0,6 6-3 15,-8-5 3-15,8 0-3 0,0 1 1 16,0 3-4-16,0-4-4 0,0 0-3 0,8 5-3 16,-8-6-6-16,6 6-4 0,0-5-3 15,1 3-1-15,6 2-1 0,-7 0-3 0,7-2 0 16,1 1 1-16,-2 4-1 0,2-5-1 16,-2 5-4-16,8 4-10 0,-7-1-18 15,1 4-27-15,4 4-35 0,-4-1-62 0,-1 4-73 16,7 5-30-16,-8-1-4 0,-6 3 14 15</inkml:trace>
  <inkml:trace contextRef="#ctx0" brushRef="#br0" timeOffset="18636.59">9229 12950 188 0,'12'-7'201'16,"1"-4"-21"-16,7 4-59 0,-7-4-43 16,6 3-26-16,-5 1-18 0,5-1-13 0,-6 6-7 15,0 2-7-15,-1-5-3 0,2 5-1 16,-1 5-1-16,0-3-2 0,-6 6-3 0,-1 2-10 15,0 2-13-15,1 3-21 0,0 2-55 16,-7 2-55-16,0-1-29 0,6 4-5 0</inkml:trace>
  <inkml:trace contextRef="#ctx0" brushRef="#br0" timeOffset="19807.9">7783 15867 56 0,'-14'0'217'0,"1"3"27"16,0-3-15-16,0 0-53 0,1 0-27 0,-2 0-15 16,-5 0-8-16,5-3-4 0,2 3 7 15,-8-5-3-15,7 5 0 0,0 0-4 0,-6-3-5 16,5 3-2-16,2 0-10 0,-2 0-6 16,1 0 1-16,0 3 16 0,0-3 19 15,7 0 11-15,0 0 4 0,-2 0 3 0,2 0-2 16,-7 0-7-16,7 0-19 0,6 0-20 15,-7 0-15-15,1 0-16 0,-1 0-19 16,1 5-19-16,6-2-14 0,-7 0-11 0,0 8-4 16,1-3-5-16,0 6 2 0,-8-2-3 15,8 1 0-15,-7 7 3 0,7-6-3 0,-8 1 4 16,8-1-5-16,-7 1 2 0,0 0 0 0,7-1-1 16,-8 2-1-16,1-2-3 0,1-1 0 15,-2 4 1-15,2-3 0 0,-2 1-2 0,1-1 2 16,7-3 1-16,0-4-1 0,-2 5-2 15,2-6 1-15,6 2-3 0,-6-1 0 0,6 0-1 16,0-2 0-16,0-3 2 0,0 3 2 0,0-2 1 16,0-3 2-16,0 4-1 0,0 0 2 15,6-4-4-15,-6 3-3 0,6-3 1 16,2 4-1-16,-2 0 1 0,0-1 2 0,7 1 5 16,7-1 18-16,-8 5 19 0,15-4 29 0,-1 3 28 15,6 0 29-15,1 0 19 0,6-3 7 0,7 3 0 16,6-2-11-16,0-2-11 0,6-3-17 15,7-3-12-15,8-2-10 0,4 2-15 16,2-5-9-16,-8-3-12 0,8 1-8 0,-2-2 1 16,2-2 0-16,-1-4 4 0,0-1 6 0,-6 1 5 15,6-4 5-15,-7 0-1 0,-6 0 3 16,1 0-1-16,-1 0-1 0,-13-4 4 16,0 5-1-16,0-2-1 0,-12-3-7 0,5 5-6 15,-13 3-9-15,1-1-8 0,-13 1-2 16,-1-1-5-16,0 5 1 0,-5 3-4 0,-8-4-1 15,1 8-5-15,-7-4-9 0,0 4-17 16,0-1-26-16,0 5-36 0,-7-1-51 0,1 4-74 16,-1 0-106-16,7 0-148 0,-7 0-172 15,1 0-202-15,0 0-99 0,-1 0-8 16,0-4 67-16,1-4 137 0,0-2 182 0</inkml:trace>
  <inkml:trace contextRef="#ctx0" brushRef="#br0" timeOffset="24369.52">22866 9008 4 0,'0'0'68'0,"0"-4"-71"0,0 8-52 0</inkml:trace>
  <inkml:trace contextRef="#ctx0" brushRef="#br0" timeOffset="25697.12">23100 11218 181 0,'0'-8'274'0,"0"1"33"0,0-1-31 0,7-3-49 16,-7 3 1-16,0-2-14 0,0 2 0 15,0-3 17-15,0 1 18 0,0-1 23 16,0 3 16-16,0-3 15 0,0 4 8 0,-7-4-8 15,7 4-9-15,0-4-23 0,0-1-23 16,0 1-28-16,-6 0-27 0,6 5-20 16,0-6-17-16,0 5-8 0,0-4-4 0,-6 4-5 15,6 0-4-15,0-1-3 0,-8 1 2 16,8-4 3-16,-6 3 3 0,6 1 5 0,0 0 10 16,0 3 5-16,0-3-1 0,0 3-12 15,-6 1-19-15,0 0-20 0,6 3-26 0,0 0-25 16,-7 3-22-16,7 0-13 0,0 8-6 15,0 4 0-15,0 7 8 0,0 3 8 0,7 9 15 16,-7 3 15-16,6 6 10 0,0 4 11 16,0 13 6-16,2-2-79 0,-2 8-10 0,0 4 0 15,8-1 0-15,-1 4 0 0,-7 1 0 16,7-5 0-16,0-2 0 0,0-6 0 16,0-2 0-16,0-8 0 0,7 1 0 0,-8-8 0 15,2 0 0-15,-1-7 0 0,-7-9 0 16,8 2 0-16,-8-9 0 0,0-2 0 0,0-1 0 15,-6-7 0-15,8-3 0 0,-8-1 0 16,0-3 0-16,0 0 0 0,-8-8 0 16,8 0 0-16,-6 0 0 0,0-3-100 0,0 0-352 15,-1-1-82-15,7 1-134 0,-7-4-166 0,1 8-184 16,6-5-43-16,-7 5 29 0,1-2 80 16,0 5 168-16,6 0 225 0</inkml:trace>
  <inkml:trace contextRef="#ctx0" brushRef="#br0" timeOffset="26103.35">23543 12683 79 0,'0'11'460'0,"0"0"83"15,-6-4 79-15,6-4 82 0,0 4-101 0,-7-2-133 16,7-1-75-16,0-1-57 0,0 0-51 15,0 5-56-15,0-1-43 0,0 5-19 16,7 2-11-16,-7-3-2 0,6 8-5 0,1-5-7 16,-1 0-7-16,1 5-9 0,-1-5-8 15,8 1-4-15,-8 0-3 0,7-5 6 0,0-3 9 16,-7-2 11-16,14-1 5 0,-7-4 4 16,0-4 2-16,0-3-6 0,0-1-8 15,0-3-11-15,-6-3-9 0,-1-1-2 0,0-4-2 16,2 1 0-16,-8 0 6 0,0 3-44 15,0-3-74-15,-8 4 0 0,-4-2 0 0,5 5 0 16,-6 1 0-16,6 2 0 0,-5 4 0 16,-8 1 0-16,7 3 0 0,0 3 0 0,0 1 0 15,0-1 0-15,0 2 0 0,7 2 0 16,-1-4-202-16,0-3-215 0,1 4-70 0,6-4-101 16,0 0-117-16,0-4-120 0,0 1-129 15,6-4-32-15,-6-5 45 0,7 2 118 0,0-9 164 16,-1-3 184-16</inkml:trace>
  <inkml:trace contextRef="#ctx0" brushRef="#br0" timeOffset="26415.87">23817 11543 44 0,'-19'8'507'0,"5"-1"123"16,-5-3 110-16,6 3 92 0,0 0-63 0,-1-3-156 16,8 3-117-16,0-7-89 0,6 4-83 15,0-4-65-15,6-4-49 0,0 0-32 16,8-3-24-16,5-7-20 0,7 3-18 0,-6-7-20 16,12-1-20-16,-5-2-23 0,5-2-18 15,1 0-13-15,-1 2-10 0,1-1-15 0,-7 0-27 16,6 4-32-16,-12 3-47 0,-1 5-53 15,-5-3-66-15,-8 10-94 0,0 0-110 0,-6 6-124 16,-6 0-126-16,0 10-135 0,-14 1-34 16,0 8 50-16,1 0 105 0,-1 3 139 15,-6 0 165-15</inkml:trace>
  <inkml:trace contextRef="#ctx0" brushRef="#br0" timeOffset="26650.14">23778 11950 231 0,'-13'37'548'0,"0"-8"116"0,6 0 118 15,1-8 88-15,0 2-169 0,6-4-95 0,0-9-52 16,0 1-43-16,6-3-49 0,0-8-42 0,7 0-21 16,7-11-38-16,6 3-43 0,0-10-39 15,0 4-38-15,7-8-31 0,6-3-176 16,-1-2-34-16,1 2 0 0,1-4 0 0,-1-1 0 16,0 5 0-16,-7-6 0 0,1 6 0 15,-7 3 0-15,-6 0 0 0,0 4 0 0,-1 4 0 16,-6 2-233-16,-6 4-164 0,-1 2-89 15,0-2-130-15,0 5-159 0,-6-1-168 16,0 0-87-16,0 0 8 0,-6-3 72 0,6 4 150 16,-6-5 203-16</inkml:trace>
  <inkml:trace contextRef="#ctx0" brushRef="#br0" timeOffset="27384.24">24709 10412 213 0,'-13'-56'472'0,"-7"1"56"0,-6 0 75 15,-6 8 80-15,-7-1-179 0,0 1-83 0,-13 2-38 16,-1 5-32-16,-5 3-56 0,-14 5-63 16,1 6-58-16,-8 1-44 0,2 10-23 0,-2 0-12 15,-5 8-1-15,-1 2-4 0,-6 10-10 0,0 2 0 16,-7 8-5-16,1 7-13 0,-8 3-13 15,1 8-3-15,-7 4-5 0,1 11-4 16,-1 3-5-16,0 11 1 0,-6 4 0 0,6 7-1 16,0 4 7-16,7 7 10 0,13 8 9 15,0 11 8-15,13 3 15 0,-1 5 13 0,8 9 4 16,12 4 1-16,1 11-1 0,12 1 3 16,7 11-8-16,6-5-3 0,13 9-9 0,14-4-4 15,6 3-7-15,14 0-8 0,11-4 3 16,8 1 1-16,6-4 6 0,13-8 14 0,6-3 14 15,15-11 12-15,10-11 3 0,9-4-1 16,6-10-3-16,12-8-13 0,1-11-77 0,7-5-21 16,12-9 0-16,-6-9 0 0,12-2 0 0,1-12 0 15,-7-7 0-15,7-8 0 0,-6-2 0 16,-1-12 0-16,-7-3 0 0,1-8 0 16,-6-8 0-16,-8-6 0 0,1-8 0 0,-7-8 0 15,0-10 0-15,-6-8 0 0,-1-7 0 16,1-11 0-16,-7-3 0 0,0-12 0 0,-6-7 0 15,0 1 0-15,-7-5 0 0,-7-4 0 16,2-2 0-16,-8-5 0 0,-7-3 0 0,1-4 0 16,-14-3 0-16,1-1 0 0,-13 0 0 15,-1-3 0-15,-13 0 0 0,-5 0 0 0,-14-1 0 16,-7 1 0-16,-12 0 0 0,-8 3 0 16,-5-3 0-16,-13 0 0 0,-8 0 0 15,1 3 0-15,-7 8 0 0,-12 4 0 0,0 10 0 16,-8 7 0-16,-6 8 0 0,1 11 0 0,-14 4 0 15,6 11 0-15,-5 7 0 0,-1 7 0 16,1 5 0-16,-7 10 0 0,5 2 0 0,2 10 0 16,6 2 0-16,7 8 0 0,-1 4 0 15,13 0 0-15,7 6 0 0,6 2 0 0,7-1 0 16,6 3 0-16,7 5 0 0,7-1 0 16,12 1 0-16,1 2 0 0,6 1 0 0,0 4 0 15,7-1-148-15,12 1-363 0,-6 4-116 16,13-5-133-16,-7 9-135 0,7-5-140 15,-6 4-19-15,-1 3 50 0,1 1 132 0,-7 0 182 16,0 3 207-16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4:06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5503 13254 25 0,'0'-4'284'0,"0"4"48"0,0-3 34 0,0-1-49 15,0 1-62-15,0 3-10 0,-7-4-22 16,7 1 1-16,-6-2 22 0,6 2 42 16,-7-1 35-16,7 1 14 0,-6-1-4 0,6 0-11 15,-6 1-21-15,6-1-40 0,0 0-43 16,-8 1-36-16,8 3-32 0,0 0-32 0,0 0-30 16,0 0-24-16,0 3-12 0,8 1 0 15,-2 3 8-15,0 4 13 0,7 4 16 0,0 3 11 16,0 8 6-16,1-1 0 0,-2 1-9 15,2 4-6-15,5 2-12 0,-6-3-6 16,0-3-7-16,1 0-4 0,-2 0 1 0,8-4 3 16,-7-8 7-16,-1 1 12 0,2-1 18 15,-2-10 19-15,8-1 17 0,-1-6 12 16,1-8 10-16,6-7 2 0,1-8-6 0,5-7-12 16,7-11-12-16,0-3-111 0,13-9-22 0,1-6 0 15,5 0 0-15,1-4 0 0,6 5 0 16,-6-6 0-16,-1 4 0 0,0 1 0 0,-5 7 0 15,-7 8 0-15,-8 6 0 0,-5 5 0 16,-7 7 0-16,0 7 0 0,-7 2 0 16,-5 7 0-16,-2 6 0 0,-5 0 0 0,6 7 0 15,-6 0 0-15,-7 2 0 0,0 3 0 16,0 2 0-16,0 4-377 0,-7 0-206 0,1 3-209 16,-1 0-274-16,0 2-95 0,-5 2 11 15,-2-3 72-15,-5-1 144 0,-7 4 237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9:04.4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27243 7619 51 0,'-14'0'240'0,"-4"5"44"16,4-5 19-16,1 4-46 0,0-4-41 0,0-4-4 16,0 4-8-16,0 0-13 0,7 0-12 15,-1-5-4-15,-6 5-3 0,13-3-4 16,-7 3-10-16,1 0-14 0,0 0-19 0,6 0-22 15,0 0-23-15,0 0-16 0,-8 0-10 16,8 0-3-16,8 3 12 0,-8 2 17 0,0-1 18 16,6-1 7-16,0 1-3 0,-6-1-8 15,7 1-19-15,-1-1-20 0,-6 1-18 0,7 0-12 16,-7-4-10-16,7 0 0 0,-7 3-6 16,0-3-1-16,0 4 3 0,0-4-2 0,0 0 7 15,0 0 1-15,-7 0 9 0,0 3-2 16,1-3-6-16,-7 0 3 0,7 0-6 0,-8 5 8 15,8-5 7-15,-8 0 6 0,8 4 13 16,-7-4 8-16,0 0 7 0,6 3 7 16,-5-3 3-16,-2 0 6 0,2 0 1 15,-2 0-5-15,1 3-7 0,1-3-11 0,-2 0-13 16,2 0-11-16,-2 0-7 0,1 4-2 0,1-4-1 16,5 0 1-16,-6 4 2 0,7-4 4 15,-2 0 3-15,2 3 2 0,6-3 1 16,-6 0 0-16,6 0 2 0,0 0 1 0,6 0-1 15,0 0 8-15,2 0 4 0,4-3 6 16,8 3 4-16,6 0 7 0,7-4 10 16,6 0 12-16,-1 4 9 0,15-3 5 0,6 0 1 15,6-1-6-15,6-4-11 0,14 4-17 16,-8 1-13-16,8-1-13 0,0 0-7 0,0 1-2 16,-7 3 0-16,0-4-2 0,0 1-4 0,1 3 1 15,-2 0-2-15,2 0-4 0,-8 0-1 16,-6 0 1-16,1-4 0 0,-8 4 3 15,1 0-1-15,-7 0 4 0,1 0 2 0,-8 0 2 16,-7 0 5-16,9 0 4 0,-9 0 6 16,1 0 3-16,-5 0 4 0,4 0 2 15,-5 0-3-15,-1 0-2 0,-5 0-5 0,-1 0-3 16,6 0-1-16,-13 0-3 0,8 0 1 16,-1-3-1-16,-6 3-1 0,-1 0-1 0,0-4 1 15,-6 4-1-15,1-5 0 0,-2 5 2 16,2-3-20-16,-8 3-22 0,0 0 0 15,1 0 0-15,-1-3 0 0,-6 3 0 0,7 0 0 16,-7 0 0-16,0 0 0 0,0-5 0 16,7 5 0-16,-7 0 0 0,0 0 0 0,-7 0 0 15,7 0 0-15,0 0 0 0,0-3 0 0,-7 3 0 16,7 0 0-16,-6-3-230 0,-7 3-95 16,0-5-82-16,0 5-109 0,-7-3-153 0,-6 0-173 15,1-2-154-15,-15 1-34 0,1 1 34 16,0-4 110-16,-7 3 180 0,-5-3 226 15</inkml:trace>
  <inkml:trace contextRef="#ctx0" brushRef="#br0" timeOffset="765.65">27731 7404 75 0,'-7'0'202'16,"7"0"6"-16,-6-4-63 0,6 4-73 15,0-3-92-15,0 3-94 0,0-5-49 0,0 1-25 16,6 1-5-16</inkml:trace>
  <inkml:trace contextRef="#ctx0" brushRef="#br0" timeOffset="1124.76">27978 7388 89 0,'0'9'324'0,"-6"-9"43"16,-7 3 36-16,13-3-33 0,-6 4-75 16,-1-4-50-16,0 3-17 0,1-3-9 15,0 4-9-15,-1-4-15 0,7 3-22 0,-7-3-16 16,7 0-23-16,-6 4-11 0,6-4-9 15,0 0-8-15,-7 0-5 0,7 4-9 0,0-4-8 16,0 0-13-16,0 0-22 0,-6 0-10 16,6 3-12-16,0-3-10 0,0 0-4 15,0 0-8-15,0 4 1 0,-6-4-2 0,6 0-2 16,0 3-7-16,0-3-33 0,0 0-47 16,0 0-73-16,0 0-93 0,6 0-112 0,-6 0-115 15,0-3-110-15,6-1-26 0,1 1 33 16,-1-5 71-16,1 1 101 0</inkml:trace>
  <inkml:trace contextRef="#ctx0" brushRef="#br0" timeOffset="1390.31">28408 7341 137 0,'0'4'325'0,"0"0"29"16,-6 0 20-16,6-1-65 0,-7 1-95 0,7-1-53 16,0 1-25-16,-6-4-14 0,6 0-15 15,0 4-16-15,0-4-20 0,-6 0-21 16,6 3-18-16,0-3-14 0,0 0-6 0,0 4-8 16,0-4-11-16,0 0-33 0,0 0-49 15,0 0-71-15,0 0-108 0,6 0-103 0,-6-4-48 16,0 1-1-16,0-1 34 0,6-3 63 15</inkml:trace>
  <inkml:trace contextRef="#ctx0" brushRef="#br0" timeOffset="1625.11">28740 7261 55 0,'14'6'315'0,"-8"-1"29"0,-6-2 24 15,7 1-32-15,-7 0-80 0,0-1-46 16,0-3-15-16,0 4-3 0,0-1 3 16,0-3-12-16,-7 0-33 0,7 4-37 0,0-4-40 15,-6 0-24-15,6 4-24 0,0-4-13 16,-7 0-14-16,7 3-28 0,0-3-48 0,0 0-73 16,-7 0-90-16,7 0-138 0,0 0-89 15,0-3-29-15,-6-1 24 0,6-3 53 16</inkml:trace>
  <inkml:trace contextRef="#ctx0" brushRef="#br0" timeOffset="1905.92">29235 7228 315 0,'8'7'367'0,"4"-4"29"0,-6 1 31 16,1 1-112-16,0-2-65 0,-7 4-21 15,6-3 13-15,1-1 28 0,-7 0 25 0,0-3 11 16,6 5-1-16,-6-2-10 0,6-3-21 16,-6 4-36-16,0-4-41 0,8 4-38 0,-8-4-34 15,0 3-31-15,0-3-27 0,0 0-22 16,0 0-12-16,0 0-13 0,0 0-7 0,0 0-4 16,0 0 0-16,0 0-2 0,0 0-10 15,0 0-23-15,0 0-40 0,0 0-72 16,0 0-107-16,0 0-129 0,-8-3-140 0,2-1-164 15,-7 0-77-15,0-4 6 0,0 2 74 16,-13-5 111-16,6 3 138 0</inkml:trace>
  <inkml:trace contextRef="#ctx0" brushRef="#br0" timeOffset="3452.35">9723 14741 49 0,'-7'0'231'0,"1"0"14"0,0 0 1 0,-1-2-85 16,1-3-60-16,-1 1-29 0,0 1-8 16,1-1-4-16,6 0-3 0,-6 1-4 0,6-5-2 15,-7 5-6-15,7 0-11 0,0-2-7 16,0 1-4-16,0 4-3 0,0-3-5 0,0 3-5 15,0 0-4-15,7 0-4 0,-7 3-10 16,6 1-18-16,0 1-24 0,1 1-24 16,0 2-24-16,-1 3-23 0,7-4-21 0,-7 4-26 15,8 0-44-15,-8-1-10 0,8 6 5 16,-8-5 16-16</inkml:trace>
  <inkml:trace contextRef="#ctx0" brushRef="#br0" timeOffset="4014.68">10022 15130 63 0,'0'0'285'0,"0"0"32"0,0 0 25 15,0-3-61-15,-6 3-60 0,6-5-30 0,0-2-1 16,-6 4 6-16,-1-5 14 0,7 1 18 15,-6 0 18-15,6 0 16 0,-7-1 10 16,7 1 0-16,0-4-5 0,-7 3-9 0,7-3-16 16,-6 0-34-16,6 4-33 0,0-4-17 15,0 4-18-15,0-4-19 0,-6 0-9 0,6 3-7 16,0 1-1-16,0 3-4 0,0-3-3 16,0 3-5-16,0 1-13 0,-6-1-13 0,6 4-16 15,0 0-15-15,0 0-16 0,0 4-9 16,6 3-4-16,-6 0-2 0,0 4-1 0,6 0 4 15,-6 3 6-15,6 1 9 0,1 4 7 16,0-4 11-16,-7 3 7 0,6-3 9 16,1 3 9-16,-1-7 3 0,0 3 11 0,2-3 5 15,-2-3 8-15,0 3 9 0,8-8 8 16,-8 1 12-16,13-8 13 0,-5-3 13 0,12-4 12 16,6-11 2-16,1-10 1 0,12-10-9 15,14-5-11-15,-1-8-17 0,7-7-77 16,14-4-48-16,-8-4 0 0,14-3 0 0,-7 0 0 15,7 0 0-15,0-1 0 0,-8 1 0 16,8 0 0-16,0 4 0 0,-14 2 0 0,-6 9 0 16,0 2 0-16,-12 9 0 0,-14 11 0 15,0 3 0-15,-13 3 0 0,-6 8 0 0,-1 4 0 16,-6 7 0-16,-7 0 0 0,2 4 0 16,-8 3 0-16,-8 0 0 0,8 4-56 0,-6 4-310 15,6 0-79-15,-6-1-120 0,-1 1-175 16,-6 7-190-16,7-4-119 0,-14 4-9 0,7 5 51 15,-7-6 136-15,-5-3 210 0,5 3 248 16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4:14.2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17870 7392 162 0,'0'0'252'0,"7"0"34"0,-7-4-19 16,7 1-64-16,-7 0-29 0,6-1 5 15,1-3 0-15,-7 3 2 0,0-3-1 0,6 3 4 16,-6-3 10-16,7-1 12 0,-7 5 24 16,0-5 13-16,0 5 8 0,0 0 5 15,0-2-5-15,0 2-21 0,0-2-43 0,-7-2-37 16,7 4-31-16,-6 3-24 0,6-4-21 15,-7 4-19-15,-6 0-13 0,6 4-14 16,1-1-4-16,-7 4-1 0,0 6 0 0,-6-3 5 16,5 9 2-16,-5-1 11 0,0 3 6 15,5 5 0-15,-5 0 5 0,5 8 0 0,2-2 2 16,-1 0-1-16,0 5-5 0,6 0-4 16,1 0-7-16,6 3-5 0,0-7-8 0,0 4-4 15,6-4-3-15,1-4-2 0,13 0-2 16,-8 0 0-16,8-6 2 0,-1-5-2 0,1 1 0 15,0-5 0-15,6-3-3 0,-1-4 1 16,1-3-4-16,-6-4 0 0,7-4 1 16,-9-3-2-16,9-1 5 0,-14-6 1 0,6-1 10 15,-5 1 11-15,-2-4 14 0,-5-5 10 16,0 1 8-16,-7 0 3 0,0-3-5 0,-7-1-5 16,0 4-5-16,-5-1-8 0,-2 5-5 15,2 0-5-15,-8 4-7 0,-7 3-7 0,9 4-9 16,-9 2-4-16,1 5-4 0,-6 5-4 15,5-1-2-15,1 6 1 0,7 1-8 16,-7 3-28-16,6 1-40 0,8 4-44 0,-8-1-57 16,13 1-99-16,1-1-123 0,0-1-125 15,6 2-143-15,6-1-139 0,0-3-37 0,7-4 45 16,7-1 103-16,0-5 140 0</inkml:trace>
  <inkml:trace contextRef="#ctx0" brushRef="#br0" timeOffset="281.14">18561 7572 30 0,'19'-15'463'0,"1"0"91"0,-7-3 100 15,0 4 107-15,-6-1-49 0,-1 1-139 16,0 2-88-16,-6 4-62 0,0 5-84 16,0-4-97-16,0 7-71 0,-6 0-51 0,6 7-27 15,-13 1-14-15,7 4-7 0,-8 5-1 16,2 1-9-16,-8 4-9 0,7 4-9 0,0-1-12 15,-6 5-7-15,5-4-8 0,-5 4-5 16,6 2-4-16,0-3-3 0,0-3-12 16,0 3-21-16,7-4-18 0,-8-2-37 0,8-5-47 15,6 0-75-15,-7-4-77 0,7-1-88 16,0-9-108-16,0-1-121 0,0-3-141 16,0-7-30-16,0-6 32 0,0 3 79 0,0-9 111 15,0-2 149-15</inkml:trace>
  <inkml:trace contextRef="#ctx0" brushRef="#br0" timeOffset="531.16">18365 7495 287 0,'0'-14'440'0,"0"2"75"15,0-2 88-15,-6 3-21 0,6-1-59 0,6 5-66 16,-6 4-52-16,0-1-60 0,8 0-65 16,-2 4-64-16,0 8-47 0,7-1-21 0,0 5-2 15,0 5 0-15,7 3-6 0,0 1-19 16,-1 4-21-16,1 5-14 0,-1-2-15 15,0 6-12-15,1-1-10 0,-1 0-7 0,1 0-8 16,-7-4-9-16,7 5-6 0,-8-9-7 16,2 4-7-16,5-4-3 0,-12 1-4 0,6-6-20 15,-7-3-27-15,1-2-41 0,0-1-48 16,-1-6-89-16,0-5-128 0,0-3-148 16,-6 0-168-16,8-11-126 0,-2 0-40 0,0-3 40 15,1-7 108-15,-1-6 151 0</inkml:trace>
  <inkml:trace contextRef="#ctx0" brushRef="#br0" timeOffset="983.77">19024 7469 79 0,'6'-14'432'0,"0"0"74"16,-6-2 65-16,7 2 54 0,0 0-47 0,-1-1-108 16,1 0-63-16,5 4-45 0,2-4-46 15,5 4-70-15,-6 0-76 0,7 3-55 0,5 1-39 16,-5 4-24-16,6 3-15 0,-7 3-9 15,8 1-10-15,-8 4-3 0,8 0 1 0,-8 6-2 16,0 1-3-16,1 3 1 0,-7 3 1 16,7 1 5-16,-7 0 2 0,-7 3-1 0,1-2 7 15,-1 6 5-15,-6-3 4 0,-6 0 2 16,-1 3 2-16,1-4 2 0,-13 1-7 16,5 1-1-16,-6-2-2 0,1-4 0 0,-1 2-2 15,1-5 6-15,-1 1 14 0,1-1 11 16,0-7 10-16,5 0 11 0,8-1 19 0,-7-2 9 15,6-5 4-15,7 1-4 0,-6 0-9 16,6-4-12-16,6 3-22 0,1-6-21 16,-1 3-16-16,13 0-12 0,-5-4-7 0,6 0-7 15,5 1-2-15,-5-1 1 0,6 0-3 16,0 1 1-16,1 0 1 0,-2-1 3 0,1-1-2 16,0 2 3-16,7 0 0 0,-7-1-2 15,-6 0-1-15,5-3 0 0,-5 3 0 0,0 1-2 16,-1-1-1-16,1 1-3 0,-8-1-12 15,-4-4-26-15,4 5-37 0,-12-1-48 16,6 0-68-16,-12-2-102 0,6-2-126 0,-6-4-142 16,0 5-163-16,-8-8-132 0,8 1-26 15,-7-4 54-15,-1-1 113 0,2-6 152 16</inkml:trace>
  <inkml:trace contextRef="#ctx0" brushRef="#br0" timeOffset="1468.43">19421 6773 5 0,'-7'-21'392'0,"1"-2"63"0,-1 1 51 16,1 4 58-16,6 0-69 0,-6 0-91 0,6 3-46 16,0 0-29-16,0 3-28 0,6-2-43 15,0 8-64-15,1-6-73 0,6 5-42 0,0 3-32 16,-1 1-17-16,8-1-11 0,0 4-1 15,6 0-1-15,-7 4 6 0,1-1-4 16,-1 1-4-16,1 3-4 0,-6 0-9 0,-2 4-2 16,1-3-2-16,-6 3 4 0,-1 4 5 15,-6-4 10-15,-6 3 8 0,-1 1 13 0,-6-1 8 16,1 5 5-16,-2-5 3 0,-6 2 5 16,1-2 7-16,6-3 5 0,0-1 5 15,-7-1-2-15,14-2 1 0,-1 0-13 0,1 0 4 16,0-3 1-16,-1 3 2 0,7-7 5 0,0 3 7 15,0 1 15-15,13-4-3 0,0 5-1 16,7-5-2-16,-1-5-2 0,13 5-13 16,2-4-10-16,4 4-12 0,1-3-9 0,7-1-11 15,-1 1-6-15,0-1-1 0,-5 0-2 16,5 1-1-16,-5-4-2 0,-7 3-1 0,6 1-3 16,-13-2-3-16,6 1-4 0,-13 1-1 15,1 0-2-15,-7-1-2 0,0 4-6 0,-6-4-21 16,-7 4-33-16,0 0-54 0,-7 4-81 15,-6 0-137-15,0-1-195 0,-7 4-250 16,-12 1-151-16,5-1-44 0,-11 4 28 0,-1 0 111 16,0 4 186-16</inkml:trace>
  <inkml:trace contextRef="#ctx0" brushRef="#br0" timeOffset="2296.09">18073 8843 59 0,'0'-11'281'0,"0"4"33"0,-7-4 27 15,0 0-78-15,7-4 4 0,-6 1-42 16,0-4-5-16,-1 6 9 0,1-2 15 0,-1 3 8 16,0-1 8-16,1 2-4 0,-8 6-20 15,8 0-19-15,-6 4-18 0,-2 8-19 0,1-1-28 16,1 8-14-16,-8 7 1 0,7 4-2 15,-7 3-10-15,0 4-11 0,8 4-10 16,-8 3-16-16,7 0-14 0,0 1-15 0,6 2-15 16,1-2-11-16,6-1-2 0,0 0-8 0,6-3-8 15,1-1-5-15,6-3-1 0,0-3-1 16,7-1-3-16,6-7 1 0,0-4 3 0,-1-3 6 16,2-4 8-16,5-4 10 0,1-7 7 15,-7 0 11-15,6-7 10 0,-5 0 10 0,-1-8 6 16,0 0 7-16,-7 1 5 0,1-9 1 15,-8 2 1-15,-4-5-7 0,-2 3-8 16,-6-2-11-16,-6 0-11 0,-2-1-10 0,-4 4-10 16,-1 4-8-16,-7 3-8 0,0 1-13 15,1 6-4-15,-7 5-4 0,0 3-8 0,0 0-17 16,0 6-25-16,7 2-37 0,-7 7-45 16,6-1-60-16,1 1-95 0,-1 3-126 15,14-2-134-15,-1 2-148 0,0-4-134 0,14 1-34 16,0-1 47-16,5-6 115 0,8-1 148 15</inkml:trace>
  <inkml:trace contextRef="#ctx0" brushRef="#br0" timeOffset="2561.53">18880 8971 141 0,'20'-14'480'15,"-7"0"80"-15,0-1 95 0,-6 0 97 16,-1 3-133-16,0 2-127 0,-6 2-78 0,0 1-63 15,-6 3-87-15,0 4-81 0,-1 0-61 16,0 8-31-16,-6 0-19 0,0 5-11 0,0 3-1 16,0 5-12-16,-6 2-7 0,6 3-10 15,-7 3-8-15,6 0-6 0,2 0-5 0,-1 0-5 16,0 5-6-16,0-5-10 0,-1-3-29 16,8 3-40-16,0-7-64 0,0 0-83 15,-1-8-85-15,7 1-87 0,-7-8-93 0,7 0-93 16,0-7-94-16,0-3 5 0,0-8 43 15,0-1 75-15,0-2 107 0</inkml:trace>
  <inkml:trace contextRef="#ctx0" brushRef="#br0" timeOffset="2780.35">18645 8906 159 0,'-6'-15'394'0,"6"4"62"16,0 0 45-16,0 4-54 0,-6-1-81 15,6 5-82-15,6 3-21 0,-6 0 13 16,6 3 11-16,8 5 14 0,-8 2 8 0,7 1-10 15,7 7-27-15,-7-2-60 0,6 5-46 16,1 2-38-16,-1 3-29 0,7-1-25 0,0 4-26 16,-6-3-15-16,6 3-6 0,0 0-8 15,0-3-9-15,0 4-5 0,-6-5-24 0,6-3-55 16,-7 0-102-16,1-4-132 0,0-4-171 16,-1 1-219-16,-6-7-111 0,0 0-15 15,0-8 62-15,0-5 113 0,0-6 160 0</inkml:trace>
  <inkml:trace contextRef="#ctx0" brushRef="#br0" timeOffset="3124.39">19454 8810 41 0,'12'-17'486'16,"-5"2"131"-16,0 4 103 0,-1 0 70 0,-6-1-105 16,0 5-160-16,6 3-129 0,-6 4-103 15,0 4-69-15,0 3-43 0,-6 5-17 0,6 2-7 16,-6 4-11-16,-1 1-17 0,0 3-22 15,-5 0-21-15,4-1-20 0,-4 6-14 16,-1-2-15-16,-7 1-10 0,8-1-9 0,-2 1-7 16,1-1-5-16,0 0-3 0,6-5 3 15,-5-3-1-15,5 2 0 0,7-8 2 0,-7 0 4 16,14-3 1-16,-7-5 1 0,7 1 2 16,5-1 2-16,1-3-1 0,7-3 0 0,0 3 1 15,-1 0 0-15,7-4-4 0,7 4-1 16,-7 0-2-16,6-3-2 0,-6 3-5 15,7 0-1-15,-7 0-1 0,7 3 0 0,-7-3-2 16,0 4-12-16,-7-1-19 0,-5-3-33 16,-2 4-42-16,2 0-62 0,-8-1-89 0,-6 1-115 15,0-4-117-15,-6 4-121 0,-8-4-125 16,2-4-59-16,5 0 27 0,-13 1 89 0,7-5 120 16,0 1 143-16</inkml:trace>
  <inkml:trace contextRef="#ctx0" brushRef="#br0" timeOffset="3358.77">19622 8987 365 0,'0'-16'519'0,"0"6"90"16,0-1 92-16,-6-1-29 0,6 5-93 16,0 0-103-16,-6 0-85 0,6 3-76 0,0 4-77 15,0 0-77-15,0 4-36 0,0 7-18 16,0-1 1-16,6 5 2 0,-6 7 2 16,0 0 0-16,6 7-11 0,-6-4-21 0,7 9-12 15,-7-1-14-15,0 0-12 0,0 0-11 16,0 4-10-16,0-4 7 0,0 0-14 15,0-4-8-15,7 0-28 0,-7 1-51 0,0-9-85 16,6 1-140-16,-6-8-171 0,7-2-230 16,-1-5-161-16,0-7-50 0,2-2 32 0,4-10 101 15,1-3 162-15</inkml:trace>
  <inkml:trace contextRef="#ctx0" brushRef="#br0" timeOffset="3545.67">20150 8938 204 0,'6'0'592'0,"-6"-3"109"0,0-1 74 16,7-3 58-16,-7 3-172 0,7 4-189 15,5-3-142-15,2-1-96 0,5 4-69 0,1 0-51 16,0-4-39-16,6 4-27 0,-1 4-30 16,1-4-47-16,1 0-85 0,-8 4-122 0,8-4-148 15,-8 0-169-15,-6 3-176 0,0-3-66 16,-7 0 27-16,-6 4 91 0,0-4 127 15</inkml:trace>
  <inkml:trace contextRef="#ctx0" brushRef="#br0" timeOffset="3733.12">20182 9067 32 0,'-19'15'458'0,"12"-4"116"16,1-1 90-16,0-2 80 0,-1-5-80 0,7 5-98 15,-6-5-100-15,6 1-83 0,6-1-67 16,-6 2-66-16,13-2-72 0,-7-3-52 0,8 4-45 15,6-4-32-15,-1 0-35 0,0 0-52 16,8-4-84-16,-1 1-134 0,-1-2-161 0,-5-2-197 16,6 4-171-16,0-8-59 0,1 3 25 15,-8-2 103-15,7-1 144 0</inkml:trace>
  <inkml:trace contextRef="#ctx0" brushRef="#br0" timeOffset="4201.8">20951 8862 91 0,'0'-11'519'0,"6"0"128"0,-6-8 104 0,0 5 80 16,8 0-106-16,-8-1-153 0,0-4-123 15,6 4-102-15,0 4-81 0,0-3-66 0,2 2-52 16,4 2-41-16,1 2-27 0,1 1-26 16,4 0-21-16,2 7-15 0,7 0-5 15,-8 0-5-15,7 7-6 0,0-3 2 0,-6 7-2 16,6-1 1-16,-7 2-4 0,1-1-2 15,-8 8 0-15,2-5-4 0,-1 4 0 0,-6 0 3 16,-7 4 0-16,0-3 1 0,0 3 6 16,-7-1 3-16,-6 2 5 0,-7 2 1 0,1-3 6 15,-7 0 4-15,0 4-4 0,-7-3 0 16,1-2 0-16,6 1 1 0,-7-4-1 0,1 4 3 16,5-4 7-16,1-3 5 0,0 3 4 15,13-7 6-15,0 1 6 0,0-5 11 16,1 0 12-16,4-3 16 0,2-2 11 0,6 3 8 15,6-5 3-15,2 0-9 0,4 0-12 16,1-5-18-16,7 3-18 0,6-2-17 0,6-3-18 16,-5 3-5-16,5-4-6 0,1 1-3 15,-1 0 0-15,1 3-2 0,-1-3 6 0,1 0-3 16,-1 3-3-16,-6-4-2 0,1 5 0 16,-8-1 0-16,7 1-6 0,-13-1-11 0,0 0-24 15,0 4-41-15,0-3-54 0,-7 3-71 16,-6-4-92-16,0 0-133 0,0 4-168 15,-6-3-189-15,0-4-131 0,-1 2-30 0,0-1 46 16,1-2 120-16,0-3 175 0</inkml:trace>
  <inkml:trace contextRef="#ctx0" brushRef="#br0" timeOffset="4577.17">21798 8693 189 0,'13'-15'630'0,"-7"-3"123"0,1 4 83 16,0-1 81-16,-7 4-136 0,6 0-225 15,-6 3-169-15,0 6-108 0,0-3-68 16,0 5-61-16,0 5-31 0,0 1-9 0,0 5-4 16,-6 8 0-16,6-1 1 0,-14 7-3 15,8 1-7-15,-7 3-9 0,0 5-8 0,-6-5-11 16,5 4-12-16,-5 0-8 0,5-4-12 16,2 0-5-16,-2 1-3 0,8-5 31 0,0-3-1 15,-1-3 8-15,7-5 19 0,0 1 15 16,7-4 12-16,-1-4-21 0,14 1 8 15,-1-5-11-15,7-3-19 0,0 0-17 0,7-3-17 16,6-1-13-16,-6 0-8 0,6 1-5 16,0-1-2-16,-1-1-3 0,-5 5-4 15,7-2 0-15,-8-2-2 0,-6 4-5 0,0-4-12 16,0 1-18-16,-13 3-29 0,0 0-33 16,1-4-40-16,-14 4-46 0,0-4-46 0,-8 0-40 15,-4 2-43-15,-2-6-64 0,-11 4-87 16,5-4-86-16,-12 1-95 0,5 0-91 15,1-4-89-15,0 0 11 0,1 0 86 0,5-3 111 16,6-5 140-16</inkml:trace>
  <inkml:trace contextRef="#ctx0" brushRef="#br0" timeOffset="4811">21934 8854 71 0,'-6'-14'473'0,"0"3"181"15,0-4 129-15,6 0 99 0,-8 4-54 16,2 1-120-16,6-1-149 0,0 3-142 0,-6 5-107 16,6 3-71-16,0 0-39 0,0 7-16 15,0 8 13-15,0 6 13 0,6 5 30 0,0 6 15 16,-6 5-8-16,8 4-16 0,-2 6-17 15,0 1-21-15,-6 7-97 0,0-3-96 0,0 3 0 16,-6 3 0-16,0-3 0 0,-8 0 0 16,1 0 0-16,7-4 0 0,-8-4 0 15,2-6 0-15,5-5 0 0,-6-2 0 0,7-5 0 16,-1-7 0-16,0-7 0 0,7-1 0 16,-6-6 0-16,6-5 0 0,-7-6 0 0,7-2-172 15,-6-2-213-15,6-3-123 0,-6-1-191 16,-8-5-290-16,-5-1-126 0,-7-3-17 0,-6 0 50 15,-15-3 125-15,-5-3 220 0,-13 1 337 16</inkml:trace>
  <inkml:trace contextRef="#ctx0" brushRef="#br0" timeOffset="5826.39">8323 14907 299 0,'-7'-5'428'0,"7"-1"51"16,0-2 54-16,-6-3-49 0,0 4-27 0,-2-1-41 15,8 1-6-15,-6-1 0 0,6 5-19 16,-6-4-56-16,6 3-79 0,0 4-66 15,0 0-48-15,0 0-29 0,6 4-10 0,0 6 1 16,8 2 14-16,-8 6 18 0,7 1 9 16,1 3 1-16,-2 3-1 0,2-3-7 15,5 4-7-15,-6 3-13 0,6-8-11 0,1 2-9 16,0-1-9-16,-1-7 6 0,1-1 6 0,6-7 11 16,0-2 10-16,7-5 8 0,5-12 3 15,1-6-4-15,7-8-4 0,6-7-11 16,14-11-11-16,-1-7-11 0,6-8-78 0,0-7-14 15,14-3 0-15,0-1 0 0,7-3 0 0,5 3 0 16,-6-2 0-16,7 5 0 0,-13 1 0 16,0 7 0-16,-14 5 0 0,-6 9 0 0,-6 5 0 15,-7 11 0-15,-13 3 0 0,-7 5 0 16,1 5 0-16,-13 2 0 0,-1 7 0 0,-6-1 0 16,0 5 0-16,-7-1 0 0,2 4 0 15,-2 0 0-15,-6 4 0 0,-6 3-63 16,-2 0-422-16,2 1-183 0,-7 2-268 0,0 1-188 15,-6 5-43-15,-7-1 30 0,-1-5 92 16,-5 1 193-16,-1 0 313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49:14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12680 8964 6 0,'-6'0'212'15,"-8"0"18"-15,8-3 22 0,-8 3-34 0,2 0-41 16,-1-4-25-16,-7 4-14 0,8 0-7 15,-8 0-2-15,-6 0 3 0,6 0 6 0,-6 0 12 16,0 4 18-16,6-4 17 0,-6 3 10 16,0-3 2-16,7 4 0 0,-1-1-4 0,1 1-9 15,6 0-16-15,0-4-2 0,6 3 10 16,7 2 8-16,0-5 1 0,7 3-1 16,12-3 0-16,1-3-18 0,6-2-26 0,7 2-30 15,5-1-24-15,1-3-12 0,7 0-10 16,7-1-8-16,-2-2-6 0,2 2-2 0,5-3-8 15,1 0-10-15,0-1-9 0,-1 2-7 16,0 2-3-16,-6 1-5 0,1 0-3 0,-14 4-2 16,0-1 0-16,-7-1 0 0,-12 5 0 15,0 5 1-15,-14-1 3 0,0-1-1 0,-12 8 0 16,-14 0-1-16,1 4-2 0,-13-1 3 16,-14 4-3-16,1 1 0 0,-8 3 0 15,-12 0 0-15,6 1 3 0,-6-2-2 0,-7 1 5 16,7-4 5-16,0 4 3 0,0-4 6 15,6 1 1-15,1-5 4 0,13 2-2 0,-2-6 0 16,9 1 1-16,11-5 4 0,1-1 3 16,14-1 5-16,5-1 7 0,14-6 6 15,13-1-4-15,5-3-5 0,8 0-2 0,6-9-9 16,12 2-9-16,2-4-4 0,12-1 0 16,0-3-3-16,1-3-3 0,-1 3-4 0,6 0-1 15,-6-4-6-15,0 8-2 0,-6-4 2 16,-7 4-3-16,-6 3 3 0,-7 0 4 0,-6 8 1 15,-8-5-4-15,-11 10-1 0,-2-6-1 16,-4 8-5-16,-8 0-8 0,-14 3-24 16,1 2-48-16,0-3-104 0,-6 6-173 0,-1 0-196 15,-6-1-248-15,0-3-111 0,-1 3-22 16,8-7 67-16,-1 0 154 0,2 0 188 0</inkml:trace>
  <inkml:trace contextRef="#ctx0" brushRef="#br0" timeOffset="1562.16">24898 5264 67 0,'0'3'250'0,"0"2"28"16,0-5 0-16,7 3-59 0,-7 1-35 15,0-4-13-15,0 3 11 0,0-3 27 0,0 0 34 16,0 4 44-16,0-4 53 0,0 0 33 16,0 0 11-16,0-4-4 0,-7 4-14 15,7-3-29-15,0-4-55 0,-7 2-47 0,1 2-36 16,6-4-36-16,-6-1-25 0,-8 5-23 16,8-5-13-16,-7 1-17 0,7-4-15 0,-14 4-10 15,6 0-17-15,2-1-13 0,-8 1-11 16,1 0-7-16,-1-1-5 0,-6 8-5 15,7-3-1-15,-7 6 0 0,6 1-1 0,-6 7-1 16,7 0 0-16,-8 4-1 0,8 3-1 0,0 7 4 16,5 1-1-16,1 4 2 0,0-1 1 15,7 4 4-15,6 0 0 0,0-1-3 0,0 2-1 16,6-1-1-16,1-4-2 0,6-4 0 16,-1 1 1-16,2-5 4 0,-1-1 5 15,6-3-1-15,0-2 0 0,1-4 2 0,0 0 4 16,-7-4 2-16,7-2 3 0,-1-5 7 15,1-5 6-15,-1 2 1 0,0-4-2 0,-5-4 2 16,5-4 3-16,1 1 5 0,-8-1 5 16,2-7 8-16,-1 3-4 0,0-6-6 15,-7-1-4-15,1 1-7 0,-1-1-4 0,1-4-4 16,-7 8 0-16,7 1 14 0,-7-1-2 16,0 7-3-16,6 0-7 0,-6 4-3 0,0 4-3 15,0 4-14-15,0-1-8 0,0 0 0 16,0 8 2-16,6 3-4 0,1 0 2 15,-7 4 4-15,7 8-1 0,-1-1-1 0,7 0 3 16,-6 4-5-16,6 1 3 0,-7 2 0 16,8 1 0-16,-2-1-2 0,1 1-1 0,0-1 1 15,0-2-1-15,1 2 1 0,-2-3 1 16,8 0 1-16,-14-8 1 0,7 5 2 0,7-8-2 16,-8 1-5-16,2-5-8 0,-1-1-28 15,0-1-68-15,6-5-98 0,-5 0-159 0,-2-8-197 16,2 0-231-16,5-2-182 0,-5-5-46 15,-2 1 37-15,2-9 127 0,-2-3 183 16,8 1 230-16</inkml:trace>
  <inkml:trace contextRef="#ctx0" brushRef="#br0" timeOffset="1858.92">25712 5099 161 0,'13'-18'497'0,"-6"0"96"0,-7 3 81 16,6 3 62-16,-6 5-176 0,0 1-137 15,0-2-99-15,0 8-81 0,0 0-65 0,0 8-37 16,0-2-16-16,-6 9-6 0,6 4 15 16,-7 6 20-16,1 9 14 0,-1-2 2 0,-6 9-8 15,0 6-14-15,0-3-25 0,0 8-30 0,-6-5-29 16,5 4-25-16,-6-3-15 0,8 0-8 16,-1-8-4-16,0-1-6 0,0-2-2 15,7-7 2-15,-2-4 0 0,2-8-5 0,6 1 0 16,-6-8-3-16,6-4-27 0,0-3-74 15,6-8-126-15,-6-3-152 0,0-4-178 16,0-4-211-16,-6-7-123 0,6 0-6 0,-7-4 82 16,1-3 134-16,-1 0 165 0</inkml:trace>
  <inkml:trace contextRef="#ctx0" brushRef="#br0" timeOffset="2108.9">25419 5202 231 0,'-7'-7'440'0,"1"-2"66"0,6-1 66 0,-6 7-2 15,-1-5-104-15,0 4-82 0,7 2-61 16,0-3-53-16,0 5-30 0,7 5-42 0,0 1-19 16,5 5 0-16,2 4 20 0,5 3 23 15,1 4 8-15,6 7 0 0,-7 1-15 0,7 7-20 16,0-5-22-16,0 5-22 0,1-1-32 16,-8 1-23-16,1 0-18 0,-1-4-19 15,0 0-14-15,1-4-15 0,-7 1-8 0,0-1-8 16,0-4-6-16,-7-3-1 0,8-3-1 15,-8-1-8-15,7-3-23 0,-6-4-47 0,-1-3-93 16,1-5-175-16,-1 0-222 0,0-6-277 16,2-5-139-16,4-2-36 0,2-9 47 15,-2-3 151-15,8-3 210 0</inkml:trace>
  <inkml:trace contextRef="#ctx0" brushRef="#br0" timeOffset="2577.51">26318 5220 214 0,'0'-18'536'16,"-7"2"104"-16,7-1 105 0,-6 2 94 0,-1-3-161 16,1-1-136-16,0 5-76 0,6-4-73 15,0 3-78-15,0-3-78 0,6 2-61 16,7-2-45-16,0 1-37 0,0 2-30 0,13 0-26 16,-7 0-17-16,13 4-12 0,-5 4-3 15,5 3-6-15,1 4 0 0,0 4 0 0,0 7 2 16,-1 4 0-16,1 3-1 0,-7 4 3 15,-1 3-1-15,-5 5 1 0,-7-1 2 16,0 0 2-16,-13 8 4 0,0 0-2 0,-6 3 2 16,-14-4-2-16,7 6-2 0,-13-6-4 15,0 4-4-15,0-3 0 0,0 0 0 0,-7-5-2 16,7 1 4-16,0-7-1 0,0-4 5 16,0 0-6-16,6-7 7 0,0-1 6 0,8-3 4 15,6-3 18-15,-1-2 24 0,0-1 20 16,1-2 12-16,6 1 4 0,6-4 1 15,1-4-10-15,6 4-18 0,7-8-13 0,6 5-7 16,-1 0-4-16,15-5 0 0,5 1 0 16,1-4-1-16,6 4 4 0,-6-4 2 0,6-1 2 15,0 1-6-15,0 0 1 0,-7 4-5 16,1-3-5-16,-7-2-8 0,-7 5-7 0,-5 0-5 16,-1-1-4-16,-6 1-1 0,-1-1-2 15,-13 5-2-15,8-1-3 0,-14 1-7 0,-7-1-28 16,0 0-70-16,-6 1-95 0,-7-1-138 15,2 0-203-15,-9-4-231 0,1 1-236 16,0-4-75-16,-7-3 19 0,7-1 101 0,-6-3 184 16,6-8 225-16</inkml:trace>
  <inkml:trace contextRef="#ctx0" brushRef="#br0" timeOffset="3124.38">26787 4041 54 0,'-14'-26'428'0,"8"0"63"0,-7 1 58 0,7 6 51 15,-7 5-132-15,6 3-147 0,1 0-89 16,-1 7-58-16,7 4-28 0,0 8-20 0,0 2-1 16,0 5 18-16,0 7 18 0,7 7 18 15,-1 0 0-15,1 8-9 0,-1 0-7 0,1 3-17 16,-1 1-15-16,1-1-8 0,-1-4-15 15,0-3-6-15,2 0-9 0,-2-3-13 0,0-8 0 16,1 0-3-16,-1-4 8 0,-6-4 16 16,7-3 28-16,-7-3 32 0,0-5 14 15,0 1 4-15,0-4-8 0,0-4-28 0,0 1-38 16,0-8-39-16,0-1-26 0,-7-2-14 16,14-4-13-16,-7-4 0 0,6-5 1 0,-6 6 1 15,13-5 2-15,-7 1 2 0,14-1 0 16,-6 1-5-16,5 3 0 0,1 4-5 15,6-1-2-15,-1 4-7 0,1 1 0 0,0 6 4 16,1 5-2-16,-1 3-2 0,6 0-2 16,-12 7 1-16,6 4 1 0,-7 3-5 0,-6 5 0 15,1 0 7-15,-8 2 5 0,-6 2 0 16,-6 2 0-16,-1 0 2 0,-6 1 2 16,-6 0 0-16,-1 0 0 0,0-4 1 0,-5-1 1 15,5 1 2-15,0-7 3 0,1 0 1 16,-1 0 4-16,8-8-1 0,-2 0-1 0,1-3-3 15,6 0-2-15,1-1-6 0,-1-3-10 16,7 0-29-16,0 0-70 0,0 0-109 0,0 0-179 16,7 0-224-16,-1 4-254 0,1-4-180 15,0 8-41-15,-1-5 49 0,0 8 146 0,2 0 208 16,-8 3 250-16</inkml:trace>
  <inkml:trace contextRef="#ctx0" brushRef="#br0" timeOffset="3936.6">24591 6363 28 0,'-65'34'301'0,"14"-6"39"15,5-6 27-15,1 4-24 0,12-8-87 0,7 4-40 16,6-7 4-16,8 4 23 0,12-5 49 16,6 0 67-16,14-3 35 0,12 0 6 0,7-3-15 15,20-2-33-15,6-1-49 0,20-5-69 16,6 0-57-16,13-5-39 0,7-1-24 0,5-5-15 16,8-4-17-16,7 1-13 0,5-4-6 15,8-8-7-15,-1 0-6 0,0-3-3 0,7-3-8 16,-6-2-6-16,6-3-4 0,-1-3-2 15,-6-1 2-15,-6-2 1 0,0-5 1 0,-7-3 0 16,7-8 6-16,-13-3-2 0,-8-4-10 16,2-11-6-16,-13-4 9 0,-8-3 13 0,-13-4 4 15,1-3 17-15,-13-1 20 0,0-3 10 16,-14-4-1-16,-5 0-5 0,-2-4-1 0,-12 4-5 16,1 4-9-16,-8 0-4 0,-5 3-4 15,-15-4-6-15,-6 9-7 0,-6-4-11 0,-6 3-11 16,-14 0-10-16,-5 7-7 0,-15 1-6 15,-5 2-3-15,-7 5-1 0,-13 7 1 16,-7 4 0-16,-6 6-1 0,-13 6-2 0,-13 2 0 16,-1 8 0-16,-12 7 0 0,-6 4 1 15,-1 3-2-15,-13 8-2 0,-7 4 0 0,1 6-1 16,-6 3 0-16,-8 10-5 0,1 3 2 16,-6 6 3-16,4 4 5 0,-4 4 0 15,6 7-2-15,-13 8 1 0,5 7 0 0,-5 7 7 16,7 9 0-16,5 4-5 0,8 9-1 15,5 9 1-15,14 6-1 0,6-1-5 0,19 5 0 16,8 3 3-16,12 4 4 0,14 0 0 0,6 4 4 16,19-1-4-16,7 1 0 0,13-4 3 15,13 4 1-15,7-4 1 0,12-1 0 16,14 1 3-16,-1-4-3 0,20 1-5 0,0-5-1 16,13 0-1-16,6-10 2 0,7 0-1 15,8-7 3-15,4-5 4 0,2-7-1 0,6-7 1 16,6-3-4-16,7-9 0 0,6-6 1 15,-1-1-5-15,2-9 1 0,-1-6 4 16,1-7 9-16,-8-2 6 0,1-8 6 0,-7-8 4 16,-6 1 3-16,-1-9-1 0,-5 1-8 15,-8-3-4-15,-6-5-6 0,-6 4-3 0,-13-3-5 16,-1 0-3-16,-13 3 1 0,-6 1-4 16,-6 3-9-16,-1-4-40 0,-11 4-96 0,-2 0-175 15,-12 1-254-15,-2-2-288 0,-4-3-224 16,-8 5-82-16,1-5 30 0,-1-4 141 0,7-2 235 15,-7-5 281-15</inkml:trace>
  <inkml:trace contextRef="#ctx0" brushRef="#br0" timeOffset="4936.35">31033 5568 102 0,'7'-4'345'16,"-1"1"63"-16,0-1 51 0,2-3-39 0,-2-4-19 15,0 0-19-15,1 0 8 0,-1 0 3 16,1-4-4-16,-1 1-14 0,1-2-35 0,-7-2-41 15,0 4-63-15,0-4-43 0,0 3-30 16,-7-3-21-16,1 3-14 0,-1-3-26 0,-6 7-17 16,1 0-21-16,-2-1-16 0,-6 10-16 0,-5 2-16 15,-8 2-8-15,0 6-3 0,-6 3 0 16,7 7-1-16,-7 4-1 0,0 8 6 0,-1 2-7 16,8 5-2-16,-1 4-1 0,7-1 1 15,7 8 5-15,-1-4-5 0,8-1 7 0,4-2 4 16,8-1 12-16,8-7 11 0,-2 0 8 0,6-4 15 15,8-6 15-15,0-2 10 0,5-6 3 16,9-4 0-16,-2 0-4 0,7-7-7 0,0-8-10 16,0 0-12-16,1-6-13 0,-2-2-13 15,1-2-8-15,-6-4-3 0,-1-5 2 0,1-2 5 16,-13-1 7-16,6-3 8 0,-13-5 8 16,0 2 1-16,-7-1-3 0,1-4-3 0,-7 1-2 15,0 2 0-15,0 6 3 0,-7-2 5 0,7 11 4 16,-6 1 0-16,6 4-5 0,0 2-7 15,-7 6-12-15,7-2-8 0,0 8-9 0,-6 0-3 16,6 8-5-16,0 3 0 0,0 3-1 16,6 4 0-16,1 8 1 0,-1-1 1 0,1 5 2 15,6 3 0-15,0 0 0 0,7 3 1 0,-1-3-1 16,1 1 1-16,6-2 2 0,0-2 0 16,-1-5-1-16,1 4-2 0,7-7-8 0,-7 1-40 15,-6-2-85-15,6-2-127 0,-7-5-214 16,-5 2-236-16,-2-2-287 0,-5-3-116 0,-7-4-2 15,-7 4 83-15,1-7 190 0,-7 3 226 16</inkml:trace>
  <inkml:trace contextRef="#ctx0" brushRef="#br0" timeOffset="5264.49">30259 6788 278 0,'-40'34'585'0,"14"-9"91"0,0-3 109 16,13-5 66-16,0-5-142 0,19-4-119 16,7-8-73-16,13-8-35 0,13-4-65 0,13-2-53 15,7-8-46-15,12 0-46 0,21-3-46 0,5-5-40 16,21-2-28-16,13-2-21 0,-1 2-22 16,12-5-19-16,8 1-20 0,0 2-11 15,0-2-7-15,6 2-11 0,-12 2-10 0,-8 0-5 16,2 1-6-16,-15 2-2 0,-13 3-11 0,-12 5-6 15,-13-2-3-15,-14 5 0 0,-18 4-4 16,-7-1-7-16,-14 4-8 0,-6 4-12 0,-19 3-34 16,-14 0-62-16,-12 1-75 0,-8 6-89 15,-11 5-135-15,-9-1-177 0,-4 4-185 0,-8 4-208 16,7 3-71-16,-7 1 13 0,7 2 103 0,0 2 165 16,0 2 209-16</inkml:trace>
  <inkml:trace contextRef="#ctx0" brushRef="#br0" timeOffset="5826.81">31320 7414 231 0,'-33'8'414'0,"7"-1"48"0,-7-4 59 16,7-3 7-16,0 0-47 0,0-3-31 16,1-1-8-16,5-3-1 0,0-4-17 0,7 1-49 15,1-2-83-15,-2-2-52 0,8-1-39 16,6 0-34-16,6-2-32 0,0 1-24 0,8-2-25 16,5 0-21-16,7-1-16 0,0 1-8 0,7 3-9 15,-1 5-10-15,1-1-5 0,-1 3-2 16,8 5-4-16,-7 3-4 0,5 3 0 0,-5 9-9 15,-7 5 2-15,0 1 0 0,0 8 0 16,-13 0 3-16,0 8 1 0,-6-2 8 0,-7 4-2 16,-14 1-2-16,2 8 4 0,-8-2 1 0,-6 1 2 15,-7 0-1-15,1 0 2 0,-13 4 1 16,5-1-5-16,-12 1 3 0,6-1-1 0,-6 0 3 16,0-2 7-16,6-4 4 0,1-6 5 15,6-4 7-15,6-2 10 0,8-8 32 0,5-2 32 16,7-8 31-16,6 0 23 0,14-8 13 0,12 1 4 15,14-8-22-15,6-3-34 0,13-4-30 16,13-3-23-16,0-5-18 0,7-3-16 16,13 1 0-16,-7-1 7 0,7-1-13 0,0 2-36 15,-2-2 0-15,2 2 0 0,-13 2 0 0,0-4 0 16,-7 6 0-16,-6 2 0 0,-8 0 0 0,-5 1 0 16,-13 2 0-16,-1 2 0 0,-12 3 0 15,-1-1 0-15,-5 5 0 0,-8-1 0 0,-6 1-64 16,-6-1-181-16,-2 0-82 0,-4 4-110 15,-1-4-134-15,-7 4-138 0,0-3-137 0,1-1-142 16,0-3-27-16,0-1 59 0,-1 0 131 16,0-6 172-16,7-1 188 0</inkml:trace>
  <inkml:trace contextRef="#ctx0" brushRef="#br0" timeOffset="6326.68">32133 6769 381 0,'0'-33'492'0,"-6"1"47"0,0 6 57 0,-1 1-21 16,1 6-110-16,-1 1-61 0,1 7-38 16,6 0-26-16,-7 3-48 0,1 6-74 0,0 4-75 15,-2 3-35-15,8 6-8 0,0 6-2 16,0 6 10-16,0 6 16 0,8 4 14 0,-2 4 1 16,7 0 0-16,-7 2 2 0,1 3-3 0,6 1-7 15,-7 1-13-15,8-1-19 0,-8-2-16 0,0-4-16 16,1-1-10-16,-7-3-13 0,6-8-9 15,-6 2-2-15,7-9-1 0,-7-4 6 0,0 1 5 16,0-3 9-16,0-6 6 0,-7-2 2 16,7-4 0-16,-6-4-9 0,-1-2-9 0,7-6-5 15,-6-3-7-15,6-2-4 0,0-6-6 0,0-3 4 16,6-3-2-16,1 0-3 0,6 0 0 16,6-2-3-16,1 4-2 0,0 0-8 0,5 2-1 15,1 3-4-15,0 7-3 0,1 1-1 16,5 6 0-16,-6 1 3 0,7 2-3 0,-7 10 0 15,0-2 4-15,0 5 0 0,-7 6-1 0,1 1-2 16,-7 7 1-16,1 0 2 0,-14 0 2 16,0 7 3-16,-14 1 2 0,1 2 2 0,-13 2 1 15,0-2 1-15,0-2 1 0,-13 3 2 16,6-8 2-16,1 0 1 0,-7 1 6 0,6-8 2 16,-6 1 1-16,6-4 0 0,7-4-2 0,0-4-3 15,1 1-6-15,5-5-6 0,0 1-12 16,1-4-31-16,5 0-109 0,-5-4-212 15,6 1-345-15,7-1-306 0,-1-7-155 0,1 0-58 16,6-7 62-16,6-1 187 0,1-3 332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4:26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5242 10606 87 0,'-6'-7'378'16,"-7"2"53"-16,0-6 48 0,0 0 2 16,-1 1-35-16,2-2-56 0,-2 1 3 0,8 0 8 15,0 4 0-15,-1-4-26 0,1 4-55 16,-1 0-66-16,7 4-73 0,-7-2-56 15,7 1-41-15,7 4-22 0,0 4-2 0,-1 1 10 16,7 5 14 0,0 5 16-16,0-1 15 0,7 8 10 0,-7 4 0 15,6 0-5-15,0-1-2 0,1 4-2 16,0-2 1-16,-1-2 6 0,1 0 14 0,6-6 16 16,-7-1 19-16,7-7 23 0,1-3 20 15,5-5 14-15,1-10 9 0,6-4-4 0,0-11-177 16,6-8-57-16,8-9 0 0,-1-5 0 15,13-12 0-15,6-6 0 0,8-7 0 0,12-9 0 0,7-6 0 16,6-4 0-16,0 4 0 0,0-1 0 0,0 9 0 16,1-1 0-16,-8 4 0 0,-5 6 0 15,-15 13 0-15,-4 7 0 0,-15 5 0 0,-13 10 0 16,-6 6 0-16,-13 11 0 0,1 0 0 16,-15 8 0-16,2 7 0 0,-8 4 0 15,-6 4 0-15,-6 2 0 16,-14 5-329-16,1 4-421 0,-1-1-348 0,-12 3-140 15,-7 2-17-15,-1-1 69 0,-5 0 132 16,-1-4 249-16,-6-4 377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4:32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13846 7616 99 0,'6'3'357'15,"1"2"64"-15,-1-10 58 0,0 2-47 16,-6-5 17-16,0 2-29 0,8-2-19 0,-8-7-14 16,0 4-12-16,-8-3-23 0,8-5-44 15,-6 5-57-15,0-4-47 0,-7-1-29 16,6 1-28-16,-6 3-21 0,1 0-12 0,-2 4-20 15,1 0-12-15,-6 4-17 0,-1 7-14 0,1 0-12 0,-7 4-12 16,-1 3-6-16,1 4-3 0,0 4 0 16,7-1-1-16,-1 6 3 0,0-3-1 0,8 5 2 31,-1 3 1-31,6 1-3 0,0 0 1 0,7-4-7 0,0 4 0 0,14 0-3 0,-8-8-3 31,7 3 0-31,1-2-3 0,4-4 3 0,2-4 0 0,0 0-1 16,-1-4-1-16,7-3-1 0,-6 0 2 15,6-4 1-15,-7-8-3 0,1 4 1 16,-1-7 3-16,-5 0 8 0,6-4 8 0,-14 1 11 16,7-4 13-16,-7-1 10 0,1-6 4 0,-1 3 5 15,-6-4-2-15,0 3 0 0,7 2 3 16,-7-1 0-16,0 7 2 0,6 1-6 16,-6-1-8-16,0 8-11 0,0 0-19 0,0 4-12 0,0 3-10 15,6 3-4-15,-6 4-1 0,8 4 0 16,-8 3 6-16,6 5 2 0,7-1 1 0,-7 4 5 15,7 3 0-15,0 2 1 0,-6 2-1 16,12-4-1-16,-5 1-1 0,-2 3-6 0,8-7-12 16,-1 4-28-16,-5-4-40 0,5 0-58 15,1-8-78-15,0 4-121 16,-8-6-171-16,8-1-193 0,-1-8-207 16,1-3-75-16,0-3 8 0,-1-5 83 15,-6 1 162-15,6-8 210 0</inkml:trace>
  <inkml:trace contextRef="#ctx0" brushRef="#br0" timeOffset="200.73">14542 7542 14 0,'7'0'518'0,"0"-3"133"0,-1 3 98 16,1-4 70-16,-1 1-64 0,0-1-180 16,8 0-159-16,-2 1-115 0,8-1-91 15,0 0-60-15,-1 1-51 0,7 3-40 0,7-4-23 16,-7 1-16-16,7-1-20 0,-1 0-40 15,-6 4-74-15,7-3-101 16,-7-1-126-16,-7 0-142 0,1 1-153 16,0 3-118-16,-14-3-11 0,0 3 62 0,-6 0 99 15,-6 0 128-15</inkml:trace>
  <inkml:trace contextRef="#ctx0" brushRef="#br0" timeOffset="401.32">14699 7616 81 0,'-13'12'454'0,"7"-2"85"0,-8-3 85 15,14 1 100-15,-6-1-92 0,6-4-99 0,0 6-70 16,0-6-56-16,6 0-66 0,8-3-91 16,-2 4-76-16,1-4-60 0,7 0-46 0,6-4-29 15,0 4-18-15,0-3-8 0,1 0-8 16,-2 3-16-16,1-4-25 0,0-1-44 16,-6 2-75-16,-7-1-105 0,7 1-125 0,-14 3-148 0,0-4-182 0,-6 0-65 15,-6 1 15-15,0-1 71 0,-8 1 110 16,-5-1 152-16</inkml:trace>
  <inkml:trace contextRef="#ctx0" brushRef="#br0" timeOffset="1102.52">16034 7297 76 0,'13'7'180'0,"7"-3"35"0,-1-1 1 16,-6 2-27-16,0-2-10 0,7-3 31 15,-7 0 41-15,-7 0 8 16,7-3 18-16,-6 3 50 0,-1-5 52 16,0-2 35-16,2 0 5 0,-8 0-11 0,0 0-30 15,0-4-53-15,0 0-69 0,-8-3-59 16,2-2-47-16,-7 2-37 0,0 0-22 16,0-5-18-16,-7 4-11 0,8 5-11 0,-8-6-6 15,1 9-10-15,-7 3-7 0,0 1-9 16,-1 6-6-16,1 1-2 0,-6 7-4 0,5 1 0 0,2 6 0 15,-1-1 1-15,0 6 2 0,6 2-1 0,1 0 1 16,-1 1 1-16,7 5 0 0,0-6-1 16,13 4-1-16,-6-3 1 0,12-1-1 15,0-3 0-15,8 1 1 0,-2-2-3 0,8-3 1 16,-1-3-1-16,1-4-1 0,6 0 1 16,0-4-2-16,1-7-1 0,-2 0-1 0,1-3 1 0,0-4 3 15,1-1 8-15,-8-3 12 0,0-4 15 0,1 1 21 16,0-4 14-16,-7-2 10 0,-7 0 4 15,8-3 3-15,-8 2-2 0,0-2-2 16,-6-2 0-16,7 6-3 0,-7 0 0 0,6 5-8 31,-6 0-11-31,7 3-17 0,-7 3-19 16,0 5-13-16,0-1-12 0,0 8-8 0,6-1-2 0,1 8 1 16,-7 0 2-16,6 4 1 0,0 3 1 15,8 1-1-15,-8 3 0 0,1-4-1 0,6 4 0 16,0 0-1-16,0 0 3 0,6 0 1 15,1 0-4-15,0 0-25 0,5-4-35 0,-5-4-56 16,6 1-71-16,1 0-104 0,-1-5-154 16,-1-1-173-16,1-6-190 0,-6 0-137 0,-1-6-33 0,1 0 51 15,0-9 128-15,-1 1 183 0,-6-3 218 16</inkml:trace>
  <inkml:trace contextRef="#ctx0" brushRef="#br0" timeOffset="1356.63">16992 7059 239 0,'12'-10'651'0,"-5"-5"121"15,0 3 95-15,-1 1 59 0,-6 4-174 0,7 0-220 16,-7 3-164-16,6 4-93 0,-6 0-64 16,6 7-28-16,-6 4-16 0,7 4-6 0,0 0-10 15,-7 7-9-15,6 3-18 0,0 4-22 16,1 1-17-16,-7 0-17 0,7 3-14 0,-7-5-16 0,6 6-11 15,-6-5-7-15,0-3-6 0,0 0-5 16,7-5 0-16,-7-3-5 0,0 1-13 0,0-5-21 16,0 2-29-16,0-10-38 0,0 2-53 15,0-5-77-15,0 0-122 0,-7-3-148 16,7-3-163-16,-6-4-167 0,-1-3-91 0,0-6 0 16,1-2 93-1,-7-1 147-15,6-2 178 0</inkml:trace>
  <inkml:trace contextRef="#ctx0" brushRef="#br0" timeOffset="1572.9">16919 7210 441 0,'-12'-11'591'0,"5"3"119"0,1 5 95 16,-1-5-37-16,7 5-133 0,-6 3-107 0,6-3-98 15,6 3-88-15,1 0-71 0,-1 0-57 16,7 0-42-16,7 3-38 0,6-3-30 0,-1 3-26 0,2 1-22 16,5 0-21-16,8-1-17 0,-1 0-8 0,0 2-3 15,-1-5-8-15,2 0-6 0,5 0-6 16,-5-5-8-16,-7 5-17 0,-1-3-17 0,1 0-18 15,-14 3-20-15,0-4-36 0,-6 0-47 16,-6 4-75-16,0-3-109 0,-7 3-129 16,-7-3-161-16,-6 3-137 0,0-5-38 0,-7 2 41 0,-6-2 97 15,7 3 136-15</inkml:trace>
  <inkml:trace contextRef="#ctx0" brushRef="#br0" timeOffset="2260.36">18483 7161 159 0,'0'5'303'0,"6"-2"36"0,8 2 10 0,-8-5-88 16,7-5-1-16,0 2-31 0,0 3 0 15,-7-7 23-15,8 2 36 0,-2-2 39 16,-4 0 36-16,-2-4 9 0,6-1-16 0,-12 2-27 16,7-5-41-1,-7 4-56-15,0-3-57 0,0 0-40 0,0-3-27 16,-7 0-23-16,1-2-17 0,-6 5-13 15,-2-5-11-15,1 5-8 0,-7 3-8 0,1 0-6 16,0 3-6-16,-1 5 0 0,-6 3-5 16,-1 0-4-16,-5 8 0 0,7 2-2 0,-9 5 2 15,9 4 2-15,-1 2 8 0,6 2 9 16,-6 2 9-16,13 4 6 0,-1 1 1 0,2-1 3 0,12 1-5 16,0-5-4-16,0 4-6 0,6-7-3 15,8 4-3-15,5-8-5 0,-6 0-4 0,13-4-3 16,-7 2 1-16,7-9-3 0,1 0-2 15,-1-3 2-15,0-4 0 0,7-4 8 16,-7 1 12-16,-1-8 13 0,1 0 16 0,0-4 14 16,-6 0 10-16,-1-7 2 15,-5 0-3-15,-2-3-7 0,2-1-11 16,-1 1-10-16,-7-1-4 0,0 0 5 16,2 4 1-16,-2 4 2 0,-6 7 1 0,6 1-7 15,-6-2-7-15,0 7-16 0,0 3-15 16,0 2-8-16,0 7-6 0,0 1 0 0,6 2 3 15,-6 5 2-15,0 3 3 0,0 4 3 16,7 0 3-16,-7 1 1 0,7 2 1 0,6 1-2 0,-7-5 0 16,8 5-5-16,-8-4 0 0,14 0-2 15,-8-4-2-15,1 4-14 0,7-7-35 0,-8 3-56 16,8-7-73-16,0 1-109 0,-7-5-179 16,13 0-233-16,-6-7-251 0,-1-4-98 0,1 1-7 15,6-4 64-15,-7-5 156 0,1-2 235 16</inkml:trace>
  <inkml:trace contextRef="#ctx0" brushRef="#br0" timeOffset="2494.69">19342 7147 556 0,'7'-4'746'0,"-7"1"104"16,6 3 72-16,-6-4-25 0,7 0-201 16,0 1-228-16,-1 3-133 0,8 0-86 0,-2 0-59 15,8 0-45-15,-1 0-39 0,1 0-33 16,0 0-23-16,-1 0-15 0,7 0-14 15,0 0-9-15,7 0-6 0,-7 0-2 0,0 0-10 16,-1 0-19-16,1-4-20 0,-6 4-30 16,0-3-33-16,-7 3-52 0,-1-5-70 0,-4 2-100 15,-2-1-111-15,0 1-118 0,-12-1-133 16,0 1-104-16,-2-5-5 0,2 4 72 16,-6-3 108-16,5 4 134 0</inkml:trace>
  <inkml:trace contextRef="#ctx0" brushRef="#br0" timeOffset="2947.72">19909 6891 478 0,'13'-7'637'15,"-6"-5"112"-15,-1 1 81 0,-6 4-59 0,7 3-165 16,-7 1-168-16,7-2-130 0,-7 5-99 16,0 0-64-16,6 5-39 0,-6 2-9 0,6 4-2 15,-6 0-6-15,0-1-3 0,6 6-10 16,-6-2-12-16,0 1-17 0,8 0-13 15,-8-1-5-15,0 1-10 0,0-4-3 0,0 0-5 16,6-4 3-16,-6 0 6 0,0 1 13 16,6-5 17-16,-6 1 12 0,13 0 12 0,-6-4 5 15,6 0-1-15,-1-4-6 0,8 4-12 16,-6-4-11-16,5 1-7 0,7 0-7 16,-6-2-4-16,5 5-4 0,1-2-1 0,-6 4 1 15,6-2-2-15,-7 5 1 0,1 1 0 0,0 2 2 16,-1-2-2-16,1 2-1 0,-7 4-2 15,0 2 1-15,-6-3-3 0,-1 4-5 16,0-1 2-16,1 1 0 0,-7 0 1 0,-7-1 2 16,1 6 5-16,-7-6 2 0,0 1 0 15,-6-5 0-15,-1 5-1 0,1-5-2 0,-1 5-2 16,-6-7-1-16,6 3-3 0,1-4-2 16,-1 0-1-16,0-3-7 0,8-1 0 0,-8 1-4 15,13-4-5-15,-5 0-27 0,-2-4-45 16,8 1-59-16,0-4-79 0,-1-1-116 15,7-3-166-15,0-3-191 0,0-1-220 0,7-3-89 16,-1-5-1-16,-6-2 73 0,6-1 147 16,1 0 205-16</inkml:trace>
  <inkml:trace contextRef="#ctx0" brushRef="#br0" timeOffset="3197.99">20072 6822 272 0,'-13'-9'672'0,"6"2"114"0,-5-4 89 16,4 4 74-16,2 0-170 0,0-1-205 0,0 4-157 15,6 1-88-15,0 0-72 0,12 3-57 16,2-4-44-16,5 8-31 0,7-4-25 0,6 3-16 16,1 0-11-16,7 1-11 0,-2-4-14 15,8 5-15-15,-7-2-10 0,0-3-10 0,0 4-4 16,0-4-5-16,-7 0 0 0,8 0-4 16,-7-4 1-16,-7 4 0 0,-1-3 1 0,-5 3-1 15,-6-5-2-15,-2 5-6 0,-6-4-24 16,1 4-45-16,-7-3-65 0,-7 3-101 15,-5-3-166-15,-8 3-229 0,0 0-244 0,-12-4-96 16,6 4-12-16,-13 0 60 0,0-4 148 16,0 4 225-16</inkml:trace>
  <inkml:trace contextRef="#ctx0" brushRef="#br0" timeOffset="4166.31">16002 7672 192 0,'0'3'246'0,"0"0"23"16,0-3-65-16,0 4-79 0,0 0 1 0,-7-1-35 15,7 1-29-15,0 0-22 0,0-1-11 16,0 1-6-16,0 3-2 0,0-3-1 15,0-1 2-15,7 5 5 0,-7-1 5 0,13-4 2 16,-7 5 6-16,14 0 4 0,-8-5 3 16,15 5 7-16,-1-5 3 0,13 1 5 15,-1 0 2-15,15 0 0 0,5-4 3 0,14 0 1 16,0 0 0-16,19 0-4 0,1-4 7 16,5 0 3-16,7 0 2 0,7 1-6 0,6-5-5 15,0 5-7-15,0-5-4 0,1 5-9 16,-1-5-12-16,-7 4-2 0,1-3-5 15,-7 3 1-15,1 1-5 0,-14-1 4 0,0 0 7 16,-19 1 7-16,-1-1 20 0,-12 4 33 16,-7-3 40-16,-7-1 32 0,-11 0 29 0,5-3 13 15,-13 3 2-15,-1 1-21 0,-5 0-30 16,0-1-28-16,-8-1-24 0,-5-2-16 0,6 4-23 16,-6-1-15-16,-1 0-13 0,-6 1-22 15,0-4-56-15,0 3-99 0,-6 1-124 0,-7-6-172 16,-1 6-217-16,-4-5-107 0,-9 5-19 15,-5-5 57-15,6 2 105 0,-7-6 163 0</inkml:trace>
  <inkml:trace contextRef="#ctx0" brushRef="#br0" timeOffset="5525.8">17460 6473 35 0,'0'4'266'15,"0"-4"60"-15,0 0 27 0,0 0-59 0,0-4-25 16,0 0-6-16,0 1-47 0,7-4-38 16,-7-1-21-16,6 1-16 0,-6-1-20 15,7 1-17-15,0 0-13 0,5-4-10 0,-5 3-7 16,6 2 4-16,0-2 8 0,7 0 5 16,-8 5-3-16,8-1-3 0,-7 1-10 15,7-1-17-15,0 4-18 0,-2 4-14 0,2-1-7 16,0 4-8-16,-1 4 0 0,-5 0-2 15,5 3-1-15,-6 3-1 0,-6 0-2 0,-1-2 0 16,0 3-1-16,-12 1-1 0,0-1-1 16,-1 3 1-16,-6-2 0 0,-6-1 1 0,-1 0 8 15,-6 1-5-15,-1-1-2 0,9 1-1 16,-9-5-2-16,1-3 1 0,6 3-7 0,1-6 22 16,-1-1 34-16,8-3 36 0,-2 0 32 15,2-1 19-15,12 1 11 0,-7-4-6 16,7 0-24-16,0-4-30 0,7 4-27 0,5 0-16 15,2-3-11-15,5 3-12 0,1 0-7 16,6 0-9-16,0 0-1 0,-1 0 0 16,9 0-2-16,-9 0 6 0,7 0-2 0,-5 0 4 15,-1 0 0-15,0 0-5 0,0 0-1 16,0 0-1-16,-7 0-4 0,1 0-4 0,-7 0-19 16,1 0-29-16,-2 0-55 0,-6 0-87 15,2 0-105-15,-2 0-130 0,-6-4-142 16,-6 4-114-16,6-4-19 0,-8-3 45 0,8 4 86 15,-6-5 121-15</inkml:trace>
  <inkml:trace contextRef="#ctx0" brushRef="#br0" timeOffset="5931.59">18073 6425 274 0,'6'-11'410'0,"-6"0"46"0,0 0 44 0,0 4-60 16,0-4-95-16,-6 4-58 0,6 0-24 0,-14 3-26 15,8 1-26-15,0 3-33 0,-7 3-36 16,6 1-20-16,-6 7-15 0,-1-1-3 0,2 6-8 16,-1 4-12-16,0 3-12 0,6 3-14 15,1-1-14-15,0 1-19 0,6-1-7 16,0 1-4-16,6 0 7 0,0-1-9 0,1-2 3 16,6-5 7-16,6 0 6 0,1 1 16 15,0-9 10-15,5 1 18 0,8-3 7 16,-7-5 9-16,6-3 10 0,-5 0 2 0,5-3 9 15,-6-5 11-15,0 1 8 0,-6-4 4 16,6 0 0-16,-13-3-2 0,0-5-12 0,0 1-17 16,-6-4-17-16,-1 0-15 0,-6-4-17 15,-6 0-14-15,-1 1-15 0,0-1-8 0,-6 4-7 16,1 0-5-16,-8 4-5 0,0 6-3 16,1-2-6-16,-1 8-14 0,-6 1-28 15,0 5-39-15,7 0-54 0,-1 8-70 0,1-1-100 16,6 0-125-16,6 8-130 0,1-4-146 15,-1 3-99-15,14-2-10 0,-1 3 65 16,1-5 115-16,6 2 147 0</inkml:trace>
  <inkml:trace contextRef="#ctx0" brushRef="#br0" timeOffset="6150.12">18600 6561 221 0,'20'0'483'0,"-1"0"71"0,1 0 73 16,-8-4 44-16,2 1-119 0,5-1-104 0,-5 1-61 15,-2-2-51-15,8 2-59 0,-1-4-76 16,1 3-68-16,0 4-51 0,-1-4-32 0,7 4-20 16,-6 0-14-16,6 0-7 0,-7 0-4 15,1 0-7-15,0 0-24 0,-1 4-51 0,-6-4-74 16,0 0-94-16,-7 0-122 0,0 0-151 16,2 0-164-16,-8-4-50 0,-8 4 24 15,2-7 64-15,6 3 106 0,-6-3 150 0</inkml:trace>
  <inkml:trace contextRef="#ctx0" brushRef="#br0" timeOffset="6462.52">19381 6246 34 0,'0'-15'459'16,"8"4"79"-16,-16-3 62 0,8-6 73 0,-6 11-65 15,-7-7-140-15,6 5-88 0,-6 4-51 16,1 0-45-16,-2 0-61 0,2 3-68 15,-2 4-55-15,8 0-37 0,-7 0-25 0,13 4-16 16,-6 3-10-16,6 4 0 0,6 1 3 16,0-2 9-16,7 7 7 0,7 0 4 0,0 0 5 15,-1 5-1-15,7-3 1 0,-6 2-6 0,6 1-5 16,-7-3-1-16,1 2-2 0,0 2-1 16,-8-5-1-16,1 0-1 0,1 1 2 15,-8-5-2-15,0 1 5 0,-6 0 5 0,7 0 8 16,-14-5 6-16,7 2 1 0,-12-5-2 15,-2 0-1-15,1 0-7 0,-6 1-17 16,-8-1-36-16,2-4-65 0,-15-3-113 0,8 5-159 16,-7-10-209-16,-6 2-224 0,-1-4-94 15,7-4-4-15,-7-4 75 0,7 0 137 0,7-3 195 16</inkml:trace>
  <inkml:trace contextRef="#ctx0" brushRef="#br0" timeOffset="6681.25">19160 6172 308 0,'33'0'637'0,"-7"-6"85"16,0 1 68-16,6-2 59 0,1 0-209 0,-7 3-203 16,7 1-123-16,-1-1-67 0,1 0-54 15,-1 4-48-15,7-3-40 0,-6 3-29 0,6 0-23 16,0 0-15-16,0 3-13 0,0-3-9 16,1 4-7-16,-2-4-21 0,1 4-28 15,-6-1-46-15,-7-3-79 0,-6 4-101 0,-1-4-107 16,-6 0-106-16,-13 3-119 0,0-3-126 15,-13 4-16-15,0 1 51 0,-13-3 83 0,-7 3 111 16</inkml:trace>
  <inkml:trace contextRef="#ctx0" brushRef="#br0" timeOffset="8165.36">15285 8928 30 0,'0'0'390'0,"0"-4"58"0,0-3 55 15,0 3 43-15,-7-8-44 0,1 5-93 16,0-4-40-16,-1-3-10 0,0 2-16 0,-5-2-42 16,-2 0-51-16,1-5-42 0,-6 2-38 15,0 2-35-15,-1 4-25 0,-6-5-17 16,-1 9-13-16,2 4-9 0,-1 6-12 0,-7 2-10 16,7 5-10-16,-6 5-8 0,5 7-7 15,1 3-6-15,6 5-1 0,1 2-1 0,6 2 0 16,7 2-2-16,6 1 0 0,0-3 1 15,6 2-1-15,7-3-2 0,0-4-4 16,7-4-1-16,6 2-3 0,-7-9 0 0,14 0 1 16,-7-7 2-16,0-8 1 0,0 1-1 15,7-4 6-15,-7-7 5 0,0-1 10 0,-1-4 15 16,-5-1 19-16,6-6 16 0,-6 1 13 16,-1-4 6-16,-5 0 3 0,-2-3-3 0,2-1-11 15,-8-4-2-15,1 1-8 0,-1-4-4 16,0 7 1-16,-6 1 6 0,8 0 5 0,-8 6 1 15,0 1-6-15,0 7-10 0,0 0-13 16,6 3-21-16,-6 8-15 0,0 4-14 0,0 0-5 16,6 10-1-16,0 0-1 0,1 5 3 15,0 4 0-15,-1 2 0 0,1 4 1 16,-1 0-1-16,0 5 4 0,2-1-21 0,-2-4-37 16,6 4-52-16,-4-4-69 0,4-3-96 15,1 0-155-15,1-5-171 0,-2-2-195 16,8-5-154-16,-7-3-40 0,7-3 36 0,6-5 123 15,-7-6 174-15,7-1 221 0</inkml:trace>
  <inkml:trace contextRef="#ctx0" brushRef="#br0" timeOffset="8352.73">16047 8971 306 0,'6'-7'657'0,"1"0"115"0,-7 0 90 15,7 0 69-15,-7 2-203 0,0 2-206 16,6-1-149-16,1 1-102 0,-1-1-82 0,7 0-67 15,0 1-46-15,7-1-33 0,-1 0-17 16,1 1-20-16,6 3-39 0,0-5-60 0,0 5-110 16,0 0-140-16,-7 0-161 0,1 5-179 15,-1-5-140-15,-5 3-34 0,-8 1 58 16,0 0 115-16,-12-1 147 0</inkml:trace>
  <inkml:trace contextRef="#ctx0" brushRef="#br0" timeOffset="8540.59">16099 9082 21 0,'-13'14'499'0,"7"-3"123"0,-1 0 96 16,1-4 73-16,6 0-64 0,-7 1-131 16,7-4-127-16,0-1-82 0,7 5-62 0,-7-5-55 15,6 1-51-15,7-4-51 0,0 0-41 16,6 0-39-16,1 0-28 0,6-4-19 0,-7 4-26 16,8-7-38-16,-1 3-61 0,0 1-74 15,0-1-114-15,-6-4-143 0,-1 5-168 0,-5-4-191 16,-2-1-83-16,1-3-1 0,-6 4 73 15,-7-4 121-15,6 0 165 0</inkml:trace>
  <inkml:trace contextRef="#ctx0" brushRef="#br0" timeOffset="8806.12">16639 8715 398 0,'8'-15'669'0,"4"1"114"0,-12-1 90 0,7 4 21 16,-7 0-192-16,6 4-195 0,-6 0-146 15,0 3-107-15,0-1-77 0,7 10-47 0,-7-1-23 16,7 7-5-16,-1 3 7 0,-6 4 14 16,6 4 9-16,0 4-6 0,2 4-9 0,-2 2-11 15,-6 1-11-15,6 0-13 0,-6 4-13 16,0-4-12-16,0 4-7 0,0-1-11 0,0-3-10 16,0 0-8-16,0-3-7 0,0-5-1 15,7 1-9-15,-7-8-20 0,6 1-46 16,-6-8-54-16,7-2-76 0,-7 0-118 0,13-9-173 15,-7-4-193-15,1-3-200 0,6-8-98 0,-7 0-6 16,8-7 75-16,-8 0 150 0,7-7 200 16</inkml:trace>
  <inkml:trace contextRef="#ctx0" brushRef="#br0" timeOffset="9149.43">17115 8638 285 0,'7'-14'677'0,"-7"3"118"16,0-1 86-16,-7 2 65 0,7 2-183 15,-6 1-221-15,-1 3-163 0,1 0-101 0,-1 1-69 16,1 3-52-16,-1 3-35 0,0 5-24 0,7-1-11 16,-6 4-8-16,6 0-8 0,0 8-7 15,6-5-9-15,8 5-12 0,-1 2-8 16,6-2-7-16,8 3-8 0,-2 0-5 0,1 0-2 16,7 0 1-16,-7 0 5 0,6 0 13 15,1-4 15-15,-1 4 15 0,-6 0 13 0,1-4 14 16,-7 1 8-16,-1-1 0 0,0 0-1 15,-12-3 1-15,-1 3-1 0,1-3 1 0,-7-1 1 16,-7-2-2-16,-6-1-7 0,1 3-10 16,-8-6-14-16,-6 3-14 0,-1-5-16 15,-5 6-11-15,-1-9-20 0,-5 5-29 0,-1-5-42 16,-1-3-56-16,-5 0-76 0,6 0-84 16,-1-7-107-16,2 3-166 0,5-6-200 0,7-1-226 15,0-8-76-15,-1 1 5 0,15-8 73 16,-1-3 167-16,6-4 226 0</inkml:trace>
  <inkml:trace contextRef="#ctx0" brushRef="#br0" timeOffset="9368.09">17069 8562 253 0,'20'-12'733'0,"0"1"122"16,-1 0 83-16,-5-4 69 0,5 5-113 0,0-1-289 16,0 0-168-16,15-1-89 0,-2 1-54 15,1 4-48-15,12-3-45 0,1-2-45 0,-1 5-35 16,8-4-32-16,-2 4-23 0,1-4-19 15,7 3-16-15,-6-3-10 0,5 5-10 0,1-6-10 16,-1 5-20-16,-6 0-34 0,-6-1-41 16,-7 5-54-16,-6-2-53 0,-7 5-60 15,-14 0-88-15,-12 0-144 0,-6 8-182 0,-14 0-195 16,-5 3-80-16,-15-1-4 0,-11 5 68 0,-8 4 154 16,-13-1 213-16</inkml:trace>
  <inkml:trace contextRef="#ctx0" brushRef="#br0" timeOffset="10259.08">7450 15112 86 0,'7'0'299'16,"-1"3"51"-16,1-3 35 0,-1 0-76 15,-6 0 15-15,7-3-26 0,-7 3 1 16,6 0 26-16,-6-4 39 0,0 0 23 0,6 4-2 16,-6 0-17-16,0-3-40 0,0 3-61 15,0 0-66-15,0 0-49 0,8 3-29 0,-8-3-13 16,6 8-1-16,0-2 8 0,1 6 11 15,6 2 13-15,-7 1 10 0,7 3 1 0,1 1-4 16,-2 3-2-16,8-4-5 0,-7 0-9 0,7 1-7 16,-1-1 0-16,0-3 3 0,1-5 4 15,-1-2 8-15,7-5 10 0,1-6 5 16,5-5-2-16,7-10-3 0,7-11-10 0,13-7-72 16,0-9-68-16,12-13 0 0,7-8 0 15,6-11 0-15,8-8 0 0,12 1 0 16,-6-4 0-16,12 4 0 0,-11 4 0 0,4 3 0 15,-11 3 0-15,-1 5 0 0,-14 10 0 16,-4 5 0-16,-8 5 0 0,-13 9 0 0,-13 11 0 16,0 0 0-16,-13 11 0 0,0-1 0 15,-13 4 0-15,7 8 0 0,-14 0 0 0,0-1 0 16,1 8 0-16,-7 0 0 0,0 0-284 16,-13 0-392-16,7 4-291 0,-8 0-206 0,-5-1-52 15,-7 1 41-15,-6-4 105 0,-1 0 212 16,-6 0 317-16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4:52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6962 9444 392 0,'0'-7'541'0,"-7"-4"111"0,7 3 109 0,-6-3-49 16,-1 4-70-16,7 0-104 0,-7-4-72 16,1 7-80-16,6-3-86 0,-6 4-76 15,6 3-59-15,0-5-49 0,0 10-38 0,0-2-25 16,6 1-14-16,0 7 2 0,1 3 5 15,6 4 9-15,-6 1 7 0,5 3 5 0,2 4 7 16,6-1 4-16,-8-3 1 0,1 0 1 16,7 0 7-16,0-4 7 0,-8-3 5 0,8-4 12 15,-1-5 22-15,1-1 17 0,6-5 13 16,0-5 7-16,7-9 2 0,0-8-10 16,-1-11-19-16,7-3-83 0,7-11-60 0,-1-5 0 15,7-2 0-15,7-6 0 0,0-2 0 0,12 0 0 16,0-8 0-16,8 1 0 0,-1-5 0 15,0 4 0-15,0 5 0 0,-13 7 0 16,-6 6 0-16,-7 4 0 0,-6 12 0 0,-13 7 0 16,-8 7 0-16,1 3 0 0,-12 4 0 15,-2 5 0-15,2 6 0 0,-14 0 0 0,0 8 0 16,-7 0 0-16,-6 3-369 0,-7 4-258 16,1 0-249-16,-7 4-235 0,-6-5-74 0,-7 2 22 15,-1-1 87-15,-12-4 176 0,0-3 281 16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4:05:07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10348 14829 358 0,'0'-3'422'0,"7"-5"56"0,-7 5 25 15,6-4-43-15,-6-1-72 0,0 5-29 16,0-1-18-16,0 0-23 0,7 4-31 15,-7-3-45-15,0 3-51 0,0-4-49 0,0 4-35 16,0 0-20-16,0 0-6 0,0 4-2 16,0-1 6-16,0 1 7 0,0 3 5 0,0 1 1 15,7 2-6-15,-7 1-4 0,0 0-10 16,6 4-7-16,-6 0-8 0,6 3-3 16,-6 1-1-16,6-5 1 0,2 8 6 0,-2-4 1 15,-6 1 4-15,13-2 1 0,-6 2 1 16,-1-1-2-16,1 2-2 0,-1-3 2 0,0-2 0 15,8-4 0-15,-8 4 3 0,7-5 7 16,-6-2 5-16,-1-1 3 0,7 0 5 0,-6-3 8 16,6 0 5-16,-1-4 3 0,2 0 2 15,-1-4 0-15,6-3-2 0,0-4-10 16,8-1-8-16,-1-5-8 0,6-5-5 0,1-3-6 16,7-6-4-16,-2-1-5 0,8-1-4 0,0-7-55 15,5-1-5-15,8 1 0 0,-1-4 0 16,8-4 0-16,0 0 0 0,5 5 0 15,0-5 0-15,0 4 0 0,2-4 0 0,-2 5 0 16,0-1 0-16,2 0 0 0,-8 2 0 0,-7 3 0 16,1-1 0-16,0 3 0 0,-8 3 0 15,-5 2 0-15,-1 3 0 0,-12 7 0 0,0 0 0 16,-7 4 0-16,0 2 0 0,-6 5 0 16,-8 4 0-16,2 0 0 0,-8 0 0 15,1 3 0-15,-7 4 0 0,0 0 0 0,0 0 0 16,-7 7 0-16,1-3 0 0,-8 0-183 15,2 4-189-15,-2 2-103 0,-5-2-125 16,-1 3-152-16,1-5-171 0,0 6-106 0,-1-1-5 16,0-4 66-16,1 0 144 0,5 1 195 15,-5-5 235-15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7:36.6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7215 14580 119 0,'8'-3'367'0,"-8"-2"78"0,0 2 72 16,0-4-19-16,-8 0 39 0,8 3-15 0,0-7-27 15,-6 7-24-15,6-3-29 0,0 0-54 16,-6-1-76-16,6 5-56 0,0 0-45 0,-7-2-41 16,7 1-33-16,0 4-29 0,0 0-20 15,0 0-18-15,0 4-6 0,7 4 9 16,-1 3 21-16,0 0 22 0,8 3 15 0,-8 5 21 15,7-1 9-15,1 0 6 0,-2 1-1 16,2 3-2-16,5-4-8 0,-6 0-9 16,6-4-8-16,1 1-5 0,0-4-4 0,5-3-86 15,1-5-44-15,7-3 0 0,-1-7 0 16,14-8 0-16,0-10 0 0,6-4 0 0,13-9 0 16,6-6 0-16,2-6 0 0,12-8 0 15,-2-5 0-15,2-7 0 0,7-3 0 0,-1-4 0 16,-6 4 0-16,6-4 0 0,0 7 0 15,-7 5 0-15,-5 6 0 0,-8 4 0 0,-12 7 0 16,-1 8 0-16,-11 4 0 0,-9 6 0 16,-5 4 0-16,-7 8 0 0,-7-1 0 0,1 8 0 15,-8 1 0-15,2 2 0 0,-1 5 0 16,-7-2 0-16,1 5 0 0,-7 0 0 0,-7 0 0 16,7 8-438-16,-13-4-251 0,1 3-250 15,-8-3-196-15,0 3-51 0,-13 0 39 0,1-3 100 16,-1-1 200-16,-12 2 284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7:42.8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8584 15852 200 0,'0'-11'331'0,"0"0"52"0,0 4 28 15,0-5-55-15,0 1-13 0,0 0-27 16,-8 1 13-16,8-3 19 0,0 3 10 0,0 3 3 15,-6-5-10-15,6 2-5 0,-6-1-35 16,6 4-43-16,-7-4-39 0,7 6-41 16,0-1-31-16,-6 6-35 0,6 0-21 0,0 3-9 15,0 0-2-15,6 9 13 0,-6 3 19 16,0 2 13-16,7 2 10 0,-7 4-2 0,6-2-11 16,0 2-17-16,2-5-17 0,-2 3-14 15,7-2-12-15,0-4-4 0,0-5 5 16,7 2 12-16,-1-6 12 0,7-6 19 0,6-3 15 15,1-8 11-15,13-7 4 0,-1-7-6 16,7-9-87-16,1-6-53 0,12-12 0 0,6-6 0 16,1-9 0-16,12-9 0 0,14-8 0 15,13-8 0-15,6-3 0 0,1-4 0 0,-8 4 0 16,-5 7 0-16,-1 8 0 0,-13 6 0 16,-12 12 0-16,-8 10 0 0,-12 5 0 0,-8 10 0 15,-11 8 0-15,-8 7 0 0,-6 4 0 0,-7 3 0 16,-5 4 0-16,-1 7 0 0,0 1 0 15,-13 3 0-15,0 3 0 0,0 1 0 0,-7-1-322 16,1 5-358-16,-1-4-282 0,1-1-200 16,-8 1-54-16,2-4 42 0,-2-4 103 15,-5-3 207-15,-1-8 313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7:51.2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6330 10599 67 0,'7'2'441'0,"-7"3"117"0,0-5 124 16,0 0 63-16,-7 0-25 0,7 0-89 15,-7 0-79-15,7 0-76 0,-6-5-91 0,6 5-86 16,-6 0-79-16,6 5-61 0,0-5-46 16,0 6-27-16,6 2-5 0,-6 6 5 0,13 2 17 0,-6 2 17 15,5 7 19-15,2 1 5 0,-1-1-3 0,-1 5-8 16,2-1-6-16,6-4-3 0,-1 5-5 15,0-4-1-15,0-4 6 0,8-4 14 0,-1-3 23 16,0-4 25-16,13-8-173 0,-7-6-13 16,14-8 0-16,-1-7 0 0,8-12 0 15,6-3 0-15,6-11 0 16,6-3 0-16,8-13 0 0,5-1 0 16,0-9 0-16,8-7 0 0,-1 0 0 0,0 1 0 15,7-2 0-15,-14 9 0 0,1 7 0 16,-7 3 0-16,-12 12 0 0,-8 3 0 0,-12 10 0 15,-7 5 0-15,-7 6 0 0,-6 6 0 16,-6 2 0-16,-7 3 0 0,-7 6 0 0,8 2 0 16,-14 0 0-16,0 8 0 0,-7 0-402 0,-6 2-399 15,0 2-322-15,-7 3-124 0,-6 0 0 0,-6 1 77 16,-1-2 154-16,-6-2 256 0,1-4 356 16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8:09.0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8381 14210 367 0,'7'-19'442'0,"-7"-2"43"0,0-2 34 16,0 6-99-16,-7-2-58 0,7 5-30 16,0 0-5-16,0 2-11 0,-6 1-15 0,6 3-34 15,0 5-65-15,0 3-61 0,0 3-42 16,6 5-17-16,-6 3 1 0,7 4 3 0,0 7 9 15,-1 0-1-15,-6 0 3 0,13 3-6 16,-7-3 1-16,1 0 0 0,6 0 1 16,-7 0 7-16,14-4 11 0,-7-3 11 0,7-4 10 15,0-4 17-15,5-3 16 0,1-10 9 16,7-6-4-16,13-10 1 0,-1-11-7 16,14-11-12-16,6-12-19 0,13-5-20 0,7-13-5 15,13-10-10-15,19-7-12 0,7-7-16 0,18-13-8 16,8-6-4-16,-6 3-6 0,-14 11-4 15,-6 8-2-15,-13 15-1 0,-7 2-2 0,-19 16-4 16,-14 8-12-16,-12 10-8 0,-7 7-6 16,-20 11-5-16,1 4-4 0,-20 8-10 0,0 3-15 15,-13 6-35-15,-7 5-56 0,-6 5-76 16,1 6-89-16,-15 0-115 0,1 4-189 0,0 3-242 16,-6 3-206-16,-1 1-63 0,1-2 18 15,-7 0 84-15,-7-1 183 0,1-4 265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2:59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10531 7672 224 0,'0'-4'294'0,"-7"-1"32"15,7 2-47-15,0 3-18 0,-6-4-44 16,6 1-43-16,0 3-32 0,0 0-29 0,0 3-30 16,0 1-27-16,6-1-20 0,-6 6-10 15,7 1-4-15,-7 5 1 0,6-1-2 0,0 4-1 16,-6 2-5-16,8 1 2 0,-8 1 0 16,6 4-3-16,-6-5 0 0,6-3 5 15,-6 1 7-15,7-1 5 0,-1-3 5 0,-6-4 8 16,0-3 14-16,7-1 21 0,-7 1 27 15,0-5 38-15,6-3 34 0,1 0 20 0,-7-3 9 16,6-2-14-16,0-5-22 0,8 2-42 16,-8-3-39-16,8 1-27 0,-1-6-23 15,-1 5-15-15,8-4-12 0,-7 5-5 0,7-1-1 16,-1 3-3-16,0 2 1 0,-5-3-3 16,5 6 3-16,-6 3 3 0,6 0-4 0,-5 8 8 15,-1-1-10-15,0 0 11 0,0 8 3 16,0-1 15-16,-6 1 13 0,-1 3 4 0,0 5 19 15,-6-5-3-15,0 4 5 0,0 0-4 16,0-4 6-16,-6 4 6 0,0-3 10 16,-8-1 7-16,8-4 1 0,-7 1-4 0,0 0-12 15,6-4-13-15,-5 0-15 0,-2-4-12 16,1-4-8-16,7 5-10 0,-7-8-6 0,6 0-5 16,1 0-3-16,-8-4-7 0,8 0-15 15,0-6-60-15,6 2-123 0,-7-6-151 16,7-1-145-16,0-3-162 0,-7 0-147 0,7-5-25 15,-6 1 76-15,6-3 128 0,-6-5 136 16</inkml:trace>
  <inkml:trace contextRef="#ctx0" brushRef="#br0" timeOffset="218.63">10557 7635 21 0,'-6'-4'322'15,"-2"-3"43"-15,2-1 28 0,0-3-16 0,6 3-91 16,6-3-80-16,0-3-43 0,8-1-23 15,12-3-14-15,-7 0-18 0,14-4-17 0,-1-3-18 16,8-2-21-16,-1-2-20 0,0-4-13 16,-1 1-9-16,2-2-6 0,5 5-1 15,-12 0-1-15,-1 6-2 0,1 2-12 0,-7 7-41 16,-6 2-69-16,-8 5-102 0,2 7-148 16,-14 4-77-16,0 2-31 0,-7 10 21 15,0 2 55-15</inkml:trace>
  <inkml:trace contextRef="#ctx0" brushRef="#br0" timeOffset="421.37">10817 8016 29 0,'0'6'394'16,"-6"-2"44"-16,-1 3 24 0,1-7 12 15,-1 5-150-15,1-2-150 0,-1-3-83 0,7 0-48 16,0 3-59-16,0-3-85 0,7 0-158 16,-1 0-107-16,1 5-56 0,-1-5-26 15,7 2 20-15,7-2 64 0</inkml:trace>
  <inkml:trace contextRef="#ctx0" brushRef="#br0" timeOffset="984.14">11866 8770 191 0,'7'8'302'0,"-7"-5"23"0,6 4-18 15,-6-7-53-15,0 5-59 0,6-5-36 0,-6 3-16 16,0-3-4-16,0 0-6 0,0 0-14 16,0-3-15-16,0 3-17 0,0 0-16 15,0 0-10-15,0-5-9 0,0 5-5 0,0-3 0 16,0 3 0-16,0-4 7 0,0 4 4 16,0 0 5-16,0 0-1 0,0 0 0 15,0 0 1-15,-6-3-8 0,6 3-7 0,0 0-12 16,0 0-5-16,0 0-7 0,0 0-7 15,0 0-6-15,0 0-2 0,0 0-2 0,0 0-2 16,0 0-5-16,0 0-2 0,0 0 4 16,0 0-2-16,0 0 5 0,0 0-3 15,0 0-1-15,0-4 3 0,0 8-2 0,0-4 1 16,0 0-9-16,0 0 4 0,0 0 2 16,0 0-1-16,0 0 4 0,0 0-4 0,0 0 1 15,0 0 1-15,0 0 2 0,0 0-3 16,0 0-4-16,0 0 6 0,0 3-1 0,0-3-2 15,0 0 1-15,0 0 1 0,0 0-1 16,0 0-2-16,0 0 2 0,0-3 0 16,0 3-4-16,0 0 1 0,0 0 1 0,0 0 2 15,0 0 1-15,0 0 1 0,0 0 1 16,0 0-1-16,0-4-5 0,0 4-34 0,0 0-73 16,0-4-111-16,-6 4-177 0,6 0-113 0,-7-3-55 15,0-5 1-15,1 0 54 0,0 1 104 16</inkml:trace>
  <inkml:trace contextRef="#ctx0" brushRef="#br0" timeOffset="2124.1">11409 7686 10 0,'-6'7'207'0,"6"0"16"0,-6-3-13 0,6 3-59 16,-6 0-42-16,6-3-24 0,0 0-16 16,0 3-7-16,-7-4-5 0,7 2 1 15,0-5 3-15,0 3 7 0,0 2 9 0,0-2 13 16,0-3 19-16,0 3 26 0,0-3 23 16,0 0 36-16,0 0 27 0,0 0 40 0,-7 0 38 15,7 0 28-15,0 0 7 0,0 0-16 16,-6 0-25-16,-1-3-43 0,7 3-52 0,-6-3-54 15,0-2-30-15,-2 2-17 0,2-2-7 16,0-2-9-16,0 0-5 0,-1 0 1 16,0-1-4-16,1 1-13 0,-1-4-8 0,1 0-4 15,-1 1-4-15,0-5-6 0,1 4-9 16,-6-7-2-16,4 2-1 0,2-1-3 16,0-2-3-16,-1-3-5 0,1 4-1 0,6-4-7 15,-7 0-1-15,0 0-1 0,7 0-1 16,0 0 1-16,0 0 2 0,0 0 0 0,0 0-2 15,7 0-1-15,0-4 2 0,-1-3-2 16,1 3-4-16,5-3 2 0,2-1-2 0,5-3 1 16,-6 4-1-16,7 0-2 0,-1 0 1 15,1-1-1-15,-1 2 2 0,7-2-1 0,-6 1 0 16,6 0 1-16,-7-1 0 0,7 4 0 16,-6 1 0-16,6 0-1 0,-7 2 0 0,8 2 1 15,-8 2-1-15,0 1 1 0,8-1-1 16,-7 8 0-16,6-3-1 0,0 2 0 0,6 2-2 15,-5 2 2-15,5 5 4 0,1-1 0 16,-1 0 2-16,1 1-1 0,5 3 1 16,1 0 1-16,7 3-6 0,-1-3 1 0,2 4-1 15,-2 3 4-15,1 1-1 0,5-1 1 16,2 0 3-16,-7 4-1 0,-1 0 1 16,7 4 0-16,-7 0 1 0,1 3 1 0,0 1 11 15,6 2-5-15,-7 2 0 0,1-3 1 16,-1 7-4-16,1-2-1 0,0 4-10 0,0 1 1 15,-8-1 3-15,9 5-1 0,-9-6 4 16,1 9 0-16,0-4-1 0,1 0-2 16,-8 4 3-16,1-4 4 0,-1 3-4 0,-5-3 2 15,-2 5 1-15,1-6 1 0,0 0-4 16,0 2-7-16,1-1 5 0,-9 0 2 0,2 0 2 16,0 3 3-16,-1-2 5 0,1-1 3 15,0-4 1-15,-7 4-1 0,-1-1 0 0,2-1-3 16,-2 1 0-16,2 0 0 0,-8 2 1 15,7-5-3-15,-6 4 4 0,0-4 3 0,5 1 4 16,-12-1 4-16,6-4 3 0,2 4 0 16,-8 1 0-16,6-4-3 0,-6-1-6 0,6 1-5 15,-6 0-8-15,0 0-2 0,7-1 0 16,-7 1-4-16,7-5-1 0,-1 2-3 16,1-2 2-16,-7 2 1 0,12-1-2 0,-5 0 2 15,0-4 3-15,-1 0 2 0,7 0 5 16,-6-2 6-16,6-3 6 0,-7 3 11 0,0-2 11 15,8-2 5-15,-8-2 4 0,0-2 0 16,2 3-2-16,-2-8-10 0,0 4-7 0,-6-2-10 16,7-2-7-16,-7 0-3 0,6-3-7 15,-6 4-3-15,0-4-2 0,0 0-1 16,0 0-3-16,0 0-6 0,0 0-17 0,0 0-44 16,-6-4-66-16,-1 4-84 0,7-3-120 15,-6 3-171-15,0-3-172 0,-2-2-182 16,-4 5-95-16,-2-3-4 0,8-1 80 0,-7 4 149 15,0-3 178-15</inkml:trace>
  <inkml:trace contextRef="#ctx0" brushRef="#br0" timeOffset="2623.98">13546 8536 127 0,'-6'3'426'0,"-14"1"61"0,7-4 41 0,6 4 2 15,-5-4-120-15,5 0-82 0,1 3-50 16,-1-3-18-16,7 0-9 0,0 4-11 0,0-4-26 16,0 3-35-16,7 2-21 0,6-2-26 15,-1 0-14-15,2 5-13 0,5 3-5 16,1-4 0-16,0 4-6 0,-2 4-7 0,2 0-10 16,0 3 3-16,-1 0 0 0,1 0-3 15,0 5 1-15,-1 2-1 0,1-3 0 0,-1 0 6 16,1 0 2-16,-8 0-2 0,8 0-3 15,-6 0 9-15,-8-3 7 0,7-6-3 16,0 3 3-16,-7-5 6 0,1-1 8 0,-1-2 9 16,0-1 7-16,-6-3 13 0,8-4 2 15,-2 0-1-15,0-7-11 0,1 0-16 0,6-8-19 16,-7 0-17-16,7-7-14 0,1-3-1 16,5-1 4-16,-6-4 9 0,6-2 11 0,1-2 12 15,0 2-50-15,-7-2-48 0,6 2 0 16,0-1 0-16,-5 3 0 0,5-3 0 0,-6 4 0 15,7 3 0-15,-7 0 0 0,-7 4 0 16,8 4 0-16,-2 0 0 0,-5 4 0 16,-1-1 0-16,1 7 0 0,-7-3 0 0,7 8 0 15,-7-1 0-15,0 4 0 0,-7 0 0 16,7 4 0-16,-7-1 0 0,1 5 0 0,-1-1 0 16,-5 4-374-16,-2-3-250 0,2 2-213 15,-8 1-251-15,0-3-89 0,7-2 13 0,-13-1 88 16,13-5 182-16,-6-5 240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1:28:14.5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5789 11221 182 0,'-6'0'252'16,"6"0"38"-16,-6-3-34 0,6 3-61 0,0-4-23 15,0 0 0-15,0 0-14 0,0 1-8 16,6-1 2-16,-6 0 9 0,0 1 10 16,6 0 16-16,-6-2 18 0,7 2 20 0,-7 3 23 15,6-5 19-15,-6 2 13 0,7-1-5 16,-7 1-15-16,7-1-31 0,-7 4-33 0,6-4-38 16,-6 1-27-16,6 3-16 0,-6 0-13 15,7 0 1-15,-7 0 3 0,7 3 10 16,-1 1 5-16,0 3 12 0,8 0 6 0,-8 1 5 15,1 3 3-15,5-3 1 0,-4 3 2 16,4 0-2-16,-6 3 3 0,8-3-8 0,-1 1-9 16,-1-2-8-16,-4-3-10 0,10 4-3 15,-4-7 0-15,5 3 5 0,1-7 6 16,0 0 1-16,12-7-1 0,1-4-9 0,6-7-70 16,7-8-45-16,5-7 0 0,14-11 0 15,0-3 0-15,7-12 0 0,6-3 0 0,7-8 0 16,6-3 0-16,0 0 0 0,7-4 0 0,-1 0 0 15,1 0 0-15,-7 4 0 0,-12 3 0 16,-1 8 0-16,-13 7 0 0,-6 7 0 16,-7 8 0-16,-14 7 0 0,-4 4 0 0,-9 7 0 15,-5 3 0-15,0 5 0 0,-8 3 0 16,-5 3 0-16,0 1 0 0,-1 2 0 0,1 5 0 16,-7 0 0-16,-7 5 0 0,1-2-99 15,-1 1-375-15,-6 4-201 0,7 3-221 0,-14 0-209 16,7-4-59-16,-7 8 32 0,1-5 98 15,-14 2 205-15,7-2 257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3:46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11970 10789 133 0,'-7'-4'342'15,"1"4"58"-15,-7 0 55 0,7-4-53 16,-1 4 14-16,0 0-17 0,1-3 1 0,0 3-16 15,6 0-30-15,-7 0-55 0,7 0-69 16,0 0-75-16,0 0-54 0,7 3-21 16,-7 1 2-16,12 0 16 0,-5 7 20 0,6-4 19 15,-7 4 8-15,7-1 4 0,1 5 1 16,6-4-3-16,-8 0-4 0,1 0 2 0,7-3 4 16,0-1 5-16,-2 1 3 0,2-8 2 15,7-4 8-15,-1-4 3 0,6-5-3 0,1-10-7 16,6-6-10-16,6-4-4 0,1-12-14 15,13-6-14-15,-1-4-14 0,1-7-17 0,6-7-16 16,6-1-18-16,1-4-11 0,0-2-11 16,-1 2-6-16,1 5-4 0,0 3-3 15,-7 3-4-15,-13 9-2 0,0 2-2 0,-6 12-4 16,-7 3-3-16,-13 8-4 0,0 11-2 0,-7 0-1 16,-5 7-2-16,-8 4-22 0,0 7-39 15,0 2-76-15,-6 10-114 0,0-1-164 16,-6 0-247-16,0 7-337 0,-8-3-149 0,2 4-24 15,-1-5 58-15,-7 0 140 0,0-3 233 16,-5-3 351-16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3:52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13755 10466 186 0,'-7'-7'328'0,"0"4"48"16,7-4 42-16,-6 2-65 0,0 1-60 0,-1 1-22 15,0-1-6-15,7 0-12 0,-6 4-21 16,6 0-17-16,0 0-10 0,0 0-5 16,0 4-1-16,6 3 9 0,-6 2 17 0,7 4 3 15,6 1-3-15,-7 6-9 0,1-3-23 16,0 6-34-16,6-2-38 0,-7 5-19 16,0-3-21-16,8 2-15 0,-2-6-10 0,2-1 3 15,-1 1 14-15,6-9 13 0,0 0 19 0,1-5 20 16,0-5 15-16,6-8 8 0,7-6 0 15,-1-5-6-15,1-6-9 0,-1-9-9 0,14-2-11 16,0-8-12-16,-1-7-10 0,13-8-10 16,1-3-15-16,12 1-15 0,-6-10-13 0,14 1-7 15,0 5-7-15,-2-4-7 0,2 6-2 16,-8 3-2-16,-6 6-2 0,-6 3 2 0,0 6-4 16,-14 9 0-16,-5 7-1 0,-8 3-1 15,-7 9-1-15,-5 0-4 0,-6 8-7 0,5 1-4 16,-13 0-4-16,8 8-9 0,-14 5-20 15,0-2-64-15,0 5-79 0,0-1-134 16,-14 4-237-16,8 3-272 0,-7-3-215 0,0 4-60 16,-6 0 18-16,-8-5 103 0,1 2 222 15,-6-2 272-15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4:00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15331 11903 114 0,'-6'-19'184'0,"6"1"-19"0,0-1-50 15,0 1-47-15,0 3-22 0,0-6-15 16,0 2-17-16,6 1-10 0,-6-4-3 0,6 0-1 15,0 3-6-15,1-2-3 0,0-1-6 16,-7 3-4-16,6-3-22 0,-6 7-37 0,0-3-51 16,0 7-26-16,0 0-10 0</inkml:trace>
  <inkml:trace contextRef="#ctx0" brushRef="#br0" timeOffset="1780.61">14725 12833 139 0,'-6'0'276'15,"-8"0"29"-15,8 0 11 0,-1 0-75 16,1-4-52-16,0 1-21 0,-2-1 1 0,2-3-7 15,6 0-13-15,-6-5-18 0,6 1-3 16,0-3 2-16,0-1-2 0,0-4-6 16,6 4 2-16,-6-2-3 0,6-5-14 0,2 3-19 15,4 1-24-15,-5 0-15 0,-1 4-10 16,8-2-10-16,-8 5-5 0,7 4-8 0,-6 4 7 16,-1 6 24-16,7 1 21 0,-6 7 22 15,-1 8 14-15,-6-1 11 0,0 3-2 0,0 9-25 16,-6-1-18-16,-1 4-18 0,0 0-14 15,1 4-8-15,0-5-8 0,-1 2-2 16,-6-6-3-16,7-1 14 0,-1-2 20 0,7-7 22 16,-7-3 25-16,1-4 31 0,6 0 21 15,0-4-4-15,0-3-11 0,0-4-23 0,0-4-27 16,6-3-23-16,1-4-23 0,0 0-12 16,-1-4-8-16,7 1-2 0,-6-5-4 15,5 5-6-15,-5 3-1 0,6-4-1 0,-6 8-1 16,-1-1-1-16,0 1 1 0,1 7 0 15,-7 0-1-15,0 7 0 0,0 1-3 0,0 2 0 16,-7 6-5-16,7-2-19 0,-6 0-46 16,6 1-93-16,-6-4-117 0,6 4-117 0,0-4-115 15,0-4-88-15,-7 0-90 0,1-3-19 16,6 0 60-16,-7-4 88 0,0-4 99 0,1-3 99 16</inkml:trace>
  <inkml:trace contextRef="#ctx0" brushRef="#br0" timeOffset="2405.4">12212 10828 9 0,'-8'-6'134'0,"2"-2"-18"0,0 5-38 0,6-5-30 16,-7 5-10-16,0-4-11 0,7-1-4 15,-6 1-6-15,6-1-3 0,0 1 0 0,-7-5-3 16,7 5-1-16,-6 0-3 0,6-4-3 16,-6 0-2-16,6 0-1 0,-7 0-2 0,7 0-45 15,-13 0-55-15,7 0-31 0,-8 1-15 16</inkml:trace>
  <inkml:trace contextRef="#ctx0" brushRef="#br0" timeOffset="3217.68">10674 10612 26 0,'-13'0'183'0,"7"5"9"15,-7-5-29-15,-1 0-42 0,-6 0-26 16,8 0-11-16,-1 0-7 0,-7 0 4 0,8-5 3 16,-2 2 8-16,-5 0 5 0,6-2 16 15,0 3 7-15,-7-6 11 0,7 0-5 0,0 5 11 16,0-5 5-16,0 1-6 0,0-1 2 16,-1 1 9-16,8 0 13 0,-6 3 25 15,5-3 38-15,0 0 14 0,-6 0 5 0,7 2 0 16,0-1 0-16,-2 2-40 0,8 0-48 15,-6 1-32-15,6 3-23 0,-6 0-35 0,6 3-31 16,0 5 12-16,6 3 8 0,-6-1 17 16,6 5 10-16,2 4 9 0,-2-5 10 15,0 4-20-15,1 0-11 0,6-2-10 0,0-1-4 16,-1-1 7-16,8-7 9 0,7 0 20 16,-1-7 10-16,6-3 17 0,7-8 10 0,0-8 0 15,7-10-1-15,13 0-7 0,-1-15 3 16,7-4-7-16,0-7-3 0,13-7 5 15,7-1-1-15,0-2-3 0,0-2-9 0,-1 2-5 16,-6 3-15-16,1 3-14 0,-8 4-12 0,-6 7-13 16,-6 1-11-16,-7 7-8 0,-6 3-6 15,-8 7-6-15,-5 4-5 0,-1 9-1 16,-12-2 0-16,0 11-2 0,-7 2-2 0,0 2-4 16,-6 4-10-16,-7 7-22 0,6 1-61 15,-6 3-93-15,0 3-140 0,-6 5-231 0,6-1-284 16,-7 1-207-16,0-1-62 0,1 3 27 15,-7-6 105-15,0 3 217 0,0-7 284 16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4:10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18828 12869 172 0,'0'0'296'16,"0"-3"34"-16,0 3-15 0,0-4-46 0,0 0-19 16,-7 1-33-16,7-5-15 0,0 5 7 15,0-5 17-15,0 1 15 0,-6 0 7 16,6 0 6-16,0 0 13 0,-6-1-3 0,6 1-13 15,0 3-21-15,-8-3-23 0,8-1-19 16,0 5-29-16,-6-2-29 0,6 3-31 0,0 2-20 16,-6 0-17-16,6 0-16 0,0 2-8 15,0 3-6-15,0 2 5 0,6 8 3 0,-6 0 9 16,6-1 8-16,2 8 4 0,-2 0 3 16,-6 1-1-16,13 4 0 0,-6 0-3 15,-1 2-4-15,7 1 0 0,0-5-2 0,0 4-2 16,0-2-1-16,0-2 9 0,0-3 13 15,13 0 8-15,-6-8 12 0,-1 1 17 0,7-5 12 16,7-5 6-16,6-5-1 0,0-12-1 16,14-2-6-16,4-9-8 0,2-9-18 0,13-5-14 15,6-2-15-15,13-10-10 0,0 2-6 16,7-7-2-16,7-2-3 0,-1-6 0 0,7-4 0 16,5 0-2-16,2 4-8 0,-1-4-7 15,0-1-1-15,-5 9-9 0,-2 0-1 0,-5-1 0 16,-8 6-2-16,-6 7-1 0,-7-2-4 15,1 8 0-15,-14-1-3 0,-5 5-2 16,-8 7-3-16,-5-1 1 0,-15 8 0 0,-5 1 1 16,-7 5-3-16,0 1 0 0,-12 9-5 15,-2-5-4-15,-5 7-11 0,-1 0-10 0,-12 1-40 16,6 3-69-16,-13 3-103 0,7 5-183 16,-14-1-257-16,0 0-315 0,-6 5-137 15,1-2-20-15,-2 5 57 0,-5-5 163 0,-8 2 250 16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4:23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8460 6572 13 0,'0'3'337'0,"-7"1"62"0,0 1 60 16,7-5 43-16,-6 2-80 0,6-2-59 0,-6 5-41 0,6-5-41 15,0 3-24-15,0 0-21 0,0 2-19 16,6 2-7-16,-6 3 4 0,0 5 10 16,6-1-10-16,1 2-19 0,0 2-20 0,-7 4-15 15,6-4-16-15,1 4-14 0,6-3-14 0,-7 3-8 16,1-8-2-16,5 4-5 0,-4-3 0 15,4 0 3 1,-5-3 8-16,6-2 10 0,0-3 10 0,-1-4 7 16,8-3 4-16,-6 0 6 0,11-7 2 15,-5-4 1-15,6-3-10 0,7-5-4 0,-1-3-11 16,7-3-13-16,7-4-19 0,6-5-18 16,0-6-14-16,7 0-15 0,-1-7-9 0,7-2-6 15,0 2-6-15,0-1-5 0,-6 1-5 16,6 0-4-16,0 3-2 0,-6 2-4 0,0 3 0 0,-7 2-6 15,-7 5-1-15,1 2 0 0,-13 0 0 16,-1 9 0-16,1 2 0 0,-13 1 0 0,-1 7 0 16,-6 0 0-16,0 3 0 0,-7 1-3 15,1 3-60-15,-7 1-51 0,0 3-75 0,-7 0-94 16,1 3-117-16,-7 1-196 0,0 3-230 16,-6 1-208-16,-8 3-65 0,-5-5 22 0,6 6 87 0,-13-8 194 15,-1 0 253-15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4:29.5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8323 10715 224 0,'0'0'411'15,"0"-3"76"-15,0 3 83 0,-7-5-16 16,7 5-42-16,0 0-52 0,-6 0-54 0,6 0-66 0,0 0-74 16,0 0-91-16,0 5-71 0,0-2-42 15,6 1-12-15,-6 3 7 0,7 4 7 0,-1 3 18 16,8 2 16-16,-8 2 13 0,7 0 1 16,-6 4-2-16,5 0 0 0,2 0-3 0,-1 4-7 15,-1-3-1-15,2-6 4 0,-2 1 6 16,2 1 6-16,-1-9 10 0,6 5 16 0,-6-7 11 0,7-5 11 15,-1-3 6-15,1-7 7 0,6-4-1 16,0-7-10-16,7-8-9 0,5-2-14 16,9-10-10-16,-2-2-10 0,7-7-10 0,7-2-5 15,0-2-9-15,-2-4-40 0,2-3-58 0,6-1 0 16,1-3 0-16,-1 3 0 0,0 1 0 16,0 3 0-1,-6 3 0-15,-1 5 0 0,-6 3 0 0,-6 4 0 16,-7 10 0-16,0 1 0 0,-13 8 0 15,0 1 0-15,-6 3 0 0,-7 5 0 0,0 5 0 16,0 0 0-16,-7 7 0 0,0 0-4 16,-6 0-277-16,0 3-79 0,0 5-92 0,0-1-142 15,0 4-175-15,0 0-200 0,-6 0-80 16,-7 1 8-16,0 1 70 0,0-1 158 0,1 2 214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4:39.2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9600 12031 198 0,'0'-8'348'0,"0"1"57"0,-8-4 52 16,2 3-64-16,6 1-20 0,-6 0 7 15,6 3 14-15,-7-3-6 0,7 3-26 0,0 4-44 16,-6-3-57-16,12 6-65 0,-6 1-53 16,7 0-29-16,-1 7-9 0,8 3 3 0,-8 1 4 15,7 3 3-15,0 4-1 0,0 4 2 16,0 0 1-16,0 3-1 0,0 0-2 16,0 1-2-16,0-5 0 0,0 1 3 0,0-8 11 15,1 0 18-15,5-7 21 0,0-3 17 16,0-8 10-16,8-8 3 0,5-10-12 0,1-8-18 15,13-8-22-15,-1-5-17 0,7-9-22 16,7-6-20-16,6-9-15 0,6-3-12 0,8-4-15 16,-2-3-13-16,2 0-2 0,6 4-4 15,-14 2-3-15,1 6 1 0,0 1-13 0,-13 6-8 16,-1 6 0-16,-13 8 0 0,-6 3 0 16,1 8 0-16,-15 3 0 0,-5 8 0 0,0 3 0 15,-7 1 0-15,-7 6 0 0,1 5 0 16,0-2 0-16,-14 5-88 0,7 5-92 0,-7-2-90 15,-6 8-127-15,0-3-181 0,-6 3-243 16,-1 3-220-16,-6-3-70 0,-7 3 17 0,1-2 95 16,-1-1 170-16,-12 0 257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4:52.0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5958 8744 188 0,'0'-3'312'0,"-6"-5"44"0,6 1 1 0,0 0-24 16,-6-5-36-16,6 5-17 0,-7 0 9 0,7 0 19 15,-6-1 5-15,-1 1-5 0,7-1-8 16,0 2-16-16,-7 2-44 0,7-3-57 0,0 7-51 16,0-4-36-16,0 4-31 0,0 4-25 15,7-1-5-15,0 5 10 0,-1 3 10 0,1-1 8 16,5 5 6-16,-4-1 14 0,-2 5-1 15,6-4-5-15,-4 3 1 0,4-3 8 16,-5-1 6-16,6 1 6 0,-6-4 16 0,5-4 23 16,2-3 20-16,-2 0 15 0,15-12 11 15,-8-3-1-15,14-6-7 0,6-9-18 0,6-11-18 16,7-4-18-16,1-10-19 0,12 0-9 16,0-8-9-16,0 0-9 0,6 1-9 0,1-8-14 15,0 3-5-15,-1-2-10 0,1-1-3 16,6 3-8-16,-13 1-1 0,0 8 4 0,-6 2 4 15,-7 1 5-15,1 7 1 0,-15 4 0 16,-5 7-2-16,-1 3-6 0,-12 5-5 16,-1 3-7-16,1 3-6 0,-7 8-4 0,-6 1-7 15,-1 3-15-15,-6 7-32 0,0 3-58 16,-6 4-79-16,-8 4-92 0,2 3-139 0,-8 9-200 16,1 2-202-16,-14 5-201 0,0 3-61 15,-6 0 20-15,0 3 103 0,0 1 193 0,-7 0 222 16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5:04.8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5711 11071 90 0,'-7'-12'324'0,"1"6"52"0,0-2 43 16,0-3-50-16,-2 1-19 0,2-2-37 0,0 5-9 16,-1-4 5-16,1 4 6 0,6-5-11 15,-7 9-31-15,7-5-43 0,0 5-47 16,0-1-50-16,0 4-33 0,7 4-8 0,6 7 5 15,-1-1 11-15,2 5 15 0,-2 7 16 16,8 4 3-16,-1 0-8 0,-5-1-7 16,6 5-3-16,-1-5-9 0,1 0-10 0,-1 2-7 15,0-9-6-15,1 0-1 0,-1-4 10 0,7-2 17 16,-6-5 26-16,7-7 20 0,5-4 16 16,1-7 11-16,-1-7-4 0,13-11-9 0,1-12-17 15,7-6-14-15,4-11-14 0,9-5-15 16,6-10-11-16,-1-4-11 0,8-4-15 15,12-2-15-15,-7-10-26 0,7 6-40 0,0-8 0 16,0 7 0-16,-6 3 0 0,-6 4 0 16,-8 8 0-16,-12 12 0 0,-7 1 0 15,-13 13 0-15,0 10 0 0,-13 4 0 0,-6 7 0 16,-1 5 0-16,-5 6 0 0,-2 0 0 16,-5 8 0-16,-1 0-31 0,-6 2-142 0,0 5-86 15,0 0-103-15,-6 8-134 0,-1-4-173 16,1 7-193-16,0 0-162 0,-8 0-37 15,1 4 39-15,-6 3 114 0,-1-4 186 0,1 5 235 16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5:23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10732 10368 131 0,'-6'0'177'0,"0"-5"-20"0,-7 5-58 16,-1 5-56-16,2-2-59 0,-2 1-79 0,-5 3-44 15,-1 4-22-15,0-4-9 0</inkml:trace>
  <inkml:trace contextRef="#ctx0" brushRef="#br0" timeOffset="249.45">11417 10583 56 0,'26'-3'222'0,"-7"-1"25"16,-6 0-15-16,0 4-58 0,-7 0-45 15,1-3-32-15,-7 3-24 0,0 3-26 0,-7 1-20 16,-5 0-12-16,-2 3-14 0,2 5-35 16,-8-2-60-16,-7 1-95 0,2 3-49 0,-7 5-27 15,-1-4-7-15</inkml:trace>
  <inkml:trace contextRef="#ctx0" brushRef="#br0" timeOffset="1327.3">5984 11950 155 0,'-12'-7'223'0,"-8"-1"20"16,1 1-61-16,5-5-38 0,-4 2-14 16,4-5-8-16,-5 5-6 0,5-5-6 0,-5-4 5 15,12 5 14-15,-5-1 2 0,-2 0-6 16,1-3 2-16,1 4 9 0,4 2 9 16,2-2-6-16,0 3-5 0,0 3-3 0,6 1-12 15,0 3-23-15,-8 1-35 0,16-1-25 16,-8 4-17-16,6 4-11 0,6 6-4 0,-4 2 0 15,11 5 7-15,-6 3 6 0,6 9 9 16,1 0 18-16,0 0 19 0,5 8 22 0,-5 0 15 16,0-1 12-16,5 1 9 0,-5-1 9 15,0 1-7-15,-7-3-7 0,7-2-14 16,-2-3-4-16,2-6-7 0,0-5 12 0,-1-4 15 16,1-6 14-16,6-8 15 0,0-11 11 15,1-7 6-15,5-8-18 0,7-11-23 16,0-7-20-16,7-15-16 0,5-3-18 0,2-11-15 15,12-8-9-15,0 1-1 0,0-8-6 16,13-4-3-16,0 0-6 0,7-3-8 0,-6 4-5 16,-8 3-9-16,0 7-4 0,-12 5-1 15,0 9 0-15,-13 10 1 0,-14 8 3 0,1 8-1 16,-7 9 4-16,-7 6-2 0,-6 7-2 16,-6 1-1-16,-1 9-10 0,-6 0-18 0,0 6-35 15,0 3-53-15,-6 0-83 0,-1 3-134 16,0 1-146-16,-5 3-150 0,-1 0-167 15,6 1-53-15,-6 0 29 0,-7-1 103 0,1 0 141 16,-1-3 158-16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5:38.3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5125 10507 188 0,'0'0'295'15,"-7"-4"34"-15,7 0 1 0,-6 1-83 16,6-5-40-16,-6 4-6 0,-1-4-5 0,0 6 5 16,7-6 16-16,-6 1 6 0,0 4 5 15,6-2-4-15,0 3-22 0,-7-3-32 0,7 1-37 16,0 4-37-16,7 0-32 0,-1 4-21 15,-6 3-13-15,13 1-1 0,-6 7 3 0,-1-1 5 16,7 5 3-16,-6 2 1 0,-1 1 2 16,7 4 5-16,-7 4 3 0,8-5 0 0,-8 4-2 15,0-2 4-15,8-2 7 0,-8-4 8 16,7-3 19-16,0 1 38 0,6-8 25 0,-5-3 15 16,12-8 6-16,0-4 0 0,7-11-14 15,6-6-27-15,6-9-17 0,7-7-18 0,7-7-11 16,6-7-13-16,6-11-7 0,8-7-14 15,6-9-12-15,-1 1-10 0,14-6-7 0,0-3-6 16,-1 3-2-16,1-2-6 0,-7 5 0 16,0 3-2-16,-6 3-3 0,-7 4 3 0,-6 8-5 15,-7 4 2-15,-6 11 0 0,-8 2 2 16,-5 9 3-16,-13 3 4 0,-7 11 4 16,-7 0 5-16,1 8-1 0,-14 3-2 0,0 3-5 15,2 0-8-15,-8 5-10 0,-8 3-8 16,2 3-25-16,0 5-44 0,-7 3-89 0,6-1-161 15,-6 6-230-15,1-2-256 0,-8 5-114 16,0-5-27-16,1 1 52 0,-7-1 142 0,0-6 225 16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5:46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5842 15416 24 0,'-7'-4'266'0,"0"0"37"0,1-3 31 16,-7 4-53-16,6-5-19 0,1 1-25 15,-7 3-16-15,7-3 4 0,-2-4 14 16,-4 4 19-16,6-4 11 0,-2 3 32 0,2-3 16 16,0-1 5-16,-1 2-2 0,7 3-26 15,-6-4-31-15,-1 7-54 0,7-3-39 0,0 7-42 16,0-4-33-16,0 8-16 0,7 0-1 16,-1 3 11-16,1 7 13 0,5-3 15 15,2 7 16-15,-2 1 4 0,2 3-2 0,-1-4-10 16,7 4-5-16,-8 0-8 0,8 0-7 15,0-3-10-15,-1-5-5 0,1 0 1 0,-1-2 0 16,1-8 9-16,6-1 7 0,0-10 10 16,7-5 9-16,-1-5 3 0,7-9-2 0,7-11-4 15,5-7-8-15,8-10-11 0,0-5-13 16,6-7-76-16,0-8-15 0,7-7 0 0,-1 5 0 16,8-8 0-16,-8 3 0 0,7 4 0 15,-6 0 0-15,0 8 0 0,-7 0 0 0,0 6 0 16,-13 4 0-16,-7 8 0 0,1 3 0 15,-13 8 0-15,-7 7 0 0,0 3 0 0,-7 10 0 16,-5 0 0-16,-8 6 0 0,7 6 0 16,-13 1 0-16,0 3 0 0,-7 8-302 15,1 3-197-15,-7 4-209 0,0 3-212 0,-7 3-179 16,-5 0-41-16,-8 5 43 0,1-4 120 16,-8 1 207-16,1-1 247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5:50.7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7014 10192 281 0,'-6'-8'420'0,"6"-2"63"0,-8-2 67 16,2 5-46-16,6-4-54 0,-6-1-48 0,6 2-18 15,0 3-19-15,-6-1-32 0,6 1-57 16,0 3-63-16,-8 1-53 0,8 3-39 0,0 0-34 16,8 7-12-16,-8 4 4 0,6 7 14 15,0 4 13-15,0 8 8 0,2 7 4 16,-2-1-10-16,0 0-10 0,1 0-13 0,-1 1-7 15,8-3-4-15,-2-2 0 0,2-5 4 16,-2-2 8-16,1 1 11 0,7-8 21 0,0-4 10 16,-1-3 17-16,7-4 14 0,6-7 10 15,1-7 3-15,7-7-7 0,5-12-1 0,7-3-6 16,0-15-6-16,14-7-9 0,5-9-17 16,7-9-126-16,13-7 0 0,14-9 0 0,-2-10 0 15,15-5 0-15,-1-1 0 0,7-6 0 16,-7 4 0-16,0 5 0 0,-6 10 0 0,-7 8 0 15,-13 10 0-15,-12 11 0 0,-8 8 0 16,-12 7 0-16,-13 7 0 0,-7 12 0 16,-13 6 0-16,0 8 0 0,-13 7 0 0,-7 8 0 15,-6 4-209-15,-6 6-340 0,-7 5-264 0,-1 3-245 16,-5 3-128-16,0 1-5 0,-8-1 69 16,-5-3 174-16,-1 4 263 0,1-8 278 15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5:57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5901 9749 244 0,'-14'-16'281'0,"-5"5"40"15,5-4-45-15,2 5-32 0,-2-5-29 0,2 4-18 16,5 0-8-16,-6 0-6 0,6 0-14 16,1-1-3-16,-8 3-5 0,14 1-14 15,-6 0-14-15,6 1-28 0,-6 3-25 0,12 4-25 16,-6 0-21-16,6 4 9 0,-6 3 23 16,14 4 39-16,-8 3 44 0,7 6 40 0,1 5 27 15,-8 1 2-15,7 3-15 0,0 4-22 16,0 4-28-16,7-1-28 0,-8 1-14 0,2-5-13 15,-2 2-5-15,8-5-8 0,-1 1-7 16,1-9 7-16,0-2 12 0,6-4 19 16,-1-5 19-16,9-10 22 0,-2-3 16 0,7-12 1 15,6-7-5-15,1-10-8 0,13-5-7 16,-7-7-13-16,14-8-6 0,-1-9-7 0,0-6-12 16,12-10-16-16,2 0-20 0,6-7-14 15,-1-4-19-15,7 1-13 0,0-2-10 0,-6 5-6 16,0 0-4-16,-1 3-4 0,-12 7-2 0,-7 5-1 15,-6 11 0-15,-8 3 0 0,-5 11-1 16,-13 7-1-16,-7 8 0 0,0 7-3 16,-7 3-3-16,-5 5-8 0,-8 3-20 0,0 7-38 15,-6 4-53-15,0 4-73 0,0 3-84 16,-6 0-125-16,-6 8-186 0,4 0-229 0,-4 3-167 16,-8 1-47-16,1-1 26 0,-1 0 100 15,0-3 187-15,-5-1 256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6:03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6004 11107 109 0,'-6'-7'297'0,"0"0"64"16,-2-1 45-16,2-3-37 15,0 1 32-15,0 2 27 0,-2-3 15 16,2 0-6-16,6 3-10 0,-6-2-39 0,-1-1-53 16,7 3-63-16,0-2-52 0,-6 2-38 15,6 1-42-15,0 3-31 0,0 4-22 0,0-4-17 16,0 8-7-16,6 0-1 0,-6 6 10 15,7 5 19-15,-1 0 18 0,0 7 9 16,2 3 0-16,-8 1 0 0,6 0-1 0,6 3-10 0,-4-3-3 0,-2 0-1 16,7-4-4-16,0 0 2 0,0-5 9 15,7-2 21-15,-1-4 17 0,1 0 20 16,12-11 14-16,1-7 7 0,13-4 0 0,5-11-7 16,14-7-153-16,0-11-29 0,14-9 0 15,6-9 0-15,6-8 0 0,13-7 0 0,0-4 0 16,13-3 0-16,-6-5 0 0,6-2 0 0,7-6 0 0,-14 2 0 15,1 11 0-15,0 3 0 0,-13 4 0 0,-7 10 0 16,-13 5 0-16,-7 6 0 0,-18 8 0 16,-1 7 0-16,-13 8 0 0,-7 4 0 15,-5 3 0-15,-8 7 0 0,-6 5 0 0,1-2 0 16,-8 5 0-16,0 7 0 0,1 0 0 16,-7 3 0-1,0 8-451-15,0 0-178 0,-7 3-229 0,1 5-236 16,-8-1-75-16,2 1 22 0,-2-4 83 0,2 3 178 15,-1-3 262-15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6:09.8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8362 11782 90 0,'-7'-8'291'0,"-5"1"34"0,5-1 33 15,-6-3-72-15,6 4-36 0,1 0-20 0,-8-5-16 16,8 5 3-16,0-4 6 0,0 4 9 16,6-3 4-16,-7 1-5 0,7 3-11 15,0-2-20-15,0 1-33 0,0 0-34 0,0 3-34 16,7 1-13 0,-1-1-4-16,0 4-3 0,0 7 12 0,8-3 8 15,-8 7 13-15,7 3 0 0,1 4-1 16,-2 8 1-16,-5 0-16 0,6 3-7 0,0 5-8 15,-6-2-14-15,6 0-9 0,-1-1-9 16,-5-2 5-16,6 0 2 0,0-3-4 16,0-1 11-16,0-3 6 0,0-3 3 0,0-6 12 15,1-1 8-15,5-1 16 0,0-7 5 0,0-4 5 0,8-7 10 16,5-8 2-16,8-3-5 0,5-12-7 16,1-6-8-16,13-8-5 0,-1-8-13 15,8-2-16-15,5-9-9 0,0 1-7 0,8 0-9 16,-8-1-10-16,8 1-5 0,5-1-2 0,-6 5-3 15,0 0-7-15,-12 2-2 0,-1 5-2 16,0 4 0 0,-20 2-6-16,1 5-2 0,-7 4-3 0,-7 7-2 15,-12 6-1-15,-1 1-4 0,1 7-1 16,-7 1 0-16,-6 3-3 0,-1 0-6 0,1 4-6 16,-7 3-21-16,0 1-48 0,0-1-67 15,0 4-82-15,-7 0-127 0,7 4-184 16,-6-1-217-16,6 5-201 0,-7-1-67 0,-6 4 12 15,7-4 93-15,-8 4 173 0,2 0 224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6:20.6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6102 13144 54 0,'-6'-7'275'0,"6"-4"25"0,-7 4 20 15,1-4-65-15,-1 3-50 0,7 5-27 0,-7-5-22 16,7 5-12-16,-6 3-14 0,6-3-18 0,0 3-22 16,6 3-5-16,-6 0 19 0,7 8 22 15,0 0 27-15,-1 4 44 0,7-1 41 16,-7 5 10-16,8 3-2 0,-2 0-5 0,2 0-8 16,-1 0-26-16,6 0-28 0,-6 0-14 15,7-4-15-15,-1-4 0 0,1-3 1 0,6-6 6 16,7-5 4-16,-1-12 6 0,7-10-4 15,1-6-12-15,5-9-17 0,7-12-10 0,0-5-8 16,13-8-18-16,1-8-9 0,11-7-10 16,8-7-8-16,13-15-13 0,-1 0-16 0,1 4-6 15,-7 0 0-15,0 7-3 0,-6 3-1 16,-6 5-2-16,-2 3-2 0,-5 4-5 0,-6 10-8 16,-9 1-4-16,-11 10 0 0,-7 9-2 15,-6 6 4-15,-7 8 1 0,-6 3 1 16,-8 7 8-16,2 5-7 0,-8 3-12 0,-6 7-27 15,0 4-56-15,-6 8-77 0,-8-1-154 16,8 7-222-16,-6 5-250 0,-2-1-192 0,-5 8-63 16,-1-3 14-16,0-2 113 0,-6-6 209 15,1-1 250-15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6:25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6161 11756 84 0,'0'-8'276'0,"-7"1"48"15,7 0 26-15,-6-5-46 0,-1 5 1 16,-6-4-19-16,7 0 10 0,-1-4 13 0,-6 5 19 16,7-1 18-16,-7 0 0 0,6-4-9 15,-6 4-23-15,7-3-27 0,-8 2-36 0,8 1-42 16,-7 0-18-16,6 1-14 0,1 2-13 16,-7 1-13-16,7 0-16 0,-2 3-11 15,8-4-20-15,-6 8-24 0,6-3-20 0,-6 3-22 16,6 0-16-16,0 3-8 0,6 5-5 15,-6 3 6-15,6 4 13 0,2-1 18 0,4 8 18 16,1 0 17-16,1 4 16 0,-2 0 10 16,2-1 3-16,-2 4-5 0,2-4-5 15,5 6-10-15,-6-10-9 0,6 5-9 0,1-8-6 16,-1 1 2-16,7-4 5 0,1-1 15 0,-1-6 17 16,0-2 17-16,7-9 18 0,-1 0 15 15,7-9 2-15,1-7-157 0,5-6 0 0,7-8 0 16,0-3 0-16,6-8 0 0,7-7 0 15,8-4 0-15,-2-8 0 0,8-3 0 16,4 0 0-16,2-7 0 0,0-4 0 0,7 0 0 16,-8-3 0-16,0 2 0 0,1 2 0 0,0 3 0 15,0 6 0-15,-7 5 0 0,-7 4 0 16,-5 10 0-16,-15 1 0 0,2 10 0 16,-8 0 0-16,-13 12 0 0,1 0 0 0,-13 6 0 15,0 4 0-15,-8 5 0 0,2-2 0 16,-8 8 0-16,-6 4 0 0,0 4 0 0,0 3 0 15,-6 0 0-15,-8 4-527 0,8 3-214 16,-7 3-263-16,-6-3-158 0,5-3-28 16,-5 3 59-16,-1-3 114 0,-6-4 214 0,7-3 309 15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6:32.2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7150 14764 296 0,'7'0'414'0,"-14"-4"63"0,7 4 62 0,-6-4-60 16,6 0-46-16,-6 1-14 0,-1-1-20 16,0 0-27-16,1-3-35 0,6 3-47 0,-6 1-58 15,-1-1-56-15,7-3-42 0,0 7-31 16,0-4-24-16,0 0-24 0,7 4-2 0,-7 0-1 16,6 4 2-16,7 3 7 0,0 1 9 15,0-1 10-15,0 8-5 0,6 0-1 16,1 3-1-16,-6 4 1 0,5 0 2 0,1-1 0 15,-2 2 1-15,9-5 2 0,-7 4 1 16,-1-8 6-16,0 5 2 0,8-8 9 0,-1 0 15 16,0-8 19-16,0-3 18 0,7-7 13 15,-1-7 10-15,7-9 2 0,6-10-4 0,1-11-14 16,13-6-14-16,0-6-11 0,6-9-8 16,0-2-113-16,6-6-10 0,1-7 0 0,0-1 0 15,5 0 0-15,-4-3 0 0,-2 0 0 16,0 7 0-16,1-3 0 0,-7 7 0 0,0 3 0 15,-6 8 0-15,-6 6 0 0,-2 6 0 0,-11 6 0 16,-8 7 0-16,-6 7 0 0,-7 8 0 16,1 5 0-16,-7 0 0 0,-7 7 0 15,2 6 0-15,-8 1 0 0,0 6-142 0,0 5-300 16,-8-2-158-16,2 6-210 0,0 3-247 16,-14 0-79-16,7 3 15 0,-7 3 71 0,-6-2 159 15,1 4 244-15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6:39.8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6493 10024 183 0,'-6'-5'270'0,"-8"1"27"15,1-3-29-15,0 0-62 0,-6 0-23 16,5-5-17-16,2 2 0 0,-2-1-1 0,2-4 9 16,-1 4 14-16,-1-3 9 0,8 2 0 15,-7 2 15-15,6-2 24 0,1 5 4 0,-7 1-15 16,6-3-24-16,7 6-25 0,-6 3-40 16,6 3-37-16,0 1-15 0,6 7 2 15,1 3 14-15,0 5 13 0,5 3 9 0,-5 4 3 16,6 0-7-16,0 6-11 0,-6-2-11 15,6-1-10-15,-1 4-10 0,2-4-5 0,-2 0-4 16,8-3 1-16,-7-3 7 0,0-6 11 16,6 2 23-16,-5-8 19 0,5-8 19 15,1-6 11-15,6-5 10 0,6-10-1 0,1-8-6 16,6-3-10-16,7-11-6 0,5-4-7 16,2-5-9-16,12-5-9 0,7-5-11 0,-1-3-14 15,7-3-16-15,1-5-18 0,6 0-10 16,-8 0-7-16,2 5-6 0,-2-2-5 0,2 10-1 15,-8-2-3-15,-6 7-4 0,8 5-5 16,-15 3-7-16,-6 3-3 0,0 9-4 0,-13 2-2 16,1 8-1-16,-15 0-2 0,1 8-1 15,-12 3-3-15,5-1-13 0,-13 5-32 16,1 4-49-16,0 3-66 0,-7 0-81 0,0 3-100 16,0 4-147-16,0 1-183 0,-7 3-175 15,0 0-152-15,1 0-36 0,-7 4 42 0,-1-4 128 16,2-1 196-16,-1-2 213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6:49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5307 9887 208 0,'0'0'345'0,"0"0"52"0,0 0 20 0,-6 0-17 16,6-3-37-16,-7 3 4 0,7 0 20 15,-6-4 7-15,6 4-5 0,0-4-21 16,-7 4-29-16,7-2-50 0,0 2-52 0,0 0-48 16,-6-5-40-16,6 5-35 0,6 5-27 15,-6-5-18-15,7 6-16 0,-1 1-3 0,7 5 2 16,-6-2 7-16,6 9 3 0,0-1 5 0,7 4 1 15,-8 0 2-15,2 3 3 0,6 1-1 16,-8 1-2-16,1-2-5 0,7 0 1 16,-8-3 1-16,2-4 3 0,5 0 8 0,-6-2 18 15,7-2 26-15,-7-7 26 0,7-7 23 16,5-4 15-16,1-6 6 0,0-5-3 16,13-11-14-16,1-3-19 0,5-7-17 0,8-8-72 15,5-4-67-15,7-7 0 0,0 0 0 16,7-7 0-16,6 0 0 0,-6-5 0 0,6 2 0 15,0-1 0-15,-13 0 0 0,7 7 0 0,-13 4 0 16,-1 4 0-16,-12 3 0 0,-1 8 0 16,-5 3 0-16,-8 5 0 0,-6 6 0 15,0 0 0-15,-7 8 0 0,-5 3 0 0,-1 1 0 16,-1 3 0-16,-4 3 0 0,-2 5 0 16,-6 3 0-16,-6 3 0 0,-2 1-61 0,2 11-568 15,-13-4-256-15,5 7-258 0,-5 0-90 0,-7 4 19 16,-6 1 92-16,-2 2 191 0,2 0 270 15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6:58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5353 9162 251 0,'0'-4'356'16,"-6"-3"57"-16,-8 3 33 0,8-3-49 16,0-1-5-16,-8 1-7 0,8 0 3 0,-1 0-10 15,1-1-21-15,-1 1-32 0,1 4-49 16,-1-5-48-16,7 5-46 0,-6-1-42 16,6 0-34-16,0 4-33 0,0 0-28 0,6 0-11 15,-6 4-2-15,7 3 5 0,-1 4 6 0,1 0 9 16,6 0 13-16,-7 3 2 0,8 1 4 15,-8 0 5-15,7 4 5 0,-6-5 2 0,6 1 3 16,-1-4 6-16,-5 0 9 0,12 0 16 16,-5-4 21-16,5-3 20 0,1-4 16 15,6-4 9-15,6-8-3 0,1-2-12 0,6-11-21 16,7-5-22-16,5-2-17 0,8-12-13 0,13-8-8 16,12-10-9-16,7-8-6 0,14-10-7 15,13-5-3-15,-8-2-4 0,7-2-6 0,-13 9-4 16,1 3-30-16,-14 4-18 0,-7 3 0 15,-12 8 0-15,-7 3 0 0,-6 12 0 16,-14 3 0-16,-12 4 0 0,-7 10 0 0,0 4 0 16,-13 4 0-16,-6 8 0 0,-1 3 0 15,-6 4 0-15,-6 4 0 0,-8 9 0 16,2 2-215-16,-8 6-105 0,0 4-122 0,-5 8-207 16,5 3-246-16,-6 0-177 0,-1 8-43 15,-5 0 31-15,-1 3 93 0,1 4 213 0,-7-3 278 16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7:07.7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6376 11082 165 0,'6'-4'395'0,"-6"-3"64"0,6 0 56 15,1 2-44-15,-7-1-80 0,0 1-79 0,7-1-40 16,-7 1-42-16,0 2-36 0,6 3-8 16,-6 0-9-16,6 0-10 0,2 0-12 15,-2 3 0-15,0 2 6 0,7 1-3 0,-6 2-14 16,-1 4-9-16,1-2-1 0,-1 5-5 16,0 3-12-16,-6 0-9 0,8 4-6 15,-2 0-5-15,-6 0-10 0,6 1-5 0,-6-2-3 16,7-3-3-16,-7 1 0 0,6-1-1 15,1-3 7-15,-1-4 12 0,7-5 17 0,1-1 11 16,5-5 8-16,0-8-1 0,8-3-4 16,5-7-11-16,1-8-14 0,12-6-13 0,7-12-14 15,1-4-10-15,12-7-10 0,0-3-12 16,13-9-9-16,-6 2-9 0,5-6-8 16,8 2-2-16,-6-3-4 0,5 5-2 0,-6-3-4 15,1 4-1-15,-8 8 0 0,-6 3-2 16,-12 8 0-16,-2 2 4 0,-11 12 1 0,-8 0 0 15,-5 12 2-15,-9-2-4 0,2 9-6 16,-7-1-25-16,-7 7-45 0,2 1-64 0,-8 4-73 16,0 3-98-16,0 7-162 0,-8 1-199 15,-4 2-208-15,-1 5-110 0,-7 4-16 0,0-1 49 16,-5 4 142-16,-8-4 209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7:16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6167 8891 273 0,'0'8'365'0,"-6"-6"58"0,6 3-7 0,-7-5 8 16,7 0-7-16,-6 0 1 0,6 0-4 15,-7-5-3-15,7 3-17 0,0-3-35 0,-7 2-49 16,7 3-60-16,0-3-49 0,0 3-46 15,0 0-40-15,0 0-35 0,0 3-17 16,7 0-9-16,-7 4 2 0,7 5 9 0,6 3 13 16,-7 3 17-16,7 0 9 0,-6 8 3 15,5 0 5-15,-4-1 3 0,4 1 4 0,-5 0 5 16,6-1 2-16,0-3 2 0,-7 0-2 16,8-3 5-16,-2-1 0 0,-5-7 10 0,6 0 19 15,6-4 21-15,-5-3 11 0,12-12 1 16,-1 2-28-16,1-11-165 0,14-3 0 0,-7-6 0 15,5-4 0-15,8-7 0 0,6-6 0 16,0-5 0-16,7-6 0 0,6-9 0 0,0-3 0 16,13 1 0-16,0-2 0 0,0 1 0 15,7 0 0-15,-6 8 0 0,-2 3 0 16,-5 3 0-16,-7 5 0 0,-6 6 0 0,-14 5 0 16,-6 3 0-16,1 6 0 0,-14 6 0 0,-7 2 0 15,-5 5 0-15,-2 3 0 0,-12 0 0 16,6 4 0-16,-12 3 0 0,0 1 0 15,0-1 0-15,-14 8-379 0,7-1-247 0,-13 1-225 16,0 3-247-16,-1 0-78 0,-5 1 21 16,-7-1 87-16,7 4 171 0,-8-3 251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7:28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5789 8635 84 0,'-12'0'223'0,"4"0"11"16,-4 0 2-16,6 0-40 0,-2-4-21 0,2-1 7 16,0 3 16-16,-1-2 34 0,1 0-2 15,-1 1 1-15,7-5 2 0,-7 4 7 0,1 2 8 16,6-3-5-16,-6 2-17 0,6-1-25 16,0 4-31-16,0 0-40 0,0 0-41 0,6 7-22 15,0 4 1-15,-6 4 10 0,7 3 10 16,0 4 17-16,-1 7 12 0,-6 1-2 0,7 7-8 15,-1-5-8-15,0 5 0 0,-6-5-3 16,8 5-3-16,-8-7-3 0,6-1-7 16,-6 0-1-16,6-3-7 0,0-8 10 0,2 1 21 15,4-8 26-15,1-4 25 0,7-7 12 16,6-7 12-16,7-11-8 0,5-4-19 0,15-7-21 16,6-12-16-16,6-6-8 0,12-9-6 15,8-9-7-15,13-6-2 0,0-1-7 0,12-6-1 16,8 2-10-16,-1-1-9 0,-7-1-8 15,1 9-15-15,-7 0-9 0,-13 6-12 0,-12 8-7 16,-8 7-3-16,-12 5 0 0,-13 10-1 16,-7 4-2-16,-13 6-3 0,-7 9-16 0,1 3-27 15,-14 3-51-15,-6 4-76 0,-6 4-92 16,6 4-125-16,-14 4-169 0,2 3-216 0,-1 3-219 16,0 1-71-16,-6 0 17 0,-8-1 86 15,8-3 164-15,-8 0 227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7:36.8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6447 13066 103 0,'7'0'336'0,"-7"0"73"16,0-2 55-16,0-2-6 0,0-3 34 15,0 0 8-15,0 0-3 0,0-2-13 0,0 2-24 16,-7 3-38-16,7-3-61 0,0 0-70 16,0 7-62-16,0-3-51 0,0-2-46 0,0 5-38 15,0 5-30-15,7-2-17 0,6 8-3 16,-7 0 3-16,14 3 13 0,-7 5 12 15,6 4 16-15,1-6 9 0,6 5 14 0,-7-4 20 16,8 4 27-16,-1-7 27 0,0-1 27 16,7-6 33-16,-1-4 26 0,7-4 9 0,0-4-111 15,0-11-169-15,13-3 0 0,0-11 0 16,7-8 0-16,12-7 0 0,8-3 0 0,-1-9 0 16,7-6 0-16,6-7 0 0,0-1 0 15,0 1 0-15,-6-5 0 0,-1 8 0 0,-5 4 0 16,-14 8 0-16,-7 5 0 0,-13 5 0 15,2 7 0-15,-15 5 0 0,-6 6 0 0,-7 3 0 16,1 10 0-16,-7 1 0 0,-6 5 0 16,-14 7 0-16,0 5-418 0,1 5-300 15,-14 5-270-15,1 7-176 0,-7 4-29 0,-6 3 57 16,-7 8 99-16,-1 6 202 0,-5 5 301 16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7:49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7900 9386 202 0,'-14'-4'280'0,"2"0"42"0,-2-3-14 0,2 4-58 0,5-5-16 16,-6 4 18-16,0-3 3 0,7 3 22 15,-8-3 31-15,8 3 25 0,0 1 18 0,-2-4-9 16,2 2-31-16,0 5-57 0,6-3-61 15,0 3-48-15,0 3-30 0,0 4-17 0,6 1 8 16,8 7 21-16,-8-1 14 0,7 9 9 16,0-2-1-1,-7 1 3-15,7 4-6 0,1 0-9 16,-2-4-6-16,2 3-5 0,-2-3 4 0,2-3 8 16,5-1 7-16,-5-4 17 0,11-3 19 15,-5-6 12-15,12-2 6 0,1-11-3 0,13-5-11 16,-1-10-18-16,14-10-22 0,6-7-21 15,13-12-93-15,13-3-31 0,1-7 0 0,18-7 0 16,7-8 0-16,1-4 0 0,12-7 0 0,0 0 0 0,0 0 0 16,-7 1 0-16,2 6 0 0,-8 5 0 15,-13 5 0-15,-6 6 0 0,-7 9 0 0,-13 2 0 16,-6 6 0-16,-13 7 0 0,-8 5 0 16,-5 3 0-16,-13 7 0 0,-1 4 0 0,-12 4 0 15,-1 3 0-15,-5 4 0 0,-8 4 0 16,0 7 0-16,-12 0 0 15,0 7-180-15,-2 4-224 0,-4 4-180 16,-8-1-251-16,1 4-238 0,-7 1-78 0,0 2 14 16,-7 2 74-16,1 0 174 0,-7-6 273 15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7:59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5998 11199 35 0,'-14'4'311'0,"8"-1"63"15,-6 1 59-15,4 0-21 0,-4-4-7 0,5 0 14 16,-6 0 21-16,0 0 14 0,7-4 3 16,0 4 0-16,-2-4-20 0,2 4-44 15,0-3-58-15,-1 3-47 0,1 0-45 0,6 0-41 16,-7 0-39-16,7 3-27 0,0 9-22 15,0-2-11-15,0 5-1 0,7-1 0 16,-1 8 2-16,1-4 5 0,-1 5 8 0,0-4 3 16,8-1 6-16,-8-4 12 0,7 1 15 15,7-4 17-15,0-4 12 0,-2-4-25 0,9-6-157 16,-1-4 0-16,13-4 0 0,0-11 0 0,7-8 0 16,12-7 0-16,1-3 0 0,0-11 0 15,12-4 0-15,0 0 0 0,2-4 0 16,-2 1 0-16,0 3 0 0,2 0 0 0,-8 4 0 15,-7 7 0-15,1 3 0 0,-14 9 0 0,-6 2 0 16,-7 9 0-16,-5 2 0 0,-7 5 0 16,-8 3 0-16,2 4 0 0,-8 2 0 15,0 5 0-15,-6 0 0 0,-6 7-274 0,0 1-410 16,-8 0-192-16,2 3-168 0,-8-1-102 16,1 2 13-16,-1-2 83 0,-6 5 166 0,-1-3 233 15,-5-2 236-15</inkml:trace>
  <inkml:trace contextRef="#ctx0" brushRef="#br0" timeOffset="4373.96">20860 6304 343 0,'-7'0'435'0,"1"-3"52"0,0 3 31 16,-8 3-84-16,8-3-82 0,6 0-67 16,-6 5-19-16,6-5 8 0,0 2 15 15,12 3 11-15,2-5 8 0,12 0 0 0,7-5-9 16,12-2-24-16,7 0-23 0,13-4-24 16,13-3-18-16,20-1-16 0,6 0-23 0,20-4-24 15,6 2-29-15,13-3-29 0,7 0-23 16,0 1-24-16,-1 1-11 0,1 3-11 0,-6-3-7 15,-8 3-2-15,-5 4-2 0,-7-3-3 16,-14 6-8-16,-5-4-2 0,-14 2-8 0,-20 3-15 16,-6-1-32-16,-12 1-39 0,-14 3-67 15,-7 1-93-15,-6-5-124 0,-13 5-138 16,-13-1-127-16,-6 0-134 0,-7 1-83 0,-7 0 15 16,-6-2 88-16,0 2 130 0,-7-5 145 15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8:09.2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6818 9389 247 0,'7'-11'381'0,"-7"-4"62"0,0 1 55 16,0-1-64-16,-7-3-46 0,1-1 2 15,6 4 24-15,-7-2-4 0,7 2-16 16,-6 3-35-16,6 6-62 0,0-2-83 0,0 5-78 16,0 3-52-16,0 0-34 0,6 11-10 15,1 0-4-15,-1 7 7 0,1 3 11 0,0 5 9 16,5 8 13-16,-5-1 5 0,6 4 13 15,-7 0 4-15,8-1 5 0,-8 0 5 16,7-7-2-16,-7 1 7 0,8-9 12 0,-2 2 27 16,2-9 32-16,5-6 40 0,1-5 31 15,6-14 21-15,7-7-1 0,5-15-8 0,15-15-20 16,12-10-215-16,0-16-32 0,13-7 0 0,6-10 0 16,14-7 0-16,7-13 0 0,12-2 0 15,-7-4 0-15,8 3 0 0,-15 8 0 0,2 4 0 16,-7 10 0-16,-13 4 0 0,-14 15 0 15,0 3 0-15,-18 15 0 0,-7 8 0 16,-14 5 0-16,1 14 0 0,-14 6 0 0,-6 11 0 16,-6 8 0-16,-7 9-222 0,-7 13-607 0,-6 3-326 15,0 4-116-15,-13 2 4 0,6 6 81 16,-5-5 148-16,-9-4 265 0,9-3 358 16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25.6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11699 13150 388,'-2'0'691,"-1"-3"148,0 2 116,1-2 52,-3 0-196,2 1-174,1-1-155,-1 1-118,2-1-94,-1 2-60,1-2-36,0 2-20,1-2-10,-1 2-4,1-2 2,0 3 1,0-2 6,0 2 10,0-1 11,0 0-8,0 1-162,0 0 0,-1 1 0,1 0 0,0-1 0,0 2 0,0 1 0,0 1 0,2 1 0,1 0 0,0 2 0,0 1 0,2 1 0,1 1 0,-1 0 0,2 0 0,-2 1 0,1-1 0,2 2 0,-2-2 0,0 0 0,0 2 0,1-3 0,-2-1 0,-2 1 0,2-3 0,-1 0 0,-2-1 0,1-2 0,1-3 0,2 0 0,0-3 0,1-4 0,3-3 0,5-4 0,2-3 0,2-5 0,7-2 0,4-5 0,5-5 0,9-2 0,6-1 0,7-1 0,5-3 0,4 0 0,2 1 0,2-1 0,-2 3 0,-4 0 0,-2 3 0,-8 4 0,-2 2 0,-5 2 0,-7 2 0,-5 4 0,-7 4 0,-4 1 0,-5 3 0,-4 3 0,-3 2 0,-3 2 0,-3 1 0,0 1 0,-2 2 0,-2 0 0,1 1 0,-2 0 0,1 0 0,-2 0 0,1 1 0,0 0 0,-1 0 0,1 0 0,-1 0 0,0 0 0,-1 0 0,0 0 0,-1 2 0,-1-1 0,1 1 0,-2 1 0,-3 0 0,2-2-151,-3-1-1071,1 0-146,-2-4-11,0-2 56,1-1 115,3-5 281,0-2 434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29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12035 13154 245,'-2'-4'657,"-1"4"131,-1-3 94,0 1 89,0-1-146,0 1-186,1 1-157,1 0-102,-1 1-72,0 0-69,2 0-56,-1 1-41,1 0-23,0-1-14,0 1-5,0 0-3,0 0 7,1 1 15,0 0 14,0 1 16,1 2 19,0 2 18,-1-1-16,1 2-170,1 0 0,0 1 0,0 3 0,1-2 0,1 2 0,0 0 0,1 0 0,0 3 0,-1-2 0,2 0 0,0-1 0,1 1 0,0-1 0,-1-2 0,2-1 0,-1 1 0,1-4 0,0 1 0,0-3 0,1-2 0,0-2 0,2-2 0,2-3 0,4-7 0,-1-2 0,7-4 0,2-3 0,3-4 0,2-4 0,3 0 0,0-2 0,4-1 0,0 1 0,1-2 0,4 1 0,-3 0 0,1 1 0,2 2 0,-3 1 0,-1 2 0,-2 2 0,-5 2 0,-3 3 0,-5 3 0,-3 3 0,-1 2 0,-5 2 0,-2 2 0,-2 1 0,-4 2 0,1 0 0,-4 2 0,1-1 0,-1 1 0,-1 2 0,0 0 0,-1-2 0,0 1 0,-1 1 0,0 0 0,0 0 0,0 0 0,0 0 0,-2-1 0,-2 2 0,-1-1 0,-1 0-538,-3 0-763,3-4-90,0-1 14,3-3 77,1-4 178,4-2 373,2-3 350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33.9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20799 9821 440,'-5'0'837,"2"1"146,0 0 91,0-1 64,-1-1-237,2 1-300,1 0-219,0 1-129,0-1-64,1 1-36,1 0-13,0 1 1,2-1 12,1 3 9,0-1-4,2 1-6,-1 1-4,1 0-5,1 2-100,1 1-43,-1 1 0,0-1 0,1 4 0,0-2 0,-1 2 0,0 0 0,1 0 0,0 0 0,-1 1 0,0-4 0,1 1 0,0-2 0,0-2 0,1 0 0,0-3 0,3-2 0,4-4 0,1-2 0,5-6 0,3-4 0,3-2 0,2-6 0,2-3 0,1-5 0,5-5 0,2-3 0,3-5 0,6-5 0,3-2 0,6 1 0,4 0 0,3 2 0,2 4 0,-2 3 0,-5 4 0,-5 4 0,-8 5 0,-6 3 0,-8 5 0,-5 3 0,-6 3 0,-5 3 0,-1 3 0,-5 0 0,-1 3 0,-2 1 0,-2 0 0,-3 0 0,0 2 0,1 1 0,-3-1 0,0 0 0,0 1 0,-1 1 0,-1 0 0,0 1 0,-3 1 0,0 1 0,-2 3 0,-3 2 0,-1-1-174,-3 3-766,0-1-264,0 0-90,0-1 2,1-1 77,3-1 199,0-2 316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37.7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9356 12082 389,'-2'-5'650,"-2"-1"124,0-1 105,0-1 50,0 3-179,0-2-140,-1 0-119,2 2-91,-1 0-78,0 3-70,3-1-58,-1-1-40,0 3-27,2 0-25,-1 0-17,1 1-12,0 1-6,0 1 2,2 2 6,1 1 9,-2 3 10,3 1 9,-1 1 2,0 2-5,0 0-5,1 2-4,-1 1-8,0 0-39,1 1-44,-1 0 0,2-2 0,0 0 0,0-1 0,1-3 0,-1 1 0,3-5 0,-1 0 0,2-4 0,1-2 0,1-4 0,4-4 0,3-4 0,4-4 0,3-4 0,6-6 0,5-3 0,5-3 0,9-5 0,4-2 0,4-3 0,2-1 0,0 1 0,-1 2 0,-2 1 0,-2 3 0,-7 5 0,-5 2 0,-4 5 0,-6 3 0,-4 2 0,-5 3 0,-5 4 0,-1 0 0,-6 4 0,-1 1 0,-3 2 0,-3 1 0,-1 2 0,-1-1 0,-1 2 0,-2 1 0,0 1 0,-3 2 0,-1-1 0,1 1 0,-1 1 0,-2-2 0,0 4 0,-1-3-224,2 2-834,-2-1-201,-1-4-60,-2-3 17,2-3 85,3-5 232,2-5 393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4-09-10T12:58:56.4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14960 6865 83 0,'-7'11'175'15,"-6"-1"-11"-15,0 2-55 0,0-1-60 0,0 0-54 16,-7 0-84-16,1 0-45 0,-1 0-23 16,-6-1-10-16</inkml:trace>
  <inkml:trace contextRef="#ctx0" brushRef="#br0" timeOffset="812.41">12224 7836 177 0,'-12'-4'270'0,"4"-3"35"0,-4 0-57 16,-2 2-34-16,8 2-10 0,-7-4-43 0,0 7-30 16,6-4-11-16,-5 1 0 0,5 3 3 15,0 0 7-15,1 0 6 0,-1-4 5 0,7 4-3 16,-6 0-7-16,6 0-2 0,6-4 6 15,-6 4 20-15,13-7 27 0,1 0 23 16,5-4 9-16,7-3-6 0,0-6-16 0,13-5-24 16,1-1-36-16,5-7-30 0,7 1-24 15,-7-5-16-15,14 0 1 0,-7-3-15 0,1-4-13 16,4 0-11-16,2 0-8 0,0 1-1 16,-7-2-13-16,1 4 1 0,-2 2 2 0,-5 6 0 15,-7-1 2-15,-7 9-2 0,1 3 1 16,-13 7-6-16,-7 4-5 0,0 5-27 15,-13 2-90-15,0 8-149 0,-7 2-204 0,-12 9-195 16,-1-1-103-16,-6 8-29 0,-13 4 60 16,6-1 133-16,-12 5 196 0</inkml:trace>
  <inkml:trace contextRef="#ctx0" brushRef="#br0" timeOffset="1437.4">10583 8638 99 0,'-13'11'323'0,"0"-3"38"0,7 3 32 0,-8-4-48 15,8-4-59-15,-1 5-49 0,1-5-19 16,-1 1 0-16,1-4 1 0,6 0 4 15,6-4 0-15,1-3 4 0,6-4-1 0,7-3-9 16,5-8-10-16,1-4-17 0,14-4-16 16,5-6-25-16,0-1-28 0,8-6-16 15,-1-2-17-15,13-2-22 0,0 0-22 0,0-5-19 16,0 1-9-16,7 4-10 0,-7-5-6 16,-6 8-4-16,-8-1 6 0,2 9 4 0,-14 3 4 15,-7 7-12-15,-6 8-21 0,-6 1-53 16,-7 5-103-16,-13 7-134 0,0 2-173 15,-13 6-190-15,-7 5-87 0,-6 1-3 0,-6 5 70 16,-7 0 115-16,-6 4 161 0</inkml:trace>
  <inkml:trace contextRef="#ctx0" brushRef="#br0" timeOffset="2140.11">7424 9737 91 0,'-13'4'283'0,"6"-1"36"0,1 2 1 16,0-3-51-16,6 3-38 0,-7-2-48 0,1 1-27 15,6-4-13-15,0 0 2 0,6 0 10 16,1-4 15-16,12-4 29 0,0-2 25 16,14-9 26-16,7-6 19 0,5-9 0 0,13-3-11 15,7-9-34-15,14-6-32 0,5-7-41 16,1-3-33-16,12-3-30 0,-5-1-14 0,5-4-4 15,-6 4-6-15,1 0-4 0,6 0-12 0,-14 4-19 16,1 4-5-16,-6 2-6 0,-14 9-7 16,-7 3 0-16,-13 7-5 0,-6 8 13 0,-6 3-8 15,-13 12-13-15,0-1-38 0,-14 8-79 16,-6 3-113-16,-6 4-141 0,-8 4-184 16,-5 7-167-16,-7-4-61 0,-7 8 27 0,1-4 87 15,-8 3 127-15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41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18350 13820 417,'-5'-1'796,"1"1"145,-1-1 94,0 0 64,-1-1-221,3 1-276,0 0-182,1 0-120,-1 1-71,1-1-41,0 1-27,1 0-22,0 0-10,0 0-11,1 1-8,0-1-4,0 1 3,2 1 3,0 2 12,2-1 8,0 3-86,1 0-46,3 3 0,-2 0 0,0 3 0,0-1 0,1 1 0,1 1 0,-1-4 0,-1 4 0,1-2 0,2-1 0,-1 0 0,-2-2 0,4 1 0,0-2 0,-2 0 0,4-2 0,1 0 0,-3-2 0,5-1 0,-2-3 0,5-1 0,1-4 0,2-2 0,4-3 0,4-5 0,2-1 0,5-5 0,1-1 0,1-4 0,2-2 0,2-4 0,-1-2 0,5-1 0,-1-1 0,2-1 0,1-2 0,-3 2 0,0 2 0,-6 3 0,-3 3 0,-6 4 0,-5 4 0,-4 2 0,-3 3 0,-4 2 0,-3 4 0,-2 1 0,-2 3 0,0 0 0,-4 4 0,1-1 0,-1 1 0,-1 1 0,-2 2 0,1 0 0,-1 2 0,0 1 0,0-1 0,0 3 0,-1-1 0,-1 1 0,-1-1 0,-2 1-764,-3 0-397,1-2-117,-1-2-21,2 1 47,0-5 143,1 0 282,2-6 387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45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8671 9428 279,'0'3'625,"1"1"151,-1 1 120,-1-2 90,1-2-193,0 2-153,0-1-137,0 0-125,0 0-95,0 0-67,0 0-40,0 1-21,0 1-12,1 1-6,0 0-3,1 2-7,0-2-10,-1 2-12,2 1-9,-1-1-1,2 2-7,0-1-9,-1 0-4,2 1-4,0 0-4,-1 0-8,3 0-3,-1 0-20,0-1-36,1-1 0,1 1 0,2-2 0,-2 1 0,2-2 0,2-2 0,-2-3 0,4 0 0,0-5 0,2-2 0,2-6 0,5-3 0,2-4 0,5-6 0,3-3 0,3-3 0,6-3 0,2-4 0,3-2 0,1-1 0,-1 1 0,4 0 0,-2 0 0,-2 4 0,-2 1 0,-4 5 0,-3 4 0,-6 3 0,-5 4 0,-5 4 0,-4 3 0,-2 1 0,-4 4 0,-5 1 0,2 1 0,-4 2 0,0 1 0,-2 0 0,-1 2 0,-1-1 0,-1 2 0,-1 0 0,-1 3 0,-1-1 0,0 2 0,-1 0 0,1 0 0,0 1 0,-1 1 0,2-2-568,0-2-555,1-2-154,1-2-36,0-1 33,1-5 113,3-1 277,3-4 416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49.8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2992 10039 171,'-3'0'617,"-1"1"148,1-1 125,0 0 98,-1 0-121,1 0-181,-2-1-161,3 1-127,0 0-110,1 0-86,-1 0-62,2 1-38,0-1-20,0 2-4,2-1 7,1 3 12,0-1 8,1 2 4,-1-2-4,1 1-7,-1 1-12,1 0-6,-1 1-4,1 1-6,1 0 2,0 1 0,0 0 2,0 2-7,0-1 1,0 1 12,3 0-32,-2 1-48,0 0 0,-1-2 0,0 3 0,2-4 0,-2 0 0,0-2 0,-1 0 0,-2-2 0,2-2 0,2-2 0,1-5 0,3-2 0,1-4 0,5-4 0,2-6 0,2-2 0,7-4 0,3-3 0,4-3 0,3-3 0,4 0 0,4-3 0,1 0 0,4 1 0,-1-2 0,-1 2 0,0-1 0,-3 3 0,-3 1 0,-5 3 0,-2 3 0,-6 4 0,-7 4 0,-1 4 0,-7 4 0,-2 2 0,-4 2 0,0 4 0,-2-1 0,-2 4 0,-2 0 0,-1 4 0,-2 0 0,-1 3 0,-1 0 0,1-1 0,-1-1 0,1 0 0,0 0 0,2-2 0,0 2 0,0-1 0,1 1-68,-1-3-788,0 0-301,0-3-111,-1-2-16,1-2 59,0 0 168,-3-5 254,2-3 376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53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16138 12557 396,'0'0'817,"-1"0"149,-3 0 91,0-3 66,0 1-204,3 0-286,-2 0-211,1 1-127,0 1-73,0-1-46,1 1-33,0 0-20,0 0-9,1 0 1,-1 0 6,0 1 7,1-1 12,-1 0 14,1 3-27,0-2-127,1 2 0,1 2 0,1 0 0,1 4 0,0 1 0,-1 3 0,3-1 0,2 2 0,-1 1 0,0-1 0,0 3 0,4-3 0,0 0 0,0-2 0,1-1 0,0-1 0,1-1 0,1-4 0,0 0 0,0-2 0,4-4 0,1-3 0,1-4 0,4-4 0,1-2 0,2-5 0,3-3 0,2-5 0,3-4 0,5-1 0,1-2 0,2-3 0,5-1 0,1-1 0,3 1 0,1-1 0,-2 4 0,-1 1 0,-6 4 0,-3 3 0,-6 3 0,-6 4 0,-1 2 0,-5 2 0,-3 2 0,-5 2 0,0 2 0,-5 1 0,-2 3 0,1 1 0,-4 0 0,-1 2 0,-2 0 0,0 3 0,-2 0 0,0 2 0,-2 1 0,0 4 0,-2-2 0,0 3 0,0-1 0,-1-1 0,0 2 0,0 0 0,-2-1-813,-2-3-419,1 0-91,0-3 7,2-1 71,-1-2 193,4-5 280,1-1 362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8:58.3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5839 12022 231,'3'-3'600,"-1"2"138,-1-2 122,-2 1 108,0-1-151,-1 1-148,0-1-119,0 3-101,0-2-90,1 0-83,0 1-59,1-1-35,0 2-28,1-1-21,-1 1-19,1 0-12,0 1-10,0-1 0,2 2 3,0 1 3,2-1 7,1 3 4,3 1 4,0 3-45,-1 0-68,2 2 0,0 2 0,-2 0 0,1 1 0,0 1 0,-1-1 0,2 1 0,-2-1 0,1-2 0,-2-1 0,3-1 0,-3-1 0,0-3 0,3-1 0,0-3 0,0-2 0,4-4 0,0-3 0,5-4 0,1-5 0,3-3 0,5-4 0,6-3 0,3-3 0,5-4 0,6-4 0,3-1 0,4-2 0,3-3 0,2 2 0,-1 1 0,-1 3 0,-4 1 0,-6 6 0,-5 3 0,-6 3 0,-7 5 0,-4 2 0,-6 5 0,-5 2 0,-2 2 0,-2 1 0,-5 3 0,-1-1 0,1 3 0,-3 0 0,-1 1 0,-2 0 0,0 1 0,-2 1 0,0 1 0,-1 0 0,0-1 0,0 2 0,1-1 0,0-2 0,-2 1-472,1-1-737,-1-1-123,0-4-7,1 1 60,2-4 130,1-5 283,1-2 405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02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14767 12454 599,'-4'1'857,"-2"-2"139,0-1 95,0 1 42,1-1-282,0 1-260,1 1-181,1 0-116,1 0-74,0 0-49,2 1-28,0 1-12,1 0 8,1 0 14,2 1 12,0 0 13,1 1-109,1 2-69,2-1 0,0 1 0,-1 1 0,3 0 0,-1 1 0,1 0 0,0 1 0,-1 0 0,0-1 0,1 1 0,-2-1 0,0 1 0,0-4 0,1 2 0,-1-3 0,0 0 0,2-2 0,1-3 0,1-4 0,6-2 0,1-5 0,2-3 0,5-5 0,4-5 0,3 0 0,5-5 0,2 0 0,2-1 0,2-3 0,3 3 0,0-1 0,4-1 0,0 3 0,1-1 0,2 2 0,-4 0 0,1 2 0,-3 1 0,-5 2 0,-3 2 0,-7 4 0,-6 2 0,-4 2 0,-4 3 0,-4 2 0,-3 2 0,-3 1 0,-2 1 0,-1 1 0,-2 3 0,-3-1 0,0 2 0,-2 3 0,0 0 0,-2 1 0,0 0 0,0 0 0,0 1 0,-2 0 0,-1-1-1060,1 0-253,-2-1-53,-1-5 23,2-3 102,2-3 231,1-3 403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06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13572 12494 309,'-5'0'645,"1"-1"135,-1 0 106,0 0 90,0 0-177,1 0-150,0-1-128,1 2-100,-1 0-74,2-1-72,0 0-53,1 1-37,0 0-25,-1-1-15,2 1-17,0 0-10,0 0-10,2 1 6,-1 1 14,1 0 13,1 3-7,1 0-134,0 2 0,1 3 0,-1 0 0,1 1 0,-2 2 0,2-1 0,0 1 0,1-1 0,0-1 0,-1 0 0,1 0 0,2-2 0,-1-1 0,1-3 0,4 0 0,-1-1 0,3-4 0,4-2 0,2-5 0,6-3 0,4-4 0,4-6 0,4-2 0,6-7 0,2 0 0,4-4 0,1-4 0,3 0 0,-2-3 0,-1 1 0,0 0 0,-4 3 0,-3 1 0,-4 4 0,-4 3 0,-5 4 0,-5 3 0,-3 3 0,-6 3 0,0 2 0,-5 3 0,0 1 0,-4 2 0,-2 1 0,-2 2 0,0 0 0,0 2 0,-2 0 0,-1 1 0,0 0 0,-1 2 0,-1 1 0,0 1 0,-1 0 0,-2 2 0,-1 1 0,1 1 0,-2-2-562,-2 0-617,-2 0-127,1-4-18,1 1 51,-1-7 128,3-3 283,2-6 404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09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4276 13189 602,'-3'2'831,"-1"-2"130,-1 0 98,2-2 10,1 1-230,-2-1-248,2 0-162,0 1-103,0-1-71,1 0-49,0-1-36,0 3-23,1-2-20,0 1-17,0 0-13,0 0-12,0 1-10,1 0-13,0 0-8,0 1 3,2 1-18,1 0-39,1 5 0,1 1 0,3 4 0,0 0 0,-2 3 0,4 2 0,-2 2 0,-1-1 0,2 2 0,0 0 0,-2-1 0,3-3 0,-1 0 0,-1-1 0,2-4 0,-1 0 0,0-5 0,3-3 0,1-5 0,5-4 0,3-8 0,5-8 0,4-5 0,7-7 0,2-5 0,9-5 0,3-3 0,4-4 0,4 0 0,4-1 0,-1 0 0,2 1 0,-4 2 0,-6 4 0,-6 5 0,-6 4 0,-8 6 0,-6 3 0,-5 7 0,-7 3 0,-1 3 0,-7 3 0,1 3 0,-3 1 0,-3 4 0,-2 1 0,-2 0 0,-2 4 0,-1 1 0,-2 2 0,0 1 0,-2 1 0,1 1 0,0 1 0,-1-1 0,-2 2 0,3-1 0,0 1-727,0-2-389,0-2-136,-1-1-30,2-2 38,0-2 109,1-4 258,1-3 410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13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6291 15840 163,'-1'-7'480,"-1"0"83,1 1 74,0-1 54,0 3-64,-1-1-76,1 1-25,0 0-24,0 2-30,-1-1-50,0 2-71,1-2-71,-1 3-56,1-1-33,0-1-21,1 2-15,-1 0-13,1-1-11,0 0-16,0 1-15,1 1-8,0 0 3,1 2 10,0 0 12,2 2 12,0 2 23,2 0-144,-2 2-8,2 1 0,0-1 0,0 2 0,3-1 0,-2 0 0,2 1 0,-1-2 0,2 2 0,-1-2 0,0 1 0,2-3 0,-2 0 0,0-2 0,3-2 0,-2-1 0,1-2 0,0-2 0,1-4 0,5-3 0,-2-4 0,5-5 0,2-3 0,3-5 0,4-6 0,4-6 0,4-3 0,4-4 0,4-3 0,5 0 0,2 1 0,0-1 0,0 2 0,1 4 0,-5 3 0,-5 6 0,-3 1 0,-7 8 0,-4 2 0,-5 5 0,-6 2 0,-1 4 0,-7 3 0,1 1 0,-3 1 0,-3 2 0,-2 1 0,0 2 0,-1-1 0,-1 4 0,-1-1 0,-1 1 0,0 0 0,-1 2 0,0-2 0,0 4 0,-2-2 0,0 1-117,-1 0-960,-2 1-211,1-3-51,1-3 23,-2-2 92,3-6 238,1-3 386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16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6074 13148 71,'-3'2'594,"-1"-2"155,-1 0 132,-2 0 108,2 0-37,0-3-211,0 3-159,2-1-116,-2 0-100,3-1-77,-2 0-52,2 1-29,1-1-18,-1 1-9,1 1-3,1-1 2,0 0-1,0 1-21,0-1-158,0 1 0,1 0 0,0 1 0,1 1 0,1 1 0,2 2 0,0 0 0,0 2 0,1 2 0,0 1 0,2 0 0,0 0 0,-1 2 0,-1 0 0,3-2 0,0 1 0,-2-1 0,3 2 0,-1-4 0,0 1 0,2-2 0,-1 1 0,-1-3 0,3 0 0,-1-2 0,-1-2 0,4-2 0,0-3 0,4-4 0,1-5 0,3-2 0,3-6 0,4-4 0,4-3 0,5-4 0,2-4 0,5-3 0,2-2 0,5-1 0,1-1 0,1-1 0,0 1 0,-5 2 0,-1 2 0,-7 4 0,-4 5 0,-5 2 0,-6 6 0,-6 2 0,-1 4 0,-5 3 0,-3 3 0,-2 0 0,-1 5 0,-2-2 0,-1 3 0,-1 1 0,-1 1 0,-1-1 0,0 1 0,-1 1 0,0 1 0,0-1 0,-1 2 0,0 0 0,-1 1 0,1 1 0,-2 1 0,-1-1 0,0 4 0,-1-1-81,-1 0-1029,-1-1-200,0-4-49,-1-4 24,-2-2 96,1-3 264,0-6 403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21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9529 16005 390,'-7'1'771,"3"-1"140,0-1 97,-2 0 68,2 0-206,-1 0-247,1-1-165,0 0-104,2 1-65,0-1-46,1 2-35,0 0-28,1-1-20,0 0-9,0 1 0,0 0 12,1 0 13,2 0-167,0 2-9,2 0 0,0 1 0,0 1 0,2 3 0,-2-1 0,3 2 0,-2 1 0,-1 1 0,1 2 0,3-1 0,-2 0 0,1 1 0,-3-3 0,3 1 0,-2-1 0,1-1 0,-2-1 0,0-2 0,2 0 0,0-1 0,0-3 0,-1-1 0,4-3 0,2-1 0,0-4 0,6-4 0,1-3 0,2-1 0,4-6 0,4-2 0,2-3 0,5 0 0,0-4 0,1 0 0,4-1 0,1 1 0,-3-1 0,3 1 0,-2 2 0,-4 2 0,-2 2 0,-4 4 0,-5 0 0,-4 4 0,-1 2 0,-3 2 0,-3 2 0,-3 0 0,0 3 0,-3 2 0,-3-1 0,0 4 0,0-1 0,-2 2 0,-1 0 0,0 1 0,-1 1 0,0 0 0,-1 0 0,-2 3 0,0-1 0,0 1 0,-1 1 0,-2-1 0,1-2-134,1-1-1084,0-4-152,1-1-18,0-4 46,2-5 121,2-4 305,1-4 429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25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4751 12873 238,'0'-3'694,"0"1"169,-1 0 120,-1 0 85,0-1-161,-1 1-185,1-1-202,-1 1-135,1 0-91,0 0-62,1 2-41,0-2-28,1 1-24,-1 1-24,0 0-20,1 0-18,0 0-15,1 1-3,0 1 13,2 1 18,0 2 22,2 1-2,0 0-110,0 0 0,2 2 0,-1-1 0,1 1 0,0 1 0,2-2 0,-1 0 0,1 0 0,-1 0 0,2-1 0,0-1 0,-1-1 0,2-1 0,0-1 0,3-2 0,-1-2 0,3-3 0,1-2 0,5-3 0,2-4 0,3-3 0,5-5 0,3-3 0,3-3 0,3-4 0,3-4 0,2-5 0,3-2 0,-2-1 0,4 0 0,-3 0 0,-3 3 0,-2 3 0,-5 4 0,-6 5 0,-3 2 0,-6 7 0,-4 2 0,-5 5 0,-1 1 0,-4 3 0,-2 1 0,-2 3 0,-1 1 0,1 0 0,-2 2 0,-1 0 0,0 2 0,-1-1 0,0 1 0,1 1 0,-2 1 0,1 0 0,0 1 0,-1 2 0,-1 0 0,0-1 0,-1 2-923,-2-2-297,1-1-89,0-3 0,2-2 73,-2-2 186,2-4 309,1-4 347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28.7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5137 13127 450,'-4'2'812,"1"1"142,-1-2 97,-1 1 71,2 0-232,-1-1-271,2 0-181,0 0-118,1-1-83,-1 1-61,2 0-48,0-1-36,0 1-26,0 1-8,2-1 6,1 0 19,1 2 19,0 1 21,2 1 22,-1 0 5,2-1-39,-1 2-111,1-1 0,0 1 0,1 0 0,0 1 0,1 0 0,-2 0 0,2 1 0,0-2 0,0 2 0,2-2 0,-2 0 0,0-1 0,2 0 0,-1-1 0,0-1 0,4-3 0,-3-2 0,6-2 0,-2-4 0,5-4 0,3-3 0,3-3 0,2-5 0,4-4 0,2-4 0,2-3 0,4-1 0,1-3 0,3 0 0,0-1 0,1 2 0,-2 0 0,1 2 0,-3 3 0,-5 2 0,-2 3 0,-5 2 0,-4 2 0,-3 4 0,-3 3 0,-4 2 0,0 4 0,-7 1 0,2 4 0,-3-2 0,-2 2 0,-2 2 0,1 0 0,-3 0 0,1 1 0,-1 1 0,1 1 0,-2 0 0,1 0 0,0 2 0,-1 1 0,2 0 0,-1 1 0,-1 0 0,-1 1 0,-3 3 0,1-1-81,0 2-967,0-3-221,2-2-63,-2-6 12,1-5 77,2-3 229,1-6 395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32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21988 11454 258,'-5'-3'608,"-1"3"137,0-3 107,0 0 96,3 1-171,-1-1-147,1 0-119,0 1-104,1-1-77,-1 1-70,1-1-48,1 1-28,0 0-20,0 1-16,0-2-13,1 3-10,0 0-13,0-1-12,0 1-4,0 0-1,0 1-3,0-1 16,1 3 21,0 0 20,2 2-133,0 1-16,1 3 0,0 0 0,1 0 0,0 1 0,0 2 0,1-3 0,-1 3 0,1 0 0,-1-1 0,3 0 0,0-1 0,0 0 0,1 1 0,0-3 0,1-1 0,3-1 0,0-2 0,2-3 0,0-3 0,6-3 0,2-3 0,3-5 0,3-3 0,5-5 0,5-4 0,5-4 0,5-6 0,7-4 0,5-6 0,6-5 0,2-4 0,6-3 0,0 1 0,3 0 0,0 2 0,-6 5 0,-2 5 0,-9 4 0,-10 8 0,-8 4 0,-9 6 0,-6 3 0,-6 6 0,-4 1 0,-4 1 0,-4 5 0,0-1 0,-3 2 0,-3 2 0,-1 1 0,-1 0 0,0 0 0,-2 2 0,-2 0 0,-1 3 0,-1 1 0,-2 1 0,-1 0 0,-1 3 0,1 0 0,2 0 0,-1 1 0,-3-1 0,3 3-85,-2-3-904,1-1-246,-2 0-72,0-3 6,1-2 75,-1-3 206,2-2 333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35.9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13672 10728 441,'-6'0'810,"0"-1"136,2-1 92,-2 0 71,1-1-219,1 1-275,0-2-176,1 1-106,0-2-67,1 2-42,0 1-31,2 0-20,-1 0-8,1 0-7,0 1-6,0 0-10,0 0-45,1 1-97,0 1 0,1 0 0,3 1 0,1 1 0,0 1 0,3 0 0,-1 3 0,1-1 0,3 2 0,-1-1 0,-1 1 0,3 0 0,-3 0 0,3 0 0,-1-2 0,-1-1 0,3-1 0,-3 0 0,4-2 0,-1-2 0,4-3 0,-1-2 0,3-1 0,0-4 0,2-3 0,1-2 0,2-3 0,1-2 0,2-4 0,1-4 0,3-1 0,3-5 0,1-1 0,2-2 0,2 1 0,2 0 0,0 0 0,0 2 0,-2 3 0,2 1 0,-5 3 0,-2 2 0,-4 3 0,-3 2 0,-3 3 0,-5 3 0,-5 4 0,-1 1 0,-4 1 0,-4 3 0,1 1 0,-3 0 0,-1 1 0,-1 2 0,-1 0 0,-1 2 0,-1 0 0,-1 3 0,0 1 0,0 1 0,0 0 0,0 1 0,-2 1 0,2-1 0,2 2-919,-3-3-417,2-1-55,-2-3 30,2-6 95,2-2 243,1-3 399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39.5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4028 12110 224,'-7'0'734,"-3"0"170,-1 1 112,1-1 74,-1 1-136,2-1-251,0 0-224,2 0-143,0 0-89,2 2-53,2-2-35,0 0-28,1 2-12,1 0-2,0 2 1,1 0 11,1 3 15,0 0 15,1 1 9,0 2-102,2 0-66,-1 1 0,1 1 0,2-2 0,0 3 0,0-2 0,0-1 0,1 2 0,0-4 0,0 1 0,0-2 0,1-2 0,-1-1 0,1 0 0,0-3 0,2-2 0,2-4 0,1-2 0,2-4 0,3-3 0,1-5 0,4-4 0,5-2 0,3-2 0,4-5 0,6-4 0,2-1 0,5-3 0,1-4 0,1 1 0,3-2 0,0 2 0,0 0 0,-3 3 0,-4 2 0,-3 5 0,-3 1 0,-7 4 0,-4 5 0,-5 3 0,-5 4 0,-5 3 0,0 4 0,-4 0 0,-5 2 0,1 2 0,-1 2 0,-2 0 0,-2 1 0,-1 2 0,-1 0 0,-1 2 0,-1 1 0,-1 0 0,-1 2 0,2 2 0,-2-2-779,-1 0-424,2-1-107,-2-1-6,4-3 68,0-2 176,2-2 275,2-5 373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43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22079 11943 365,'1'-1'587,"0"0"121,1 0 101,-1-1 37,-1 0-147,0 1-92,-1-1-88,-1 2-86,2-1-70,-1-1-69,0 2-57,1 0-41,0 0-27,0 0-19,0 0-14,1 0-17,0 0-18,-1 0-14,2 2-12,-1-1-1,1 2 2,-1 1 9,2 3 16,1-1 13,1 3 7,-1 0-2,2 0-118,1 2-1,-1 0 0,1-1 0,0 1 0,0 0 0,-1-2 0,1 1 0,-1-1 0,2-2 0,-1 0 0,0-1 0,-1-2 0,4-1 0,1-2 0,0-2 0,5-3 0,2-3 0,2-5 0,8-3 0,2-4 0,5-3 0,9-8 0,4-3 0,4-4 0,7-5 0,7-1 0,3-2 0,2-1 0,2 1 0,0 3 0,-5 0 0,-6 5 0,-8 5 0,-8 4 0,-7 5 0,-7 2 0,-6 3 0,-4 4 0,-7 1 0,-1 5 0,-4 2 0,-3-1 0,-1 2 0,-2 2 0,-2 1 0,-2 2 0,-2 0 0,-1 2 0,-3 1 0,2 0 0,0-1 0,-1 1 0,1 1 0,-2 1-241,-2 2-849,0-1-186,0-2-48,-4-2 24,3-5 90,-1-4 251,1-2 383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39:47.0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4870 13297 100,'-3'3'656,"0"-1"169,-2-2 114,0 0 92,0-1-67,-1 0-218,1 1-208,1-3-133,1 3-88,-1-2-62,0 1-42,4 0-29,-2 0-22,1 1-12,0 0-5,1 0-5,-1 0-7,1 0-6,0 0-6,0 2-81,1 1-40,1 0 0,0 1 0,3 3 0,0 1 0,1-1 0,2 3 0,-1 0 0,1-1 0,0 2 0,3-1 0,-2 0 0,1-1 0,2-2 0,-1 0 0,3-1 0,-3-3 0,3 0 0,1-3 0,0 0 0,3-5 0,2-2 0,1-2 0,2-4 0,5-2 0,1-5 0,2-3 0,3-3 0,1-4 0,3-2 0,3-4 0,2-3 0,2-2 0,1-2 0,3 0 0,-1 1 0,-3-1 0,0 4 0,-6 3 0,-4 4 0,-5 3 0,-4 3 0,-3 6 0,-6 3 0,-3 3 0,-4 3 0,0 2 0,-3 2 0,-2 0 0,-1 2 0,-2 1 0,2 3 0,-3-1 0,0 0 0,0 4 0,-1 0 0,0 1 0,-1 0 0,1 1 0,-1 1 0,1-1 0,0-1 0,-1 0 0,1 0 0,-3-2-644,1-1-616,0-3-93,0-2 6,2-2 74,2-4 172,1-4 328,2-4 361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0:02.4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18427 12480 404,'1'-4'835,"0"0"143,-2 0 88,0 1 69,-1-1-194,0 1-293,1 0-203,-2 1-111,1 0-58,-1 0-40,2 1-26,-1 1-20,2 0-13,-1 0-4,1 0-30,0 0-143,0 0 0,0 0 0,0 1 0,0 1 0,1 0 0,1 2 0,1 1 0,1 3 0,-1 1 0,1 2 0,0 0 0,0 4 0,1-2 0,2 0 0,0 0 0,0 1 0,0-3 0,3 2 0,-1-3 0,1-2 0,0 1 0,0-4 0,-1 2 0,1-2 0,1-2 0,-1-1 0,2-1 0,2-2 0,2-2 0,1-6 0,5-1 0,2-5 0,4-4 0,2-5 0,3-3 0,5-7 0,2-3 0,2-4 0,5-2 0,1-3 0,3 0 0,4-1 0,3 1 0,1 1 0,0 2 0,-1 2 0,-5 2 0,-5 5 0,-8 2 0,-4 4 0,-6 3 0,-7 4 0,-2 3 0,-3 2 0,-5 2 0,0 1 0,-3 4 0,-3 0 0,-1 2 0,0 3 0,-2-1 0,0 1 0,-2 1 0,0 1 0,-1-1 0,1 3 0,-2-1 0,1 1 0,0 1 0,-1-1 0,0 3 0,-2-1 0,1 0 0,-1-2-265,-2-2-945,0 0-143,0-3-14,1-2 50,1 0 122,4-3 295,3-2 421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0:05.9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6097 10755 409,'-4'-3'774,"2"1"135,-1-1 101,-2 0 74,2 1-222,1-1-261,1 1-168,-1 0-114,1 2-84,1-2-58,-1 1-42,1 1-31,0 1-17,1 1-4,0 0 2,1 3 7,0 0 13,1 0 18,1 3 9,2 0 4,-2 0 1,1 2 2,-1 0-119,1-1-20,0 2 0,2 0 0,0 1 0,-2 0 0,1 0 0,2 0 0,-1-1 0,0 0 0,-1-2 0,3-1 0,-2 0 0,1-2 0,-2-3 0,4-1 0,1-3 0,2-3 0,3-5 0,3-5 0,4-5 0,3-3 0,4-6 0,5-1 0,2-4 0,3-1 0,7-1 0,1-1 0,1 0 0,4 0 0,-2 0 0,-2 1 0,-4 2 0,-3 2 0,-6 4 0,-5 3 0,-6 2 0,-4 5 0,-4 2 0,-3 3 0,-3 3 0,-3 1 0,-1 4 0,-2-1 0,-1 2 0,0 1 0,-2 2 0,0 0 0,-1 0 0,0 0 0,0 0 0,0 0 0,1 2 0,-2 0 0,1-2 0,0 0 0,0 0 0,-1-4-437,0 1-783,0-2-124,1-5-8,2-1 60,1-6 130,1 0 309,4-6 399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0:09.2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11170 14044 166,'-6'0'605,"2"1"143,0-2 108,-2 0 101,-1-1-104,0 1-163,2-1-143,1 2-100,-1-1-71,0 1-68,2 0-56,0 0-31,0 0-24,2 0-16,0 0-9,0 0-6,1 0-12,0 0-13,0 0 4,0 1-136,1 3-9,1 0 0,1 1 0,0 3 0,1 0 0,0 4 0,1-1 0,-1 1 0,1 0 0,3 1 0,-1 1 0,1-1 0,-2-1 0,4-1 0,-2-1 0,0 0 0,2-2 0,0 1 0,0-3 0,1-1 0,2-1 0,1-3 0,2-2 0,1-3 0,3-4 0,2-2 0,5-4 0,3-5 0,1-4 0,5-3 0,3-3 0,-1-3 0,5-2 0,1-2 0,1 0 0,1-3 0,2 2 0,-2 0 0,-3 2 0,0 1 0,-4 4 0,-3 0 0,-4 5 0,-4 2 0,-3 2 0,-4 4 0,-5 3 0,-1 2 0,-4 3 0,-1 0 0,-4 3 0,0 2 0,-3-1 0,0 2 0,-1 1 0,-1 2 0,-1 0 0,0 2 0,-1 1 0,-1 2 0,0-1 0,1 1 0,-1 0 0,1-1 0,1-1 0,-1-3-501,1 0-746,2-1-113,0-4 7,1-1 73,5-2 164,-1-4 286,2-3 389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0:12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9902 10872 329,'-5'0'748,"1"0"158,-1 0 116,-1-1 81,3 1-198,-1 0-221,1 0-206,-1 0-138,2 0-100,1 0-67,1 0-39,0 1-23,2 0-13,3 3 3,0-1 10,0 4 8,2 0 4,0 1 0,2 1 5,-2 3-6,0 0-29,2-1-93,-2 3 0,1-2 0,-1 1 0,2 1 0,-1-2 0,0 0 0,-1 0 0,2 0 0,0 0 0,-3 0 0,3-3 0,-2 1 0,0-2 0,-1-1 0,-1-2 0,3-1 0,-2-1 0,2-2 0,-1-2 0,5-4 0,0-2 0,3-5 0,2-5 0,4-2 0,2-3 0,3-7 0,3-1 0,4-4 0,4-4 0,6-1 0,0 0 0,7 0 0,2 1 0,3 1 0,4 1 0,-2 3 0,0 1 0,-4 3 0,0 0 0,-4 5 0,-7 2 0,-4 3 0,-5 2 0,-6 3 0,-4 1 0,-6 4 0,-2 3 0,-4-1 0,-3 3 0,0 0 0,-2 1 0,-2 0 0,-2 1 0,0 1 0,-1 1 0,-2 1 0,-1 0 0,1 2 0,-3 0 0,0 1 0,-1-1 0,-3 1-459,-1 0-717,1-2-139,-5 0-24,3-1 42,-2-4 129,0-4 290,1-3 411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0:15.7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8918 10154 276,'-3'3'693,"0"0"147,-2-2 114,-2 2 87,1-2-160,-2 2-224,2-2-161,1 1-119,0 0-89,1 0-67,2-1-43,0 1-16,1 2-4,1 2 1,1-1 10,1 4 9,0-1 18,2 1-4,1 3-117,0-1-75,0 0 0,3 3 0,0-1 0,-1-1 0,0 2 0,3-2 0,-1 0 0,0 1 0,0-1 0,1-2 0,-2-1 0,1-1 0,0-1 0,-1-2 0,2-1 0,0-2 0,2-3 0,4-4 0,2-4 0,2-4 0,6-5 0,2-5 0,3-4 0,3-4 0,6-5 0,3-2 0,6-3 0,3-2 0,5-3 0,2 1 0,3 2 0,1 1 0,-1 1 0,-1 4 0,-4 3 0,-5 4 0,-5 2 0,-6 2 0,-7 6 0,-4 1 0,-5 3 0,-5 3 0,-6 3 0,0 1 0,-5 4 0,-2 0 0,0 0 0,-2 3 0,-2-1 0,-1 3 0,-2 0 0,0 0 0,-1 3 0,-2-1 0,0 3 0,-2 0 0,0 0 0,-1 2-662,1-2-569,-2-1-106,2-3-5,1-3 64,1-4 170,4-5 325,4-4 368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0:18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20625 10817 421,'-2'-3'566,"-1"-1"102,1-1 113,-1 2 25,0-1-122,-2 2-74,2-1-46,1 0-56,1 1-69,-1 0-75,0-1-66,0 2-42,1 0-30,-1 0-16,2 1-11,-1-1-11,0 1-13,1 0-18,0 0-86,0 1-71,0 0 0,1 3 0,0 1 0,1 5 0,0 0 0,0 4 0,1-2 0,1 3 0,2 2 0,0-3 0,0 1 0,1-1 0,3 1 0,1-3 0,0-3 0,6-2 0,2-4 0,4-5 0,7-5 0,8-3 0,5-7 0,8-5 0,3-5 0,6-3 0,1-7 0,2-1 0,2-4 0,3-1 0,-1 0 0,2 0 0,-2 1 0,-2 3 0,-5 3 0,-6 4 0,-8 5 0,-7 4 0,-8 3 0,-6 5 0,-5 2 0,-4 4 0,-3 0 0,-3 3 0,-4 1 0,-1 1 0,0 2 0,-3 2 0,-2 0 0,-1 2 0,-2 1 0,0 2 0,1-1 0,-1 1 0,-1 2 0,1 1 0,-2-1-335,0 3-732,-2-1-191,2-2-50,-1-2 20,1-2 89,0-3 254,0-3 369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0:42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7489 12579 94,'-1'1'591,"-1"0"130,-2-1 99,1-1 99,0 0-59,-2 0-178,2-1-152,0 0-94,1 0-70,0 1-73,1-1-61,-1 0-45,2 0-29,-1 1-16,0 1-11,1-2-6,0 0-9,0 2-6,0-1-7,0 1-6,0 0-7,0 1 6,0 1 21,2 0 34,0 3-127,1 2-24,0 0 0,1 1 0,2 1 0,-2 1 0,1 2 0,0-2 0,0 2 0,1-1 0,1 2 0,1-2 0,-2 0 0,4 0 0,-3 2 0,3-3 0,-1 0 0,3 0 0,-2 1 0,3-3 0,-1 1 0,3-4 0,-1 0 0,3-3 0,0 1 0,4-6 0,0 0 0,0-3 0,4-4 0,2-3 0,2-3 0,3-4 0,5-4 0,1-4 0,3-5 0,6-2 0,2-4 0,4 0 0,2-1 0,3 1 0,-1 0 0,-3 2 0,-2 1 0,-4 5 0,-6 1 0,-4 4 0,-5 4 0,-5 1 0,-6 4 0,-2 4 0,-5 1 0,-3 3 0,-3 2 0,0 1 0,-3 2 0,-1 0 0,-1 1 0,-2 0 0,1 1 0,-2 1 0,1 1 0,0-1 0,-1 1 0,1 1 0,-1 0 0,0 2 0,0 0 0,0 0 0,0 0 0,-1-1 0,1 2 0,0-1 0,0-1-772,-1-1-541,1-3-71,-1-2 21,0-5 88,1-3 203,1-4 393</inkml:trace>
  <inkml:trace contextRef="#ctx0" brushRef="#br0" timeOffset="1471.08">1753 11474 665,'-12'9'856,"0"-2"125,-3 0 87,2 0 8,1-1-276,0 1-256,2-3-154,3 0-101,0 0-66,1-2-42,3 1-30,0-1-15,3-1 0,3 0 16,3-1 29,5-2 29,4-3-58,5 0-152,7-4 0,4-5 0,7-2 0,3 0 0,4-4 0,2-1 0,3-1 0,1-1 0,0-1 0,1-1 0,-1 1 0,-1 1 0,-6 0 0,-2 3 0,-7 3 0,-6 3 0,-7 3 0,-5 1 0,-4 4 0,-5 3 0,-6 0 0,-4 3 0,-6 3 0,-4 3 0,-3 1 0,-2 1 0,-1 0 0,0 1 0,1-1 0,2 0 0,1-3 0,2 1 0,3-1 0,1 0 0,1-2-618,4 0-151,0 0-267,2 0-138,0 0-25,-1-1 57,0 0 168,-1 2 199,-1-1 334</inkml:trace>
  <inkml:trace contextRef="#ctx0" brushRef="#br0" timeOffset="1827.1">1879 11572 262,'-29'25'822,"0"-1"168,2-3 112,2-2 77,3-1-90,5-4-359,1-2-244,4-2-143,3-3-78,5 0-29,3-3 5,3-2 31,6-2-98,7-3-174,5-3 0,8-3 0,5-4 0,7-3 0,4-3 0,3-2 0,5-2 0,1-1 0,1-1 0,2-1 0,1-2 0,0 0 0,0 2 0,-2-2 0,-4 2 0,-3 2 0,-7 3 0,-5 3 0,-7 2 0,-6 4 0,-5 2 0,-3 2 0,-5 1 0,-4 3 0,-2 0 0,-4 1 0,-2 2 0,-1 0 0,-2 1 0,1 1 0,-1-1 0,0 1 0,0 1 0,2-2 0,1 0 0,2 0 0,-1-3 0,1 3 0,1-1 0,1 1-255,1 0-798,2-1-205,1-1-54,0-1 24,-1-1 93,2-3 237,2-1 345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0:48.6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9685 12851 98,'2'1'634,"-2"1"181,-2-2 119,0-2 94,1 1-76,-2 0-189,0-2-208,1 3-149,1-2-95,-1-1-73,1 2-53,0 0-31,1 0-23,-1 0-17,-1 1-12,2 0-6,0 1-1,2 0 4,-1 2 13,0 1 18,1-1 23,0 2-67,2 2-86,0 0 0,0 2 0,0-1 0,2 2 0,0-1 0,2-1 0,-2 1 0,1-1 0,1 1 0,1-2 0,-1 1 0,1-1 0,2 0 0,-1-1 0,1 0 0,1-2 0,0 0 0,-1 0 0,1-2 0,1-1 0,0-2 0,3-2 0,-2-2 0,5-1 0,0-5 0,0-2 0,4-2 0,2-4 0,1-5 0,2-2 0,4-4 0,4-3 0,1-4 0,5-1 0,1-3 0,3 1 0,0-1 0,0 3 0,-2 2 0,-4 3 0,-4 4 0,-4 3 0,-4 4 0,-5 3 0,-1 2 0,-5 4 0,-3 2 0,-4 1 0,1 3 0,-5 0 0,0 2 0,-2 2 0,-1 1 0,0 0 0,0 1 0,-1 1 0,0 1 0,-1 1 0,0 1 0,1-1 0,-1 2 0,0 0 0,-1 0 0,0 0 0,-1 1 0,0-1 0,-1 0-1084,-1-4-255,-2 0-46,-2-5 33,1-4 101,1-4 269,1-5 403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20.1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22216 8972 637,'-1'1'837,"0"-3"118,-1 0 89,1-1 11,0 1-253,0-1-255,-1 2-148,2-1-86,-1 1-60,0 0-41,1 0-23,0 1-14,0 0-5,0 0-4,0 0 2,0 0 1,0 0-69,0 0-100,1 1 0,0 0 0,1 0 0,1 1 0,3-1 0,0 2 0,3 2 0,-1 1 0,-1 0 0,4 2 0,-1 0 0,-2 0 0,3 1 0,-2 1 0,-1-2 0,3-1 0,-2 2 0,0-4 0,1 1 0,1-1 0,-1-4 0,4-1 0,2-4 0,5-4 0,4-6 0,5-3 0,6-6 0,5-5 0,3-6 0,6-5 0,2-5 0,4-3 0,2-3 0,2 0 0,1 2 0,-2 0 0,-3 3 0,-4 3 0,-6 4 0,-4 5 0,-7 4 0,-4 4 0,-5 4 0,-3 1 0,-5 5 0,0 0 0,-6 4 0,1 1 0,-5 2 0,-1 1 0,-2 3 0,2-1 0,-4 3 0,1-1 0,-2 1 0,0 0 0,0 2 0,-1-2 0,1 2 0,0 0 0,-1 0 0,1 2 0,1-2 0,-1 3 0,-2 1 0,0 1 0,-1-2 0,-2 1 0,0 1 0,-2 0 0,1-1 0,-4-2-260,-2 1-967,2-1-151,-1-2-8,0-1 61,0-2 145,4-3 302,0 0 412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26.1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16406 14287 440,'-3'0'656,"-1"0"129,0 0 101,-1 0 14,1-3-161,0 2-134,-1-1-126,1 1-94,0 0-70,-1-1-60,1 1-39,1 0-22,1 1-8,0 0-3,1-2 8,0 2 11,1 0 16,-1 0 18,1 0-116,0 2-120,0-2 0,0 0 0,0 1 0,1 1 0,0 1 0,1 3 0,0-1 0,1 2 0,2 1 0,1 1 0,-1 1 0,1-1 0,-1 1 0,2 2 0,2-2 0,-2-1 0,1 1 0,3-3 0,-2 0 0,0-2 0,2-2 0,-1-1 0,1-2 0,5-2 0,-2-5 0,7-3 0,2-5 0,2-3 0,5-5 0,4-4 0,4-6 0,7-3 0,6-6 0,4-1 0,6-3 0,3 0 0,2-2 0,-1 3 0,0 1 0,-7 2 0,-5 6 0,-6 4 0,-7 5 0,-6 3 0,-5 5 0,-6 2 0,-4 3 0,-3 1 0,-3 5 0,-2 1 0,-5 1 0,1 2 0,-3 0 0,-1 3 0,-1-1 0,0 1 0,-1 0 0,1 1 0,-2 1 0,-2 3 0,0-1 0,1 2 0,1 2 0,0-2 0,0 2 0,0-2 0,1 1 0,-1-2-1245,1-2-157,-1-2-10,-1-1 58,2-6 129,3-3 292,1-4 438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30.3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5169 12143 252,'3'-4'575,"0"2"117,-1-1 113,-1-1 98,0 2-171,-1-1-133,0 0-87,0 0-82,0 0-81,3-1-67,0 2-55,1-2-35,3 0-22,-3 0-17,2 0-16,-1 1-14,-1 0-13,-1 1-16,1 1-16,-2-1-14,0 2-14,0 0-12,-1 0-11,0 2-3,2-1 2,1 1 9,0 2 16,1 1 15,1 1 12,0 1 14,0 2 14,0 0 3,3 1-99,-1-1-10,-1 2 0,1-1 0,2 1 0,-1-1 0,-2 2 0,3-2 0,-1 0 0,-1-1 0,-1-2 0,2 2 0,-1-3 0,-2 1 0,0-2 0,2 0 0,-2-1 0,-1-1 0,-1-1 0,0-1 0,2-1 0,1-3 0,2-1 0,0-4 0,6-5 0,0-2 0,6-3 0,1-3 0,3-4 0,4-1 0,4-5 0,3-2 0,8-4 0,0-3 0,8-3 0,-1-1 0,0-2 0,-1 3 0,-3 2 0,-6 4 0,-2 3 0,-6 5 0,-5 2 0,-5 6 0,-5 3 0,-1 4 0,-5 2 0,-1 2 0,-3 3 0,-2 1 0,-1 1 0,-2 2 0,1 0 0,-2 1 0,0 0 0,-1 1 0,1-1 0,-2 2 0,1 2 0,-1-1 0,0 1 0,1 2 0,-1 0 0,1 0 0,-2 1 0,1 1 0,-3-3-427,-1 3-758,-1-4-138,-1-2-20,0 0 50,-3-2 124,-1-5 284,4-5 415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33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18717 12719 292,'-1'0'472,"0"-1"62,1 0 30,0 1-59,0-1-112,0-1-79,0 0-3,2-1 17,0 0 33,-1 0 38,1 0 21,-2 0-17,1 1-53,-1 0-51,0 0-46,0 0-38,0 1-34,0 0-28,0 0-14,0 0-9,1 1-6,-1 0-8,1 0-8,0 0-6,0 1-9,0 0-14,-1 0-12,1 1 8,0 0 13,4 3 14,0 0 11,1 2-5,-1 0-108,1 2 0,3 0 0,-1 1 0,-1 1 0,0 1 0,2-1 0,-2 0 0,-1 1 0,2-2 0,0-2 0,0 1 0,-2-2 0,-1 0 0,3-2 0,-2-1 0,1-1 0,0-3 0,4-2 0,2-3 0,1-5 0,3-4 0,5-2 0,2-5 0,5-4 0,4-3 0,3-5 0,9-4 0,3-1 0,7-4 0,7-1 0,3-1 0,1 1 0,-2 0 0,-3 4 0,-6 3 0,-4 5 0,-9 3 0,-6 5 0,-6 5 0,-5 1 0,-6 4 0,-3 3 0,-4 2 0,-2 1 0,-3 2 0,-1 2 0,-3-1 0,1 1 0,-3 1 0,0 1 0,-2 1 0,0 1 0,-3 0 0,1 1 0,0 0 0,-1 0 0,1 0 0,-1 1 0,-2-1 0,1 1 0,2 1-192,-2-1-914,-1 0-193,0-2-40,-3-1 31,1-4 96,0 1 259,-1-4 381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37.6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15625 12225 385,'-4'1'723,"-1"-4"143,0 1 115,1-3 82,1 3-229,1-1-205,0 0-153,1 1-119,0 1-88,0 0-55,1 1-37,0 0-20,-1 0-11,1 1-3,1 0-7,-1 1-4,2 1 6,0-1 2,0 1-2,1 2-51,0-1-87,1 1 0,2 2 0,-2 0 0,0 0 0,1 1 0,0 0 0,1-2 0,1 2 0,0-1 0,0-2 0,-1 2 0,4-2 0,-2-2 0,1-1 0,3-1 0,0-2 0,3-2 0,0-3 0,6-2 0,0-5 0,4-1 0,4-5 0,3-1 0,5-4 0,4-3 0,5-3 0,5-2 0,2-2 0,2-3 0,2-1 0,2-1 0,-3 1 0,-1 1 0,-4 3 0,-3 2 0,-6 4 0,-2 2 0,-7 5 0,-5 2 0,-4 3 0,-6 4 0,-3 2 0,-3 2 0,-3 2 0,-1 0 0,-3 3 0,0 0 0,-2 3 0,-1 0 0,-2 1 0,0 2 0,0 2 0,-1 2 0,-2 0 0,-1 3 0,0 0-530,0-2-613,-3 1-142,1-2-30,-1-1 37,-1-2 112,1-2 270,1-5 420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41.2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3886 12775 6,'0'0'580,"0"0"186,-1-3 134,0 2 89,-1-2-22,1 0-235,0 0-186,0 0-157,1-1-105,0 3-66,0-2-39,0 1-23,0 1-20,0 0-21,0 1-18,0 1-5,0 0-1,1 2 1,1 0 6,0 1 8,0 2 4,1 1-1,1-1-4,0 2-9,0 1-6,0 0-3,0 0-32,0 0-55,0 1 0,1-2 0,1 2 0,0-3 0,0 0 0,1-2 0,2 0 0,0-3 0,2 0 0,2-4 0,1-3 0,4-4 0,3-5 0,2-4 0,4-2 0,3-6 0,7-3 0,2-6 0,1-5 0,6-1 0,-1-2 0,0 1 0,-2 2 0,-3 2 0,-4 5 0,-4 2 0,-5 6 0,-3 4 0,-3 2 0,-7 4 0,1 2 0,-6 4 0,1 0 0,-3 4 0,-2 0 0,-1 1 0,-1 1 0,-2 0 0,1 1 0,-2 2 0,1-1 0,0 1 0,-1 1 0,0 0 0,0 3 0,-2 1 0,2-1-118,-3 2-818,-1 0-270,0-1-95,-1-3-4,2-1 70,-1-3 199,0-2 337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44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5893 12839 446,'-1'-1'819,"1"1"142,-1-1 90,-1 0 68,0 0-228,0 0-275,0 0-183,0 1-112,1 0-66,-1-1-46,2 1-32,-1 0-27,1 1-18,0-1-13,0 0-11,1 0-3,0 0 10,1 1 16,1 1-98,1 1-33,1 2 0,2 1 0,-1-1 0,1 4 0,1-1 0,1 2 0,-1 1 0,1 1 0,0-1 0,0 1 0,2 0 0,-1-1 0,-1 1 0,2-4 0,-1 1 0,-1-2 0,4-3 0,-1-2 0,4-5 0,0-3 0,6-6 0,4-5 0,4-5 0,4-6 0,4-5 0,5-5 0,5-5 0,4-5 0,4-2 0,3-1 0,1 0 0,-2 2 0,-4 2 0,-4 5 0,-5 3 0,-8 5 0,-4 7 0,-7 3 0,-4 5 0,-6 3 0,0 4 0,-6 2 0,0 2 0,-3 2 0,-1 1 0,-2 2 0,-2 0 0,0 2 0,0-1 0,-1 2 0,2 1 0,-2 1 0,0-2 0,-1 3 0,1 0 0,0 1 0,-2 0 0,0 1 0,-1 1-75,-3-2-1146,1 1-163,-3-1-16,-2-1 48,0-2 125,3-4 304,1-3 433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48.1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8374 10813 18,'-4'1'441,"1"-1"83,1 0 63,-1-2 65,1 1 6,0 0-88,-1-1-37,1 1-22,-1-1-19,1 2-49,-1-1-90,0 0-80,-2 0-63,3 1-40,0 0-25,0 0-13,1 0-6,0 0-9,0 1-8,0 0-4,0 0-6,0-1-4,0 0-10,1 2-8,0-2-9,0 3-5,0-2-2,0 3 9,0 0 17,2 4 15,-1 0 8,1 1-5,-1 0-105,3 2 0,0 0 0,2 1 0,-1 0 0,0 0 0,0-1 0,1 0 0,2-1 0,0-1 0,-2-1 0,2-1 0,2-2 0,-2 0 0,2-2 0,2-1 0,-1-3 0,5-3 0,-1-2 0,5-5 0,2-2 0,3-5 0,3-3 0,4-4 0,4-3 0,2-3 0,6-3 0,1-1 0,6-2 0,3 0 0,2-1 0,1 2 0,-1 1 0,-2 2 0,-6 1 0,-2 4 0,-9 4 0,-4 4 0,-5 0 0,-3 6 0,-7 2 0,-3 3 0,-3 1 0,-3 3 0,-2 0 0,-2 1 0,-1 1 0,-2 3 0,-1 0 0,-2 2 0,-1 2 0,1 1 0,-4 1 0,2-1 0,0 2 0,1-1 0,-1 2 0,1-2 0,-1 3 0,1-2-560,0 2-513,0-3-169,0-1-43,-3-3 32,0-4 106,1-3 249,-1-4 349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52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5559 15436 392,'-3'-2'759,"0"0"153,0-1 98,-1 1 62,1 0-214,1 1-221,-2 1-184,1-1-125,2 0-75,-1 1-52,1 0-36,0 0-24,0 1-17,-1 0-10,2-1-7,-1 1 1,1-1 7,1 1 12,0 2 29,2 0 3,0 0-159,2 2 0,2 1 0,2 2 0,-2 1 0,3 3 0,-2 0 0,0 0 0,3 1 0,-2 1 0,0 1 0,1-1 0,-2 0 0,1-1 0,-2-2 0,3-1 0,-3-2 0,1-2 0,2-3 0,0 0 0,0-4 0,5-5 0,0-5 0,7-6 0,3-5 0,5-7 0,5-4 0,3-5 0,5-4 0,3-3 0,0-1 0,5-1 0,0-2 0,1 2 0,-2 0 0,-1 1 0,-3 4 0,-6 4 0,-3 3 0,-6 4 0,-3 6 0,-5 3 0,-4 4 0,-5 2 0,-1 4 0,-3 4 0,-4 1 0,-1 1 0,1 2 0,-3 1 0,-1 2 0,-2 1 0,0 0 0,0 4 0,-1 0 0,-1 0 0,0-1 0,-2 3 0,0-1 0,1 3-944,-1-1-366,-2-4-63,1-1 22,1-7 91,-1-4 234,4-6 386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55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8961 12757 407,'0'-2'807,"-1"2"144,-1-2 92,0 0 61,0 0-216,0 0-282,1 1-196,0 1-124,0-2-76,1 1-50,-1 1-35,0 1-20,2 1-4,0 2 2,1 1 6,1 1 12,0 3 21,0-1 13,1 3 11,0 0 13,0 0-166,1 0-13,0 1 0,1 0 0,-1-2 0,0 1 0,2-2 0,-2 1 0,3-3 0,-2 1 0,4-1 0,0-4 0,2-1 0,4-2 0,3-3 0,3-3 0,4-5 0,4-3 0,3-6 0,5-2 0,2-3 0,3-5 0,3-4 0,2-2 0,3-3 0,0-2 0,3 0 0,2 0 0,-3 0 0,-3 4 0,-4 3 0,-6 3 0,-5 4 0,-6 5 0,-5 3 0,-7 5 0,0 1 0,-7 4 0,2 2 0,-5 0 0,-1 2 0,-2 1 0,0 0 0,0 3 0,-1-1 0,0 1 0,-1 1 0,1 0 0,0 1 0,0 2 0,-2 0 0,2 1-3,-2-1-1191,-1 0-178,-1-1-29,-2 0 37,-1-2 113,0-2 293,2-3 450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2:59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9804 11618 294,'-1'0'723,"-1"1"155,-1 1 104,-1-2 70,1 0-175,0 1-229,2-1-186,0 1-126,0-1-85,0 1-52,1 0-41,-2-1-29,2 1-26,2 0-17,0 0 2,0-1 7,2 2 6,0-2 11,3 3 8,-1-1 2,3 2-8,-2-1-8,0 2-4,4 0-49,-1 2-53,1 1 0,1-2 0,-1 3 0,-1 2 0,2-1 0,-3-1 0,3 2 0,-3 0 0,-1-1 0,0 0 0,0-1 0,0-1 0,-3-1 0,0-2 0,2-1 0,0-1 0,2-2 0,3-3 0,3-4 0,3-6 0,3-5 0,7-3 0,6-6 0,3-6 0,6-2 0,5-4 0,7-3 0,4-1 0,5 0 0,1-1 0,-1 6 0,-2 2 0,-5 3 0,-6 3 0,-4 2 0,-8 4 0,-5 1 0,-5 5 0,-5 3 0,-5 3 0,-4 2 0,-3 1 0,-3 4 0,-1-1 0,-2 3 0,-3 1 0,0 2 0,-2 2 0,-1 1 0,0 1 0,-1 1 0,-2 0 0,0 0 0,-2 1 0,2 1-625,-4-3-459,2 2-157,-1-3-45,-4-3 33,1 1 94,1-5 256,0-2 398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3:02.4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8533 10156 294,'0'0'758,"-2"1"159,-1 0 99,-1-1 70,0 1-154,1-1-282,0 1-205,0-1-136,1 1-81,1-1-61,0 1-40,1 1-27,0-2-10,0 3 1,2 1 6,0 1 9,2 0 5,0 1 15,0 0 4,1 1-4,0 1-4,0 1-2,1 0-77,1 0-43,1 0 0,-1 0 0,3 2 0,-1-2 0,1 1 0,0 0 0,1-1 0,-1 0 0,1-1 0,0-1 0,2-2 0,-2 0 0,4-2 0,0-3 0,4-3 0,0-5 0,4-1 0,6-6 0,2-4 0,6-4 0,5-5 0,5-4 0,5-3 0,5-5 0,4-2 0,2-3 0,0-1 0,1 2 0,-3 1 0,-3 4 0,-4 3 0,-5 4 0,-9 4 0,-6 6 0,-6 3 0,-4 5 0,-7 2 0,-3 3 0,-2 1 0,-3 2 0,-2 2 0,-3 1 0,1 1 0,-2 2 0,0 1 0,-2 2 0,1 2 0,0-2 0,-2 2 0,0 1 0,-2 1 0,0 1-179,-3 1-749,-1-1-259,2-1-92,0-2-7,0 0 66,0-3 193,1-4 313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4095.87476" units="1/cm"/>
          <inkml:channelProperty channel="Y" name="resolution" value="6553.3999" units="1/cm"/>
          <inkml:channelProperty channel="F" name="resolution" value="10E-6" units="1/cm"/>
        </inkml:channelProperties>
      </inkml:inkSource>
      <inkml:timestamp xml:id="ts0" timeString="2024-09-10T11:43:05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15337 16250 131,'0'0'786,"-2"0"183,-1-3 112,-1 0 74,-1 0-32,1-1-341,2 3-270,-2-1-150,3 1-88,-1-1-51,1 1-37,-1 1-27,1 0-17,0 0-3,1 3 20,1-1-151,0 1-8,1 2 0,1 1 0,-2 1 0,3 1 0,-2 1 0,2 1 0,1 2 0,-1-2 0,1 2 0,1 1 0,-1 1 0,3-2 0,1 2 0,0-1 0,-1-1 0,5-1 0,-2-1 0,6 0 0,-2-3 0,7-4 0,1-3 0,4-5 0,5-5 0,4-6 0,7-5 0,3-7 0,6-4 0,6-6 0,2-1 0,6-4 0,1 0 0,2-2 0,-1 4 0,-4 0 0,-4 5 0,-8 3 0,-7 5 0,-8 4 0,-5 5 0,-9 4 0,-3 1 0,-4 4 0,-4 3 0,-4 0 0,1 3 0,-4 3 0,-1 1 0,-3 2 0,-2 3 0,-1 0 0,-2 0 0,1 3 0,-4-2 0,2 1 0,0 1 0,0 1-1010,-2-1-341,-1-3-39,0-4 37,1-5 102,0-3 260,2-6 390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E931D-3525-4FD2-B4D8-628E4953F52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EF431-6FC8-46C9-B3B8-D5E2C1D12F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743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B5404-D0A9-4900-8DD3-A21EDA5C2461}" type="slidenum">
              <a:rPr lang="en-US" smtClean="0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9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B381-62D3-47A1-EBA7-F2D1CECC6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0D7B1-16DF-6CAF-9970-4F8D5AF8C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2FB1-8A09-5291-9B65-6D7E41EE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31D25-810A-ED90-DF21-1807E8AC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C65BD-5960-0B28-D3FC-71F8C44B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39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2549-FDE7-0735-D945-F2FE8809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8FC5A-216B-3C84-F310-EC5D7E1F0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1123F-66F5-C4C1-D6B0-CECAFDC7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F9A2A-5F22-CB1B-D02B-699726411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6468-8C83-FBDE-DF0A-829A75BD1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5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7A28-8BA5-4462-1933-5D5610B7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88EFE-58D5-010C-6F1E-6ED68A407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EB69A-5907-906E-1FCA-CF48FAD4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8D36D-A8A3-08F7-B1D4-50A6B37B4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B2D8A-F477-C15E-FCCF-F5EDA986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141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3B12C-B298-A253-C79B-A3F86A994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0CB4F-81B9-9A54-0BDC-C8AFC78DB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B9EEC-D495-A060-B582-583B93B68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AFD83-84E8-6033-D579-7AE4D526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3E7FE-431F-4671-CD6A-16D7DC55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E5BCF-5C62-2604-9AA9-ACA4636D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9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93CE-DE2B-1810-F235-0EFEDF7B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2E66A-A273-710D-1247-A46451918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C92E2-AF7B-D1BE-7C2F-C0976C1D7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99B99-1D95-93BC-7185-18EC63AFC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D90D4-44FF-BF8B-E6F6-6E3BD3AD4A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CE1B9-AA9F-1120-5E07-33707215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925DFF-BAD0-EA53-EE45-9D80B6C7F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E9DE0-88B6-C55B-9E54-1F8A1C0C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8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F853-CBE7-7B5A-4267-D93D90FB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A68BD-122D-35A5-6FC0-144CB9C7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6BEAC-32C5-63A2-2264-D37A0A64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82BE0-42BE-8235-B452-4CAECC65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34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F49C4-132C-8FE5-0909-FDDFAAE3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08287-1262-6D2F-E687-C082DEB0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321AA-B1B5-E5D3-5C30-DDC0D6F8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13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3294-73DF-4453-659D-B949A14AE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0C0EC-A0A3-9BD2-A1C9-84079BCF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C0717-D789-72F8-9C15-82A7A34B0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27E30-6E51-9CE8-638B-7BB1D0E0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95A85-6164-C82F-1A8D-7785D15D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65261-7079-70D6-27BD-F3D284B6F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4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FC95-B673-E80D-8856-27688720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2CBE5D-B461-8BC0-308A-1E7C9C918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9961C-9F1E-C336-22FA-99A6023DE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F2F5C-4094-63D4-A9D1-2481BB68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657F4-B0C2-E22B-7F4B-4BA8D89E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D089D-F601-2AE1-36B6-D992C77D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10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0257-F038-6453-875D-63668B37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687DC-7E39-E36F-6423-16014135F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31C78-D9E3-4A99-6361-77DB58EB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ADDCB-16F5-75CD-CCAC-5E736AC81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4E81-E9EA-3ABF-92BA-657F4722A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29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BDBD1F-8524-436E-26E2-957602F14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2DDAE-D726-F1F7-5794-2A5303378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6C714-3239-9CE7-8E77-9F686BEE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AD2AA-7774-7E01-2A0D-F45A1DCED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F0090-8A82-B012-8F3A-4321B6AA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172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4CDE9-D20E-3595-9ADB-6D17CA55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78ABE-C4D0-8F54-60A9-143FE5FC7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B01D6-8A01-573F-15BD-767D4DDAF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B61A9-1A10-4205-82B7-2D417DB66C1F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52B0-D844-FD40-8D09-43EEC287A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9D4B-BD86-D9C9-05CA-FF05EB805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14645-8A83-4CC8-8E0E-05E5467EA5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51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.xml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.xml"/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.xml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1.xml"/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2.xml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3.xml"/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5.xml"/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7.xml"/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.xml"/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9.xml"/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0.xml"/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0.png"/><Relationship Id="rId5" Type="http://schemas.openxmlformats.org/officeDocument/2006/relationships/customXml" Target="../ink/ink61.xml"/><Relationship Id="rId4" Type="http://schemas.openxmlformats.org/officeDocument/2006/relationships/image" Target="../media/image8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2.xml"/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customXml" Target="../ink/ink63.xml"/><Relationship Id="rId4" Type="http://schemas.openxmlformats.org/officeDocument/2006/relationships/image" Target="../media/image910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customXml" Target="../ink/ink64.xml"/><Relationship Id="rId7" Type="http://schemas.openxmlformats.org/officeDocument/2006/relationships/customXml" Target="../ink/ink66.xml"/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0.png"/><Relationship Id="rId5" Type="http://schemas.openxmlformats.org/officeDocument/2006/relationships/customXml" Target="../ink/ink65.xml"/><Relationship Id="rId4" Type="http://schemas.openxmlformats.org/officeDocument/2006/relationships/image" Target="../media/image9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7.xml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8.xml"/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9.xml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0.xml"/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1.xml"/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customXml" Target="../ink/ink72.xml"/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0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e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jpe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jpe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e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e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e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e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jpe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jpe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jpe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jpe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jpe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jpe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jpe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jpe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jpe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jpe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jpe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jpe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customXml" Target="../ink/ink78.xml"/><Relationship Id="rId18" Type="http://schemas.openxmlformats.org/officeDocument/2006/relationships/image" Target="../media/image143.png"/><Relationship Id="rId26" Type="http://schemas.openxmlformats.org/officeDocument/2006/relationships/image" Target="../media/image147.png"/><Relationship Id="rId3" Type="http://schemas.openxmlformats.org/officeDocument/2006/relationships/customXml" Target="../ink/ink73.xml"/><Relationship Id="rId21" Type="http://schemas.openxmlformats.org/officeDocument/2006/relationships/customXml" Target="../ink/ink82.xml"/><Relationship Id="rId7" Type="http://schemas.openxmlformats.org/officeDocument/2006/relationships/customXml" Target="../ink/ink75.xml"/><Relationship Id="rId12" Type="http://schemas.openxmlformats.org/officeDocument/2006/relationships/image" Target="../media/image140.png"/><Relationship Id="rId17" Type="http://schemas.openxmlformats.org/officeDocument/2006/relationships/customXml" Target="../ink/ink80.xml"/><Relationship Id="rId25" Type="http://schemas.openxmlformats.org/officeDocument/2006/relationships/customXml" Target="../ink/ink84.xml"/><Relationship Id="rId2" Type="http://schemas.openxmlformats.org/officeDocument/2006/relationships/image" Target="../media/image160.jpeg"/><Relationship Id="rId16" Type="http://schemas.openxmlformats.org/officeDocument/2006/relationships/image" Target="../media/image142.png"/><Relationship Id="rId20" Type="http://schemas.openxmlformats.org/officeDocument/2006/relationships/image" Target="../media/image144.png"/><Relationship Id="rId29" Type="http://schemas.openxmlformats.org/officeDocument/2006/relationships/customXml" Target="../ink/ink8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11" Type="http://schemas.openxmlformats.org/officeDocument/2006/relationships/customXml" Target="../ink/ink77.xml"/><Relationship Id="rId24" Type="http://schemas.openxmlformats.org/officeDocument/2006/relationships/image" Target="../media/image146.png"/><Relationship Id="rId5" Type="http://schemas.openxmlformats.org/officeDocument/2006/relationships/customXml" Target="../ink/ink74.xml"/><Relationship Id="rId15" Type="http://schemas.openxmlformats.org/officeDocument/2006/relationships/customXml" Target="../ink/ink79.xml"/><Relationship Id="rId23" Type="http://schemas.openxmlformats.org/officeDocument/2006/relationships/customXml" Target="../ink/ink83.xml"/><Relationship Id="rId28" Type="http://schemas.openxmlformats.org/officeDocument/2006/relationships/image" Target="../media/image148.png"/><Relationship Id="rId10" Type="http://schemas.openxmlformats.org/officeDocument/2006/relationships/image" Target="../media/image139.png"/><Relationship Id="rId19" Type="http://schemas.openxmlformats.org/officeDocument/2006/relationships/customXml" Target="../ink/ink81.xml"/><Relationship Id="rId4" Type="http://schemas.openxmlformats.org/officeDocument/2006/relationships/image" Target="../media/image136.png"/><Relationship Id="rId9" Type="http://schemas.openxmlformats.org/officeDocument/2006/relationships/customXml" Target="../ink/ink76.xml"/><Relationship Id="rId14" Type="http://schemas.openxmlformats.org/officeDocument/2006/relationships/image" Target="../media/image141.png"/><Relationship Id="rId22" Type="http://schemas.openxmlformats.org/officeDocument/2006/relationships/image" Target="../media/image145.png"/><Relationship Id="rId27" Type="http://schemas.openxmlformats.org/officeDocument/2006/relationships/customXml" Target="../ink/ink85.xml"/><Relationship Id="rId30" Type="http://schemas.openxmlformats.org/officeDocument/2006/relationships/image" Target="../media/image128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customXml" Target="../ink/ink87.xml"/><Relationship Id="rId7" Type="http://schemas.openxmlformats.org/officeDocument/2006/relationships/customXml" Target="../ink/ink89.xml"/><Relationship Id="rId12" Type="http://schemas.openxmlformats.org/officeDocument/2006/relationships/image" Target="../media/image154.png"/><Relationship Id="rId2" Type="http://schemas.openxmlformats.org/officeDocument/2006/relationships/image" Target="../media/image16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customXml" Target="../ink/ink91.xml"/><Relationship Id="rId5" Type="http://schemas.openxmlformats.org/officeDocument/2006/relationships/customXml" Target="../ink/ink88.xml"/><Relationship Id="rId10" Type="http://schemas.openxmlformats.org/officeDocument/2006/relationships/image" Target="../media/image153.png"/><Relationship Id="rId4" Type="http://schemas.openxmlformats.org/officeDocument/2006/relationships/image" Target="../media/image150.png"/><Relationship Id="rId9" Type="http://schemas.openxmlformats.org/officeDocument/2006/relationships/customXml" Target="../ink/ink90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customXml" Target="../ink/ink97.xml"/><Relationship Id="rId18" Type="http://schemas.openxmlformats.org/officeDocument/2006/relationships/image" Target="../media/image163.png"/><Relationship Id="rId26" Type="http://schemas.openxmlformats.org/officeDocument/2006/relationships/image" Target="../media/image167.png"/><Relationship Id="rId39" Type="http://schemas.openxmlformats.org/officeDocument/2006/relationships/customXml" Target="../ink/ink110.xml"/><Relationship Id="rId3" Type="http://schemas.openxmlformats.org/officeDocument/2006/relationships/customXml" Target="../ink/ink92.xml"/><Relationship Id="rId21" Type="http://schemas.openxmlformats.org/officeDocument/2006/relationships/customXml" Target="../ink/ink101.xml"/><Relationship Id="rId34" Type="http://schemas.openxmlformats.org/officeDocument/2006/relationships/image" Target="../media/image171.png"/><Relationship Id="rId7" Type="http://schemas.openxmlformats.org/officeDocument/2006/relationships/customXml" Target="../ink/ink94.xml"/><Relationship Id="rId12" Type="http://schemas.openxmlformats.org/officeDocument/2006/relationships/image" Target="../media/image160.png"/><Relationship Id="rId17" Type="http://schemas.openxmlformats.org/officeDocument/2006/relationships/customXml" Target="../ink/ink99.xml"/><Relationship Id="rId25" Type="http://schemas.openxmlformats.org/officeDocument/2006/relationships/customXml" Target="../ink/ink103.xml"/><Relationship Id="rId33" Type="http://schemas.openxmlformats.org/officeDocument/2006/relationships/customXml" Target="../ink/ink107.xml"/><Relationship Id="rId38" Type="http://schemas.openxmlformats.org/officeDocument/2006/relationships/image" Target="../media/image173.png"/><Relationship Id="rId2" Type="http://schemas.openxmlformats.org/officeDocument/2006/relationships/image" Target="../media/image162.jpeg"/><Relationship Id="rId16" Type="http://schemas.openxmlformats.org/officeDocument/2006/relationships/image" Target="../media/image162.png"/><Relationship Id="rId20" Type="http://schemas.openxmlformats.org/officeDocument/2006/relationships/image" Target="../media/image164.png"/><Relationship Id="rId29" Type="http://schemas.openxmlformats.org/officeDocument/2006/relationships/customXml" Target="../ink/ink10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11" Type="http://schemas.openxmlformats.org/officeDocument/2006/relationships/customXml" Target="../ink/ink96.xml"/><Relationship Id="rId24" Type="http://schemas.openxmlformats.org/officeDocument/2006/relationships/image" Target="../media/image166.png"/><Relationship Id="rId32" Type="http://schemas.openxmlformats.org/officeDocument/2006/relationships/image" Target="../media/image170.png"/><Relationship Id="rId37" Type="http://schemas.openxmlformats.org/officeDocument/2006/relationships/customXml" Target="../ink/ink109.xml"/><Relationship Id="rId40" Type="http://schemas.openxmlformats.org/officeDocument/2006/relationships/image" Target="../media/image174.png"/><Relationship Id="rId5" Type="http://schemas.openxmlformats.org/officeDocument/2006/relationships/customXml" Target="../ink/ink93.xml"/><Relationship Id="rId15" Type="http://schemas.openxmlformats.org/officeDocument/2006/relationships/customXml" Target="../ink/ink98.xml"/><Relationship Id="rId23" Type="http://schemas.openxmlformats.org/officeDocument/2006/relationships/customXml" Target="../ink/ink102.xml"/><Relationship Id="rId28" Type="http://schemas.openxmlformats.org/officeDocument/2006/relationships/image" Target="../media/image168.png"/><Relationship Id="rId36" Type="http://schemas.openxmlformats.org/officeDocument/2006/relationships/image" Target="../media/image172.png"/><Relationship Id="rId10" Type="http://schemas.openxmlformats.org/officeDocument/2006/relationships/image" Target="../media/image159.png"/><Relationship Id="rId19" Type="http://schemas.openxmlformats.org/officeDocument/2006/relationships/customXml" Target="../ink/ink100.xml"/><Relationship Id="rId31" Type="http://schemas.openxmlformats.org/officeDocument/2006/relationships/customXml" Target="../ink/ink106.xml"/><Relationship Id="rId4" Type="http://schemas.openxmlformats.org/officeDocument/2006/relationships/image" Target="../media/image156.png"/><Relationship Id="rId9" Type="http://schemas.openxmlformats.org/officeDocument/2006/relationships/customXml" Target="../ink/ink95.xml"/><Relationship Id="rId14" Type="http://schemas.openxmlformats.org/officeDocument/2006/relationships/image" Target="../media/image161.png"/><Relationship Id="rId22" Type="http://schemas.openxmlformats.org/officeDocument/2006/relationships/image" Target="../media/image165.png"/><Relationship Id="rId27" Type="http://schemas.openxmlformats.org/officeDocument/2006/relationships/customXml" Target="../ink/ink104.xml"/><Relationship Id="rId30" Type="http://schemas.openxmlformats.org/officeDocument/2006/relationships/image" Target="../media/image169.png"/><Relationship Id="rId35" Type="http://schemas.openxmlformats.org/officeDocument/2006/relationships/customXml" Target="../ink/ink108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customXml" Target="../ink/ink111.xml"/><Relationship Id="rId7" Type="http://schemas.openxmlformats.org/officeDocument/2006/relationships/customXml" Target="../ink/ink113.xml"/><Relationship Id="rId2" Type="http://schemas.openxmlformats.org/officeDocument/2006/relationships/image" Target="../media/image16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5" Type="http://schemas.openxmlformats.org/officeDocument/2006/relationships/customXml" Target="../ink/ink112.xml"/><Relationship Id="rId4" Type="http://schemas.openxmlformats.org/officeDocument/2006/relationships/image" Target="../media/image176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customXml" Target="../ink/ink119.xml"/><Relationship Id="rId18" Type="http://schemas.openxmlformats.org/officeDocument/2006/relationships/image" Target="../media/image187.png"/><Relationship Id="rId26" Type="http://schemas.openxmlformats.org/officeDocument/2006/relationships/image" Target="../media/image191.png"/><Relationship Id="rId3" Type="http://schemas.openxmlformats.org/officeDocument/2006/relationships/customXml" Target="../ink/ink114.xml"/><Relationship Id="rId21" Type="http://schemas.openxmlformats.org/officeDocument/2006/relationships/customXml" Target="../ink/ink123.xml"/><Relationship Id="rId7" Type="http://schemas.openxmlformats.org/officeDocument/2006/relationships/customXml" Target="../ink/ink116.xml"/><Relationship Id="rId12" Type="http://schemas.openxmlformats.org/officeDocument/2006/relationships/image" Target="../media/image184.png"/><Relationship Id="rId17" Type="http://schemas.openxmlformats.org/officeDocument/2006/relationships/customXml" Target="../ink/ink121.xml"/><Relationship Id="rId25" Type="http://schemas.openxmlformats.org/officeDocument/2006/relationships/customXml" Target="../ink/ink125.xml"/><Relationship Id="rId2" Type="http://schemas.openxmlformats.org/officeDocument/2006/relationships/image" Target="../media/image164.jpeg"/><Relationship Id="rId16" Type="http://schemas.openxmlformats.org/officeDocument/2006/relationships/image" Target="../media/image186.png"/><Relationship Id="rId20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11" Type="http://schemas.openxmlformats.org/officeDocument/2006/relationships/customXml" Target="../ink/ink118.xml"/><Relationship Id="rId24" Type="http://schemas.openxmlformats.org/officeDocument/2006/relationships/image" Target="../media/image190.png"/><Relationship Id="rId5" Type="http://schemas.openxmlformats.org/officeDocument/2006/relationships/customXml" Target="../ink/ink115.xml"/><Relationship Id="rId15" Type="http://schemas.openxmlformats.org/officeDocument/2006/relationships/customXml" Target="../ink/ink120.xml"/><Relationship Id="rId23" Type="http://schemas.openxmlformats.org/officeDocument/2006/relationships/customXml" Target="../ink/ink124.xml"/><Relationship Id="rId28" Type="http://schemas.openxmlformats.org/officeDocument/2006/relationships/image" Target="../media/image192.png"/><Relationship Id="rId10" Type="http://schemas.openxmlformats.org/officeDocument/2006/relationships/image" Target="../media/image183.png"/><Relationship Id="rId19" Type="http://schemas.openxmlformats.org/officeDocument/2006/relationships/customXml" Target="../ink/ink122.xml"/><Relationship Id="rId4" Type="http://schemas.openxmlformats.org/officeDocument/2006/relationships/image" Target="../media/image180.png"/><Relationship Id="rId9" Type="http://schemas.openxmlformats.org/officeDocument/2006/relationships/customXml" Target="../ink/ink117.xml"/><Relationship Id="rId14" Type="http://schemas.openxmlformats.org/officeDocument/2006/relationships/image" Target="../media/image185.png"/><Relationship Id="rId22" Type="http://schemas.openxmlformats.org/officeDocument/2006/relationships/image" Target="../media/image189.png"/><Relationship Id="rId27" Type="http://schemas.openxmlformats.org/officeDocument/2006/relationships/customXml" Target="../ink/ink126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customXml" Target="../ink/ink132.xml"/><Relationship Id="rId18" Type="http://schemas.openxmlformats.org/officeDocument/2006/relationships/image" Target="../media/image201.png"/><Relationship Id="rId3" Type="http://schemas.openxmlformats.org/officeDocument/2006/relationships/customXml" Target="../ink/ink127.xml"/><Relationship Id="rId21" Type="http://schemas.openxmlformats.org/officeDocument/2006/relationships/customXml" Target="../ink/ink136.xml"/><Relationship Id="rId7" Type="http://schemas.openxmlformats.org/officeDocument/2006/relationships/customXml" Target="../ink/ink129.xml"/><Relationship Id="rId12" Type="http://schemas.openxmlformats.org/officeDocument/2006/relationships/image" Target="../media/image198.png"/><Relationship Id="rId17" Type="http://schemas.openxmlformats.org/officeDocument/2006/relationships/customXml" Target="../ink/ink134.xml"/><Relationship Id="rId2" Type="http://schemas.openxmlformats.org/officeDocument/2006/relationships/image" Target="../media/image165.jpeg"/><Relationship Id="rId16" Type="http://schemas.openxmlformats.org/officeDocument/2006/relationships/image" Target="../media/image200.png"/><Relationship Id="rId20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png"/><Relationship Id="rId11" Type="http://schemas.openxmlformats.org/officeDocument/2006/relationships/customXml" Target="../ink/ink131.xml"/><Relationship Id="rId24" Type="http://schemas.openxmlformats.org/officeDocument/2006/relationships/image" Target="../media/image204.png"/><Relationship Id="rId5" Type="http://schemas.openxmlformats.org/officeDocument/2006/relationships/customXml" Target="../ink/ink128.xml"/><Relationship Id="rId15" Type="http://schemas.openxmlformats.org/officeDocument/2006/relationships/customXml" Target="../ink/ink133.xml"/><Relationship Id="rId23" Type="http://schemas.openxmlformats.org/officeDocument/2006/relationships/customXml" Target="../ink/ink137.xml"/><Relationship Id="rId10" Type="http://schemas.openxmlformats.org/officeDocument/2006/relationships/image" Target="../media/image197.png"/><Relationship Id="rId19" Type="http://schemas.openxmlformats.org/officeDocument/2006/relationships/customXml" Target="../ink/ink135.xml"/><Relationship Id="rId4" Type="http://schemas.openxmlformats.org/officeDocument/2006/relationships/image" Target="../media/image194.png"/><Relationship Id="rId9" Type="http://schemas.openxmlformats.org/officeDocument/2006/relationships/customXml" Target="../ink/ink130.xml"/><Relationship Id="rId14" Type="http://schemas.openxmlformats.org/officeDocument/2006/relationships/image" Target="../media/image199.png"/><Relationship Id="rId22" Type="http://schemas.openxmlformats.org/officeDocument/2006/relationships/image" Target="../media/image20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8.xml"/><Relationship Id="rId2" Type="http://schemas.openxmlformats.org/officeDocument/2006/relationships/image" Target="../media/image16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9.xml"/><Relationship Id="rId2" Type="http://schemas.openxmlformats.org/officeDocument/2006/relationships/image" Target="../media/image16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8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customXml" Target="../ink/ink145.xml"/><Relationship Id="rId18" Type="http://schemas.openxmlformats.org/officeDocument/2006/relationships/image" Target="../media/image217.png"/><Relationship Id="rId3" Type="http://schemas.openxmlformats.org/officeDocument/2006/relationships/customXml" Target="../ink/ink140.xml"/><Relationship Id="rId21" Type="http://schemas.openxmlformats.org/officeDocument/2006/relationships/customXml" Target="../ink/ink149.xml"/><Relationship Id="rId7" Type="http://schemas.openxmlformats.org/officeDocument/2006/relationships/customXml" Target="../ink/ink142.xml"/><Relationship Id="rId12" Type="http://schemas.openxmlformats.org/officeDocument/2006/relationships/image" Target="../media/image214.png"/><Relationship Id="rId17" Type="http://schemas.openxmlformats.org/officeDocument/2006/relationships/customXml" Target="../ink/ink147.xml"/><Relationship Id="rId2" Type="http://schemas.openxmlformats.org/officeDocument/2006/relationships/image" Target="../media/image168.jpeg"/><Relationship Id="rId16" Type="http://schemas.openxmlformats.org/officeDocument/2006/relationships/image" Target="../media/image216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.png"/><Relationship Id="rId11" Type="http://schemas.openxmlformats.org/officeDocument/2006/relationships/customXml" Target="../ink/ink144.xml"/><Relationship Id="rId5" Type="http://schemas.openxmlformats.org/officeDocument/2006/relationships/customXml" Target="../ink/ink141.xml"/><Relationship Id="rId15" Type="http://schemas.openxmlformats.org/officeDocument/2006/relationships/customXml" Target="../ink/ink146.xml"/><Relationship Id="rId10" Type="http://schemas.openxmlformats.org/officeDocument/2006/relationships/image" Target="../media/image213.png"/><Relationship Id="rId19" Type="http://schemas.openxmlformats.org/officeDocument/2006/relationships/customXml" Target="../ink/ink148.xml"/><Relationship Id="rId4" Type="http://schemas.openxmlformats.org/officeDocument/2006/relationships/image" Target="../media/image210.png"/><Relationship Id="rId9" Type="http://schemas.openxmlformats.org/officeDocument/2006/relationships/customXml" Target="../ink/ink143.xml"/><Relationship Id="rId14" Type="http://schemas.openxmlformats.org/officeDocument/2006/relationships/image" Target="../media/image215.png"/><Relationship Id="rId22" Type="http://schemas.openxmlformats.org/officeDocument/2006/relationships/image" Target="../media/image219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0.xml"/><Relationship Id="rId2" Type="http://schemas.openxmlformats.org/officeDocument/2006/relationships/image" Target="../media/image16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1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13" Type="http://schemas.openxmlformats.org/officeDocument/2006/relationships/customXml" Target="../ink/ink156.xml"/><Relationship Id="rId18" Type="http://schemas.openxmlformats.org/officeDocument/2006/relationships/image" Target="../media/image230.png"/><Relationship Id="rId3" Type="http://schemas.openxmlformats.org/officeDocument/2006/relationships/customXml" Target="../ink/ink151.xml"/><Relationship Id="rId21" Type="http://schemas.openxmlformats.org/officeDocument/2006/relationships/customXml" Target="../ink/ink160.xml"/><Relationship Id="rId7" Type="http://schemas.openxmlformats.org/officeDocument/2006/relationships/customXml" Target="../ink/ink153.xml"/><Relationship Id="rId12" Type="http://schemas.openxmlformats.org/officeDocument/2006/relationships/image" Target="../media/image227.png"/><Relationship Id="rId17" Type="http://schemas.openxmlformats.org/officeDocument/2006/relationships/customXml" Target="../ink/ink158.xml"/><Relationship Id="rId2" Type="http://schemas.openxmlformats.org/officeDocument/2006/relationships/image" Target="../media/image170.jpeg"/><Relationship Id="rId16" Type="http://schemas.openxmlformats.org/officeDocument/2006/relationships/image" Target="../media/image229.png"/><Relationship Id="rId20" Type="http://schemas.openxmlformats.org/officeDocument/2006/relationships/image" Target="../media/image2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4.png"/><Relationship Id="rId11" Type="http://schemas.openxmlformats.org/officeDocument/2006/relationships/customXml" Target="../ink/ink155.xml"/><Relationship Id="rId24" Type="http://schemas.openxmlformats.org/officeDocument/2006/relationships/image" Target="../media/image233.png"/><Relationship Id="rId5" Type="http://schemas.openxmlformats.org/officeDocument/2006/relationships/customXml" Target="../ink/ink152.xml"/><Relationship Id="rId15" Type="http://schemas.openxmlformats.org/officeDocument/2006/relationships/customXml" Target="../ink/ink157.xml"/><Relationship Id="rId23" Type="http://schemas.openxmlformats.org/officeDocument/2006/relationships/customXml" Target="../ink/ink161.xml"/><Relationship Id="rId10" Type="http://schemas.openxmlformats.org/officeDocument/2006/relationships/image" Target="../media/image226.png"/><Relationship Id="rId19" Type="http://schemas.openxmlformats.org/officeDocument/2006/relationships/customXml" Target="../ink/ink159.xml"/><Relationship Id="rId4" Type="http://schemas.openxmlformats.org/officeDocument/2006/relationships/image" Target="../media/image223.png"/><Relationship Id="rId9" Type="http://schemas.openxmlformats.org/officeDocument/2006/relationships/customXml" Target="../ink/ink154.xml"/><Relationship Id="rId14" Type="http://schemas.openxmlformats.org/officeDocument/2006/relationships/image" Target="../media/image228.png"/><Relationship Id="rId22" Type="http://schemas.openxmlformats.org/officeDocument/2006/relationships/image" Target="../media/image23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2.xml"/><Relationship Id="rId2" Type="http://schemas.openxmlformats.org/officeDocument/2006/relationships/image" Target="../media/image17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5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customXml" Target="../ink/ink163.xml"/><Relationship Id="rId7" Type="http://schemas.openxmlformats.org/officeDocument/2006/relationships/customXml" Target="../ink/ink165.xml"/><Relationship Id="rId12" Type="http://schemas.openxmlformats.org/officeDocument/2006/relationships/image" Target="../media/image241.png"/><Relationship Id="rId2" Type="http://schemas.openxmlformats.org/officeDocument/2006/relationships/image" Target="../media/image17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11" Type="http://schemas.openxmlformats.org/officeDocument/2006/relationships/customXml" Target="../ink/ink167.xml"/><Relationship Id="rId5" Type="http://schemas.openxmlformats.org/officeDocument/2006/relationships/customXml" Target="../ink/ink164.xml"/><Relationship Id="rId10" Type="http://schemas.openxmlformats.org/officeDocument/2006/relationships/image" Target="../media/image240.png"/><Relationship Id="rId4" Type="http://schemas.openxmlformats.org/officeDocument/2006/relationships/image" Target="../media/image237.png"/><Relationship Id="rId9" Type="http://schemas.openxmlformats.org/officeDocument/2006/relationships/customXml" Target="../ink/ink166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customXml" Target="../ink/ink173.xml"/><Relationship Id="rId18" Type="http://schemas.openxmlformats.org/officeDocument/2006/relationships/image" Target="../media/image250.png"/><Relationship Id="rId3" Type="http://schemas.openxmlformats.org/officeDocument/2006/relationships/customXml" Target="../ink/ink168.xml"/><Relationship Id="rId21" Type="http://schemas.openxmlformats.org/officeDocument/2006/relationships/customXml" Target="../ink/ink177.xml"/><Relationship Id="rId7" Type="http://schemas.openxmlformats.org/officeDocument/2006/relationships/customXml" Target="../ink/ink170.xml"/><Relationship Id="rId12" Type="http://schemas.openxmlformats.org/officeDocument/2006/relationships/image" Target="../media/image247.png"/><Relationship Id="rId17" Type="http://schemas.openxmlformats.org/officeDocument/2006/relationships/customXml" Target="../ink/ink175.xml"/><Relationship Id="rId2" Type="http://schemas.openxmlformats.org/officeDocument/2006/relationships/image" Target="../media/image173.jpeg"/><Relationship Id="rId16" Type="http://schemas.openxmlformats.org/officeDocument/2006/relationships/image" Target="../media/image249.png"/><Relationship Id="rId20" Type="http://schemas.openxmlformats.org/officeDocument/2006/relationships/image" Target="../media/image2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4.png"/><Relationship Id="rId11" Type="http://schemas.openxmlformats.org/officeDocument/2006/relationships/customXml" Target="../ink/ink172.xml"/><Relationship Id="rId24" Type="http://schemas.openxmlformats.org/officeDocument/2006/relationships/image" Target="../media/image253.png"/><Relationship Id="rId5" Type="http://schemas.openxmlformats.org/officeDocument/2006/relationships/customXml" Target="../ink/ink169.xml"/><Relationship Id="rId15" Type="http://schemas.openxmlformats.org/officeDocument/2006/relationships/customXml" Target="../ink/ink174.xml"/><Relationship Id="rId23" Type="http://schemas.openxmlformats.org/officeDocument/2006/relationships/customXml" Target="../ink/ink178.xml"/><Relationship Id="rId10" Type="http://schemas.openxmlformats.org/officeDocument/2006/relationships/image" Target="../media/image246.png"/><Relationship Id="rId19" Type="http://schemas.openxmlformats.org/officeDocument/2006/relationships/customXml" Target="../ink/ink176.xml"/><Relationship Id="rId4" Type="http://schemas.openxmlformats.org/officeDocument/2006/relationships/image" Target="../media/image243.png"/><Relationship Id="rId9" Type="http://schemas.openxmlformats.org/officeDocument/2006/relationships/customXml" Target="../ink/ink171.xml"/><Relationship Id="rId14" Type="http://schemas.openxmlformats.org/officeDocument/2006/relationships/image" Target="../media/image248.png"/><Relationship Id="rId22" Type="http://schemas.openxmlformats.org/officeDocument/2006/relationships/image" Target="../media/image252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png"/><Relationship Id="rId3" Type="http://schemas.openxmlformats.org/officeDocument/2006/relationships/customXml" Target="../ink/ink179.xml"/><Relationship Id="rId7" Type="http://schemas.openxmlformats.org/officeDocument/2006/relationships/customXml" Target="../ink/ink181.xml"/><Relationship Id="rId2" Type="http://schemas.openxmlformats.org/officeDocument/2006/relationships/image" Target="../media/image17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6.png"/><Relationship Id="rId5" Type="http://schemas.openxmlformats.org/officeDocument/2006/relationships/customXml" Target="../ink/ink180.xml"/><Relationship Id="rId10" Type="http://schemas.openxmlformats.org/officeDocument/2006/relationships/image" Target="../media/image258.png"/><Relationship Id="rId4" Type="http://schemas.openxmlformats.org/officeDocument/2006/relationships/image" Target="../media/image255.png"/><Relationship Id="rId9" Type="http://schemas.openxmlformats.org/officeDocument/2006/relationships/customXml" Target="../ink/ink182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png"/><Relationship Id="rId13" Type="http://schemas.openxmlformats.org/officeDocument/2006/relationships/customXml" Target="../ink/ink188.xml"/><Relationship Id="rId18" Type="http://schemas.openxmlformats.org/officeDocument/2006/relationships/image" Target="../media/image267.png"/><Relationship Id="rId26" Type="http://schemas.openxmlformats.org/officeDocument/2006/relationships/image" Target="../media/image271.png"/><Relationship Id="rId39" Type="http://schemas.openxmlformats.org/officeDocument/2006/relationships/customXml" Target="../ink/ink201.xml"/><Relationship Id="rId3" Type="http://schemas.openxmlformats.org/officeDocument/2006/relationships/customXml" Target="../ink/ink183.xml"/><Relationship Id="rId21" Type="http://schemas.openxmlformats.org/officeDocument/2006/relationships/customXml" Target="../ink/ink192.xml"/><Relationship Id="rId34" Type="http://schemas.openxmlformats.org/officeDocument/2006/relationships/image" Target="../media/image275.png"/><Relationship Id="rId42" Type="http://schemas.openxmlformats.org/officeDocument/2006/relationships/image" Target="../media/image279.png"/><Relationship Id="rId7" Type="http://schemas.openxmlformats.org/officeDocument/2006/relationships/customXml" Target="../ink/ink185.xml"/><Relationship Id="rId12" Type="http://schemas.openxmlformats.org/officeDocument/2006/relationships/image" Target="../media/image264.png"/><Relationship Id="rId17" Type="http://schemas.openxmlformats.org/officeDocument/2006/relationships/customXml" Target="../ink/ink190.xml"/><Relationship Id="rId25" Type="http://schemas.openxmlformats.org/officeDocument/2006/relationships/customXml" Target="../ink/ink194.xml"/><Relationship Id="rId33" Type="http://schemas.openxmlformats.org/officeDocument/2006/relationships/customXml" Target="../ink/ink198.xml"/><Relationship Id="rId38" Type="http://schemas.openxmlformats.org/officeDocument/2006/relationships/image" Target="../media/image277.png"/><Relationship Id="rId2" Type="http://schemas.openxmlformats.org/officeDocument/2006/relationships/image" Target="../media/image175.jpeg"/><Relationship Id="rId16" Type="http://schemas.openxmlformats.org/officeDocument/2006/relationships/image" Target="../media/image266.png"/><Relationship Id="rId20" Type="http://schemas.openxmlformats.org/officeDocument/2006/relationships/image" Target="../media/image268.png"/><Relationship Id="rId29" Type="http://schemas.openxmlformats.org/officeDocument/2006/relationships/customXml" Target="../ink/ink196.xml"/><Relationship Id="rId41" Type="http://schemas.openxmlformats.org/officeDocument/2006/relationships/customXml" Target="../ink/ink20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1.png"/><Relationship Id="rId11" Type="http://schemas.openxmlformats.org/officeDocument/2006/relationships/customXml" Target="../ink/ink187.xml"/><Relationship Id="rId24" Type="http://schemas.openxmlformats.org/officeDocument/2006/relationships/image" Target="../media/image270.png"/><Relationship Id="rId32" Type="http://schemas.openxmlformats.org/officeDocument/2006/relationships/image" Target="../media/image274.png"/><Relationship Id="rId37" Type="http://schemas.openxmlformats.org/officeDocument/2006/relationships/customXml" Target="../ink/ink200.xml"/><Relationship Id="rId40" Type="http://schemas.openxmlformats.org/officeDocument/2006/relationships/image" Target="../media/image278.png"/><Relationship Id="rId5" Type="http://schemas.openxmlformats.org/officeDocument/2006/relationships/customXml" Target="../ink/ink184.xml"/><Relationship Id="rId15" Type="http://schemas.openxmlformats.org/officeDocument/2006/relationships/customXml" Target="../ink/ink189.xml"/><Relationship Id="rId23" Type="http://schemas.openxmlformats.org/officeDocument/2006/relationships/customXml" Target="../ink/ink193.xml"/><Relationship Id="rId28" Type="http://schemas.openxmlformats.org/officeDocument/2006/relationships/image" Target="../media/image272.png"/><Relationship Id="rId36" Type="http://schemas.openxmlformats.org/officeDocument/2006/relationships/image" Target="../media/image276.png"/><Relationship Id="rId10" Type="http://schemas.openxmlformats.org/officeDocument/2006/relationships/image" Target="../media/image263.png"/><Relationship Id="rId19" Type="http://schemas.openxmlformats.org/officeDocument/2006/relationships/customXml" Target="../ink/ink191.xml"/><Relationship Id="rId31" Type="http://schemas.openxmlformats.org/officeDocument/2006/relationships/customXml" Target="../ink/ink197.xml"/><Relationship Id="rId4" Type="http://schemas.openxmlformats.org/officeDocument/2006/relationships/image" Target="../media/image260.png"/><Relationship Id="rId9" Type="http://schemas.openxmlformats.org/officeDocument/2006/relationships/customXml" Target="../ink/ink186.xml"/><Relationship Id="rId14" Type="http://schemas.openxmlformats.org/officeDocument/2006/relationships/image" Target="../media/image265.png"/><Relationship Id="rId22" Type="http://schemas.openxmlformats.org/officeDocument/2006/relationships/image" Target="../media/image269.png"/><Relationship Id="rId27" Type="http://schemas.openxmlformats.org/officeDocument/2006/relationships/customXml" Target="../ink/ink195.xml"/><Relationship Id="rId30" Type="http://schemas.openxmlformats.org/officeDocument/2006/relationships/image" Target="../media/image273.png"/><Relationship Id="rId35" Type="http://schemas.openxmlformats.org/officeDocument/2006/relationships/customXml" Target="../ink/ink199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3.xml"/><Relationship Id="rId2" Type="http://schemas.openxmlformats.org/officeDocument/2006/relationships/image" Target="../media/image17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1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4.xml"/><Relationship Id="rId2" Type="http://schemas.openxmlformats.org/officeDocument/2006/relationships/image" Target="../media/image17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3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5.xml"/><Relationship Id="rId2" Type="http://schemas.openxmlformats.org/officeDocument/2006/relationships/image" Target="../media/image17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5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13" Type="http://schemas.openxmlformats.org/officeDocument/2006/relationships/customXml" Target="../ink/ink211.xml"/><Relationship Id="rId18" Type="http://schemas.openxmlformats.org/officeDocument/2006/relationships/image" Target="../media/image294.png"/><Relationship Id="rId26" Type="http://schemas.openxmlformats.org/officeDocument/2006/relationships/image" Target="../media/image298.png"/><Relationship Id="rId3" Type="http://schemas.openxmlformats.org/officeDocument/2006/relationships/customXml" Target="../ink/ink206.xml"/><Relationship Id="rId21" Type="http://schemas.openxmlformats.org/officeDocument/2006/relationships/customXml" Target="../ink/ink215.xml"/><Relationship Id="rId7" Type="http://schemas.openxmlformats.org/officeDocument/2006/relationships/customXml" Target="../ink/ink208.xml"/><Relationship Id="rId12" Type="http://schemas.openxmlformats.org/officeDocument/2006/relationships/image" Target="../media/image291.png"/><Relationship Id="rId17" Type="http://schemas.openxmlformats.org/officeDocument/2006/relationships/customXml" Target="../ink/ink213.xml"/><Relationship Id="rId25" Type="http://schemas.openxmlformats.org/officeDocument/2006/relationships/customXml" Target="../ink/ink217.xml"/><Relationship Id="rId2" Type="http://schemas.openxmlformats.org/officeDocument/2006/relationships/image" Target="../media/image179.jpeg"/><Relationship Id="rId16" Type="http://schemas.openxmlformats.org/officeDocument/2006/relationships/image" Target="../media/image293.png"/><Relationship Id="rId20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8.png"/><Relationship Id="rId11" Type="http://schemas.openxmlformats.org/officeDocument/2006/relationships/customXml" Target="../ink/ink210.xml"/><Relationship Id="rId24" Type="http://schemas.openxmlformats.org/officeDocument/2006/relationships/image" Target="../media/image297.png"/><Relationship Id="rId5" Type="http://schemas.openxmlformats.org/officeDocument/2006/relationships/customXml" Target="../ink/ink207.xml"/><Relationship Id="rId15" Type="http://schemas.openxmlformats.org/officeDocument/2006/relationships/customXml" Target="../ink/ink212.xml"/><Relationship Id="rId23" Type="http://schemas.openxmlformats.org/officeDocument/2006/relationships/customXml" Target="../ink/ink216.xml"/><Relationship Id="rId10" Type="http://schemas.openxmlformats.org/officeDocument/2006/relationships/image" Target="../media/image290.png"/><Relationship Id="rId19" Type="http://schemas.openxmlformats.org/officeDocument/2006/relationships/customXml" Target="../ink/ink214.xml"/><Relationship Id="rId4" Type="http://schemas.openxmlformats.org/officeDocument/2006/relationships/image" Target="../media/image287.png"/><Relationship Id="rId9" Type="http://schemas.openxmlformats.org/officeDocument/2006/relationships/customXml" Target="../ink/ink209.xml"/><Relationship Id="rId14" Type="http://schemas.openxmlformats.org/officeDocument/2006/relationships/image" Target="../media/image292.png"/><Relationship Id="rId22" Type="http://schemas.openxmlformats.org/officeDocument/2006/relationships/image" Target="../media/image296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13" Type="http://schemas.openxmlformats.org/officeDocument/2006/relationships/customXml" Target="../ink/ink223.xml"/><Relationship Id="rId18" Type="http://schemas.openxmlformats.org/officeDocument/2006/relationships/image" Target="../media/image307.png"/><Relationship Id="rId26" Type="http://schemas.openxmlformats.org/officeDocument/2006/relationships/image" Target="../media/image311.png"/><Relationship Id="rId39" Type="http://schemas.openxmlformats.org/officeDocument/2006/relationships/customXml" Target="../ink/ink236.xml"/><Relationship Id="rId3" Type="http://schemas.openxmlformats.org/officeDocument/2006/relationships/customXml" Target="../ink/ink218.xml"/><Relationship Id="rId21" Type="http://schemas.openxmlformats.org/officeDocument/2006/relationships/customXml" Target="../ink/ink227.xml"/><Relationship Id="rId34" Type="http://schemas.openxmlformats.org/officeDocument/2006/relationships/image" Target="../media/image315.png"/><Relationship Id="rId42" Type="http://schemas.openxmlformats.org/officeDocument/2006/relationships/image" Target="../media/image319.png"/><Relationship Id="rId7" Type="http://schemas.openxmlformats.org/officeDocument/2006/relationships/customXml" Target="../ink/ink220.xml"/><Relationship Id="rId12" Type="http://schemas.openxmlformats.org/officeDocument/2006/relationships/image" Target="../media/image304.png"/><Relationship Id="rId17" Type="http://schemas.openxmlformats.org/officeDocument/2006/relationships/customXml" Target="../ink/ink225.xml"/><Relationship Id="rId25" Type="http://schemas.openxmlformats.org/officeDocument/2006/relationships/customXml" Target="../ink/ink229.xml"/><Relationship Id="rId33" Type="http://schemas.openxmlformats.org/officeDocument/2006/relationships/customXml" Target="../ink/ink233.xml"/><Relationship Id="rId38" Type="http://schemas.openxmlformats.org/officeDocument/2006/relationships/image" Target="../media/image317.png"/><Relationship Id="rId2" Type="http://schemas.openxmlformats.org/officeDocument/2006/relationships/image" Target="../media/image180.jpeg"/><Relationship Id="rId16" Type="http://schemas.openxmlformats.org/officeDocument/2006/relationships/image" Target="../media/image306.png"/><Relationship Id="rId20" Type="http://schemas.openxmlformats.org/officeDocument/2006/relationships/image" Target="../media/image308.png"/><Relationship Id="rId29" Type="http://schemas.openxmlformats.org/officeDocument/2006/relationships/customXml" Target="../ink/ink231.xml"/><Relationship Id="rId41" Type="http://schemas.openxmlformats.org/officeDocument/2006/relationships/customXml" Target="../ink/ink2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1.png"/><Relationship Id="rId11" Type="http://schemas.openxmlformats.org/officeDocument/2006/relationships/customXml" Target="../ink/ink222.xml"/><Relationship Id="rId24" Type="http://schemas.openxmlformats.org/officeDocument/2006/relationships/image" Target="../media/image310.png"/><Relationship Id="rId32" Type="http://schemas.openxmlformats.org/officeDocument/2006/relationships/image" Target="../media/image314.png"/><Relationship Id="rId37" Type="http://schemas.openxmlformats.org/officeDocument/2006/relationships/customXml" Target="../ink/ink235.xml"/><Relationship Id="rId40" Type="http://schemas.openxmlformats.org/officeDocument/2006/relationships/image" Target="../media/image318.png"/><Relationship Id="rId5" Type="http://schemas.openxmlformats.org/officeDocument/2006/relationships/customXml" Target="../ink/ink219.xml"/><Relationship Id="rId15" Type="http://schemas.openxmlformats.org/officeDocument/2006/relationships/customXml" Target="../ink/ink224.xml"/><Relationship Id="rId23" Type="http://schemas.openxmlformats.org/officeDocument/2006/relationships/customXml" Target="../ink/ink228.xml"/><Relationship Id="rId28" Type="http://schemas.openxmlformats.org/officeDocument/2006/relationships/image" Target="../media/image312.png"/><Relationship Id="rId36" Type="http://schemas.openxmlformats.org/officeDocument/2006/relationships/image" Target="../media/image316.png"/><Relationship Id="rId10" Type="http://schemas.openxmlformats.org/officeDocument/2006/relationships/image" Target="../media/image303.png"/><Relationship Id="rId19" Type="http://schemas.openxmlformats.org/officeDocument/2006/relationships/customXml" Target="../ink/ink226.xml"/><Relationship Id="rId31" Type="http://schemas.openxmlformats.org/officeDocument/2006/relationships/customXml" Target="../ink/ink232.xml"/><Relationship Id="rId4" Type="http://schemas.openxmlformats.org/officeDocument/2006/relationships/image" Target="../media/image300.png"/><Relationship Id="rId9" Type="http://schemas.openxmlformats.org/officeDocument/2006/relationships/customXml" Target="../ink/ink221.xml"/><Relationship Id="rId14" Type="http://schemas.openxmlformats.org/officeDocument/2006/relationships/image" Target="../media/image305.png"/><Relationship Id="rId22" Type="http://schemas.openxmlformats.org/officeDocument/2006/relationships/image" Target="../media/image309.png"/><Relationship Id="rId27" Type="http://schemas.openxmlformats.org/officeDocument/2006/relationships/customXml" Target="../ink/ink230.xml"/><Relationship Id="rId30" Type="http://schemas.openxmlformats.org/officeDocument/2006/relationships/image" Target="../media/image313.png"/><Relationship Id="rId35" Type="http://schemas.openxmlformats.org/officeDocument/2006/relationships/customXml" Target="../ink/ink234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13" Type="http://schemas.openxmlformats.org/officeDocument/2006/relationships/customXml" Target="../ink/ink243.xml"/><Relationship Id="rId18" Type="http://schemas.openxmlformats.org/officeDocument/2006/relationships/image" Target="../media/image328.png"/><Relationship Id="rId26" Type="http://schemas.openxmlformats.org/officeDocument/2006/relationships/image" Target="../media/image332.png"/><Relationship Id="rId3" Type="http://schemas.openxmlformats.org/officeDocument/2006/relationships/customXml" Target="../ink/ink238.xml"/><Relationship Id="rId21" Type="http://schemas.openxmlformats.org/officeDocument/2006/relationships/customXml" Target="../ink/ink247.xml"/><Relationship Id="rId7" Type="http://schemas.openxmlformats.org/officeDocument/2006/relationships/customXml" Target="../ink/ink240.xml"/><Relationship Id="rId12" Type="http://schemas.openxmlformats.org/officeDocument/2006/relationships/image" Target="../media/image325.png"/><Relationship Id="rId17" Type="http://schemas.openxmlformats.org/officeDocument/2006/relationships/customXml" Target="../ink/ink245.xml"/><Relationship Id="rId25" Type="http://schemas.openxmlformats.org/officeDocument/2006/relationships/customXml" Target="../ink/ink249.xml"/><Relationship Id="rId2" Type="http://schemas.openxmlformats.org/officeDocument/2006/relationships/image" Target="../media/image181.jpeg"/><Relationship Id="rId16" Type="http://schemas.openxmlformats.org/officeDocument/2006/relationships/image" Target="../media/image327.png"/><Relationship Id="rId20" Type="http://schemas.openxmlformats.org/officeDocument/2006/relationships/image" Target="../media/image329.png"/><Relationship Id="rId29" Type="http://schemas.openxmlformats.org/officeDocument/2006/relationships/customXml" Target="../ink/ink2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2.png"/><Relationship Id="rId11" Type="http://schemas.openxmlformats.org/officeDocument/2006/relationships/customXml" Target="../ink/ink242.xml"/><Relationship Id="rId24" Type="http://schemas.openxmlformats.org/officeDocument/2006/relationships/image" Target="../media/image331.png"/><Relationship Id="rId5" Type="http://schemas.openxmlformats.org/officeDocument/2006/relationships/customXml" Target="../ink/ink239.xml"/><Relationship Id="rId15" Type="http://schemas.openxmlformats.org/officeDocument/2006/relationships/customXml" Target="../ink/ink244.xml"/><Relationship Id="rId23" Type="http://schemas.openxmlformats.org/officeDocument/2006/relationships/customXml" Target="../ink/ink248.xml"/><Relationship Id="rId28" Type="http://schemas.openxmlformats.org/officeDocument/2006/relationships/image" Target="../media/image333.png"/><Relationship Id="rId10" Type="http://schemas.openxmlformats.org/officeDocument/2006/relationships/image" Target="../media/image324.png"/><Relationship Id="rId19" Type="http://schemas.openxmlformats.org/officeDocument/2006/relationships/customXml" Target="../ink/ink246.xml"/><Relationship Id="rId4" Type="http://schemas.openxmlformats.org/officeDocument/2006/relationships/image" Target="../media/image321.png"/><Relationship Id="rId9" Type="http://schemas.openxmlformats.org/officeDocument/2006/relationships/customXml" Target="../ink/ink241.xml"/><Relationship Id="rId14" Type="http://schemas.openxmlformats.org/officeDocument/2006/relationships/image" Target="../media/image326.png"/><Relationship Id="rId22" Type="http://schemas.openxmlformats.org/officeDocument/2006/relationships/image" Target="../media/image330.png"/><Relationship Id="rId27" Type="http://schemas.openxmlformats.org/officeDocument/2006/relationships/customXml" Target="../ink/ink250.xml"/><Relationship Id="rId30" Type="http://schemas.openxmlformats.org/officeDocument/2006/relationships/image" Target="../media/image334.png"/></Relationships>
</file>

<file path=ppt/slides/_rels/slide1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7.xml"/><Relationship Id="rId18" Type="http://schemas.openxmlformats.org/officeDocument/2006/relationships/image" Target="../media/image343.png"/><Relationship Id="rId26" Type="http://schemas.openxmlformats.org/officeDocument/2006/relationships/image" Target="../media/image347.png"/><Relationship Id="rId39" Type="http://schemas.openxmlformats.org/officeDocument/2006/relationships/customXml" Target="../ink/ink270.xml"/><Relationship Id="rId21" Type="http://schemas.openxmlformats.org/officeDocument/2006/relationships/customXml" Target="../ink/ink261.xml"/><Relationship Id="rId34" Type="http://schemas.openxmlformats.org/officeDocument/2006/relationships/image" Target="../media/image351.png"/><Relationship Id="rId42" Type="http://schemas.openxmlformats.org/officeDocument/2006/relationships/image" Target="../media/image355.png"/><Relationship Id="rId47" Type="http://schemas.openxmlformats.org/officeDocument/2006/relationships/customXml" Target="../ink/ink274.xml"/><Relationship Id="rId50" Type="http://schemas.openxmlformats.org/officeDocument/2006/relationships/image" Target="../media/image359.png"/><Relationship Id="rId55" Type="http://schemas.openxmlformats.org/officeDocument/2006/relationships/customXml" Target="../ink/ink278.xml"/><Relationship Id="rId63" Type="http://schemas.openxmlformats.org/officeDocument/2006/relationships/customXml" Target="../ink/ink282.xml"/><Relationship Id="rId68" Type="http://schemas.openxmlformats.org/officeDocument/2006/relationships/image" Target="../media/image368.png"/><Relationship Id="rId7" Type="http://schemas.openxmlformats.org/officeDocument/2006/relationships/customXml" Target="../ink/ink254.xml"/><Relationship Id="rId71" Type="http://schemas.openxmlformats.org/officeDocument/2006/relationships/customXml" Target="../ink/ink286.xml"/><Relationship Id="rId2" Type="http://schemas.openxmlformats.org/officeDocument/2006/relationships/image" Target="../media/image182.jpeg"/><Relationship Id="rId16" Type="http://schemas.openxmlformats.org/officeDocument/2006/relationships/image" Target="../media/image342.png"/><Relationship Id="rId29" Type="http://schemas.openxmlformats.org/officeDocument/2006/relationships/customXml" Target="../ink/ink26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7.png"/><Relationship Id="rId11" Type="http://schemas.openxmlformats.org/officeDocument/2006/relationships/customXml" Target="../ink/ink256.xml"/><Relationship Id="rId24" Type="http://schemas.openxmlformats.org/officeDocument/2006/relationships/image" Target="../media/image346.png"/><Relationship Id="rId32" Type="http://schemas.openxmlformats.org/officeDocument/2006/relationships/image" Target="../media/image350.png"/><Relationship Id="rId37" Type="http://schemas.openxmlformats.org/officeDocument/2006/relationships/customXml" Target="../ink/ink269.xml"/><Relationship Id="rId40" Type="http://schemas.openxmlformats.org/officeDocument/2006/relationships/image" Target="../media/image354.png"/><Relationship Id="rId45" Type="http://schemas.openxmlformats.org/officeDocument/2006/relationships/customXml" Target="../ink/ink273.xml"/><Relationship Id="rId53" Type="http://schemas.openxmlformats.org/officeDocument/2006/relationships/customXml" Target="../ink/ink277.xml"/><Relationship Id="rId58" Type="http://schemas.openxmlformats.org/officeDocument/2006/relationships/image" Target="../media/image363.png"/><Relationship Id="rId66" Type="http://schemas.openxmlformats.org/officeDocument/2006/relationships/image" Target="../media/image367.png"/><Relationship Id="rId5" Type="http://schemas.openxmlformats.org/officeDocument/2006/relationships/customXml" Target="../ink/ink253.xml"/><Relationship Id="rId15" Type="http://schemas.openxmlformats.org/officeDocument/2006/relationships/customXml" Target="../ink/ink258.xml"/><Relationship Id="rId23" Type="http://schemas.openxmlformats.org/officeDocument/2006/relationships/customXml" Target="../ink/ink262.xml"/><Relationship Id="rId28" Type="http://schemas.openxmlformats.org/officeDocument/2006/relationships/image" Target="../media/image348.png"/><Relationship Id="rId36" Type="http://schemas.openxmlformats.org/officeDocument/2006/relationships/image" Target="../media/image352.png"/><Relationship Id="rId49" Type="http://schemas.openxmlformats.org/officeDocument/2006/relationships/customXml" Target="../ink/ink275.xml"/><Relationship Id="rId57" Type="http://schemas.openxmlformats.org/officeDocument/2006/relationships/customXml" Target="../ink/ink279.xml"/><Relationship Id="rId61" Type="http://schemas.openxmlformats.org/officeDocument/2006/relationships/customXml" Target="../ink/ink281.xml"/><Relationship Id="rId10" Type="http://schemas.openxmlformats.org/officeDocument/2006/relationships/image" Target="../media/image339.png"/><Relationship Id="rId19" Type="http://schemas.openxmlformats.org/officeDocument/2006/relationships/customXml" Target="../ink/ink260.xml"/><Relationship Id="rId31" Type="http://schemas.openxmlformats.org/officeDocument/2006/relationships/customXml" Target="../ink/ink266.xml"/><Relationship Id="rId44" Type="http://schemas.openxmlformats.org/officeDocument/2006/relationships/image" Target="../media/image356.png"/><Relationship Id="rId52" Type="http://schemas.openxmlformats.org/officeDocument/2006/relationships/image" Target="../media/image360.png"/><Relationship Id="rId60" Type="http://schemas.openxmlformats.org/officeDocument/2006/relationships/image" Target="../media/image364.png"/><Relationship Id="rId65" Type="http://schemas.openxmlformats.org/officeDocument/2006/relationships/customXml" Target="../ink/ink283.xml"/><Relationship Id="rId4" Type="http://schemas.openxmlformats.org/officeDocument/2006/relationships/image" Target="../media/image336.png"/><Relationship Id="rId9" Type="http://schemas.openxmlformats.org/officeDocument/2006/relationships/customXml" Target="../ink/ink255.xml"/><Relationship Id="rId14" Type="http://schemas.openxmlformats.org/officeDocument/2006/relationships/image" Target="../media/image341.png"/><Relationship Id="rId22" Type="http://schemas.openxmlformats.org/officeDocument/2006/relationships/image" Target="../media/image345.png"/><Relationship Id="rId27" Type="http://schemas.openxmlformats.org/officeDocument/2006/relationships/customXml" Target="../ink/ink264.xml"/><Relationship Id="rId30" Type="http://schemas.openxmlformats.org/officeDocument/2006/relationships/image" Target="../media/image349.png"/><Relationship Id="rId35" Type="http://schemas.openxmlformats.org/officeDocument/2006/relationships/customXml" Target="../ink/ink268.xml"/><Relationship Id="rId43" Type="http://schemas.openxmlformats.org/officeDocument/2006/relationships/customXml" Target="../ink/ink272.xml"/><Relationship Id="rId48" Type="http://schemas.openxmlformats.org/officeDocument/2006/relationships/image" Target="../media/image358.png"/><Relationship Id="rId56" Type="http://schemas.openxmlformats.org/officeDocument/2006/relationships/image" Target="../media/image362.png"/><Relationship Id="rId64" Type="http://schemas.openxmlformats.org/officeDocument/2006/relationships/image" Target="../media/image366.png"/><Relationship Id="rId69" Type="http://schemas.openxmlformats.org/officeDocument/2006/relationships/customXml" Target="../ink/ink285.xml"/><Relationship Id="rId8" Type="http://schemas.openxmlformats.org/officeDocument/2006/relationships/image" Target="../media/image338.png"/><Relationship Id="rId51" Type="http://schemas.openxmlformats.org/officeDocument/2006/relationships/customXml" Target="../ink/ink276.xml"/><Relationship Id="rId72" Type="http://schemas.openxmlformats.org/officeDocument/2006/relationships/image" Target="../media/image370.png"/><Relationship Id="rId3" Type="http://schemas.openxmlformats.org/officeDocument/2006/relationships/customXml" Target="../ink/ink252.xml"/><Relationship Id="rId12" Type="http://schemas.openxmlformats.org/officeDocument/2006/relationships/image" Target="../media/image340.png"/><Relationship Id="rId17" Type="http://schemas.openxmlformats.org/officeDocument/2006/relationships/customXml" Target="../ink/ink259.xml"/><Relationship Id="rId25" Type="http://schemas.openxmlformats.org/officeDocument/2006/relationships/customXml" Target="../ink/ink263.xml"/><Relationship Id="rId33" Type="http://schemas.openxmlformats.org/officeDocument/2006/relationships/customXml" Target="../ink/ink267.xml"/><Relationship Id="rId38" Type="http://schemas.openxmlformats.org/officeDocument/2006/relationships/image" Target="../media/image353.png"/><Relationship Id="rId46" Type="http://schemas.openxmlformats.org/officeDocument/2006/relationships/image" Target="../media/image357.png"/><Relationship Id="rId59" Type="http://schemas.openxmlformats.org/officeDocument/2006/relationships/customXml" Target="../ink/ink280.xml"/><Relationship Id="rId67" Type="http://schemas.openxmlformats.org/officeDocument/2006/relationships/customXml" Target="../ink/ink284.xml"/><Relationship Id="rId20" Type="http://schemas.openxmlformats.org/officeDocument/2006/relationships/image" Target="../media/image344.png"/><Relationship Id="rId41" Type="http://schemas.openxmlformats.org/officeDocument/2006/relationships/customXml" Target="../ink/ink271.xml"/><Relationship Id="rId54" Type="http://schemas.openxmlformats.org/officeDocument/2006/relationships/image" Target="../media/image361.png"/><Relationship Id="rId62" Type="http://schemas.openxmlformats.org/officeDocument/2006/relationships/image" Target="../media/image365.png"/><Relationship Id="rId70" Type="http://schemas.openxmlformats.org/officeDocument/2006/relationships/image" Target="../media/image369.png"/></Relationships>
</file>

<file path=ppt/slides/_rels/slide13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2.xml"/><Relationship Id="rId18" Type="http://schemas.openxmlformats.org/officeDocument/2006/relationships/image" Target="../media/image379.png"/><Relationship Id="rId26" Type="http://schemas.openxmlformats.org/officeDocument/2006/relationships/image" Target="../media/image383.png"/><Relationship Id="rId39" Type="http://schemas.openxmlformats.org/officeDocument/2006/relationships/customXml" Target="../ink/ink305.xml"/><Relationship Id="rId3" Type="http://schemas.openxmlformats.org/officeDocument/2006/relationships/customXml" Target="../ink/ink287.xml"/><Relationship Id="rId21" Type="http://schemas.openxmlformats.org/officeDocument/2006/relationships/customXml" Target="../ink/ink296.xml"/><Relationship Id="rId34" Type="http://schemas.openxmlformats.org/officeDocument/2006/relationships/image" Target="../media/image387.png"/><Relationship Id="rId42" Type="http://schemas.openxmlformats.org/officeDocument/2006/relationships/image" Target="../media/image391.png"/><Relationship Id="rId47" Type="http://schemas.openxmlformats.org/officeDocument/2006/relationships/customXml" Target="../ink/ink309.xml"/><Relationship Id="rId50" Type="http://schemas.openxmlformats.org/officeDocument/2006/relationships/image" Target="../media/image395.png"/><Relationship Id="rId7" Type="http://schemas.openxmlformats.org/officeDocument/2006/relationships/customXml" Target="../ink/ink289.xml"/><Relationship Id="rId12" Type="http://schemas.openxmlformats.org/officeDocument/2006/relationships/image" Target="../media/image376.png"/><Relationship Id="rId17" Type="http://schemas.openxmlformats.org/officeDocument/2006/relationships/customXml" Target="../ink/ink294.xml"/><Relationship Id="rId25" Type="http://schemas.openxmlformats.org/officeDocument/2006/relationships/customXml" Target="../ink/ink298.xml"/><Relationship Id="rId33" Type="http://schemas.openxmlformats.org/officeDocument/2006/relationships/customXml" Target="../ink/ink302.xml"/><Relationship Id="rId38" Type="http://schemas.openxmlformats.org/officeDocument/2006/relationships/image" Target="../media/image389.png"/><Relationship Id="rId46" Type="http://schemas.openxmlformats.org/officeDocument/2006/relationships/image" Target="../media/image393.png"/><Relationship Id="rId2" Type="http://schemas.openxmlformats.org/officeDocument/2006/relationships/image" Target="../media/image183.jpeg"/><Relationship Id="rId16" Type="http://schemas.openxmlformats.org/officeDocument/2006/relationships/image" Target="../media/image378.png"/><Relationship Id="rId20" Type="http://schemas.openxmlformats.org/officeDocument/2006/relationships/image" Target="../media/image380.png"/><Relationship Id="rId29" Type="http://schemas.openxmlformats.org/officeDocument/2006/relationships/customXml" Target="../ink/ink300.xml"/><Relationship Id="rId41" Type="http://schemas.openxmlformats.org/officeDocument/2006/relationships/customXml" Target="../ink/ink30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3.png"/><Relationship Id="rId11" Type="http://schemas.openxmlformats.org/officeDocument/2006/relationships/customXml" Target="../ink/ink291.xml"/><Relationship Id="rId24" Type="http://schemas.openxmlformats.org/officeDocument/2006/relationships/image" Target="../media/image382.png"/><Relationship Id="rId32" Type="http://schemas.openxmlformats.org/officeDocument/2006/relationships/image" Target="../media/image386.png"/><Relationship Id="rId37" Type="http://schemas.openxmlformats.org/officeDocument/2006/relationships/customXml" Target="../ink/ink304.xml"/><Relationship Id="rId40" Type="http://schemas.openxmlformats.org/officeDocument/2006/relationships/image" Target="../media/image390.png"/><Relationship Id="rId45" Type="http://schemas.openxmlformats.org/officeDocument/2006/relationships/customXml" Target="../ink/ink308.xml"/><Relationship Id="rId5" Type="http://schemas.openxmlformats.org/officeDocument/2006/relationships/customXml" Target="../ink/ink288.xml"/><Relationship Id="rId15" Type="http://schemas.openxmlformats.org/officeDocument/2006/relationships/customXml" Target="../ink/ink293.xml"/><Relationship Id="rId23" Type="http://schemas.openxmlformats.org/officeDocument/2006/relationships/customXml" Target="../ink/ink297.xml"/><Relationship Id="rId28" Type="http://schemas.openxmlformats.org/officeDocument/2006/relationships/image" Target="../media/image384.png"/><Relationship Id="rId36" Type="http://schemas.openxmlformats.org/officeDocument/2006/relationships/image" Target="../media/image388.png"/><Relationship Id="rId49" Type="http://schemas.openxmlformats.org/officeDocument/2006/relationships/customXml" Target="../ink/ink310.xml"/><Relationship Id="rId10" Type="http://schemas.openxmlformats.org/officeDocument/2006/relationships/image" Target="../media/image375.png"/><Relationship Id="rId19" Type="http://schemas.openxmlformats.org/officeDocument/2006/relationships/customXml" Target="../ink/ink295.xml"/><Relationship Id="rId31" Type="http://schemas.openxmlformats.org/officeDocument/2006/relationships/customXml" Target="../ink/ink301.xml"/><Relationship Id="rId44" Type="http://schemas.openxmlformats.org/officeDocument/2006/relationships/image" Target="../media/image392.png"/><Relationship Id="rId52" Type="http://schemas.openxmlformats.org/officeDocument/2006/relationships/image" Target="../media/image396.png"/><Relationship Id="rId4" Type="http://schemas.openxmlformats.org/officeDocument/2006/relationships/image" Target="../media/image372.png"/><Relationship Id="rId9" Type="http://schemas.openxmlformats.org/officeDocument/2006/relationships/customXml" Target="../ink/ink290.xml"/><Relationship Id="rId14" Type="http://schemas.openxmlformats.org/officeDocument/2006/relationships/image" Target="../media/image377.png"/><Relationship Id="rId22" Type="http://schemas.openxmlformats.org/officeDocument/2006/relationships/image" Target="../media/image381.png"/><Relationship Id="rId27" Type="http://schemas.openxmlformats.org/officeDocument/2006/relationships/customXml" Target="../ink/ink299.xml"/><Relationship Id="rId30" Type="http://schemas.openxmlformats.org/officeDocument/2006/relationships/image" Target="../media/image385.png"/><Relationship Id="rId35" Type="http://schemas.openxmlformats.org/officeDocument/2006/relationships/customXml" Target="../ink/ink303.xml"/><Relationship Id="rId43" Type="http://schemas.openxmlformats.org/officeDocument/2006/relationships/customXml" Target="../ink/ink307.xml"/><Relationship Id="rId48" Type="http://schemas.openxmlformats.org/officeDocument/2006/relationships/image" Target="../media/image394.png"/><Relationship Id="rId8" Type="http://schemas.openxmlformats.org/officeDocument/2006/relationships/image" Target="../media/image374.png"/><Relationship Id="rId51" Type="http://schemas.openxmlformats.org/officeDocument/2006/relationships/customXml" Target="../ink/ink31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jpe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customXml" Target="../ink/ink312.xml"/><Relationship Id="rId7" Type="http://schemas.openxmlformats.org/officeDocument/2006/relationships/customXml" Target="../ink/ink314.xml"/><Relationship Id="rId2" Type="http://schemas.openxmlformats.org/officeDocument/2006/relationships/image" Target="../media/image18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8.png"/><Relationship Id="rId5" Type="http://schemas.openxmlformats.org/officeDocument/2006/relationships/customXml" Target="../ink/ink313.xml"/><Relationship Id="rId4" Type="http://schemas.openxmlformats.org/officeDocument/2006/relationships/image" Target="../media/image399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5.xml"/><Relationship Id="rId2" Type="http://schemas.openxmlformats.org/officeDocument/2006/relationships/image" Target="../media/image18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2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6.xml"/><Relationship Id="rId2" Type="http://schemas.openxmlformats.org/officeDocument/2006/relationships/image" Target="../media/image18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5" Type="http://schemas.openxmlformats.org/officeDocument/2006/relationships/customXml" Target="../ink/ink317.xml"/><Relationship Id="rId4" Type="http://schemas.openxmlformats.org/officeDocument/2006/relationships/image" Target="../media/image404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8.xml"/><Relationship Id="rId2" Type="http://schemas.openxmlformats.org/officeDocument/2006/relationships/image" Target="../media/image18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9.xml"/><Relationship Id="rId2" Type="http://schemas.openxmlformats.org/officeDocument/2006/relationships/image" Target="../media/image18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8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0.xml"/><Relationship Id="rId2" Type="http://schemas.openxmlformats.org/officeDocument/2006/relationships/image" Target="../media/image19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1.xml"/><Relationship Id="rId2" Type="http://schemas.openxmlformats.org/officeDocument/2006/relationships/image" Target="../media/image19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5" Type="http://schemas.openxmlformats.org/officeDocument/2006/relationships/customXml" Target="../ink/ink322.xml"/><Relationship Id="rId4" Type="http://schemas.openxmlformats.org/officeDocument/2006/relationships/image" Target="../media/image412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3.xml"/><Relationship Id="rId2" Type="http://schemas.openxmlformats.org/officeDocument/2006/relationships/image" Target="../media/image19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4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4.xml"/><Relationship Id="rId2" Type="http://schemas.openxmlformats.org/officeDocument/2006/relationships/image" Target="../media/image19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5.xml"/><Relationship Id="rId2" Type="http://schemas.openxmlformats.org/officeDocument/2006/relationships/image" Target="../media/image19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5" Type="http://schemas.openxmlformats.org/officeDocument/2006/relationships/customXml" Target="../ink/ink326.xml"/><Relationship Id="rId4" Type="http://schemas.openxmlformats.org/officeDocument/2006/relationships/image" Target="../media/image418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7.xml"/><Relationship Id="rId2" Type="http://schemas.openxmlformats.org/officeDocument/2006/relationships/image" Target="../media/image19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8.xml"/><Relationship Id="rId2" Type="http://schemas.openxmlformats.org/officeDocument/2006/relationships/image" Target="../media/image19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2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9.xml"/><Relationship Id="rId2" Type="http://schemas.openxmlformats.org/officeDocument/2006/relationships/image" Target="../media/image19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4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0.xml"/><Relationship Id="rId2" Type="http://schemas.openxmlformats.org/officeDocument/2006/relationships/image" Target="../media/image19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5" Type="http://schemas.openxmlformats.org/officeDocument/2006/relationships/customXml" Target="../ink/ink331.xml"/><Relationship Id="rId4" Type="http://schemas.openxmlformats.org/officeDocument/2006/relationships/image" Target="../media/image42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2.xml"/><Relationship Id="rId2" Type="http://schemas.openxmlformats.org/officeDocument/2006/relationships/image" Target="../media/image19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8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3.xml"/><Relationship Id="rId2" Type="http://schemas.openxmlformats.org/officeDocument/2006/relationships/image" Target="../media/image20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4.xml"/><Relationship Id="rId2" Type="http://schemas.openxmlformats.org/officeDocument/2006/relationships/image" Target="../media/image20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2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5.xml"/><Relationship Id="rId2" Type="http://schemas.openxmlformats.org/officeDocument/2006/relationships/image" Target="../media/image20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4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6.xml"/><Relationship Id="rId2" Type="http://schemas.openxmlformats.org/officeDocument/2006/relationships/image" Target="../media/image20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7.xml"/><Relationship Id="rId2" Type="http://schemas.openxmlformats.org/officeDocument/2006/relationships/image" Target="../media/image20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8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8.xml"/><Relationship Id="rId2" Type="http://schemas.openxmlformats.org/officeDocument/2006/relationships/image" Target="../media/image20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9.xml"/><Relationship Id="rId2" Type="http://schemas.openxmlformats.org/officeDocument/2006/relationships/image" Target="../media/image20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2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0.xml"/><Relationship Id="rId2" Type="http://schemas.openxmlformats.org/officeDocument/2006/relationships/image" Target="../media/image20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4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1.xml"/><Relationship Id="rId2" Type="http://schemas.openxmlformats.org/officeDocument/2006/relationships/image" Target="../media/image20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4.png"/><Relationship Id="rId5" Type="http://schemas.openxmlformats.org/officeDocument/2006/relationships/customXml" Target="../ink/ink342.xml"/><Relationship Id="rId4" Type="http://schemas.openxmlformats.org/officeDocument/2006/relationships/image" Target="../media/image44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3.xml"/><Relationship Id="rId2" Type="http://schemas.openxmlformats.org/officeDocument/2006/relationships/image" Target="../media/image20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8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4.xml"/><Relationship Id="rId2" Type="http://schemas.openxmlformats.org/officeDocument/2006/relationships/image" Target="../media/image2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5.xml"/><Relationship Id="rId2" Type="http://schemas.openxmlformats.org/officeDocument/2006/relationships/image" Target="../media/image2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2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6.xml"/><Relationship Id="rId2" Type="http://schemas.openxmlformats.org/officeDocument/2006/relationships/image" Target="../media/image2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4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7.xml"/><Relationship Id="rId2" Type="http://schemas.openxmlformats.org/officeDocument/2006/relationships/image" Target="../media/image2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8.xml"/><Relationship Id="rId2" Type="http://schemas.openxmlformats.org/officeDocument/2006/relationships/image" Target="../media/image2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8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9.xml"/><Relationship Id="rId2" Type="http://schemas.openxmlformats.org/officeDocument/2006/relationships/image" Target="../media/image2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0.xml"/><Relationship Id="rId2" Type="http://schemas.openxmlformats.org/officeDocument/2006/relationships/image" Target="../media/image2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2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1.xml"/><Relationship Id="rId2" Type="http://schemas.openxmlformats.org/officeDocument/2006/relationships/image" Target="../media/image2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4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2.xml"/><Relationship Id="rId2" Type="http://schemas.openxmlformats.org/officeDocument/2006/relationships/image" Target="../media/image2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3.xml"/><Relationship Id="rId2" Type="http://schemas.openxmlformats.org/officeDocument/2006/relationships/image" Target="../media/image21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8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4.xml"/><Relationship Id="rId2" Type="http://schemas.openxmlformats.org/officeDocument/2006/relationships/image" Target="../media/image2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5.xml"/><Relationship Id="rId2" Type="http://schemas.openxmlformats.org/officeDocument/2006/relationships/image" Target="../media/image2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2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6.xml"/><Relationship Id="rId2" Type="http://schemas.openxmlformats.org/officeDocument/2006/relationships/image" Target="../media/image2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4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7.xml"/><Relationship Id="rId2" Type="http://schemas.openxmlformats.org/officeDocument/2006/relationships/image" Target="../media/image2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6.png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8.xml"/><Relationship Id="rId2" Type="http://schemas.openxmlformats.org/officeDocument/2006/relationships/image" Target="../media/image2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8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9.xml"/><Relationship Id="rId2" Type="http://schemas.openxmlformats.org/officeDocument/2006/relationships/image" Target="../media/image2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0.xml"/><Relationship Id="rId2" Type="http://schemas.openxmlformats.org/officeDocument/2006/relationships/image" Target="../media/image2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4.png"/><Relationship Id="rId5" Type="http://schemas.openxmlformats.org/officeDocument/2006/relationships/customXml" Target="../ink/ink361.xml"/><Relationship Id="rId4" Type="http://schemas.openxmlformats.org/officeDocument/2006/relationships/image" Target="../media/image482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2.xml"/><Relationship Id="rId2" Type="http://schemas.openxmlformats.org/officeDocument/2006/relationships/image" Target="../media/image2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4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3.xml"/><Relationship Id="rId2" Type="http://schemas.openxmlformats.org/officeDocument/2006/relationships/image" Target="../media/image2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6.png"/></Relationships>
</file>

<file path=ppt/slides/_rels/slide1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customXml" Target="../ink/ink364.xml"/><Relationship Id="rId7" Type="http://schemas.openxmlformats.org/officeDocument/2006/relationships/customXml" Target="../ink/ink366.xml"/><Relationship Id="rId2" Type="http://schemas.openxmlformats.org/officeDocument/2006/relationships/image" Target="../media/image2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9.png"/><Relationship Id="rId5" Type="http://schemas.openxmlformats.org/officeDocument/2006/relationships/customXml" Target="../ink/ink365.xml"/><Relationship Id="rId4" Type="http://schemas.openxmlformats.org/officeDocument/2006/relationships/image" Target="../media/image488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7.xml"/><Relationship Id="rId2" Type="http://schemas.openxmlformats.org/officeDocument/2006/relationships/image" Target="../media/image2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2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8.xml"/><Relationship Id="rId2" Type="http://schemas.openxmlformats.org/officeDocument/2006/relationships/image" Target="../media/image2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4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9.xml"/><Relationship Id="rId2" Type="http://schemas.openxmlformats.org/officeDocument/2006/relationships/image" Target="../media/image2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0.xml"/><Relationship Id="rId2" Type="http://schemas.openxmlformats.org/officeDocument/2006/relationships/image" Target="../media/image2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8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1.xml"/><Relationship Id="rId2" Type="http://schemas.openxmlformats.org/officeDocument/2006/relationships/image" Target="../media/image2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2.xml"/><Relationship Id="rId2" Type="http://schemas.openxmlformats.org/officeDocument/2006/relationships/image" Target="../media/image2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2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3.xml"/><Relationship Id="rId2" Type="http://schemas.openxmlformats.org/officeDocument/2006/relationships/image" Target="../media/image2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5" Type="http://schemas.openxmlformats.org/officeDocument/2006/relationships/customXml" Target="../ink/ink374.xml"/><Relationship Id="rId4" Type="http://schemas.openxmlformats.org/officeDocument/2006/relationships/image" Target="../media/image504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5.xml"/><Relationship Id="rId2" Type="http://schemas.openxmlformats.org/officeDocument/2006/relationships/image" Target="../media/image2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6.xml"/><Relationship Id="rId2" Type="http://schemas.openxmlformats.org/officeDocument/2006/relationships/image" Target="../media/image2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8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7.xml"/><Relationship Id="rId2" Type="http://schemas.openxmlformats.org/officeDocument/2006/relationships/image" Target="../media/image2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8.xml"/><Relationship Id="rId2" Type="http://schemas.openxmlformats.org/officeDocument/2006/relationships/image" Target="../media/image24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2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9.xml"/><Relationship Id="rId2" Type="http://schemas.openxmlformats.org/officeDocument/2006/relationships/image" Target="../media/image2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4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0.xml"/><Relationship Id="rId2" Type="http://schemas.openxmlformats.org/officeDocument/2006/relationships/image" Target="../media/image2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6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1.xml"/><Relationship Id="rId2" Type="http://schemas.openxmlformats.org/officeDocument/2006/relationships/image" Target="../media/image2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8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2.xml"/><Relationship Id="rId2" Type="http://schemas.openxmlformats.org/officeDocument/2006/relationships/image" Target="../media/image24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3.xml"/><Relationship Id="rId2" Type="http://schemas.openxmlformats.org/officeDocument/2006/relationships/image" Target="../media/image24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2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4.xml"/><Relationship Id="rId2" Type="http://schemas.openxmlformats.org/officeDocument/2006/relationships/image" Target="../media/image24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4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5.xml"/><Relationship Id="rId2" Type="http://schemas.openxmlformats.org/officeDocument/2006/relationships/image" Target="../media/image24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9.png"/><Relationship Id="rId5" Type="http://schemas.openxmlformats.org/officeDocument/2006/relationships/customXml" Target="../ink/ink386.xml"/><Relationship Id="rId4" Type="http://schemas.openxmlformats.org/officeDocument/2006/relationships/image" Target="../media/image52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7.xml"/><Relationship Id="rId2" Type="http://schemas.openxmlformats.org/officeDocument/2006/relationships/image" Target="../media/image24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5" Type="http://schemas.openxmlformats.org/officeDocument/2006/relationships/customXml" Target="../ink/ink388.xml"/><Relationship Id="rId4" Type="http://schemas.openxmlformats.org/officeDocument/2006/relationships/image" Target="../media/image528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9.xml"/><Relationship Id="rId2" Type="http://schemas.openxmlformats.org/officeDocument/2006/relationships/image" Target="../media/image24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0.xml"/><Relationship Id="rId2" Type="http://schemas.openxmlformats.org/officeDocument/2006/relationships/image" Target="../media/image25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9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1.xml"/><Relationship Id="rId2" Type="http://schemas.openxmlformats.org/officeDocument/2006/relationships/image" Target="../media/image26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1.png"/><Relationship Id="rId5" Type="http://schemas.openxmlformats.org/officeDocument/2006/relationships/customXml" Target="../ink/ink392.xml"/><Relationship Id="rId4" Type="http://schemas.openxmlformats.org/officeDocument/2006/relationships/image" Target="../media/image534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3.xml"/><Relationship Id="rId2" Type="http://schemas.openxmlformats.org/officeDocument/2006/relationships/image" Target="../media/image26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4.xml"/><Relationship Id="rId2" Type="http://schemas.openxmlformats.org/officeDocument/2006/relationships/image" Target="../media/image26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7.png"/><Relationship Id="rId5" Type="http://schemas.openxmlformats.org/officeDocument/2006/relationships/customXml" Target="../ink/ink395.xml"/><Relationship Id="rId4" Type="http://schemas.openxmlformats.org/officeDocument/2006/relationships/image" Target="../media/image538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6.xml"/><Relationship Id="rId2" Type="http://schemas.openxmlformats.org/officeDocument/2006/relationships/image" Target="../media/image26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1.png"/><Relationship Id="rId5" Type="http://schemas.openxmlformats.org/officeDocument/2006/relationships/customXml" Target="../ink/ink397.xml"/><Relationship Id="rId4" Type="http://schemas.openxmlformats.org/officeDocument/2006/relationships/image" Target="../media/image54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8.xml"/><Relationship Id="rId2" Type="http://schemas.openxmlformats.org/officeDocument/2006/relationships/image" Target="../media/image26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2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9.xml"/><Relationship Id="rId2" Type="http://schemas.openxmlformats.org/officeDocument/2006/relationships/image" Target="../media/image26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5.png"/><Relationship Id="rId5" Type="http://schemas.openxmlformats.org/officeDocument/2006/relationships/customXml" Target="../ink/ink400.xml"/><Relationship Id="rId4" Type="http://schemas.openxmlformats.org/officeDocument/2006/relationships/image" Target="../media/image544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1.xml"/><Relationship Id="rId2" Type="http://schemas.openxmlformats.org/officeDocument/2006/relationships/image" Target="../media/image26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7.png"/><Relationship Id="rId5" Type="http://schemas.openxmlformats.org/officeDocument/2006/relationships/customXml" Target="../ink/ink402.xml"/><Relationship Id="rId4" Type="http://schemas.openxmlformats.org/officeDocument/2006/relationships/image" Target="../media/image54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3.xml"/><Relationship Id="rId2" Type="http://schemas.openxmlformats.org/officeDocument/2006/relationships/image" Target="../media/image26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9.png"/><Relationship Id="rId5" Type="http://schemas.openxmlformats.org/officeDocument/2006/relationships/customXml" Target="../ink/ink404.xml"/><Relationship Id="rId4" Type="http://schemas.openxmlformats.org/officeDocument/2006/relationships/image" Target="../media/image548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5.xml"/><Relationship Id="rId2" Type="http://schemas.openxmlformats.org/officeDocument/2006/relationships/image" Target="../media/image26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6.xml"/><Relationship Id="rId2" Type="http://schemas.openxmlformats.org/officeDocument/2006/relationships/image" Target="../media/image26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2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7.xml"/><Relationship Id="rId2" Type="http://schemas.openxmlformats.org/officeDocument/2006/relationships/image" Target="../media/image27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4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8.xml"/><Relationship Id="rId2" Type="http://schemas.openxmlformats.org/officeDocument/2006/relationships/image" Target="../media/image27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6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9.xml"/><Relationship Id="rId2" Type="http://schemas.openxmlformats.org/officeDocument/2006/relationships/image" Target="../media/image27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8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0.xml"/><Relationship Id="rId2" Type="http://schemas.openxmlformats.org/officeDocument/2006/relationships/image" Target="../media/image27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1.xml"/><Relationship Id="rId2" Type="http://schemas.openxmlformats.org/officeDocument/2006/relationships/image" Target="../media/image27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7.png"/><Relationship Id="rId5" Type="http://schemas.openxmlformats.org/officeDocument/2006/relationships/customXml" Target="../ink/ink412.xml"/><Relationship Id="rId4" Type="http://schemas.openxmlformats.org/officeDocument/2006/relationships/image" Target="../media/image562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3.xml"/><Relationship Id="rId2" Type="http://schemas.openxmlformats.org/officeDocument/2006/relationships/image" Target="../media/image27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9.png"/><Relationship Id="rId5" Type="http://schemas.openxmlformats.org/officeDocument/2006/relationships/customXml" Target="../ink/ink414.xml"/><Relationship Id="rId4" Type="http://schemas.openxmlformats.org/officeDocument/2006/relationships/image" Target="../media/image564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5.xml"/><Relationship Id="rId2" Type="http://schemas.openxmlformats.org/officeDocument/2006/relationships/image" Target="../media/image27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1.png"/><Relationship Id="rId5" Type="http://schemas.openxmlformats.org/officeDocument/2006/relationships/customXml" Target="../ink/ink416.xml"/><Relationship Id="rId4" Type="http://schemas.openxmlformats.org/officeDocument/2006/relationships/image" Target="../media/image56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7.xml"/><Relationship Id="rId2" Type="http://schemas.openxmlformats.org/officeDocument/2006/relationships/image" Target="../media/image27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8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8.xml"/><Relationship Id="rId2" Type="http://schemas.openxmlformats.org/officeDocument/2006/relationships/image" Target="../media/image27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9.xml"/><Relationship Id="rId2" Type="http://schemas.openxmlformats.org/officeDocument/2006/relationships/image" Target="../media/image27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2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0.xml"/><Relationship Id="rId2" Type="http://schemas.openxmlformats.org/officeDocument/2006/relationships/image" Target="../media/image2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2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1.xml"/><Relationship Id="rId2" Type="http://schemas.openxmlformats.org/officeDocument/2006/relationships/image" Target="../media/image28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2.xml"/><Relationship Id="rId2" Type="http://schemas.openxmlformats.org/officeDocument/2006/relationships/image" Target="../media/image28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8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3.xml"/><Relationship Id="rId2" Type="http://schemas.openxmlformats.org/officeDocument/2006/relationships/image" Target="../media/image28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4.xml"/><Relationship Id="rId2" Type="http://schemas.openxmlformats.org/officeDocument/2006/relationships/image" Target="../media/image28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3.png"/><Relationship Id="rId5" Type="http://schemas.openxmlformats.org/officeDocument/2006/relationships/customXml" Target="../ink/ink425.xml"/><Relationship Id="rId4" Type="http://schemas.openxmlformats.org/officeDocument/2006/relationships/image" Target="../media/image582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6.xml"/><Relationship Id="rId2" Type="http://schemas.openxmlformats.org/officeDocument/2006/relationships/image" Target="../media/image28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4.png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7.png"/><Relationship Id="rId4" Type="http://schemas.openxmlformats.org/officeDocument/2006/relationships/customXml" Target="../ink/ink427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8.xml"/><Relationship Id="rId2" Type="http://schemas.openxmlformats.org/officeDocument/2006/relationships/image" Target="../media/image28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9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9.xml"/><Relationship Id="rId2" Type="http://schemas.openxmlformats.org/officeDocument/2006/relationships/image" Target="../media/image29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1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0.xml"/><Relationship Id="rId2" Type="http://schemas.openxmlformats.org/officeDocument/2006/relationships/image" Target="../media/image29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3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1.xml"/><Relationship Id="rId2" Type="http://schemas.openxmlformats.org/officeDocument/2006/relationships/image" Target="../media/image29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5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2.xml"/><Relationship Id="rId2" Type="http://schemas.openxmlformats.org/officeDocument/2006/relationships/image" Target="../media/image29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7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3.xml"/><Relationship Id="rId2" Type="http://schemas.openxmlformats.org/officeDocument/2006/relationships/image" Target="../media/image29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9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4.xml"/><Relationship Id="rId2" Type="http://schemas.openxmlformats.org/officeDocument/2006/relationships/image" Target="../media/image29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1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5.xml"/><Relationship Id="rId2" Type="http://schemas.openxmlformats.org/officeDocument/2006/relationships/image" Target="../media/image29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3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6.xml"/><Relationship Id="rId2" Type="http://schemas.openxmlformats.org/officeDocument/2006/relationships/image" Target="../media/image29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5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7.xml"/><Relationship Id="rId2" Type="http://schemas.openxmlformats.org/officeDocument/2006/relationships/image" Target="../media/image29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7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8.xml"/><Relationship Id="rId2" Type="http://schemas.openxmlformats.org/officeDocument/2006/relationships/image" Target="../media/image29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9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9.xml"/><Relationship Id="rId2" Type="http://schemas.openxmlformats.org/officeDocument/2006/relationships/image" Target="../media/image30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1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0.xml"/><Relationship Id="rId2" Type="http://schemas.openxmlformats.org/officeDocument/2006/relationships/image" Target="../media/image30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3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1.xml"/><Relationship Id="rId2" Type="http://schemas.openxmlformats.org/officeDocument/2006/relationships/image" Target="../media/image30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5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2.xml"/><Relationship Id="rId2" Type="http://schemas.openxmlformats.org/officeDocument/2006/relationships/image" Target="../media/image30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7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3.xml"/><Relationship Id="rId2" Type="http://schemas.openxmlformats.org/officeDocument/2006/relationships/image" Target="../media/image30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9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4.xml"/><Relationship Id="rId2" Type="http://schemas.openxmlformats.org/officeDocument/2006/relationships/image" Target="../media/image30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1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5.xml"/><Relationship Id="rId2" Type="http://schemas.openxmlformats.org/officeDocument/2006/relationships/image" Target="../media/image30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3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6.xml"/><Relationship Id="rId2" Type="http://schemas.openxmlformats.org/officeDocument/2006/relationships/image" Target="../media/image30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5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7.xml"/><Relationship Id="rId2" Type="http://schemas.openxmlformats.org/officeDocument/2006/relationships/image" Target="../media/image30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7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8.xml"/><Relationship Id="rId2" Type="http://schemas.openxmlformats.org/officeDocument/2006/relationships/image" Target="../media/image30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9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9.xml"/><Relationship Id="rId2" Type="http://schemas.openxmlformats.org/officeDocument/2006/relationships/image" Target="../media/image30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1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0.xml"/><Relationship Id="rId2" Type="http://schemas.openxmlformats.org/officeDocument/2006/relationships/image" Target="../media/image3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3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1.xml"/><Relationship Id="rId2" Type="http://schemas.openxmlformats.org/officeDocument/2006/relationships/image" Target="../media/image3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5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2.xml"/><Relationship Id="rId2" Type="http://schemas.openxmlformats.org/officeDocument/2006/relationships/image" Target="../media/image3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7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3.xml"/><Relationship Id="rId2" Type="http://schemas.openxmlformats.org/officeDocument/2006/relationships/image" Target="../media/image3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1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4.xml"/><Relationship Id="rId2" Type="http://schemas.openxmlformats.org/officeDocument/2006/relationships/image" Target="../media/image3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3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5.xml"/><Relationship Id="rId2" Type="http://schemas.openxmlformats.org/officeDocument/2006/relationships/image" Target="../media/image3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5.png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6.xml"/><Relationship Id="rId2" Type="http://schemas.openxmlformats.org/officeDocument/2006/relationships/image" Target="../media/image3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4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7.xml"/><Relationship Id="rId2" Type="http://schemas.openxmlformats.org/officeDocument/2006/relationships/image" Target="../media/image3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6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8.xml"/><Relationship Id="rId2" Type="http://schemas.openxmlformats.org/officeDocument/2006/relationships/image" Target="../media/image3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8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9.xml"/><Relationship Id="rId2" Type="http://schemas.openxmlformats.org/officeDocument/2006/relationships/image" Target="../media/image3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1.png"/><Relationship Id="rId5" Type="http://schemas.openxmlformats.org/officeDocument/2006/relationships/customXml" Target="../ink/ink460.xml"/><Relationship Id="rId4" Type="http://schemas.openxmlformats.org/officeDocument/2006/relationships/image" Target="../media/image62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1.xml"/><Relationship Id="rId2" Type="http://schemas.openxmlformats.org/officeDocument/2006/relationships/image" Target="../media/image3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2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2.xml"/><Relationship Id="rId2" Type="http://schemas.openxmlformats.org/officeDocument/2006/relationships/image" Target="../media/image3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4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3.xml"/><Relationship Id="rId2" Type="http://schemas.openxmlformats.org/officeDocument/2006/relationships/image" Target="../media/image3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6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4.xml"/><Relationship Id="rId2" Type="http://schemas.openxmlformats.org/officeDocument/2006/relationships/image" Target="../media/image3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8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5.xml"/><Relationship Id="rId2" Type="http://schemas.openxmlformats.org/officeDocument/2006/relationships/image" Target="../media/image3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6.xml"/><Relationship Id="rId2" Type="http://schemas.openxmlformats.org/officeDocument/2006/relationships/image" Target="../media/image32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2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7.xml"/><Relationship Id="rId2" Type="http://schemas.openxmlformats.org/officeDocument/2006/relationships/image" Target="../media/image3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4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8.xml"/><Relationship Id="rId2" Type="http://schemas.openxmlformats.org/officeDocument/2006/relationships/image" Target="../media/image3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6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9.xml"/><Relationship Id="rId2" Type="http://schemas.openxmlformats.org/officeDocument/2006/relationships/image" Target="../media/image3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8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0.xml"/><Relationship Id="rId2" Type="http://schemas.openxmlformats.org/officeDocument/2006/relationships/image" Target="../media/image3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1.xml"/><Relationship Id="rId2" Type="http://schemas.openxmlformats.org/officeDocument/2006/relationships/image" Target="../media/image3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2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2.xml"/><Relationship Id="rId2" Type="http://schemas.openxmlformats.org/officeDocument/2006/relationships/image" Target="../media/image3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4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3.xml"/><Relationship Id="rId2" Type="http://schemas.openxmlformats.org/officeDocument/2006/relationships/image" Target="../media/image3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4.xml"/><Relationship Id="rId2" Type="http://schemas.openxmlformats.org/officeDocument/2006/relationships/image" Target="../media/image33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8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5.xml"/><Relationship Id="rId2" Type="http://schemas.openxmlformats.org/officeDocument/2006/relationships/image" Target="../media/image3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6.xml"/><Relationship Id="rId2" Type="http://schemas.openxmlformats.org/officeDocument/2006/relationships/image" Target="../media/image3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2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7.xml"/><Relationship Id="rId2" Type="http://schemas.openxmlformats.org/officeDocument/2006/relationships/image" Target="../media/image33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4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8.xml"/><Relationship Id="rId2" Type="http://schemas.openxmlformats.org/officeDocument/2006/relationships/image" Target="../media/image33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6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79.xml"/><Relationship Id="rId2" Type="http://schemas.openxmlformats.org/officeDocument/2006/relationships/image" Target="../media/image3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8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0.xml"/><Relationship Id="rId2" Type="http://schemas.openxmlformats.org/officeDocument/2006/relationships/image" Target="../media/image3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1.xml"/><Relationship Id="rId2" Type="http://schemas.openxmlformats.org/officeDocument/2006/relationships/image" Target="../media/image34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2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2.xml"/><Relationship Id="rId2" Type="http://schemas.openxmlformats.org/officeDocument/2006/relationships/image" Target="../media/image34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4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3.xml"/><Relationship Id="rId2" Type="http://schemas.openxmlformats.org/officeDocument/2006/relationships/image" Target="../media/image3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6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4.xml"/><Relationship Id="rId2" Type="http://schemas.openxmlformats.org/officeDocument/2006/relationships/image" Target="../media/image3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8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5.xml"/><Relationship Id="rId2" Type="http://schemas.openxmlformats.org/officeDocument/2006/relationships/image" Target="../media/image34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6.xml"/><Relationship Id="rId2" Type="http://schemas.openxmlformats.org/officeDocument/2006/relationships/image" Target="../media/image34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2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7.xml"/><Relationship Id="rId2" Type="http://schemas.openxmlformats.org/officeDocument/2006/relationships/image" Target="../media/image34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4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8.xml"/><Relationship Id="rId2" Type="http://schemas.openxmlformats.org/officeDocument/2006/relationships/image" Target="../media/image34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6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9.xml"/><Relationship Id="rId2" Type="http://schemas.openxmlformats.org/officeDocument/2006/relationships/image" Target="../media/image34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8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0.xml"/><Relationship Id="rId2" Type="http://schemas.openxmlformats.org/officeDocument/2006/relationships/image" Target="../media/image34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1.xml"/><Relationship Id="rId2" Type="http://schemas.openxmlformats.org/officeDocument/2006/relationships/image" Target="../media/image35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2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2.xml"/><Relationship Id="rId2" Type="http://schemas.openxmlformats.org/officeDocument/2006/relationships/image" Target="../media/image35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4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3.xml"/><Relationship Id="rId2" Type="http://schemas.openxmlformats.org/officeDocument/2006/relationships/image" Target="../media/image35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6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4.xml"/><Relationship Id="rId2" Type="http://schemas.openxmlformats.org/officeDocument/2006/relationships/image" Target="../media/image35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8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5.xml"/><Relationship Id="rId2" Type="http://schemas.openxmlformats.org/officeDocument/2006/relationships/image" Target="../media/image35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6.xml"/><Relationship Id="rId2" Type="http://schemas.openxmlformats.org/officeDocument/2006/relationships/image" Target="../media/image35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2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7.xml"/><Relationship Id="rId2" Type="http://schemas.openxmlformats.org/officeDocument/2006/relationships/image" Target="../media/image35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4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8.xml"/><Relationship Id="rId2" Type="http://schemas.openxmlformats.org/officeDocument/2006/relationships/image" Target="../media/image35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6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9.xml"/><Relationship Id="rId2" Type="http://schemas.openxmlformats.org/officeDocument/2006/relationships/image" Target="../media/image35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8.png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9.jpeg"/><Relationship Id="rId1" Type="http://schemas.openxmlformats.org/officeDocument/2006/relationships/slideLayout" Target="../slideLayouts/slideLayout7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jpeg"/><Relationship Id="rId1" Type="http://schemas.openxmlformats.org/officeDocument/2006/relationships/slideLayout" Target="../slideLayouts/slideLayout7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jpeg"/><Relationship Id="rId1" Type="http://schemas.openxmlformats.org/officeDocument/2006/relationships/slideLayout" Target="../slideLayouts/slideLayout7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2.jpeg"/><Relationship Id="rId1" Type="http://schemas.openxmlformats.org/officeDocument/2006/relationships/slideLayout" Target="../slideLayouts/slideLayout7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3.jpeg"/><Relationship Id="rId1" Type="http://schemas.openxmlformats.org/officeDocument/2006/relationships/slideLayout" Target="../slideLayouts/slideLayout7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4.jpeg"/><Relationship Id="rId1" Type="http://schemas.openxmlformats.org/officeDocument/2006/relationships/slideLayout" Target="../slideLayouts/slideLayout7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5.jpeg"/><Relationship Id="rId1" Type="http://schemas.openxmlformats.org/officeDocument/2006/relationships/slideLayout" Target="../slideLayouts/slideLayout7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6.jpeg"/><Relationship Id="rId1" Type="http://schemas.openxmlformats.org/officeDocument/2006/relationships/slideLayout" Target="../slideLayouts/slideLayout7.xml"/></Relationships>
</file>

<file path=ppt/slides/_rels/slide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7.jpeg"/><Relationship Id="rId1" Type="http://schemas.openxmlformats.org/officeDocument/2006/relationships/slideLayout" Target="../slideLayouts/slideLayout7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8.jpeg"/><Relationship Id="rId1" Type="http://schemas.openxmlformats.org/officeDocument/2006/relationships/slideLayout" Target="../slideLayouts/slideLayout7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9.jpeg"/><Relationship Id="rId1" Type="http://schemas.openxmlformats.org/officeDocument/2006/relationships/slideLayout" Target="../slideLayouts/slideLayout7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jpeg"/><Relationship Id="rId1" Type="http://schemas.openxmlformats.org/officeDocument/2006/relationships/slideLayout" Target="../slideLayouts/slideLayout7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jpeg"/><Relationship Id="rId1" Type="http://schemas.openxmlformats.org/officeDocument/2006/relationships/slideLayout" Target="../slideLayouts/slideLayout7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2.jpeg"/><Relationship Id="rId1" Type="http://schemas.openxmlformats.org/officeDocument/2006/relationships/slideLayout" Target="../slideLayouts/slideLayout7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3.jpeg"/><Relationship Id="rId1" Type="http://schemas.openxmlformats.org/officeDocument/2006/relationships/slideLayout" Target="../slideLayouts/slideLayout7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4.jpeg"/><Relationship Id="rId1" Type="http://schemas.openxmlformats.org/officeDocument/2006/relationships/slideLayout" Target="../slideLayouts/slideLayout7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jpeg"/><Relationship Id="rId1" Type="http://schemas.openxmlformats.org/officeDocument/2006/relationships/slideLayout" Target="../slideLayouts/slideLayout7.xml"/></Relationships>
</file>

<file path=ppt/slides/_rels/slide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6.jpeg"/><Relationship Id="rId1" Type="http://schemas.openxmlformats.org/officeDocument/2006/relationships/slideLayout" Target="../slideLayouts/slideLayout7.xml"/></Relationships>
</file>

<file path=ppt/slides/_rels/slide3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7.jpeg"/><Relationship Id="rId1" Type="http://schemas.openxmlformats.org/officeDocument/2006/relationships/slideLayout" Target="../slideLayouts/slideLayout7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8.jpeg"/><Relationship Id="rId1" Type="http://schemas.openxmlformats.org/officeDocument/2006/relationships/slideLayout" Target="../slideLayouts/slideLayout7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9.jpeg"/><Relationship Id="rId1" Type="http://schemas.openxmlformats.org/officeDocument/2006/relationships/slideLayout" Target="../slideLayouts/slideLayout7.xml"/></Relationships>
</file>

<file path=ppt/slides/_rels/slide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jpeg"/><Relationship Id="rId1" Type="http://schemas.openxmlformats.org/officeDocument/2006/relationships/slideLayout" Target="../slideLayouts/slideLayout7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1.jpeg"/><Relationship Id="rId1" Type="http://schemas.openxmlformats.org/officeDocument/2006/relationships/slideLayout" Target="../slideLayouts/slideLayout7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2.jpeg"/><Relationship Id="rId1" Type="http://schemas.openxmlformats.org/officeDocument/2006/relationships/slideLayout" Target="../slideLayouts/slideLayout7.xml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3.jpeg"/><Relationship Id="rId1" Type="http://schemas.openxmlformats.org/officeDocument/2006/relationships/slideLayout" Target="../slideLayouts/slideLayout7.xml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4.jpeg"/><Relationship Id="rId1" Type="http://schemas.openxmlformats.org/officeDocument/2006/relationships/slideLayout" Target="../slideLayouts/slideLayout7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5.jpeg"/><Relationship Id="rId1" Type="http://schemas.openxmlformats.org/officeDocument/2006/relationships/slideLayout" Target="../slideLayouts/slideLayout7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6.jpeg"/><Relationship Id="rId1" Type="http://schemas.openxmlformats.org/officeDocument/2006/relationships/slideLayout" Target="../slideLayouts/slideLayout7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7.jpeg"/><Relationship Id="rId1" Type="http://schemas.openxmlformats.org/officeDocument/2006/relationships/slideLayout" Target="../slideLayouts/slideLayout7.xml"/></Relationships>
</file>

<file path=ppt/slides/_rels/slide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8.jpeg"/><Relationship Id="rId1" Type="http://schemas.openxmlformats.org/officeDocument/2006/relationships/slideLayout" Target="../slideLayouts/slideLayout7.xml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9.jpeg"/><Relationship Id="rId1" Type="http://schemas.openxmlformats.org/officeDocument/2006/relationships/slideLayout" Target="../slideLayouts/slideLayout7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jpeg"/><Relationship Id="rId1" Type="http://schemas.openxmlformats.org/officeDocument/2006/relationships/slideLayout" Target="../slideLayouts/slideLayout7.xml"/></Relationships>
</file>

<file path=ppt/slides/_rels/slide3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1.jpeg"/><Relationship Id="rId1" Type="http://schemas.openxmlformats.org/officeDocument/2006/relationships/slideLayout" Target="../slideLayouts/slideLayout7.xml"/></Relationships>
</file>

<file path=ppt/slides/_rels/slide3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jpeg"/><Relationship Id="rId1" Type="http://schemas.openxmlformats.org/officeDocument/2006/relationships/slideLayout" Target="../slideLayouts/slideLayout7.xml"/></Relationships>
</file>

<file path=ppt/slides/_rels/slide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3.jpeg"/><Relationship Id="rId1" Type="http://schemas.openxmlformats.org/officeDocument/2006/relationships/slideLayout" Target="../slideLayouts/slideLayout7.xml"/></Relationships>
</file>

<file path=ppt/slides/_rels/slide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4.jpeg"/><Relationship Id="rId1" Type="http://schemas.openxmlformats.org/officeDocument/2006/relationships/slideLayout" Target="../slideLayouts/slideLayout7.xml"/></Relationships>
</file>

<file path=ppt/slides/_rels/slide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5.jpeg"/><Relationship Id="rId1" Type="http://schemas.openxmlformats.org/officeDocument/2006/relationships/slideLayout" Target="../slideLayouts/slideLayout7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6.jpeg"/><Relationship Id="rId1" Type="http://schemas.openxmlformats.org/officeDocument/2006/relationships/slideLayout" Target="../slideLayouts/slideLayout7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7.jpeg"/><Relationship Id="rId1" Type="http://schemas.openxmlformats.org/officeDocument/2006/relationships/slideLayout" Target="../slideLayouts/slideLayout7.xml"/></Relationships>
</file>

<file path=ppt/slides/_rels/slide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8.jpeg"/><Relationship Id="rId1" Type="http://schemas.openxmlformats.org/officeDocument/2006/relationships/slideLayout" Target="../slideLayouts/slideLayout7.xml"/></Relationships>
</file>

<file path=ppt/slides/_rels/slide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9.jpeg"/><Relationship Id="rId1" Type="http://schemas.openxmlformats.org/officeDocument/2006/relationships/slideLayout" Target="../slideLayouts/slideLayout7.xml"/></Relationships>
</file>

<file path=ppt/slides/_rels/slide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jpeg"/><Relationship Id="rId1" Type="http://schemas.openxmlformats.org/officeDocument/2006/relationships/slideLayout" Target="../slideLayouts/slideLayout7.xml"/></Relationships>
</file>

<file path=ppt/slides/_rels/slide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jpeg"/><Relationship Id="rId1" Type="http://schemas.openxmlformats.org/officeDocument/2006/relationships/slideLayout" Target="../slideLayouts/slideLayout7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2.jpeg"/><Relationship Id="rId1" Type="http://schemas.openxmlformats.org/officeDocument/2006/relationships/slideLayout" Target="../slideLayouts/slideLayout7.xml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3.png"/><Relationship Id="rId1" Type="http://schemas.openxmlformats.org/officeDocument/2006/relationships/slideLayout" Target="../slideLayouts/slideLayout7.xml"/></Relationships>
</file>

<file path=ppt/slides/_rels/slide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7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3.png"/><Relationship Id="rId1" Type="http://schemas.openxmlformats.org/officeDocument/2006/relationships/slideLayout" Target="../slideLayouts/slideLayout7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7.xml"/></Relationships>
</file>

<file path=ppt/slides/_rels/slide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3.png"/><Relationship Id="rId1" Type="http://schemas.openxmlformats.org/officeDocument/2006/relationships/slideLayout" Target="../slideLayouts/slideLayout7.xml"/></Relationships>
</file>

<file path=ppt/slides/_rels/slide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5.png"/><Relationship Id="rId1" Type="http://schemas.openxmlformats.org/officeDocument/2006/relationships/slideLayout" Target="../slideLayouts/slideLayout7.xml"/></Relationships>
</file>

<file path=ppt/slides/_rels/slide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7.png"/><Relationship Id="rId1" Type="http://schemas.openxmlformats.org/officeDocument/2006/relationships/slideLayout" Target="../slideLayouts/slideLayout7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2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1.xml"/></Relationships>
</file>

<file path=ppt/slides/_rels/slide3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5.png"/><Relationship Id="rId1" Type="http://schemas.openxmlformats.org/officeDocument/2006/relationships/slideLayout" Target="../slideLayouts/slideLayout7.xml"/></Relationships>
</file>

<file path=ppt/slides/_rels/slide3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7.png"/><Relationship Id="rId1" Type="http://schemas.openxmlformats.org/officeDocument/2006/relationships/slideLayout" Target="../slideLayouts/slideLayout7.xml"/></Relationships>
</file>

<file path=ppt/slides/_rels/slide3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9.png"/><Relationship Id="rId1" Type="http://schemas.openxmlformats.org/officeDocument/2006/relationships/slideLayout" Target="../slideLayouts/slideLayout7.xml"/></Relationships>
</file>

<file path=ppt/slides/_rels/slide3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3.png"/><Relationship Id="rId1" Type="http://schemas.openxmlformats.org/officeDocument/2006/relationships/slideLayout" Target="../slideLayouts/slideLayout7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5.png"/><Relationship Id="rId1" Type="http://schemas.openxmlformats.org/officeDocument/2006/relationships/slideLayout" Target="../slideLayouts/slideLayout7.xml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751D-B66B-0234-2719-7D0697D72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Accenture </a:t>
            </a:r>
            <a:r>
              <a:rPr lang="en-US" dirty="0" err="1"/>
              <a:t>Hirepro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49EA2-DFBE-5A01-D38F-6E8B53A780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Sample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50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A3318-AFCF-38A3-16B1-F92F94E5D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: 2025 Batch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CB6E4-BFF0-355A-4E67-7ABD829F3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737" y="1273970"/>
            <a:ext cx="5157787" cy="823912"/>
          </a:xfrm>
        </p:spPr>
        <p:txBody>
          <a:bodyPr/>
          <a:lstStyle/>
          <a:p>
            <a:r>
              <a:rPr lang="en-US" dirty="0"/>
              <a:t>Section wise Questions</a:t>
            </a:r>
            <a:endParaRPr lang="en-IN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2EC0CDCF-A126-0CC2-7D7B-78AFB998663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40994068"/>
              </p:ext>
            </p:extLst>
          </p:nvPr>
        </p:nvGraphicFramePr>
        <p:xfrm>
          <a:off x="839788" y="2505075"/>
          <a:ext cx="10259472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903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96840C-F688-9279-BB9F-8491F32C0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52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D9C50D-80CF-B10B-FAE7-53D3053FF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64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D96F68-F03C-8833-98EA-777BC1EB3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37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223F3C-FED0-D082-EB74-24E4020F5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4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463857-9019-A46D-C6AD-72F3F1659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04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E</a:t>
            </a:r>
            <a:r>
              <a:rPr lang="en-IN" sz="4800">
                <a:solidFill>
                  <a:srgbClr val="FFFFFF"/>
                </a:solidFill>
              </a:rPr>
              <a:t>nglish Ability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Accenture </a:t>
            </a:r>
            <a:r>
              <a:rPr lang="en-US" dirty="0" err="1"/>
              <a:t>Hirepro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512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17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59" r="16435"/>
          <a:stretch/>
        </p:blipFill>
        <p:spPr>
          <a:xfrm rot="16200000">
            <a:off x="3669894" y="331839"/>
            <a:ext cx="5102942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4EF738-DFDE-AF41-AA9A-8C3FB8AFF9B5}"/>
                  </a:ext>
                </a:extLst>
              </p14:cNvPr>
              <p14:cNvContentPartPr/>
              <p14:nvPr/>
            </p14:nvContentPartPr>
            <p14:xfrm>
              <a:off x="3495600" y="4717080"/>
              <a:ext cx="1034640" cy="62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4EF738-DFDE-AF41-AA9A-8C3FB8AFF9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6240" y="4707720"/>
                <a:ext cx="1053360" cy="64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5127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18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4A7692-3F91-FA3C-EB8D-BB654497B016}"/>
                  </a:ext>
                </a:extLst>
              </p14:cNvPr>
              <p14:cNvContentPartPr/>
              <p14:nvPr/>
            </p14:nvContentPartPr>
            <p14:xfrm>
              <a:off x="3774600" y="2147040"/>
              <a:ext cx="663840" cy="489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4A7692-3F91-FA3C-EB8D-BB654497B0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5240" y="2137680"/>
                <a:ext cx="682560" cy="50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595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18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50311A-9402-BD7C-6519-0E89D27BB87F}"/>
                  </a:ext>
                </a:extLst>
              </p14:cNvPr>
              <p14:cNvContentPartPr/>
              <p14:nvPr/>
            </p14:nvContentPartPr>
            <p14:xfrm>
              <a:off x="3769920" y="3195360"/>
              <a:ext cx="579240" cy="392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50311A-9402-BD7C-6519-0E89D27BB8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0560" y="3186000"/>
                <a:ext cx="597960" cy="41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794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18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05"/>
          <a:stretch/>
        </p:blipFill>
        <p:spPr>
          <a:xfrm rot="16200000">
            <a:off x="3435885" y="40445"/>
            <a:ext cx="4959561" cy="568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CD1141-DF2A-28AB-CA32-0E17283F1B32}"/>
                  </a:ext>
                </a:extLst>
              </p14:cNvPr>
              <p14:cNvContentPartPr/>
              <p14:nvPr/>
            </p14:nvContentPartPr>
            <p14:xfrm>
              <a:off x="3516840" y="3490920"/>
              <a:ext cx="553680" cy="451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CD1141-DF2A-28AB-CA32-0E17283F1B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7480" y="3481560"/>
                <a:ext cx="572400" cy="47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4055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19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328C4E-DBDB-8377-4B0D-3F8714E4CCF6}"/>
                  </a:ext>
                </a:extLst>
              </p14:cNvPr>
              <p14:cNvContentPartPr/>
              <p14:nvPr/>
            </p14:nvContentPartPr>
            <p14:xfrm>
              <a:off x="3744360" y="1508760"/>
              <a:ext cx="1964880" cy="2028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328C4E-DBDB-8377-4B0D-3F8714E4CC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35000" y="1499400"/>
                <a:ext cx="1983600" cy="204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3081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19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941048-3964-99BB-3F17-EBD125846421}"/>
                  </a:ext>
                </a:extLst>
              </p14:cNvPr>
              <p14:cNvContentPartPr/>
              <p14:nvPr/>
            </p14:nvContentPartPr>
            <p14:xfrm>
              <a:off x="4051080" y="4390560"/>
              <a:ext cx="436680" cy="348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941048-3964-99BB-3F17-EBD1258464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1720" y="4381200"/>
                <a:ext cx="455400" cy="36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310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19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4AB5C3-1D95-B7F0-585D-C0432957764D}"/>
                  </a:ext>
                </a:extLst>
              </p14:cNvPr>
              <p14:cNvContentPartPr/>
              <p14:nvPr/>
            </p14:nvContentPartPr>
            <p14:xfrm>
              <a:off x="3934080" y="4111920"/>
              <a:ext cx="645120" cy="314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4AB5C3-1D95-B7F0-585D-C043295776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720" y="4102560"/>
                <a:ext cx="663840" cy="33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5207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0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70"/>
          <a:stretch/>
        </p:blipFill>
        <p:spPr>
          <a:xfrm rot="5400000">
            <a:off x="3410642" y="423387"/>
            <a:ext cx="5221397" cy="5616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A3CEBD-8067-220C-E97D-B4DF2B96AA2B}"/>
                  </a:ext>
                </a:extLst>
              </p14:cNvPr>
              <p14:cNvContentPartPr/>
              <p14:nvPr/>
            </p14:nvContentPartPr>
            <p14:xfrm>
              <a:off x="3906000" y="4815000"/>
              <a:ext cx="541800" cy="268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A3CEBD-8067-220C-E97D-B4DF2B96AA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6640" y="4805640"/>
                <a:ext cx="560520" cy="28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8741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0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9" r="28955"/>
          <a:stretch/>
        </p:blipFill>
        <p:spPr>
          <a:xfrm rot="5400000">
            <a:off x="2785899" y="-4127"/>
            <a:ext cx="5503373" cy="6372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900EC6-8ECC-43C7-DC3C-09A9DF104C1C}"/>
                  </a:ext>
                </a:extLst>
              </p14:cNvPr>
              <p14:cNvContentPartPr/>
              <p14:nvPr/>
            </p14:nvContentPartPr>
            <p14:xfrm>
              <a:off x="3245040" y="4172760"/>
              <a:ext cx="529920" cy="326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900EC6-8ECC-43C7-DC3C-09A9DF104C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5680" y="4163400"/>
                <a:ext cx="548640" cy="34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1455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0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3" t="16120" b="21592"/>
          <a:stretch/>
        </p:blipFill>
        <p:spPr>
          <a:xfrm>
            <a:off x="1919536" y="908720"/>
            <a:ext cx="8461612" cy="42717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B190B5A-4CFC-31D5-6D0A-8E865A5F42E1}"/>
                  </a:ext>
                </a:extLst>
              </p14:cNvPr>
              <p14:cNvContentPartPr/>
              <p14:nvPr/>
            </p14:nvContentPartPr>
            <p14:xfrm>
              <a:off x="2393640" y="4076280"/>
              <a:ext cx="488160" cy="280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B190B5A-4CFC-31D5-6D0A-8E865A5F42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4280" y="4066920"/>
                <a:ext cx="506880" cy="29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382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1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02F2A0-C8D8-31CC-FE71-8A6EE1E79F3D}"/>
                  </a:ext>
                </a:extLst>
              </p14:cNvPr>
              <p14:cNvContentPartPr/>
              <p14:nvPr/>
            </p14:nvContentPartPr>
            <p14:xfrm>
              <a:off x="3408840" y="4891320"/>
              <a:ext cx="509040" cy="294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02F2A0-C8D8-31CC-FE71-8A6EE1E79F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9480" y="4881960"/>
                <a:ext cx="527760" cy="3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3027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1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334837-14EF-76FA-BDCC-D4BF852422B7}"/>
                  </a:ext>
                </a:extLst>
              </p14:cNvPr>
              <p14:cNvContentPartPr/>
              <p14:nvPr/>
            </p14:nvContentPartPr>
            <p14:xfrm>
              <a:off x="3404160" y="4718880"/>
              <a:ext cx="513720" cy="295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334837-14EF-76FA-BDCC-D4BF852422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4800" y="4709520"/>
                <a:ext cx="532440" cy="31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9042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1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35"/>
          <a:stretch/>
        </p:blipFill>
        <p:spPr>
          <a:xfrm>
            <a:off x="3524250" y="0"/>
            <a:ext cx="5143500" cy="459929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A03435-6C51-F42D-9E81-3BBDD4D8DDE7}"/>
                  </a:ext>
                </a:extLst>
              </p14:cNvPr>
              <p14:cNvContentPartPr/>
              <p14:nvPr/>
            </p14:nvContentPartPr>
            <p14:xfrm>
              <a:off x="3922560" y="2718000"/>
              <a:ext cx="649440" cy="29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A03435-6C51-F42D-9E81-3BBDD4D8DD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3200" y="2708640"/>
                <a:ext cx="668160" cy="3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6446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2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84"/>
          <a:stretch/>
        </p:blipFill>
        <p:spPr>
          <a:xfrm>
            <a:off x="3524250" y="0"/>
            <a:ext cx="5143500" cy="526803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5D7F28-2577-8704-6568-1650F16BB2E1}"/>
                  </a:ext>
                </a:extLst>
              </p14:cNvPr>
              <p14:cNvContentPartPr/>
              <p14:nvPr/>
            </p14:nvContentPartPr>
            <p14:xfrm>
              <a:off x="3856680" y="3857400"/>
              <a:ext cx="534960" cy="321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5D7F28-2577-8704-6568-1650F16BB2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7320" y="3848040"/>
                <a:ext cx="553680" cy="33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3606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2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07"/>
          <a:stretch/>
        </p:blipFill>
        <p:spPr>
          <a:xfrm>
            <a:off x="3524250" y="0"/>
            <a:ext cx="5143500" cy="420351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ACEF16-B902-A1C2-69EB-46E170ABC27F}"/>
                  </a:ext>
                </a:extLst>
              </p14:cNvPr>
              <p14:cNvContentPartPr/>
              <p14:nvPr/>
            </p14:nvContentPartPr>
            <p14:xfrm>
              <a:off x="4112280" y="2973960"/>
              <a:ext cx="558360" cy="29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ACEF16-B902-A1C2-69EB-46E170ABC2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2920" y="2964600"/>
                <a:ext cx="577080" cy="31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4017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2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28"/>
          <a:stretch/>
        </p:blipFill>
        <p:spPr>
          <a:xfrm>
            <a:off x="3524250" y="1"/>
            <a:ext cx="5143500" cy="44901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EEA752-35D9-53D9-3651-5B23E254A37C}"/>
                  </a:ext>
                </a:extLst>
              </p14:cNvPr>
              <p14:cNvContentPartPr/>
              <p14:nvPr/>
            </p14:nvContentPartPr>
            <p14:xfrm>
              <a:off x="3884760" y="1595520"/>
              <a:ext cx="1911240" cy="95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EEA752-35D9-53D9-3651-5B23E254A3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75400" y="1586160"/>
                <a:ext cx="1929960" cy="97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6313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3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37"/>
          <a:stretch/>
        </p:blipFill>
        <p:spPr>
          <a:xfrm>
            <a:off x="3524250" y="1"/>
            <a:ext cx="5143500" cy="462659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DBE5CF-6A75-EC6E-7797-FDC8B46972B5}"/>
                  </a:ext>
                </a:extLst>
              </p14:cNvPr>
              <p14:cNvContentPartPr/>
              <p14:nvPr/>
            </p14:nvContentPartPr>
            <p14:xfrm>
              <a:off x="3980880" y="3075480"/>
              <a:ext cx="694440" cy="365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DBE5CF-6A75-EC6E-7797-FDC8B46972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1520" y="3066120"/>
                <a:ext cx="713160" cy="38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6403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3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866"/>
          <a:stretch/>
        </p:blipFill>
        <p:spPr>
          <a:xfrm>
            <a:off x="3524250" y="0"/>
            <a:ext cx="5143500" cy="364395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6B385E-7412-8B5B-E16B-D76602ADBE04}"/>
                  </a:ext>
                </a:extLst>
              </p14:cNvPr>
              <p14:cNvContentPartPr/>
              <p14:nvPr/>
            </p14:nvContentPartPr>
            <p14:xfrm>
              <a:off x="3779280" y="1653480"/>
              <a:ext cx="551520" cy="312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6B385E-7412-8B5B-E16B-D76602ADBE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9920" y="1644120"/>
                <a:ext cx="570240" cy="3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0280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69"/>
          <a:stretch/>
        </p:blipFill>
        <p:spPr>
          <a:xfrm>
            <a:off x="3524250" y="0"/>
            <a:ext cx="5143500" cy="368489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BF1676-95D5-0DB8-1AF1-D6FA16287A57}"/>
                  </a:ext>
                </a:extLst>
              </p14:cNvPr>
              <p14:cNvContentPartPr/>
              <p14:nvPr/>
            </p14:nvContentPartPr>
            <p14:xfrm>
              <a:off x="3889440" y="3091320"/>
              <a:ext cx="605160" cy="31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BF1676-95D5-0DB8-1AF1-D6FA16287A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0080" y="3081960"/>
                <a:ext cx="623880" cy="3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8721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4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91"/>
          <a:stretch/>
        </p:blipFill>
        <p:spPr>
          <a:xfrm>
            <a:off x="3524250" y="1487606"/>
            <a:ext cx="5143500" cy="537039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BD2D58-1BFA-F9C0-3F9C-4C34231DB7FA}"/>
                  </a:ext>
                </a:extLst>
              </p14:cNvPr>
              <p14:cNvContentPartPr/>
              <p14:nvPr/>
            </p14:nvContentPartPr>
            <p14:xfrm>
              <a:off x="4546080" y="3919320"/>
              <a:ext cx="525240" cy="34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BD2D58-1BFA-F9C0-3F9C-4C34231DB7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36720" y="3909960"/>
                <a:ext cx="543960" cy="36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4330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4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19"/>
          <a:stretch/>
        </p:blipFill>
        <p:spPr>
          <a:xfrm>
            <a:off x="3524250" y="620688"/>
            <a:ext cx="5143500" cy="43672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C2DDD6-85BE-287B-439E-273CE2FE2061}"/>
                  </a:ext>
                </a:extLst>
              </p14:cNvPr>
              <p14:cNvContentPartPr/>
              <p14:nvPr/>
            </p14:nvContentPartPr>
            <p14:xfrm>
              <a:off x="3896280" y="2784960"/>
              <a:ext cx="577080" cy="327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C2DDD6-85BE-287B-439E-273CE2FE20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6920" y="2775600"/>
                <a:ext cx="595800" cy="34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6668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4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91"/>
          <a:stretch/>
        </p:blipFill>
        <p:spPr>
          <a:xfrm>
            <a:off x="3524250" y="0"/>
            <a:ext cx="5143500" cy="398514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0BD423-3E5C-0B43-EC43-272E5815EA04}"/>
                  </a:ext>
                </a:extLst>
              </p14:cNvPr>
              <p14:cNvContentPartPr/>
              <p14:nvPr/>
            </p14:nvContentPartPr>
            <p14:xfrm>
              <a:off x="3729960" y="2553120"/>
              <a:ext cx="542160" cy="281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0BD423-3E5C-0B43-EC43-272E5815EA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0600" y="2543760"/>
                <a:ext cx="560880" cy="29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4078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5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508"/>
          <a:stretch/>
        </p:blipFill>
        <p:spPr>
          <a:xfrm>
            <a:off x="3524250" y="0"/>
            <a:ext cx="5143500" cy="421715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EBF298-FDA3-22C5-79CA-CFB725491259}"/>
                  </a:ext>
                </a:extLst>
              </p14:cNvPr>
              <p14:cNvContentPartPr/>
              <p14:nvPr/>
            </p14:nvContentPartPr>
            <p14:xfrm>
              <a:off x="3985560" y="3426480"/>
              <a:ext cx="607680" cy="33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EBF298-FDA3-22C5-79CA-CFB7254912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6200" y="3417120"/>
                <a:ext cx="626400" cy="3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71324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5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145"/>
          <a:stretch/>
        </p:blipFill>
        <p:spPr>
          <a:xfrm>
            <a:off x="3524250" y="1"/>
            <a:ext cx="5143500" cy="47221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E9E5A75-8E46-5E64-8D70-B3318A751A7D}"/>
                  </a:ext>
                </a:extLst>
              </p14:cNvPr>
              <p14:cNvContentPartPr/>
              <p14:nvPr/>
            </p14:nvContentPartPr>
            <p14:xfrm>
              <a:off x="4184640" y="2905200"/>
              <a:ext cx="797760" cy="410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E9E5A75-8E46-5E64-8D70-B3318A751A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5280" y="2895840"/>
                <a:ext cx="816480" cy="42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8477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6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0368C1-EFFD-9B22-C370-0D86118CBB49}"/>
                  </a:ext>
                </a:extLst>
              </p14:cNvPr>
              <p14:cNvContentPartPr/>
              <p14:nvPr/>
            </p14:nvContentPartPr>
            <p14:xfrm>
              <a:off x="3762720" y="2352600"/>
              <a:ext cx="511920" cy="397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0368C1-EFFD-9B22-C370-0D86118CBB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3360" y="2343240"/>
                <a:ext cx="530640" cy="41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836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6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49"/>
          <a:stretch/>
        </p:blipFill>
        <p:spPr>
          <a:xfrm>
            <a:off x="3524250" y="0"/>
            <a:ext cx="5143500" cy="479036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0D17E7-0DDD-1A0B-4465-BA3CC2C041A4}"/>
                  </a:ext>
                </a:extLst>
              </p14:cNvPr>
              <p14:cNvContentPartPr/>
              <p14:nvPr/>
            </p14:nvContentPartPr>
            <p14:xfrm>
              <a:off x="3856680" y="3066480"/>
              <a:ext cx="598320" cy="302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0D17E7-0DDD-1A0B-4465-BA3CC2C041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7320" y="3057120"/>
                <a:ext cx="617040" cy="3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6772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7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70CD3E-12B8-3446-62F9-0AB71A89449B}"/>
                  </a:ext>
                </a:extLst>
              </p14:cNvPr>
              <p14:cNvContentPartPr/>
              <p14:nvPr/>
            </p14:nvContentPartPr>
            <p14:xfrm>
              <a:off x="3812040" y="2890800"/>
              <a:ext cx="603000" cy="30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70CD3E-12B8-3446-62F9-0AB71A8944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2680" y="2881440"/>
                <a:ext cx="621720" cy="32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311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7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9D8135-A52A-B2CC-9B4D-E6F8FF72CB13}"/>
                  </a:ext>
                </a:extLst>
              </p14:cNvPr>
              <p14:cNvContentPartPr/>
              <p14:nvPr/>
            </p14:nvContentPartPr>
            <p14:xfrm>
              <a:off x="3777120" y="3880080"/>
              <a:ext cx="595800" cy="390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9D8135-A52A-B2CC-9B4D-E6F8FF72CB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7760" y="3870720"/>
                <a:ext cx="614520" cy="4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3110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7 PM (3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8E5009-17B1-C1DC-C192-0A4183303118}"/>
                  </a:ext>
                </a:extLst>
              </p14:cNvPr>
              <p14:cNvContentPartPr/>
              <p14:nvPr/>
            </p14:nvContentPartPr>
            <p14:xfrm>
              <a:off x="3197880" y="4930920"/>
              <a:ext cx="366120" cy="303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8E5009-17B1-C1DC-C192-0A41833031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88520" y="4921560"/>
                <a:ext cx="384840" cy="3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78096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7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2F40B9-9538-80C2-8329-2BFCD7E2EEAE}"/>
                  </a:ext>
                </a:extLst>
              </p14:cNvPr>
              <p14:cNvContentPartPr/>
              <p14:nvPr/>
            </p14:nvContentPartPr>
            <p14:xfrm>
              <a:off x="3681000" y="3071520"/>
              <a:ext cx="504000" cy="362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2F40B9-9538-80C2-8329-2BFCD7E2EE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1640" y="3062160"/>
                <a:ext cx="522720" cy="38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8395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8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72"/>
          <a:stretch/>
        </p:blipFill>
        <p:spPr>
          <a:xfrm>
            <a:off x="3524250" y="1"/>
            <a:ext cx="5143500" cy="372583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841FF8-9A71-A3D1-2DBE-8CA54C9B2267}"/>
                  </a:ext>
                </a:extLst>
              </p14:cNvPr>
              <p14:cNvContentPartPr/>
              <p14:nvPr/>
            </p14:nvContentPartPr>
            <p14:xfrm>
              <a:off x="3676320" y="2148120"/>
              <a:ext cx="480960" cy="289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841FF8-9A71-A3D1-2DBE-8CA54C9B22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6960" y="2138760"/>
                <a:ext cx="499680" cy="30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3273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8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45"/>
          <a:stretch/>
        </p:blipFill>
        <p:spPr>
          <a:xfrm rot="5400000">
            <a:off x="2843975" y="-204716"/>
            <a:ext cx="6305266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26251FD-41F4-2332-CB2D-F77EBA15A3FC}"/>
                  </a:ext>
                </a:extLst>
              </p14:cNvPr>
              <p14:cNvContentPartPr/>
              <p14:nvPr/>
            </p14:nvContentPartPr>
            <p14:xfrm>
              <a:off x="2970360" y="3831480"/>
              <a:ext cx="452880" cy="331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26251FD-41F4-2332-CB2D-F77EBA15A3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1000" y="3822120"/>
                <a:ext cx="471600" cy="34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030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8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751A15-3B32-AA18-D3A5-A6B12586ECF1}"/>
                  </a:ext>
                </a:extLst>
              </p14:cNvPr>
              <p14:cNvContentPartPr/>
              <p14:nvPr/>
            </p14:nvContentPartPr>
            <p14:xfrm>
              <a:off x="3127320" y="4025160"/>
              <a:ext cx="497520" cy="363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751A15-3B32-AA18-D3A5-A6B12586EC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7960" y="4015800"/>
                <a:ext cx="516240" cy="38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54440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9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5" r="21343"/>
          <a:stretch/>
        </p:blipFill>
        <p:spPr>
          <a:xfrm rot="5400000">
            <a:off x="2711355" y="0"/>
            <a:ext cx="6005015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FDE425-EBF1-25CE-35A1-902AC5687F16}"/>
                  </a:ext>
                </a:extLst>
              </p14:cNvPr>
              <p14:cNvContentPartPr/>
              <p14:nvPr/>
            </p14:nvContentPartPr>
            <p14:xfrm>
              <a:off x="2818080" y="3682080"/>
              <a:ext cx="455040" cy="343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FDE425-EBF1-25CE-35A1-902AC5687F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8720" y="3672720"/>
                <a:ext cx="473760" cy="36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55367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9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8B7840-9615-5436-441A-F01C0A86176A}"/>
                  </a:ext>
                </a:extLst>
              </p14:cNvPr>
              <p14:cNvContentPartPr/>
              <p14:nvPr/>
            </p14:nvContentPartPr>
            <p14:xfrm>
              <a:off x="3704400" y="3480480"/>
              <a:ext cx="534600" cy="352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8B7840-9615-5436-441A-F01C0A8617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5040" y="3471120"/>
                <a:ext cx="553320" cy="37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7262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2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9" t="4776" r="29851"/>
          <a:stretch/>
        </p:blipFill>
        <p:spPr>
          <a:xfrm rot="5400000">
            <a:off x="2629469" y="327546"/>
            <a:ext cx="5308979" cy="653045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3388CAC-56D0-0220-4705-1D63518F4A6F}"/>
                  </a:ext>
                </a:extLst>
              </p14:cNvPr>
              <p14:cNvContentPartPr/>
              <p14:nvPr/>
            </p14:nvContentPartPr>
            <p14:xfrm>
              <a:off x="2658600" y="4041000"/>
              <a:ext cx="569880" cy="405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3388CAC-56D0-0220-4705-1D63518F4A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9240" y="4031640"/>
                <a:ext cx="588600" cy="42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46569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0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B83CE9-F9A5-A43A-9C91-22F3D3DF733B}"/>
                  </a:ext>
                </a:extLst>
              </p14:cNvPr>
              <p14:cNvContentPartPr/>
              <p14:nvPr/>
            </p14:nvContentPartPr>
            <p14:xfrm>
              <a:off x="3755880" y="2386080"/>
              <a:ext cx="511560" cy="333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B83CE9-F9A5-A43A-9C91-22F3D3DF73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6520" y="2376720"/>
                <a:ext cx="530280" cy="35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49733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0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40"/>
          <a:stretch/>
        </p:blipFill>
        <p:spPr>
          <a:xfrm>
            <a:off x="3524250" y="0"/>
            <a:ext cx="5143500" cy="466753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91E55D-A10D-CE95-FE79-36F84FD205D1}"/>
                  </a:ext>
                </a:extLst>
              </p14:cNvPr>
              <p14:cNvContentPartPr/>
              <p14:nvPr/>
            </p14:nvContentPartPr>
            <p14:xfrm>
              <a:off x="3690360" y="3895920"/>
              <a:ext cx="420120" cy="324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91E55D-A10D-CE95-FE79-36F84FD205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1000" y="3886560"/>
                <a:ext cx="438840" cy="34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67158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0 PM (3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549833-0F5E-3530-45CA-62B439FD37DB}"/>
                  </a:ext>
                </a:extLst>
              </p14:cNvPr>
              <p14:cNvContentPartPr/>
              <p14:nvPr/>
            </p14:nvContentPartPr>
            <p14:xfrm>
              <a:off x="3842640" y="3683520"/>
              <a:ext cx="426960" cy="256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549833-0F5E-3530-45CA-62B439FD37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3280" y="3674160"/>
                <a:ext cx="445680" cy="27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59377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0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62B61F-551A-3289-9DDA-2984644949DF}"/>
                  </a:ext>
                </a:extLst>
              </p14:cNvPr>
              <p14:cNvContentPartPr/>
              <p14:nvPr/>
            </p14:nvContentPartPr>
            <p14:xfrm>
              <a:off x="3727800" y="3808800"/>
              <a:ext cx="368280" cy="273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62B61F-551A-3289-9DDA-2984644949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8440" y="3799440"/>
                <a:ext cx="387000" cy="2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82531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1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15" b="36119"/>
          <a:stretch/>
        </p:blipFill>
        <p:spPr>
          <a:xfrm>
            <a:off x="3524250" y="1173707"/>
            <a:ext cx="5143500" cy="320722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55A541-86A2-B0BC-9636-92CCB1DC5E83}"/>
                  </a:ext>
                </a:extLst>
              </p14:cNvPr>
              <p14:cNvContentPartPr/>
              <p14:nvPr/>
            </p14:nvContentPartPr>
            <p14:xfrm>
              <a:off x="3739320" y="3771360"/>
              <a:ext cx="298080" cy="271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55A541-86A2-B0BC-9636-92CCB1DC5E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9960" y="3762000"/>
                <a:ext cx="316800" cy="28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667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1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D75AA9-E253-24DF-A9C2-2FECD8CCF738}"/>
                  </a:ext>
                </a:extLst>
              </p14:cNvPr>
              <p14:cNvContentPartPr/>
              <p14:nvPr/>
            </p14:nvContentPartPr>
            <p14:xfrm>
              <a:off x="3378600" y="4244040"/>
              <a:ext cx="429120" cy="36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D75AA9-E253-24DF-A9C2-2FECD8CCF7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9240" y="4234680"/>
                <a:ext cx="447840" cy="3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4428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1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78"/>
          <a:stretch/>
        </p:blipFill>
        <p:spPr>
          <a:xfrm>
            <a:off x="3524250" y="404665"/>
            <a:ext cx="5143500" cy="38077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6C6ADC-263D-C99F-D7EA-E89E59CFC1EE}"/>
                  </a:ext>
                </a:extLst>
              </p14:cNvPr>
              <p14:cNvContentPartPr/>
              <p14:nvPr/>
            </p14:nvContentPartPr>
            <p14:xfrm>
              <a:off x="3802680" y="3393360"/>
              <a:ext cx="457560" cy="34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6C6ADC-263D-C99F-D7EA-E89E59CFC1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3320" y="3384000"/>
                <a:ext cx="476280" cy="3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2937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2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83F965-8224-0C76-8311-445CF98B17D1}"/>
                  </a:ext>
                </a:extLst>
              </p14:cNvPr>
              <p14:cNvContentPartPr/>
              <p14:nvPr/>
            </p14:nvContentPartPr>
            <p14:xfrm>
              <a:off x="3258720" y="4307400"/>
              <a:ext cx="443520" cy="315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83F965-8224-0C76-8311-445CF98B17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9360" y="4298040"/>
                <a:ext cx="462240" cy="33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40481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2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24E343-DC19-4A7D-F06E-C680C058AE36}"/>
                  </a:ext>
                </a:extLst>
              </p14:cNvPr>
              <p14:cNvContentPartPr/>
              <p14:nvPr/>
            </p14:nvContentPartPr>
            <p14:xfrm>
              <a:off x="3331440" y="4263840"/>
              <a:ext cx="487800" cy="345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24E343-DC19-4A7D-F06E-C680C058AE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2080" y="4254480"/>
                <a:ext cx="506520" cy="36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23881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2 PM (3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2823FF-3CB5-2CBB-CD26-BA0BEFC667FB}"/>
                  </a:ext>
                </a:extLst>
              </p14:cNvPr>
              <p14:cNvContentPartPr/>
              <p14:nvPr/>
            </p14:nvContentPartPr>
            <p14:xfrm>
              <a:off x="1913040" y="4986720"/>
              <a:ext cx="387000" cy="332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2823FF-3CB5-2CBB-CD26-BA0BEFC667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3680" y="4977360"/>
                <a:ext cx="405720" cy="35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22972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2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437882-5CD2-BE04-409B-4F77FFD7D9D2}"/>
                  </a:ext>
                </a:extLst>
              </p14:cNvPr>
              <p14:cNvContentPartPr/>
              <p14:nvPr/>
            </p14:nvContentPartPr>
            <p14:xfrm>
              <a:off x="3319560" y="4289040"/>
              <a:ext cx="443520" cy="312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437882-5CD2-BE04-409B-4F77FFD7D9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0200" y="4279680"/>
                <a:ext cx="462240" cy="3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83961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3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049"/>
          <a:stretch/>
        </p:blipFill>
        <p:spPr>
          <a:xfrm>
            <a:off x="3863752" y="-17778"/>
            <a:ext cx="5143500" cy="424858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E1AECF-EB88-F202-2808-5D286230A8BB}"/>
                  </a:ext>
                </a:extLst>
              </p14:cNvPr>
              <p14:cNvContentPartPr/>
              <p14:nvPr/>
            </p14:nvContentPartPr>
            <p14:xfrm>
              <a:off x="4149720" y="2534760"/>
              <a:ext cx="560880" cy="295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E1AECF-EB88-F202-2808-5D286230A8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0360" y="2525400"/>
                <a:ext cx="579600" cy="31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47684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3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8" r="27893"/>
          <a:stretch/>
        </p:blipFill>
        <p:spPr>
          <a:xfrm rot="5400000">
            <a:off x="3004528" y="-148062"/>
            <a:ext cx="5102944" cy="604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9278631-D3C9-FA4A-01FA-71F92AEEECDC}"/>
                  </a:ext>
                </a:extLst>
              </p14:cNvPr>
              <p14:cNvContentPartPr/>
              <p14:nvPr/>
            </p14:nvContentPartPr>
            <p14:xfrm>
              <a:off x="2937600" y="2579760"/>
              <a:ext cx="687240" cy="461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9278631-D3C9-FA4A-01FA-71F92AEEEC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8240" y="2570400"/>
                <a:ext cx="705960" cy="48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80148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905"/>
          <a:stretch/>
        </p:blipFill>
        <p:spPr>
          <a:xfrm>
            <a:off x="3524250" y="1"/>
            <a:ext cx="5143500" cy="418986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2B9BF81-A9C3-507E-667D-33D47E49C9AB}"/>
                  </a:ext>
                </a:extLst>
              </p14:cNvPr>
              <p14:cNvContentPartPr/>
              <p14:nvPr/>
            </p14:nvContentPartPr>
            <p14:xfrm>
              <a:off x="3807360" y="2595600"/>
              <a:ext cx="537480" cy="304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2B9BF81-A9C3-507E-667D-33D47E49C9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98000" y="2586240"/>
                <a:ext cx="556200" cy="32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16375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4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085"/>
          <a:stretch/>
        </p:blipFill>
        <p:spPr>
          <a:xfrm>
            <a:off x="3524250" y="0"/>
            <a:ext cx="5143500" cy="390326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BB2EE8-D919-FC5F-0783-950889467D58}"/>
                  </a:ext>
                </a:extLst>
              </p14:cNvPr>
              <p14:cNvContentPartPr/>
              <p14:nvPr/>
            </p14:nvContentPartPr>
            <p14:xfrm>
              <a:off x="3692520" y="2802600"/>
              <a:ext cx="520920" cy="29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BB2EE8-D919-FC5F-0783-950889467D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3160" y="2793240"/>
                <a:ext cx="539640" cy="31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68822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.26.34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7" r="42886"/>
          <a:stretch/>
        </p:blipFill>
        <p:spPr>
          <a:xfrm rot="5400000">
            <a:off x="4499212" y="-251630"/>
            <a:ext cx="3193576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28BDF0-E98F-9176-14EF-8AA869CE3960}"/>
                  </a:ext>
                </a:extLst>
              </p14:cNvPr>
              <p14:cNvContentPartPr/>
              <p14:nvPr/>
            </p14:nvContentPartPr>
            <p14:xfrm>
              <a:off x="3589560" y="2626920"/>
              <a:ext cx="375480" cy="28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28BDF0-E98F-9176-14EF-8AA869CE39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80200" y="2617560"/>
                <a:ext cx="394200" cy="30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89544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AF366-E2BE-EB27-FA3C-674972F88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Critical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3AB2A-19F5-F3C6-EEC4-76B89F6A8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Accenture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Hirepro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5072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2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52635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3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82920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3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088A1AC-2119-18B2-5009-DADFD8CD1D95}"/>
                  </a:ext>
                </a:extLst>
              </p14:cNvPr>
              <p14:cNvContentPartPr/>
              <p14:nvPr/>
            </p14:nvContentPartPr>
            <p14:xfrm>
              <a:off x="1688160" y="4920480"/>
              <a:ext cx="671040" cy="400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088A1AC-2119-18B2-5009-DADFD8CD1D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8800" y="4911120"/>
                <a:ext cx="689760" cy="41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88526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4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11A610-CAEE-814A-23DA-6DAA982C9201}"/>
                  </a:ext>
                </a:extLst>
              </p14:cNvPr>
              <p14:cNvContentPartPr/>
              <p14:nvPr/>
            </p14:nvContentPartPr>
            <p14:xfrm>
              <a:off x="2374320" y="3057480"/>
              <a:ext cx="7088040" cy="287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11A610-CAEE-814A-23DA-6DAA982C92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4960" y="3048120"/>
                <a:ext cx="7106760" cy="289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63855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4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139C7C-3D94-E7E5-8406-61F979286D98}"/>
                  </a:ext>
                </a:extLst>
              </p14:cNvPr>
              <p14:cNvContentPartPr/>
              <p14:nvPr/>
            </p14:nvContentPartPr>
            <p14:xfrm>
              <a:off x="1852680" y="2954160"/>
              <a:ext cx="813600" cy="448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139C7C-3D94-E7E5-8406-61F979286D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3320" y="2944800"/>
                <a:ext cx="832320" cy="46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28992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4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C7A37E-4A76-E647-4393-B133602616D3}"/>
                  </a:ext>
                </a:extLst>
              </p14:cNvPr>
              <p14:cNvContentPartPr/>
              <p14:nvPr/>
            </p14:nvContentPartPr>
            <p14:xfrm>
              <a:off x="3141840" y="4758480"/>
              <a:ext cx="785880" cy="436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C7A37E-4A76-E647-4393-B133602616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2480" y="4749120"/>
                <a:ext cx="804600" cy="45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15716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5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0BA101-007E-5CCC-2F2A-18AA646CC663}"/>
                  </a:ext>
                </a:extLst>
              </p14:cNvPr>
              <p14:cNvContentPartPr/>
              <p14:nvPr/>
            </p14:nvContentPartPr>
            <p14:xfrm>
              <a:off x="2180640" y="4568400"/>
              <a:ext cx="644760" cy="342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0BA101-007E-5CCC-2F2A-18AA646CC6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1280" y="4559040"/>
                <a:ext cx="663480" cy="3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52709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5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7AE680-B3D4-0EE8-DEED-C4B6816CEF05}"/>
                  </a:ext>
                </a:extLst>
              </p14:cNvPr>
              <p14:cNvContentPartPr/>
              <p14:nvPr/>
            </p14:nvContentPartPr>
            <p14:xfrm>
              <a:off x="1833600" y="3843000"/>
              <a:ext cx="715680" cy="380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7AE680-B3D4-0EE8-DEED-C4B6816CEF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4240" y="3833640"/>
                <a:ext cx="734400" cy="3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32531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5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51967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6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55640" y="-675456"/>
            <a:ext cx="5616624" cy="748883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15858A-1D86-2D49-60E8-D8A8B372CD7E}"/>
                  </a:ext>
                </a:extLst>
              </p14:cNvPr>
              <p14:cNvContentPartPr/>
              <p14:nvPr/>
            </p14:nvContentPartPr>
            <p14:xfrm>
              <a:off x="2061120" y="3766320"/>
              <a:ext cx="642960" cy="364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15858A-1D86-2D49-60E8-D8A8B372CD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1760" y="3756960"/>
                <a:ext cx="661680" cy="38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06659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6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0BC462-E16A-9BCF-B556-E0BDA6684B3E}"/>
                  </a:ext>
                </a:extLst>
              </p14:cNvPr>
              <p14:cNvContentPartPr/>
              <p14:nvPr/>
            </p14:nvContentPartPr>
            <p14:xfrm>
              <a:off x="3470520" y="1504800"/>
              <a:ext cx="30960" cy="7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0BC462-E16A-9BCF-B556-E0BDA6684B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1160" y="1495440"/>
                <a:ext cx="496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19F47B-CA04-E03F-EDA4-F66E78D569A3}"/>
                  </a:ext>
                </a:extLst>
              </p14:cNvPr>
              <p14:cNvContentPartPr/>
              <p14:nvPr/>
            </p14:nvContentPartPr>
            <p14:xfrm>
              <a:off x="2497080" y="4378320"/>
              <a:ext cx="748080" cy="482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19F47B-CA04-E03F-EDA4-F66E78D569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7720" y="4368960"/>
                <a:ext cx="766800" cy="50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95563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6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191677" y="-723462"/>
            <a:ext cx="5904656" cy="78728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5C6353-657B-2816-6C0B-43DE3A539109}"/>
                  </a:ext>
                </a:extLst>
              </p14:cNvPr>
              <p14:cNvContentPartPr/>
              <p14:nvPr/>
            </p14:nvContentPartPr>
            <p14:xfrm>
              <a:off x="6807720" y="3344040"/>
              <a:ext cx="1835280" cy="404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5C6353-657B-2816-6C0B-43DE3A5391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98360" y="3334680"/>
                <a:ext cx="185400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8859C7C-C811-EC81-0035-BC72EC086206}"/>
                  </a:ext>
                </a:extLst>
              </p14:cNvPr>
              <p14:cNvContentPartPr/>
              <p14:nvPr/>
            </p14:nvContentPartPr>
            <p14:xfrm>
              <a:off x="5364840" y="4035600"/>
              <a:ext cx="3456000" cy="476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8859C7C-C811-EC81-0035-BC72EC0862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5480" y="4026240"/>
                <a:ext cx="3474720" cy="49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55995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7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6572A2-AB2C-E26B-CCB4-82F98A004768}"/>
                  </a:ext>
                </a:extLst>
              </p14:cNvPr>
              <p14:cNvContentPartPr/>
              <p14:nvPr/>
            </p14:nvContentPartPr>
            <p14:xfrm>
              <a:off x="5170440" y="4331880"/>
              <a:ext cx="313920" cy="239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6572A2-AB2C-E26B-CCB4-82F98A0047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61080" y="4322520"/>
                <a:ext cx="33264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7E57CC-A980-3584-1011-599277AF68F6}"/>
                  </a:ext>
                </a:extLst>
              </p14:cNvPr>
              <p14:cNvContentPartPr/>
              <p14:nvPr/>
            </p14:nvContentPartPr>
            <p14:xfrm>
              <a:off x="1866360" y="4289760"/>
              <a:ext cx="647640" cy="420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7E57CC-A980-3584-1011-599277AF68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57000" y="4280400"/>
                <a:ext cx="666360" cy="43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66DB02F-4D0B-3DF3-4CD9-8FBA7E95550E}"/>
                  </a:ext>
                </a:extLst>
              </p14:cNvPr>
              <p14:cNvContentPartPr/>
              <p14:nvPr/>
            </p14:nvContentPartPr>
            <p14:xfrm>
              <a:off x="7085160" y="2835360"/>
              <a:ext cx="3418920" cy="235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66DB02F-4D0B-3DF3-4CD9-8FBA7E9555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75800" y="2826000"/>
                <a:ext cx="3437640" cy="237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00226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7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3C4A3C-100F-1BD8-358A-1B8C4FA18CDF}"/>
                  </a:ext>
                </a:extLst>
              </p14:cNvPr>
              <p14:cNvContentPartPr/>
              <p14:nvPr/>
            </p14:nvContentPartPr>
            <p14:xfrm>
              <a:off x="4724040" y="4384080"/>
              <a:ext cx="293040" cy="208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3C4A3C-100F-1BD8-358A-1B8C4FA18C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4680" y="4374720"/>
                <a:ext cx="311760" cy="22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22783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7 PM (3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726098-FDC9-66F1-C3B9-A24BD45289AE}"/>
                  </a:ext>
                </a:extLst>
              </p14:cNvPr>
              <p14:cNvContentPartPr/>
              <p14:nvPr/>
            </p14:nvContentPartPr>
            <p14:xfrm>
              <a:off x="3708840" y="4037400"/>
              <a:ext cx="265320" cy="19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726098-FDC9-66F1-C3B9-A24BD45289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9480" y="4028040"/>
                <a:ext cx="284040" cy="21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74176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7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747285-36C8-7DB2-F1B6-450A2ED46FBC}"/>
                  </a:ext>
                </a:extLst>
              </p14:cNvPr>
              <p14:cNvContentPartPr/>
              <p14:nvPr/>
            </p14:nvContentPartPr>
            <p14:xfrm>
              <a:off x="3354600" y="4231080"/>
              <a:ext cx="345240" cy="28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747285-36C8-7DB2-F1B6-450A2ED46F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5240" y="4221720"/>
                <a:ext cx="363960" cy="30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80304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8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0D9A2D4-E77A-7103-98E2-1D6F6EB852F1}"/>
                  </a:ext>
                </a:extLst>
              </p14:cNvPr>
              <p14:cNvContentPartPr/>
              <p14:nvPr/>
            </p14:nvContentPartPr>
            <p14:xfrm>
              <a:off x="3006120" y="3631680"/>
              <a:ext cx="450720" cy="360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0D9A2D4-E77A-7103-98E2-1D6F6EB852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6760" y="3622320"/>
                <a:ext cx="469440" cy="3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18461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8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05BAD4-AB48-E92C-A54C-7BA379D169AF}"/>
                  </a:ext>
                </a:extLst>
              </p14:cNvPr>
              <p14:cNvContentPartPr/>
              <p14:nvPr/>
            </p14:nvContentPartPr>
            <p14:xfrm>
              <a:off x="3926640" y="5306400"/>
              <a:ext cx="287280" cy="198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05BAD4-AB48-E92C-A54C-7BA379D169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7280" y="5297040"/>
                <a:ext cx="306000" cy="21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60238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8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9C0226-D68A-D04B-4D5D-B0E6264A4ACE}"/>
                  </a:ext>
                </a:extLst>
              </p14:cNvPr>
              <p14:cNvContentPartPr/>
              <p14:nvPr/>
            </p14:nvContentPartPr>
            <p14:xfrm>
              <a:off x="2215920" y="3966840"/>
              <a:ext cx="701280" cy="408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9C0226-D68A-D04B-4D5D-B0E6264A4A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6560" y="3957480"/>
                <a:ext cx="720000" cy="42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24540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9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90977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9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31620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7.59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847631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0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36089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0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31625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0 PM (3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9710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0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19011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1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47416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1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619604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1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62322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2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29942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2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536560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2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93123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3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692033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3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090515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3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59840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4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57283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4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50216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4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90532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5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85022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5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446904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5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216012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6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67641" y="-759466"/>
            <a:ext cx="5688632" cy="7584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22326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6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882643" y="-630451"/>
            <a:ext cx="5778642" cy="7704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514261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6 PM (3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17658" y="-549442"/>
            <a:ext cx="5724636" cy="76328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667650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6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637531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28.07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65" r="25107"/>
          <a:stretch/>
        </p:blipFill>
        <p:spPr>
          <a:xfrm rot="16200000">
            <a:off x="3739941" y="-1626941"/>
            <a:ext cx="4315657" cy="810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260969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6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74" r="32482" b="38969"/>
          <a:stretch/>
        </p:blipFill>
        <p:spPr>
          <a:xfrm>
            <a:off x="607490" y="285750"/>
            <a:ext cx="8838638" cy="48761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45518" y="1366243"/>
              <a:ext cx="138410" cy="46137"/>
            </p14:xfrm>
          </p:contentPart>
        </mc:Choice>
        <mc:Fallback xmlns=""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6073" y="1356944"/>
                <a:ext cx="157301" cy="64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2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48842" y="1388567"/>
              <a:ext cx="126504" cy="11906"/>
            </p14:xfrm>
          </p:contentPart>
        </mc:Choice>
        <mc:Fallback xmlns="">
          <p:pic>
            <p:nvPicPr>
              <p:cNvPr id="102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9471" y="1379723"/>
                <a:ext cx="145245" cy="295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13471" y="1400474"/>
              <a:ext cx="132457" cy="19347"/>
            </p14:xfrm>
          </p:contentPart>
        </mc:Choice>
        <mc:Fallback xmlns="">
          <p:pic>
            <p:nvPicPr>
              <p:cNvPr id="10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4163" y="1390983"/>
                <a:ext cx="151073" cy="38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2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70659" y="1434703"/>
              <a:ext cx="235148" cy="25301"/>
            </p14:xfrm>
          </p:contentPart>
        </mc:Choice>
        <mc:Fallback xmlns="">
          <p:pic>
            <p:nvPicPr>
              <p:cNvPr id="102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61268" y="1425567"/>
                <a:ext cx="253931" cy="435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3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608213" y="1416844"/>
              <a:ext cx="166688" cy="13395"/>
            </p14:xfrm>
          </p:contentPart>
        </mc:Choice>
        <mc:Fallback xmlns="">
          <p:pic>
            <p:nvPicPr>
              <p:cNvPr id="103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98812" y="1407679"/>
                <a:ext cx="185490" cy="317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3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92190" y="1442145"/>
              <a:ext cx="111621" cy="17859"/>
            </p14:xfrm>
          </p:contentPart>
        </mc:Choice>
        <mc:Fallback xmlns="">
          <p:pic>
            <p:nvPicPr>
              <p:cNvPr id="103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82888" y="1433215"/>
                <a:ext cx="130225" cy="35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3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22588" y="1443633"/>
              <a:ext cx="186035" cy="19348"/>
            </p14:xfrm>
          </p:contentPart>
        </mc:Choice>
        <mc:Fallback xmlns="">
          <p:pic>
            <p:nvPicPr>
              <p:cNvPr id="103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13250" y="1434808"/>
                <a:ext cx="204710" cy="36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3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11029" y="1449586"/>
              <a:ext cx="769442" cy="50602"/>
            </p14:xfrm>
          </p:contentPart>
        </mc:Choice>
        <mc:Fallback xmlns="">
          <p:pic>
            <p:nvPicPr>
              <p:cNvPr id="103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01676" y="1440450"/>
                <a:ext cx="788147" cy="68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3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44182" y="1477864"/>
              <a:ext cx="498574" cy="22324"/>
            </p14:xfrm>
          </p:contentPart>
        </mc:Choice>
        <mc:Fallback xmlns="">
          <p:pic>
            <p:nvPicPr>
              <p:cNvPr id="103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34822" y="1468934"/>
                <a:ext cx="517293" cy="40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3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26733" y="1297781"/>
              <a:ext cx="1026914" cy="196453"/>
            </p14:xfrm>
          </p:contentPart>
        </mc:Choice>
        <mc:Fallback xmlns="">
          <p:pic>
            <p:nvPicPr>
              <p:cNvPr id="103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17378" y="1288443"/>
                <a:ext cx="1045624" cy="2151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3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91084" y="3245942"/>
              <a:ext cx="255984" cy="193477"/>
            </p14:xfrm>
          </p:contentPart>
        </mc:Choice>
        <mc:Fallback xmlns="">
          <p:pic>
            <p:nvPicPr>
              <p:cNvPr id="103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81697" y="3236574"/>
                <a:ext cx="274759" cy="2122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37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76763" y="1303735"/>
              <a:ext cx="125016" cy="139898"/>
            </p14:xfrm>
          </p:contentPart>
        </mc:Choice>
        <mc:Fallback xmlns="">
          <p:pic>
            <p:nvPicPr>
              <p:cNvPr id="1037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67369" y="1294360"/>
                <a:ext cx="143805" cy="1586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038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24737" y="1260575"/>
              <a:ext cx="96738" cy="163711"/>
            </p14:xfrm>
          </p:contentPart>
        </mc:Choice>
        <mc:Fallback xmlns="">
          <p:pic>
            <p:nvPicPr>
              <p:cNvPr id="1038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215352" y="1251261"/>
                <a:ext cx="115508" cy="1823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F2154C-2ED9-5F6A-66AC-D1F9BB774299}"/>
                  </a:ext>
                </a:extLst>
              </p14:cNvPr>
              <p14:cNvContentPartPr/>
              <p14:nvPr/>
            </p14:nvContentPartPr>
            <p14:xfrm>
              <a:off x="2025720" y="2205000"/>
              <a:ext cx="614520" cy="327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F2154C-2ED9-5F6A-66AC-D1F9BB77429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16360" y="2195640"/>
                <a:ext cx="633240" cy="3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999298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7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5" t="9957" b="54450"/>
          <a:stretch/>
        </p:blipFill>
        <p:spPr>
          <a:xfrm>
            <a:off x="678772" y="285750"/>
            <a:ext cx="8931138" cy="5715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642318" y="1562696"/>
              <a:ext cx="470297" cy="230684"/>
            </p14:xfrm>
          </p:contentPart>
        </mc:Choice>
        <mc:Fallback xmlns=""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2962" y="1553339"/>
                <a:ext cx="489008" cy="2493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5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32943" y="1608833"/>
              <a:ext cx="543223" cy="269378"/>
            </p14:xfrm>
          </p:contentPart>
        </mc:Choice>
        <mc:Fallback xmlns="">
          <p:pic>
            <p:nvPicPr>
              <p:cNvPr id="205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23583" y="1599482"/>
                <a:ext cx="561942" cy="2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5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16065" y="1809750"/>
              <a:ext cx="93761" cy="61020"/>
            </p14:xfrm>
          </p:contentPart>
        </mc:Choice>
        <mc:Fallback xmlns="">
          <p:pic>
            <p:nvPicPr>
              <p:cNvPr id="205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06689" y="1800362"/>
                <a:ext cx="112513" cy="79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5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37819" y="1726406"/>
              <a:ext cx="325934" cy="160734"/>
            </p14:xfrm>
          </p:contentPart>
        </mc:Choice>
        <mc:Fallback xmlns="">
          <p:pic>
            <p:nvPicPr>
              <p:cNvPr id="205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28476" y="1717015"/>
                <a:ext cx="344620" cy="1795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5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83928" y="4016872"/>
              <a:ext cx="379512" cy="221753"/>
            </p14:xfrm>
          </p:contentPart>
        </mc:Choice>
        <mc:Fallback xmlns="">
          <p:pic>
            <p:nvPicPr>
              <p:cNvPr id="205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74540" y="4007497"/>
                <a:ext cx="398289" cy="2405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250752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9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1" t="40519" r="17317" b="15625"/>
          <a:stretch/>
        </p:blipFill>
        <p:spPr>
          <a:xfrm>
            <a:off x="753675" y="428625"/>
            <a:ext cx="10482190" cy="521493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51748" y="3384351"/>
              <a:ext cx="284262" cy="227708"/>
            </p14:xfrm>
          </p:contentPart>
        </mc:Choice>
        <mc:Fallback xmlns="">
          <p:pic>
            <p:nvPicPr>
              <p:cNvPr id="30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2381" y="3375057"/>
                <a:ext cx="302997" cy="246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7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67042" y="3373934"/>
              <a:ext cx="1346894" cy="300633"/>
            </p14:xfrm>
          </p:contentPart>
        </mc:Choice>
        <mc:Fallback xmlns="">
          <p:pic>
            <p:nvPicPr>
              <p:cNvPr id="307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57684" y="3364562"/>
                <a:ext cx="1365611" cy="319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7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30627" y="4040685"/>
              <a:ext cx="279797" cy="235148"/>
            </p14:xfrm>
          </p:contentPart>
        </mc:Choice>
        <mc:Fallback xmlns="">
          <p:pic>
            <p:nvPicPr>
              <p:cNvPr id="307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21276" y="4031337"/>
                <a:ext cx="298498" cy="2538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7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33729" y="4150817"/>
              <a:ext cx="1241227" cy="230683"/>
            </p14:xfrm>
          </p:contentPart>
        </mc:Choice>
        <mc:Fallback xmlns="">
          <p:pic>
            <p:nvPicPr>
              <p:cNvPr id="307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24367" y="4141504"/>
                <a:ext cx="1259952" cy="249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7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97092" y="4539259"/>
              <a:ext cx="300633" cy="200918"/>
            </p14:xfrm>
          </p:contentPart>
        </mc:Choice>
        <mc:Fallback xmlns="">
          <p:pic>
            <p:nvPicPr>
              <p:cNvPr id="307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87742" y="4529931"/>
                <a:ext cx="319333" cy="219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07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26920" y="4554141"/>
              <a:ext cx="863203" cy="151805"/>
            </p14:xfrm>
          </p:contentPart>
        </mc:Choice>
        <mc:Fallback xmlns="">
          <p:pic>
            <p:nvPicPr>
              <p:cNvPr id="307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17549" y="4544810"/>
                <a:ext cx="881945" cy="170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08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178850" y="4518422"/>
              <a:ext cx="288727" cy="157758"/>
            </p14:xfrm>
          </p:contentPart>
        </mc:Choice>
        <mc:Fallback xmlns="">
          <p:pic>
            <p:nvPicPr>
              <p:cNvPr id="308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169478" y="4509079"/>
                <a:ext cx="307471" cy="176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8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720584" y="4464844"/>
              <a:ext cx="717352" cy="282773"/>
            </p14:xfrm>
          </p:contentPart>
        </mc:Choice>
        <mc:Fallback xmlns="">
          <p:pic>
            <p:nvPicPr>
              <p:cNvPr id="308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11226" y="4455502"/>
                <a:ext cx="736069" cy="301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8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735592" y="4476750"/>
              <a:ext cx="870645" cy="184547"/>
            </p14:xfrm>
          </p:contentPart>
        </mc:Choice>
        <mc:Fallback xmlns="">
          <p:pic>
            <p:nvPicPr>
              <p:cNvPr id="308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726246" y="4467397"/>
                <a:ext cx="889338" cy="203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08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813108" y="4460379"/>
              <a:ext cx="403325" cy="183058"/>
            </p14:xfrm>
          </p:contentPart>
        </mc:Choice>
        <mc:Fallback xmlns="">
          <p:pic>
            <p:nvPicPr>
              <p:cNvPr id="308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803737" y="4451047"/>
                <a:ext cx="422068" cy="201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84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34014" y="4859239"/>
              <a:ext cx="543223" cy="264914"/>
            </p14:xfrm>
          </p:contentPart>
        </mc:Choice>
        <mc:Fallback xmlns="">
          <p:pic>
            <p:nvPicPr>
              <p:cNvPr id="3084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24660" y="4849881"/>
                <a:ext cx="561930" cy="2836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085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23088" y="4798219"/>
              <a:ext cx="1995785" cy="264914"/>
            </p14:xfrm>
          </p:contentPart>
        </mc:Choice>
        <mc:Fallback xmlns="">
          <p:pic>
            <p:nvPicPr>
              <p:cNvPr id="3085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13732" y="4788886"/>
                <a:ext cx="2014498" cy="283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86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490026" y="4878587"/>
              <a:ext cx="386953" cy="141387"/>
            </p14:xfrm>
          </p:contentPart>
        </mc:Choice>
        <mc:Fallback xmlns="">
          <p:pic>
            <p:nvPicPr>
              <p:cNvPr id="3086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480650" y="4869209"/>
                <a:ext cx="405706" cy="160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87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036225" y="4850309"/>
              <a:ext cx="260450" cy="165199"/>
            </p14:xfrm>
          </p:contentPart>
        </mc:Choice>
        <mc:Fallback xmlns="">
          <p:pic>
            <p:nvPicPr>
              <p:cNvPr id="3087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026859" y="4840910"/>
                <a:ext cx="279182" cy="183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088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469315" y="4796731"/>
              <a:ext cx="686097" cy="278308"/>
            </p14:xfrm>
          </p:contentPart>
        </mc:Choice>
        <mc:Fallback xmlns="">
          <p:pic>
            <p:nvPicPr>
              <p:cNvPr id="3088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459966" y="4787346"/>
                <a:ext cx="704796" cy="297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89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95666" y="5064622"/>
              <a:ext cx="4185047" cy="471785"/>
            </p14:xfrm>
          </p:contentPart>
        </mc:Choice>
        <mc:Fallback xmlns="">
          <p:pic>
            <p:nvPicPr>
              <p:cNvPr id="3089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86306" y="5055315"/>
                <a:ext cx="4203767" cy="490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90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14097" y="5234286"/>
              <a:ext cx="924222" cy="321469"/>
            </p14:xfrm>
          </p:contentPart>
        </mc:Choice>
        <mc:Fallback xmlns="">
          <p:pic>
            <p:nvPicPr>
              <p:cNvPr id="3090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804761" y="5224916"/>
                <a:ext cx="942893" cy="340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91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116342" y="5206008"/>
              <a:ext cx="1489770" cy="306586"/>
            </p14:xfrm>
          </p:contentPart>
        </mc:Choice>
        <mc:Fallback xmlns="">
          <p:pic>
            <p:nvPicPr>
              <p:cNvPr id="3091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106981" y="5196652"/>
                <a:ext cx="1508491" cy="325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092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70818" y="4591348"/>
              <a:ext cx="363141" cy="208359"/>
            </p14:xfrm>
          </p:contentPart>
        </mc:Choice>
        <mc:Fallback xmlns="">
          <p:pic>
            <p:nvPicPr>
              <p:cNvPr id="3092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61423" y="4581975"/>
                <a:ext cx="381930" cy="2271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200627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0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93" t="36441" r="53590" b="23940"/>
          <a:stretch/>
        </p:blipFill>
        <p:spPr>
          <a:xfrm>
            <a:off x="750050" y="357188"/>
            <a:ext cx="5345950" cy="630133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9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98241" y="3594200"/>
              <a:ext cx="2265164" cy="433089"/>
            </p14:xfrm>
          </p:contentPart>
        </mc:Choice>
        <mc:Fallback xmlns="">
          <p:pic>
            <p:nvPicPr>
              <p:cNvPr id="409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8882" y="3584824"/>
                <a:ext cx="2283881" cy="451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09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75944" y="3475137"/>
              <a:ext cx="1433215" cy="546199"/>
            </p14:xfrm>
          </p:contentPart>
        </mc:Choice>
        <mc:Fallback xmlns="">
          <p:pic>
            <p:nvPicPr>
              <p:cNvPr id="409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66586" y="3465806"/>
                <a:ext cx="1451931" cy="564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10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18248" y="5110758"/>
              <a:ext cx="370583" cy="177106"/>
            </p14:xfrm>
          </p:contentPart>
        </mc:Choice>
        <mc:Fallback xmlns="">
          <p:pic>
            <p:nvPicPr>
              <p:cNvPr id="410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08866" y="5101341"/>
                <a:ext cx="389347" cy="1959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216394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6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1" t="4025" b="59110"/>
          <a:stretch/>
        </p:blipFill>
        <p:spPr>
          <a:xfrm>
            <a:off x="750050" y="276064"/>
            <a:ext cx="10131949" cy="58675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29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14104" y="1056680"/>
              <a:ext cx="409277" cy="564059"/>
            </p14:xfrm>
          </p:contentPart>
        </mc:Choice>
        <mc:Fallback xmlns="">
          <p:pic>
            <p:nvPicPr>
              <p:cNvPr id="1229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4720" y="1047327"/>
                <a:ext cx="428045" cy="582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29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95194" y="1342429"/>
              <a:ext cx="1044773" cy="214313"/>
            </p14:xfrm>
          </p:contentPart>
        </mc:Choice>
        <mc:Fallback xmlns="">
          <p:pic>
            <p:nvPicPr>
              <p:cNvPr id="1229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85827" y="1333048"/>
                <a:ext cx="1063507" cy="233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29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58744" y="1391543"/>
              <a:ext cx="601266" cy="159246"/>
            </p14:xfrm>
          </p:contentPart>
        </mc:Choice>
        <mc:Fallback xmlns="">
          <p:pic>
            <p:nvPicPr>
              <p:cNvPr id="1229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49389" y="1382133"/>
                <a:ext cx="619977" cy="178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29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40795" y="2409528"/>
              <a:ext cx="1375172" cy="279797"/>
            </p14:xfrm>
          </p:contentPart>
        </mc:Choice>
        <mc:Fallback xmlns="">
          <p:pic>
            <p:nvPicPr>
              <p:cNvPr id="1229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31438" y="2400165"/>
                <a:ext cx="1393887" cy="2985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29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48521" y="2836664"/>
              <a:ext cx="1644551" cy="266403"/>
            </p14:xfrm>
          </p:contentPart>
        </mc:Choice>
        <mc:Fallback xmlns="">
          <p:pic>
            <p:nvPicPr>
              <p:cNvPr id="1229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43124" y="2827304"/>
                <a:ext cx="1655344" cy="285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29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67584" y="3275708"/>
              <a:ext cx="1811239" cy="233660"/>
            </p14:xfrm>
          </p:contentPart>
        </mc:Choice>
        <mc:Fallback xmlns="">
          <p:pic>
            <p:nvPicPr>
              <p:cNvPr id="1229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58222" y="3266405"/>
                <a:ext cx="1829964" cy="252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29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01815" y="3684985"/>
              <a:ext cx="806648" cy="306586"/>
            </p14:xfrm>
          </p:contentPart>
        </mc:Choice>
        <mc:Fallback xmlns="">
          <p:pic>
            <p:nvPicPr>
              <p:cNvPr id="1229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92460" y="3675640"/>
                <a:ext cx="825357" cy="325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29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15334" y="3801071"/>
              <a:ext cx="541734" cy="187523"/>
            </p14:xfrm>
          </p:contentPart>
        </mc:Choice>
        <mc:Fallback xmlns="">
          <p:pic>
            <p:nvPicPr>
              <p:cNvPr id="1229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05975" y="3791749"/>
                <a:ext cx="560452" cy="206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298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76131" y="3799583"/>
              <a:ext cx="303609" cy="169664"/>
            </p14:xfrm>
          </p:contentPart>
        </mc:Choice>
        <mc:Fallback xmlns="">
          <p:pic>
            <p:nvPicPr>
              <p:cNvPr id="12298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66778" y="3790277"/>
                <a:ext cx="322315" cy="188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29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80310" y="4196953"/>
              <a:ext cx="5953" cy="23813"/>
            </p14:xfrm>
          </p:contentPart>
        </mc:Choice>
        <mc:Fallback xmlns="">
          <p:pic>
            <p:nvPicPr>
              <p:cNvPr id="1229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72164" y="4187279"/>
                <a:ext cx="22245" cy="43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300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83287" y="4409779"/>
              <a:ext cx="5953" cy="31253"/>
            </p14:xfrm>
          </p:contentPart>
        </mc:Choice>
        <mc:Fallback xmlns="">
          <p:pic>
            <p:nvPicPr>
              <p:cNvPr id="12300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575141" y="4400439"/>
                <a:ext cx="22245" cy="49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301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93706" y="4610696"/>
              <a:ext cx="8930" cy="65484"/>
            </p14:xfrm>
          </p:contentPart>
        </mc:Choice>
        <mc:Fallback xmlns="">
          <p:pic>
            <p:nvPicPr>
              <p:cNvPr id="12301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585107" y="4601392"/>
                <a:ext cx="26129" cy="84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2302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95326" y="3129856"/>
              <a:ext cx="818555" cy="361652"/>
            </p14:xfrm>
          </p:contentPart>
        </mc:Choice>
        <mc:Fallback xmlns="">
          <p:pic>
            <p:nvPicPr>
              <p:cNvPr id="12302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885983" y="3120518"/>
                <a:ext cx="837240" cy="38032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083623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6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39" y="860427"/>
            <a:ext cx="11401723" cy="51371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12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07518" y="3193852"/>
              <a:ext cx="315516" cy="208359"/>
            </p14:xfrm>
          </p:contentPart>
        </mc:Choice>
        <mc:Fallback xmlns="">
          <p:pic>
            <p:nvPicPr>
              <p:cNvPr id="512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98164" y="3184414"/>
                <a:ext cx="334224" cy="227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12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50358" y="3122414"/>
              <a:ext cx="939106" cy="203895"/>
            </p14:xfrm>
          </p:contentPart>
        </mc:Choice>
        <mc:Fallback xmlns="">
          <p:pic>
            <p:nvPicPr>
              <p:cNvPr id="512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41003" y="3113064"/>
                <a:ext cx="957816" cy="222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2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40983" y="3082231"/>
              <a:ext cx="433090" cy="194964"/>
            </p14:xfrm>
          </p:contentPart>
        </mc:Choice>
        <mc:Fallback xmlns="">
          <p:pic>
            <p:nvPicPr>
              <p:cNvPr id="512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31631" y="3072861"/>
                <a:ext cx="451795" cy="213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12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77682" y="3146226"/>
              <a:ext cx="681633" cy="125016"/>
            </p14:xfrm>
          </p:contentPart>
        </mc:Choice>
        <mc:Fallback xmlns="">
          <p:pic>
            <p:nvPicPr>
              <p:cNvPr id="512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968335" y="3136886"/>
                <a:ext cx="700328" cy="1436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12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49815" y="3050977"/>
              <a:ext cx="434578" cy="206872"/>
            </p14:xfrm>
          </p:contentPart>
        </mc:Choice>
        <mc:Fallback xmlns="">
          <p:pic>
            <p:nvPicPr>
              <p:cNvPr id="512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40469" y="3041557"/>
                <a:ext cx="453270" cy="225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27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70428" y="3095625"/>
              <a:ext cx="412254" cy="165200"/>
            </p14:xfrm>
          </p:contentPart>
        </mc:Choice>
        <mc:Fallback xmlns="">
          <p:pic>
            <p:nvPicPr>
              <p:cNvPr id="5127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61091" y="3086247"/>
                <a:ext cx="430928" cy="1839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128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092529" y="3082231"/>
              <a:ext cx="1351359" cy="336352"/>
            </p14:xfrm>
          </p:contentPart>
        </mc:Choice>
        <mc:Fallback xmlns="">
          <p:pic>
            <p:nvPicPr>
              <p:cNvPr id="5128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083172" y="3072888"/>
                <a:ext cx="1370073" cy="3550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129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686479" y="3048000"/>
              <a:ext cx="287238" cy="224731"/>
            </p14:xfrm>
          </p:contentPart>
        </mc:Choice>
        <mc:Fallback xmlns="">
          <p:pic>
            <p:nvPicPr>
              <p:cNvPr id="5129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677109" y="3038711"/>
                <a:ext cx="305979" cy="243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130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174636" y="3073301"/>
              <a:ext cx="888503" cy="290214"/>
            </p14:xfrm>
          </p:contentPart>
        </mc:Choice>
        <mc:Fallback xmlns="">
          <p:pic>
            <p:nvPicPr>
              <p:cNvPr id="5130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65268" y="3063951"/>
                <a:ext cx="907239" cy="308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131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31927" y="3570387"/>
              <a:ext cx="1465958" cy="193477"/>
            </p14:xfrm>
          </p:contentPart>
        </mc:Choice>
        <mc:Fallback xmlns="">
          <p:pic>
            <p:nvPicPr>
              <p:cNvPr id="5131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222567" y="3561037"/>
                <a:ext cx="1484678" cy="212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132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59823" y="3513833"/>
              <a:ext cx="1376660" cy="379511"/>
            </p14:xfrm>
          </p:contentPart>
        </mc:Choice>
        <mc:Fallback xmlns="">
          <p:pic>
            <p:nvPicPr>
              <p:cNvPr id="5132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50453" y="3504498"/>
                <a:ext cx="1395400" cy="3981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685436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8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5" r="23327"/>
          <a:stretch/>
        </p:blipFill>
        <p:spPr>
          <a:xfrm>
            <a:off x="750050" y="285750"/>
            <a:ext cx="7292238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01787" y="4110633"/>
              <a:ext cx="302122" cy="186036"/>
            </p14:xfrm>
          </p:contentPart>
        </mc:Choice>
        <mc:Fallback xmlns="">
          <p:pic>
            <p:nvPicPr>
              <p:cNvPr id="61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2458" y="4101313"/>
                <a:ext cx="320780" cy="2046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751934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8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88" t="19457" b="47068"/>
          <a:stretch/>
        </p:blipFill>
        <p:spPr>
          <a:xfrm rot="16200000">
            <a:off x="1669" y="916189"/>
            <a:ext cx="6582369" cy="517861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17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822401" y="692052"/>
              <a:ext cx="1521023" cy="306586"/>
            </p14:xfrm>
          </p:contentPart>
        </mc:Choice>
        <mc:Fallback xmlns="">
          <p:pic>
            <p:nvPicPr>
              <p:cNvPr id="71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3036" y="682707"/>
                <a:ext cx="1539752" cy="3252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953114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9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8" r="27651"/>
          <a:stretch/>
        </p:blipFill>
        <p:spPr>
          <a:xfrm>
            <a:off x="678771" y="285750"/>
            <a:ext cx="6204926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19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30155" y="2692301"/>
              <a:ext cx="939106" cy="196453"/>
            </p14:xfrm>
          </p:contentPart>
        </mc:Choice>
        <mc:Fallback xmlns="">
          <p:pic>
            <p:nvPicPr>
              <p:cNvPr id="819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0800" y="2682980"/>
                <a:ext cx="957816" cy="215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19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34494" y="2847082"/>
              <a:ext cx="1934766" cy="1587996"/>
            </p14:xfrm>
          </p:contentPart>
        </mc:Choice>
        <mc:Fallback xmlns="">
          <p:pic>
            <p:nvPicPr>
              <p:cNvPr id="819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5133" y="2837726"/>
                <a:ext cx="1953487" cy="16067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19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98838" y="2952750"/>
              <a:ext cx="1180207" cy="1768078"/>
            </p14:xfrm>
          </p:contentPart>
        </mc:Choice>
        <mc:Fallback xmlns="">
          <p:pic>
            <p:nvPicPr>
              <p:cNvPr id="819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9440" y="2943391"/>
                <a:ext cx="1199004" cy="1786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19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72592" y="4043661"/>
              <a:ext cx="314028" cy="241102"/>
            </p14:xfrm>
          </p:contentPart>
        </mc:Choice>
        <mc:Fallback xmlns="">
          <p:pic>
            <p:nvPicPr>
              <p:cNvPr id="819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3218" y="4034305"/>
                <a:ext cx="332776" cy="259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19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33576" y="3155157"/>
              <a:ext cx="1257598" cy="1544836"/>
            </p14:xfrm>
          </p:contentPart>
        </mc:Choice>
        <mc:Fallback xmlns="">
          <p:pic>
            <p:nvPicPr>
              <p:cNvPr id="819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24220" y="3145801"/>
                <a:ext cx="1276309" cy="1563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19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98143" y="2848571"/>
              <a:ext cx="1449586" cy="2015133"/>
            </p14:xfrm>
          </p:contentPart>
        </mc:Choice>
        <mc:Fallback xmlns="">
          <p:pic>
            <p:nvPicPr>
              <p:cNvPr id="819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88789" y="2839197"/>
                <a:ext cx="1468295" cy="20338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20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95229" y="3336726"/>
              <a:ext cx="1765102" cy="1573114"/>
            </p14:xfrm>
          </p:contentPart>
        </mc:Choice>
        <mc:Fallback xmlns="">
          <p:pic>
            <p:nvPicPr>
              <p:cNvPr id="820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85873" y="3327367"/>
                <a:ext cx="1783815" cy="15918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20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44850" y="2528591"/>
              <a:ext cx="1739801" cy="2485430"/>
            </p14:xfrm>
          </p:contentPart>
        </mc:Choice>
        <mc:Fallback xmlns="">
          <p:pic>
            <p:nvPicPr>
              <p:cNvPr id="820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835508" y="2519236"/>
                <a:ext cx="1758485" cy="25041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20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57862" y="2536031"/>
              <a:ext cx="995660" cy="1720453"/>
            </p14:xfrm>
          </p:contentPart>
        </mc:Choice>
        <mc:Fallback xmlns="">
          <p:pic>
            <p:nvPicPr>
              <p:cNvPr id="820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548557" y="2526671"/>
                <a:ext cx="1014270" cy="17391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20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81549" y="4001989"/>
              <a:ext cx="1963043" cy="1044773"/>
            </p14:xfrm>
          </p:contentPart>
        </mc:Choice>
        <mc:Fallback xmlns="">
          <p:pic>
            <p:nvPicPr>
              <p:cNvPr id="820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572174" y="3992625"/>
                <a:ext cx="1981794" cy="106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173025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0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5"/>
          <a:stretch/>
        </p:blipFill>
        <p:spPr>
          <a:xfrm>
            <a:off x="750051" y="285750"/>
            <a:ext cx="10053457" cy="514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31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72307" y="4591348"/>
              <a:ext cx="305097" cy="208359"/>
            </p14:xfrm>
          </p:contentPart>
        </mc:Choice>
        <mc:Fallback xmlns="">
          <p:pic>
            <p:nvPicPr>
              <p:cNvPr id="1331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953" y="4582008"/>
                <a:ext cx="323806" cy="2270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160557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0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4" t="7627" r="24599"/>
          <a:stretch/>
        </p:blipFill>
        <p:spPr>
          <a:xfrm>
            <a:off x="821330" y="285750"/>
            <a:ext cx="6987790" cy="475119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21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17615" y="2751833"/>
              <a:ext cx="506016" cy="132457"/>
            </p14:xfrm>
          </p:contentPart>
        </mc:Choice>
        <mc:Fallback xmlns="">
          <p:pic>
            <p:nvPicPr>
              <p:cNvPr id="921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08258" y="2742500"/>
                <a:ext cx="524731" cy="151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21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85284" y="2650630"/>
              <a:ext cx="556617" cy="186035"/>
            </p14:xfrm>
          </p:contentPart>
        </mc:Choice>
        <mc:Fallback xmlns="">
          <p:pic>
            <p:nvPicPr>
              <p:cNvPr id="921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75911" y="2641292"/>
                <a:ext cx="575363" cy="204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22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44307" y="2704208"/>
              <a:ext cx="684609" cy="253008"/>
            </p14:xfrm>
          </p:contentPart>
        </mc:Choice>
        <mc:Fallback xmlns="">
          <p:pic>
            <p:nvPicPr>
              <p:cNvPr id="922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34978" y="2694824"/>
                <a:ext cx="703267" cy="2717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22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22393" y="2619375"/>
              <a:ext cx="578941" cy="174129"/>
            </p14:xfrm>
          </p:contentPart>
        </mc:Choice>
        <mc:Fallback xmlns="">
          <p:pic>
            <p:nvPicPr>
              <p:cNvPr id="922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13020" y="2610040"/>
                <a:ext cx="597686" cy="1927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22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78065" y="3052466"/>
              <a:ext cx="970359" cy="174128"/>
            </p14:xfrm>
          </p:contentPart>
        </mc:Choice>
        <mc:Fallback xmlns="">
          <p:pic>
            <p:nvPicPr>
              <p:cNvPr id="922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68710" y="3043131"/>
                <a:ext cx="989068" cy="1927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22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02920" y="3018234"/>
              <a:ext cx="373559" cy="197942"/>
            </p14:xfrm>
          </p:contentPart>
        </mc:Choice>
        <mc:Fallback xmlns="">
          <p:pic>
            <p:nvPicPr>
              <p:cNvPr id="922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93563" y="3008808"/>
                <a:ext cx="392273" cy="216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224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62514" y="2961680"/>
              <a:ext cx="1742778" cy="254497"/>
            </p14:xfrm>
          </p:contentPart>
        </mc:Choice>
        <mc:Fallback xmlns="">
          <p:pic>
            <p:nvPicPr>
              <p:cNvPr id="9224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53150" y="2952308"/>
                <a:ext cx="1761506" cy="273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22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61408" y="3366493"/>
              <a:ext cx="708422" cy="183059"/>
            </p14:xfrm>
          </p:contentPart>
        </mc:Choice>
        <mc:Fallback xmlns="">
          <p:pic>
            <p:nvPicPr>
              <p:cNvPr id="922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52039" y="3357068"/>
                <a:ext cx="727160" cy="2019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226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32053" y="3350122"/>
              <a:ext cx="540247" cy="190500"/>
            </p14:xfrm>
          </p:contentPart>
        </mc:Choice>
        <mc:Fallback xmlns="">
          <p:pic>
            <p:nvPicPr>
              <p:cNvPr id="9226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22682" y="3340759"/>
                <a:ext cx="558988" cy="209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22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53870" y="3315891"/>
              <a:ext cx="723305" cy="226219"/>
            </p14:xfrm>
          </p:contentPart>
        </mc:Choice>
        <mc:Fallback xmlns="">
          <p:pic>
            <p:nvPicPr>
              <p:cNvPr id="922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944500" y="3306525"/>
                <a:ext cx="742045" cy="244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228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49983" y="3579317"/>
              <a:ext cx="348258" cy="220266"/>
            </p14:xfrm>
          </p:contentPart>
        </mc:Choice>
        <mc:Fallback xmlns="">
          <p:pic>
            <p:nvPicPr>
              <p:cNvPr id="9228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40571" y="3569959"/>
                <a:ext cx="367083" cy="2389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35073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2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2" r="9468"/>
          <a:stretch/>
        </p:blipFill>
        <p:spPr>
          <a:xfrm>
            <a:off x="750050" y="214313"/>
            <a:ext cx="10832636" cy="61436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24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715495" y="1608833"/>
              <a:ext cx="1340941" cy="376535"/>
            </p14:xfrm>
          </p:contentPart>
        </mc:Choice>
        <mc:Fallback xmlns="">
          <p:pic>
            <p:nvPicPr>
              <p:cNvPr id="1024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6140" y="1599456"/>
                <a:ext cx="1359650" cy="3952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433078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3.41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0" t="6444" r="22392" b="26808"/>
          <a:stretch/>
        </p:blipFill>
        <p:spPr>
          <a:xfrm>
            <a:off x="666749" y="214312"/>
            <a:ext cx="10402027" cy="507206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26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95834" y="3906739"/>
              <a:ext cx="412254" cy="199430"/>
            </p14:xfrm>
          </p:contentPart>
        </mc:Choice>
        <mc:Fallback xmlns="">
          <p:pic>
            <p:nvPicPr>
              <p:cNvPr id="1126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6473" y="3897346"/>
                <a:ext cx="430976" cy="2182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26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33131" y="1507630"/>
              <a:ext cx="1007567" cy="156269"/>
            </p14:xfrm>
          </p:contentPart>
        </mc:Choice>
        <mc:Fallback xmlns="">
          <p:pic>
            <p:nvPicPr>
              <p:cNvPr id="1126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23765" y="1498290"/>
                <a:ext cx="1026299" cy="174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26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73760" y="1590973"/>
              <a:ext cx="2238375" cy="294680"/>
            </p14:xfrm>
          </p:contentPart>
        </mc:Choice>
        <mc:Fallback xmlns="">
          <p:pic>
            <p:nvPicPr>
              <p:cNvPr id="1126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64403" y="1581607"/>
                <a:ext cx="2257088" cy="313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26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70053" y="1864817"/>
              <a:ext cx="663773" cy="318492"/>
            </p14:xfrm>
          </p:contentPart>
        </mc:Choice>
        <mc:Fallback xmlns="">
          <p:pic>
            <p:nvPicPr>
              <p:cNvPr id="1126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60704" y="1855450"/>
                <a:ext cx="682471" cy="337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27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63654" y="1750219"/>
              <a:ext cx="977801" cy="284262"/>
            </p14:xfrm>
          </p:contentPart>
        </mc:Choice>
        <mc:Fallback xmlns="">
          <p:pic>
            <p:nvPicPr>
              <p:cNvPr id="1127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54294" y="1740864"/>
                <a:ext cx="996522" cy="3029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242936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3.46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6" t="47323" r="24324" b="18355"/>
          <a:stretch/>
        </p:blipFill>
        <p:spPr>
          <a:xfrm rot="5400000">
            <a:off x="-22931" y="975429"/>
            <a:ext cx="6237111" cy="485775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33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03116" y="1489770"/>
              <a:ext cx="1141512" cy="449461"/>
            </p14:xfrm>
          </p:contentPart>
        </mc:Choice>
        <mc:Fallback xmlns="">
          <p:pic>
            <p:nvPicPr>
              <p:cNvPr id="1433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3748" y="1480429"/>
                <a:ext cx="1160249" cy="468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33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04764" y="1470422"/>
              <a:ext cx="395883" cy="392906"/>
            </p14:xfrm>
          </p:contentPart>
        </mc:Choice>
        <mc:Fallback xmlns="">
          <p:pic>
            <p:nvPicPr>
              <p:cNvPr id="1433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95432" y="1461059"/>
                <a:ext cx="414547" cy="411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34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52674" y="4903888"/>
              <a:ext cx="279797" cy="144363"/>
            </p14:xfrm>
          </p:contentPart>
        </mc:Choice>
        <mc:Fallback xmlns="">
          <p:pic>
            <p:nvPicPr>
              <p:cNvPr id="1434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3275" y="4894481"/>
                <a:ext cx="298595" cy="163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34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87627" y="2460129"/>
              <a:ext cx="416719" cy="41672"/>
            </p14:xfrm>
          </p:contentPart>
        </mc:Choice>
        <mc:Fallback xmlns="">
          <p:pic>
            <p:nvPicPr>
              <p:cNvPr id="1434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78246" y="2450625"/>
                <a:ext cx="435480" cy="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34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114104" y="3138786"/>
              <a:ext cx="602753" cy="218777"/>
            </p14:xfrm>
          </p:contentPart>
        </mc:Choice>
        <mc:Fallback xmlns="">
          <p:pic>
            <p:nvPicPr>
              <p:cNvPr id="1434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104725" y="3129384"/>
                <a:ext cx="621510" cy="2375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34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41589" y="3219153"/>
              <a:ext cx="395883" cy="107156"/>
            </p14:xfrm>
          </p:contentPart>
        </mc:Choice>
        <mc:Fallback xmlns="">
          <p:pic>
            <p:nvPicPr>
              <p:cNvPr id="1434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32223" y="3209804"/>
                <a:ext cx="414614" cy="125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344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04158" y="3164086"/>
              <a:ext cx="254496" cy="151805"/>
            </p14:xfrm>
          </p:contentPart>
        </mc:Choice>
        <mc:Fallback xmlns="">
          <p:pic>
            <p:nvPicPr>
              <p:cNvPr id="14344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94786" y="3154666"/>
                <a:ext cx="273241" cy="170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34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008686" y="3070325"/>
              <a:ext cx="878086" cy="278308"/>
            </p14:xfrm>
          </p:contentPart>
        </mc:Choice>
        <mc:Fallback xmlns="">
          <p:pic>
            <p:nvPicPr>
              <p:cNvPr id="1434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99310" y="3060964"/>
                <a:ext cx="896838" cy="2970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346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17998" y="3559969"/>
              <a:ext cx="562570" cy="223242"/>
            </p14:xfrm>
          </p:contentPart>
        </mc:Choice>
        <mc:Fallback xmlns="">
          <p:pic>
            <p:nvPicPr>
              <p:cNvPr id="14346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308634" y="3550622"/>
                <a:ext cx="581298" cy="2419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34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52924" y="3528716"/>
              <a:ext cx="742652" cy="197941"/>
            </p14:xfrm>
          </p:contentPart>
        </mc:Choice>
        <mc:Fallback xmlns="">
          <p:pic>
            <p:nvPicPr>
              <p:cNvPr id="1434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43569" y="3519342"/>
                <a:ext cx="761362" cy="216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348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78350" y="3524250"/>
              <a:ext cx="977801" cy="245567"/>
            </p14:xfrm>
          </p:contentPart>
        </mc:Choice>
        <mc:Fallback xmlns="">
          <p:pic>
            <p:nvPicPr>
              <p:cNvPr id="14348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168993" y="3514902"/>
                <a:ext cx="996515" cy="2642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1045028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3.48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0" t="46068" r="33142" b="15796"/>
          <a:stretch/>
        </p:blipFill>
        <p:spPr>
          <a:xfrm rot="5400000">
            <a:off x="636814" y="332638"/>
            <a:ext cx="5720387" cy="56266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36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514326" y="1471911"/>
              <a:ext cx="2263676" cy="708422"/>
            </p14:xfrm>
          </p:contentPart>
        </mc:Choice>
        <mc:Fallback xmlns="">
          <p:pic>
            <p:nvPicPr>
              <p:cNvPr id="1536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4969" y="1462557"/>
                <a:ext cx="2282390" cy="727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36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29682" y="2674442"/>
              <a:ext cx="1227832" cy="196453"/>
            </p14:xfrm>
          </p:contentPart>
        </mc:Choice>
        <mc:Fallback xmlns="">
          <p:pic>
            <p:nvPicPr>
              <p:cNvPr id="1536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0317" y="2665070"/>
                <a:ext cx="1246561" cy="2151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36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37311" y="2644677"/>
              <a:ext cx="1808262" cy="334863"/>
            </p14:xfrm>
          </p:contentPart>
        </mc:Choice>
        <mc:Fallback xmlns="">
          <p:pic>
            <p:nvPicPr>
              <p:cNvPr id="1536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08325" y="2635325"/>
                <a:ext cx="1866233" cy="353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36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68474" y="4894958"/>
              <a:ext cx="346770" cy="194964"/>
            </p14:xfrm>
          </p:contentPart>
        </mc:Choice>
        <mc:Fallback xmlns="">
          <p:pic>
            <p:nvPicPr>
              <p:cNvPr id="1536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9121" y="4885623"/>
                <a:ext cx="365475" cy="2136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594334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3.4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98" r="21966" b="19133"/>
          <a:stretch/>
        </p:blipFill>
        <p:spPr>
          <a:xfrm rot="5400000">
            <a:off x="264581" y="687921"/>
            <a:ext cx="6233587" cy="54292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38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99784" y="2413993"/>
              <a:ext cx="293191" cy="229195"/>
            </p14:xfrm>
          </p:contentPart>
        </mc:Choice>
        <mc:Fallback xmlns="">
          <p:pic>
            <p:nvPicPr>
              <p:cNvPr id="1638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0419" y="2404667"/>
                <a:ext cx="311921" cy="247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38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31100" y="2393156"/>
              <a:ext cx="215801" cy="203895"/>
            </p14:xfrm>
          </p:contentPart>
        </mc:Choice>
        <mc:Fallback xmlns="">
          <p:pic>
            <p:nvPicPr>
              <p:cNvPr id="1638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21717" y="2383839"/>
                <a:ext cx="234566" cy="2225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38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01682" y="2498825"/>
              <a:ext cx="129480" cy="174128"/>
            </p14:xfrm>
          </p:contentPart>
        </mc:Choice>
        <mc:Fallback xmlns="">
          <p:pic>
            <p:nvPicPr>
              <p:cNvPr id="1638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92382" y="2489510"/>
                <a:ext cx="148079" cy="192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38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81479" y="2480965"/>
              <a:ext cx="510480" cy="165199"/>
            </p14:xfrm>
          </p:contentPart>
        </mc:Choice>
        <mc:Fallback xmlns="">
          <p:pic>
            <p:nvPicPr>
              <p:cNvPr id="1638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72119" y="2471607"/>
                <a:ext cx="529200" cy="183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39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428881" y="2488407"/>
              <a:ext cx="144364" cy="157758"/>
            </p14:xfrm>
          </p:contentPart>
        </mc:Choice>
        <mc:Fallback xmlns="">
          <p:pic>
            <p:nvPicPr>
              <p:cNvPr id="1639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19497" y="2479085"/>
                <a:ext cx="163131" cy="176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39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11975" y="2925961"/>
              <a:ext cx="373559" cy="217289"/>
            </p14:xfrm>
          </p:contentPart>
        </mc:Choice>
        <mc:Fallback xmlns="">
          <p:pic>
            <p:nvPicPr>
              <p:cNvPr id="1639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2627" y="2916684"/>
                <a:ext cx="392255" cy="2358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39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020967" y="2912567"/>
              <a:ext cx="793254" cy="592336"/>
            </p14:xfrm>
          </p:contentPart>
        </mc:Choice>
        <mc:Fallback xmlns="">
          <p:pic>
            <p:nvPicPr>
              <p:cNvPr id="1639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11618" y="2903211"/>
                <a:ext cx="811953" cy="6110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39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19041" y="3039070"/>
              <a:ext cx="1976438" cy="3138786"/>
            </p14:xfrm>
          </p:contentPart>
        </mc:Choice>
        <mc:Fallback xmlns="">
          <p:pic>
            <p:nvPicPr>
              <p:cNvPr id="1639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09684" y="3029709"/>
                <a:ext cx="1995152" cy="31575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39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83037" y="4947048"/>
              <a:ext cx="401836" cy="766465"/>
            </p14:xfrm>
          </p:contentPart>
        </mc:Choice>
        <mc:Fallback xmlns="">
          <p:pic>
            <p:nvPicPr>
              <p:cNvPr id="1639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573684" y="4937701"/>
                <a:ext cx="420543" cy="785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39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70908" y="4976812"/>
              <a:ext cx="171152" cy="851297"/>
            </p14:xfrm>
          </p:contentPart>
        </mc:Choice>
        <mc:Fallback xmlns="">
          <p:pic>
            <p:nvPicPr>
              <p:cNvPr id="1639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61559" y="4967449"/>
                <a:ext cx="189849" cy="870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39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92092" y="5016997"/>
              <a:ext cx="208359" cy="692050"/>
            </p14:xfrm>
          </p:contentPart>
        </mc:Choice>
        <mc:Fallback xmlns="">
          <p:pic>
            <p:nvPicPr>
              <p:cNvPr id="1639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582687" y="5007635"/>
                <a:ext cx="227169" cy="710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397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37436" y="5104804"/>
              <a:ext cx="282773" cy="119063"/>
            </p14:xfrm>
          </p:contentPart>
        </mc:Choice>
        <mc:Fallback xmlns="">
          <p:pic>
            <p:nvPicPr>
              <p:cNvPr id="16397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428082" y="5095308"/>
                <a:ext cx="301481" cy="1380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398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01369" y="3268266"/>
              <a:ext cx="1058168" cy="244078"/>
            </p14:xfrm>
          </p:contentPart>
        </mc:Choice>
        <mc:Fallback xmlns="">
          <p:pic>
            <p:nvPicPr>
              <p:cNvPr id="16398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992005" y="3258906"/>
                <a:ext cx="1076897" cy="262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399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88003" y="3821906"/>
              <a:ext cx="1488" cy="1489"/>
            </p14:xfrm>
          </p:contentPart>
        </mc:Choice>
        <mc:Fallback xmlns="">
          <p:pic>
            <p:nvPicPr>
              <p:cNvPr id="16399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80265" y="3809001"/>
                <a:ext cx="16963" cy="27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6400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78760" y="3568899"/>
              <a:ext cx="921246" cy="330398"/>
            </p14:xfrm>
          </p:contentPart>
        </mc:Choice>
        <mc:Fallback xmlns="">
          <p:pic>
            <p:nvPicPr>
              <p:cNvPr id="16400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069393" y="3559500"/>
                <a:ext cx="939981" cy="349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6401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23596" y="3766840"/>
              <a:ext cx="409277" cy="244078"/>
            </p14:xfrm>
          </p:contentPart>
        </mc:Choice>
        <mc:Fallback xmlns="">
          <p:pic>
            <p:nvPicPr>
              <p:cNvPr id="16401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614245" y="3757480"/>
                <a:ext cx="427979" cy="262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6402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30530" y="3798094"/>
              <a:ext cx="319981" cy="221754"/>
            </p14:xfrm>
          </p:contentPart>
        </mc:Choice>
        <mc:Fallback xmlns="">
          <p:pic>
            <p:nvPicPr>
              <p:cNvPr id="16402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321203" y="3788734"/>
                <a:ext cx="338635" cy="240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6403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842498" y="3844232"/>
              <a:ext cx="125016" cy="168175"/>
            </p14:xfrm>
          </p:contentPart>
        </mc:Choice>
        <mc:Fallback xmlns="">
          <p:pic>
            <p:nvPicPr>
              <p:cNvPr id="16403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833184" y="3834889"/>
                <a:ext cx="143643" cy="186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6404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396013" y="4193977"/>
              <a:ext cx="614661" cy="174129"/>
            </p14:xfrm>
          </p:contentPart>
        </mc:Choice>
        <mc:Fallback xmlns="">
          <p:pic>
            <p:nvPicPr>
              <p:cNvPr id="16404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386623" y="4184623"/>
                <a:ext cx="633440" cy="1928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6405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62174" y="5076528"/>
              <a:ext cx="254496" cy="159246"/>
            </p14:xfrm>
          </p:contentPart>
        </mc:Choice>
        <mc:Fallback xmlns="">
          <p:pic>
            <p:nvPicPr>
              <p:cNvPr id="16405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52775" y="5067139"/>
                <a:ext cx="273294" cy="17802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964272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9" b="8751"/>
          <a:stretch/>
        </p:blipFill>
        <p:spPr>
          <a:xfrm rot="5400000">
            <a:off x="1963006" y="-1224820"/>
            <a:ext cx="6622924" cy="93583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41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41338" y="4805661"/>
              <a:ext cx="288727" cy="208359"/>
            </p14:xfrm>
          </p:contentPart>
        </mc:Choice>
        <mc:Fallback xmlns="">
          <p:pic>
            <p:nvPicPr>
              <p:cNvPr id="1741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2001" y="4796272"/>
                <a:ext cx="307401" cy="2271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354646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4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6" r="26220" b="13235"/>
          <a:stretch/>
        </p:blipFill>
        <p:spPr>
          <a:xfrm rot="5400000">
            <a:off x="3129680" y="-2034305"/>
            <a:ext cx="5286376" cy="100693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43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029146" y="3784700"/>
              <a:ext cx="315516" cy="178594"/>
            </p14:xfrm>
          </p:contentPart>
        </mc:Choice>
        <mc:Fallback xmlns="">
          <p:pic>
            <p:nvPicPr>
              <p:cNvPr id="1843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9781" y="3775395"/>
                <a:ext cx="334245" cy="1972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688527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5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6" r="29820" b="12439"/>
          <a:stretch/>
        </p:blipFill>
        <p:spPr>
          <a:xfrm rot="5400000">
            <a:off x="3485555" y="-2533055"/>
            <a:ext cx="5286376" cy="1092398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45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109514" y="3257849"/>
              <a:ext cx="317004" cy="209847"/>
            </p14:xfrm>
          </p:contentPart>
        </mc:Choice>
        <mc:Fallback xmlns="">
          <p:pic>
            <p:nvPicPr>
              <p:cNvPr id="1945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0159" y="3248426"/>
                <a:ext cx="335715" cy="22869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151482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6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5" t="41213" r="37951" b="22346"/>
          <a:stretch/>
        </p:blipFill>
        <p:spPr>
          <a:xfrm rot="5400000">
            <a:off x="778061" y="31564"/>
            <a:ext cx="5921003" cy="6286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48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50107" y="1090911"/>
              <a:ext cx="1489" cy="1488"/>
            </p14:xfrm>
          </p:contentPart>
        </mc:Choice>
        <mc:Fallback xmlns="">
          <p:pic>
            <p:nvPicPr>
              <p:cNvPr id="2048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4576" y="1071567"/>
                <a:ext cx="12550" cy="40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48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457771" y="785813"/>
              <a:ext cx="1150442" cy="336352"/>
            </p14:xfrm>
          </p:contentPart>
        </mc:Choice>
        <mc:Fallback xmlns="">
          <p:pic>
            <p:nvPicPr>
              <p:cNvPr id="2048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8409" y="776430"/>
                <a:ext cx="1169166" cy="355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48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02990" y="1270993"/>
              <a:ext cx="1031379" cy="294680"/>
            </p14:xfrm>
          </p:contentPart>
        </mc:Choice>
        <mc:Fallback xmlns="">
          <p:pic>
            <p:nvPicPr>
              <p:cNvPr id="2048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93633" y="1261638"/>
                <a:ext cx="1050092" cy="313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485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832943" y="1193602"/>
              <a:ext cx="1077516" cy="187523"/>
            </p14:xfrm>
          </p:contentPart>
        </mc:Choice>
        <mc:Fallback xmlns="">
          <p:pic>
            <p:nvPicPr>
              <p:cNvPr id="20485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23595" y="1184244"/>
                <a:ext cx="1096212" cy="206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486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15369" y="1732359"/>
              <a:ext cx="410766" cy="226219"/>
            </p14:xfrm>
          </p:contentPart>
        </mc:Choice>
        <mc:Fallback xmlns="">
          <p:pic>
            <p:nvPicPr>
              <p:cNvPr id="20486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06017" y="1722963"/>
                <a:ext cx="429470" cy="245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487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721323" y="2236887"/>
              <a:ext cx="2973586" cy="266402"/>
            </p14:xfrm>
          </p:contentPart>
        </mc:Choice>
        <mc:Fallback xmlns="">
          <p:pic>
            <p:nvPicPr>
              <p:cNvPr id="20487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07903" y="2227540"/>
                <a:ext cx="3000426" cy="2850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488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76479" y="2222005"/>
              <a:ext cx="930175" cy="208359"/>
            </p14:xfrm>
          </p:contentPart>
        </mc:Choice>
        <mc:Fallback xmlns="">
          <p:pic>
            <p:nvPicPr>
              <p:cNvPr id="20488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67123" y="2212600"/>
                <a:ext cx="948886" cy="227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489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97287" y="2771180"/>
              <a:ext cx="1023938" cy="191989"/>
            </p14:xfrm>
          </p:contentPart>
        </mc:Choice>
        <mc:Fallback xmlns="">
          <p:pic>
            <p:nvPicPr>
              <p:cNvPr id="20489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87916" y="2761815"/>
                <a:ext cx="1042680" cy="21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490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48174" y="3125391"/>
              <a:ext cx="1302246" cy="184547"/>
            </p14:xfrm>
          </p:contentPart>
        </mc:Choice>
        <mc:Fallback xmlns="">
          <p:pic>
            <p:nvPicPr>
              <p:cNvPr id="20490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238055" y="3116038"/>
                <a:ext cx="1322484" cy="2032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491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05362" y="3506390"/>
              <a:ext cx="1196578" cy="214313"/>
            </p14:xfrm>
          </p:contentPart>
        </mc:Choice>
        <mc:Fallback xmlns="">
          <p:pic>
            <p:nvPicPr>
              <p:cNvPr id="20491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595997" y="3497025"/>
                <a:ext cx="1215308" cy="2330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492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16386" y="3784700"/>
              <a:ext cx="299144" cy="181570"/>
            </p14:xfrm>
          </p:contentPart>
        </mc:Choice>
        <mc:Fallback xmlns="">
          <p:pic>
            <p:nvPicPr>
              <p:cNvPr id="20492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07049" y="3775370"/>
                <a:ext cx="317818" cy="200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493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770311" y="3262313"/>
              <a:ext cx="17859" cy="81856"/>
            </p14:xfrm>
          </p:contentPart>
        </mc:Choice>
        <mc:Fallback xmlns="">
          <p:pic>
            <p:nvPicPr>
              <p:cNvPr id="20493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60637" y="3253019"/>
                <a:ext cx="37206" cy="1004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918561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7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0" r="17737" b="12583"/>
          <a:stretch/>
        </p:blipFill>
        <p:spPr>
          <a:xfrm rot="5400000">
            <a:off x="2681961" y="-1800897"/>
            <a:ext cx="6072188" cy="1010261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50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33318" y="1777008"/>
              <a:ext cx="102692" cy="181570"/>
            </p14:xfrm>
          </p:contentPart>
        </mc:Choice>
        <mc:Fallback xmlns="">
          <p:pic>
            <p:nvPicPr>
              <p:cNvPr id="2150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24111" y="1767604"/>
                <a:ext cx="121106" cy="200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507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95256" y="1809750"/>
              <a:ext cx="123528" cy="148828"/>
            </p14:xfrm>
          </p:contentPart>
        </mc:Choice>
        <mc:Fallback xmlns="">
          <p:pic>
            <p:nvPicPr>
              <p:cNvPr id="21507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85865" y="1800312"/>
                <a:ext cx="142310" cy="167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50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45287" y="1878212"/>
              <a:ext cx="733723" cy="127992"/>
            </p14:xfrm>
          </p:contentPart>
        </mc:Choice>
        <mc:Fallback xmlns="">
          <p:pic>
            <p:nvPicPr>
              <p:cNvPr id="2150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35931" y="1868838"/>
                <a:ext cx="752435" cy="146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509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64573" y="2140149"/>
              <a:ext cx="187523" cy="208359"/>
            </p14:xfrm>
          </p:contentPart>
        </mc:Choice>
        <mc:Fallback xmlns="">
          <p:pic>
            <p:nvPicPr>
              <p:cNvPr id="21509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55233" y="2130776"/>
                <a:ext cx="206203" cy="227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510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14319" y="2169915"/>
              <a:ext cx="504528" cy="147340"/>
            </p14:xfrm>
          </p:contentPart>
        </mc:Choice>
        <mc:Fallback xmlns="">
          <p:pic>
            <p:nvPicPr>
              <p:cNvPr id="21510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04956" y="2160594"/>
                <a:ext cx="523254" cy="165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151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42248" y="2415481"/>
              <a:ext cx="175617" cy="230683"/>
            </p14:xfrm>
          </p:contentPart>
        </mc:Choice>
        <mc:Fallback xmlns="">
          <p:pic>
            <p:nvPicPr>
              <p:cNvPr id="2151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32967" y="2406124"/>
                <a:ext cx="194178" cy="249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512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00925" y="2489895"/>
              <a:ext cx="120550" cy="107156"/>
            </p14:xfrm>
          </p:contentPart>
        </mc:Choice>
        <mc:Fallback xmlns="">
          <p:pic>
            <p:nvPicPr>
              <p:cNvPr id="21512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91569" y="2480451"/>
                <a:ext cx="139262" cy="1260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513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43514" y="2501802"/>
              <a:ext cx="224731" cy="145852"/>
            </p14:xfrm>
          </p:contentPart>
        </mc:Choice>
        <mc:Fallback xmlns="">
          <p:pic>
            <p:nvPicPr>
              <p:cNvPr id="21513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434180" y="2492462"/>
                <a:ext cx="243399" cy="164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514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72425" y="2510731"/>
              <a:ext cx="340816" cy="190500"/>
            </p14:xfrm>
          </p:contentPart>
        </mc:Choice>
        <mc:Fallback xmlns="">
          <p:pic>
            <p:nvPicPr>
              <p:cNvPr id="21514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63078" y="2501368"/>
                <a:ext cx="359511" cy="209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515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04026" y="2534544"/>
              <a:ext cx="215800" cy="132457"/>
            </p14:xfrm>
          </p:contentPart>
        </mc:Choice>
        <mc:Fallback xmlns="">
          <p:pic>
            <p:nvPicPr>
              <p:cNvPr id="21515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194675" y="2525083"/>
                <a:ext cx="234503" cy="151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516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04658" y="2547938"/>
              <a:ext cx="939105" cy="183059"/>
            </p14:xfrm>
          </p:contentPart>
        </mc:Choice>
        <mc:Fallback xmlns="">
          <p:pic>
            <p:nvPicPr>
              <p:cNvPr id="21516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95292" y="2538569"/>
                <a:ext cx="957837" cy="2017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517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864573" y="2765227"/>
              <a:ext cx="191988" cy="193477"/>
            </p14:xfrm>
          </p:contentPart>
        </mc:Choice>
        <mc:Fallback xmlns="">
          <p:pic>
            <p:nvPicPr>
              <p:cNvPr id="21517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55190" y="2755824"/>
                <a:ext cx="210754" cy="2122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518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82779" y="2747367"/>
              <a:ext cx="698004" cy="202406"/>
            </p14:xfrm>
          </p:contentPart>
        </mc:Choice>
        <mc:Fallback xmlns="">
          <p:pic>
            <p:nvPicPr>
              <p:cNvPr id="21518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273419" y="2738020"/>
                <a:ext cx="716723" cy="221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519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12198" y="3056930"/>
              <a:ext cx="169664" cy="181570"/>
            </p14:xfrm>
          </p:contentPart>
        </mc:Choice>
        <mc:Fallback xmlns="">
          <p:pic>
            <p:nvPicPr>
              <p:cNvPr id="21519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902812" y="3047545"/>
                <a:ext cx="188435" cy="2003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520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55705" y="3065860"/>
              <a:ext cx="986730" cy="193477"/>
            </p14:xfrm>
          </p:contentPart>
        </mc:Choice>
        <mc:Fallback xmlns="">
          <p:pic>
            <p:nvPicPr>
              <p:cNvPr id="21520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346338" y="3056475"/>
                <a:ext cx="1005463" cy="212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521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88099" y="3682008"/>
              <a:ext cx="180083" cy="229195"/>
            </p14:xfrm>
          </p:contentPart>
        </mc:Choice>
        <mc:Fallback xmlns="">
          <p:pic>
            <p:nvPicPr>
              <p:cNvPr id="21521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978791" y="3672682"/>
                <a:ext cx="198700" cy="247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522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86959" y="3751957"/>
              <a:ext cx="322958" cy="125016"/>
            </p14:xfrm>
          </p:contentPart>
        </mc:Choice>
        <mc:Fallback xmlns="">
          <p:pic>
            <p:nvPicPr>
              <p:cNvPr id="21522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377566" y="3742643"/>
                <a:ext cx="341743" cy="143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523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30466" y="3783211"/>
              <a:ext cx="281286" cy="180083"/>
            </p14:xfrm>
          </p:contentPart>
        </mc:Choice>
        <mc:Fallback xmlns="">
          <p:pic>
            <p:nvPicPr>
              <p:cNvPr id="21523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821066" y="3773790"/>
                <a:ext cx="300087" cy="198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524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32302" y="3804047"/>
              <a:ext cx="136922" cy="87809"/>
            </p14:xfrm>
          </p:contentPart>
        </mc:Choice>
        <mc:Fallback xmlns="">
          <p:pic>
            <p:nvPicPr>
              <p:cNvPr id="21524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223007" y="3794652"/>
                <a:ext cx="155512" cy="106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1525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88963" y="5418832"/>
              <a:ext cx="290214" cy="153293"/>
            </p14:xfrm>
          </p:contentPart>
        </mc:Choice>
        <mc:Fallback xmlns="">
          <p:pic>
            <p:nvPicPr>
              <p:cNvPr id="21525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79566" y="5409476"/>
                <a:ext cx="309007" cy="17200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396270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7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8" t="33815" r="42532" b="21905"/>
          <a:stretch/>
        </p:blipFill>
        <p:spPr>
          <a:xfrm rot="5400000">
            <a:off x="1702389" y="-694583"/>
            <a:ext cx="5627841" cy="758850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53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96459" y="1260575"/>
              <a:ext cx="123528" cy="127992"/>
            </p14:xfrm>
          </p:contentPart>
        </mc:Choice>
        <mc:Fallback xmlns="">
          <p:pic>
            <p:nvPicPr>
              <p:cNvPr id="2253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7123" y="1251227"/>
                <a:ext cx="142201" cy="146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531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74768" y="1272481"/>
              <a:ext cx="14883" cy="108644"/>
            </p14:xfrm>
          </p:contentPart>
        </mc:Choice>
        <mc:Fallback xmlns="">
          <p:pic>
            <p:nvPicPr>
              <p:cNvPr id="22531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65330" y="1263128"/>
                <a:ext cx="33759" cy="1273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53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16155" y="1279923"/>
              <a:ext cx="534293" cy="105668"/>
            </p14:xfrm>
          </p:contentPart>
        </mc:Choice>
        <mc:Fallback xmlns="">
          <p:pic>
            <p:nvPicPr>
              <p:cNvPr id="2253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06788" y="1270482"/>
                <a:ext cx="553027" cy="124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53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11628" y="1778497"/>
              <a:ext cx="139898" cy="116086"/>
            </p14:xfrm>
          </p:contentPart>
        </mc:Choice>
        <mc:Fallback xmlns="">
          <p:pic>
            <p:nvPicPr>
              <p:cNvPr id="2253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02301" y="1769210"/>
                <a:ext cx="158551" cy="134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53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361659" y="1814216"/>
              <a:ext cx="96738" cy="122039"/>
            </p14:xfrm>
          </p:contentPart>
        </mc:Choice>
        <mc:Fallback xmlns="">
          <p:pic>
            <p:nvPicPr>
              <p:cNvPr id="2253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52309" y="1804884"/>
                <a:ext cx="115438" cy="1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53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10201" y="1808263"/>
              <a:ext cx="357188" cy="120550"/>
            </p14:xfrm>
          </p:contentPart>
        </mc:Choice>
        <mc:Fallback xmlns="">
          <p:pic>
            <p:nvPicPr>
              <p:cNvPr id="2253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00839" y="1798990"/>
                <a:ext cx="375912" cy="139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53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04310" y="1817192"/>
              <a:ext cx="239614" cy="122039"/>
            </p14:xfrm>
          </p:contentPart>
        </mc:Choice>
        <mc:Fallback xmlns="">
          <p:pic>
            <p:nvPicPr>
              <p:cNvPr id="2253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94956" y="1807860"/>
                <a:ext cx="258323" cy="1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253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375916" y="3220641"/>
              <a:ext cx="337839" cy="189012"/>
            </p14:xfrm>
          </p:contentPart>
        </mc:Choice>
        <mc:Fallback xmlns="">
          <p:pic>
            <p:nvPicPr>
              <p:cNvPr id="2253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66542" y="3211245"/>
                <a:ext cx="356588" cy="2078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538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07073" y="2500313"/>
              <a:ext cx="580430" cy="224731"/>
            </p14:xfrm>
          </p:contentPart>
        </mc:Choice>
        <mc:Fallback xmlns="">
          <p:pic>
            <p:nvPicPr>
              <p:cNvPr id="22538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97740" y="2490949"/>
                <a:ext cx="599096" cy="243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53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61346" y="2506266"/>
              <a:ext cx="1355824" cy="242590"/>
            </p14:xfrm>
          </p:contentPart>
        </mc:Choice>
        <mc:Fallback xmlns="">
          <p:pic>
            <p:nvPicPr>
              <p:cNvPr id="2253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851988" y="2496838"/>
                <a:ext cx="1374540" cy="261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540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32971" y="2504778"/>
              <a:ext cx="1059656" cy="281285"/>
            </p14:xfrm>
          </p:contentPart>
        </mc:Choice>
        <mc:Fallback xmlns="">
          <p:pic>
            <p:nvPicPr>
              <p:cNvPr id="22540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423603" y="2495390"/>
                <a:ext cx="1078392" cy="3000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541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74197" y="2555380"/>
              <a:ext cx="1547813" cy="250031"/>
            </p14:xfrm>
          </p:contentPart>
        </mc:Choice>
        <mc:Fallback xmlns="">
          <p:pic>
            <p:nvPicPr>
              <p:cNvPr id="22541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64838" y="2546013"/>
                <a:ext cx="1566531" cy="268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542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969865" y="2937867"/>
              <a:ext cx="294680" cy="333375"/>
            </p14:xfrm>
          </p:contentPart>
        </mc:Choice>
        <mc:Fallback xmlns="">
          <p:pic>
            <p:nvPicPr>
              <p:cNvPr id="22542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960521" y="2928476"/>
                <a:ext cx="313367" cy="352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543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69927" y="3027165"/>
              <a:ext cx="220266" cy="181570"/>
            </p14:xfrm>
          </p:contentPart>
        </mc:Choice>
        <mc:Fallback xmlns="">
          <p:pic>
            <p:nvPicPr>
              <p:cNvPr id="22543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460569" y="3017780"/>
                <a:ext cx="238981" cy="2003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05754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8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5" r="21362" b="9829"/>
          <a:stretch/>
        </p:blipFill>
        <p:spPr>
          <a:xfrm rot="5400000">
            <a:off x="3135048" y="-2182546"/>
            <a:ext cx="5643563" cy="1072303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55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06654" y="1974950"/>
              <a:ext cx="113109" cy="211336"/>
            </p14:xfrm>
          </p:contentPart>
        </mc:Choice>
        <mc:Fallback xmlns="">
          <p:pic>
            <p:nvPicPr>
              <p:cNvPr id="2355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97288" y="1965589"/>
                <a:ext cx="131840" cy="230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55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14443" y="2038945"/>
              <a:ext cx="126504" cy="136922"/>
            </p14:xfrm>
          </p:contentPart>
        </mc:Choice>
        <mc:Fallback xmlns="">
          <p:pic>
            <p:nvPicPr>
              <p:cNvPr id="2355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05072" y="2029601"/>
                <a:ext cx="145245" cy="155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55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492752" y="2099965"/>
              <a:ext cx="202406" cy="75902"/>
            </p14:xfrm>
          </p:contentPart>
        </mc:Choice>
        <mc:Fallback xmlns="">
          <p:pic>
            <p:nvPicPr>
              <p:cNvPr id="2355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83421" y="2090656"/>
                <a:ext cx="221068" cy="94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55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797850" y="2088059"/>
              <a:ext cx="127992" cy="119063"/>
            </p14:xfrm>
          </p:contentPart>
        </mc:Choice>
        <mc:Fallback xmlns="">
          <p:pic>
            <p:nvPicPr>
              <p:cNvPr id="2355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88528" y="2078592"/>
                <a:ext cx="146635" cy="1379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55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21537" y="2358927"/>
              <a:ext cx="209848" cy="163711"/>
            </p14:xfrm>
          </p:contentPart>
        </mc:Choice>
        <mc:Fallback xmlns="">
          <p:pic>
            <p:nvPicPr>
              <p:cNvPr id="2355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12178" y="2349510"/>
                <a:ext cx="228565" cy="1825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55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63557" y="2320232"/>
              <a:ext cx="111621" cy="133945"/>
            </p14:xfrm>
          </p:contentPart>
        </mc:Choice>
        <mc:Fallback xmlns="">
          <p:pic>
            <p:nvPicPr>
              <p:cNvPr id="2355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54134" y="2310845"/>
                <a:ext cx="130466" cy="152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356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547819" y="2378274"/>
              <a:ext cx="217289" cy="72926"/>
            </p14:xfrm>
          </p:contentPart>
        </mc:Choice>
        <mc:Fallback xmlns="">
          <p:pic>
            <p:nvPicPr>
              <p:cNvPr id="2356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38465" y="2368980"/>
                <a:ext cx="235996" cy="91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56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903518" y="2379763"/>
              <a:ext cx="95250" cy="114597"/>
            </p14:xfrm>
          </p:contentPart>
        </mc:Choice>
        <mc:Fallback xmlns="">
          <p:pic>
            <p:nvPicPr>
              <p:cNvPr id="2356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94102" y="2370423"/>
                <a:ext cx="114083" cy="133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56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860232" y="2650630"/>
              <a:ext cx="180083" cy="436066"/>
            </p14:xfrm>
          </p:contentPart>
        </mc:Choice>
        <mc:Fallback xmlns="">
          <p:pic>
            <p:nvPicPr>
              <p:cNvPr id="2356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850886" y="2641268"/>
                <a:ext cx="198774" cy="454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563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97787" y="2668489"/>
              <a:ext cx="662286" cy="452438"/>
            </p14:xfrm>
          </p:contentPart>
        </mc:Choice>
        <mc:Fallback xmlns="">
          <p:pic>
            <p:nvPicPr>
              <p:cNvPr id="23563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288429" y="2659131"/>
                <a:ext cx="681003" cy="471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564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909222" y="1439169"/>
              <a:ext cx="126503" cy="227707"/>
            </p14:xfrm>
          </p:contentPart>
        </mc:Choice>
        <mc:Fallback xmlns="">
          <p:pic>
            <p:nvPicPr>
              <p:cNvPr id="23564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899825" y="1429786"/>
                <a:ext cx="145298" cy="246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565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953245" y="5061645"/>
              <a:ext cx="324445" cy="180082"/>
            </p14:xfrm>
          </p:contentPart>
        </mc:Choice>
        <mc:Fallback xmlns="">
          <p:pic>
            <p:nvPicPr>
              <p:cNvPr id="23565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3903" y="5052243"/>
                <a:ext cx="343128" cy="198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566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46811" y="3356075"/>
              <a:ext cx="133945" cy="163711"/>
            </p14:xfrm>
          </p:contentPart>
        </mc:Choice>
        <mc:Fallback xmlns="">
          <p:pic>
            <p:nvPicPr>
              <p:cNvPr id="23566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237399" y="3346637"/>
                <a:ext cx="152770" cy="182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3567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86994" y="3458766"/>
              <a:ext cx="63996" cy="16372"/>
            </p14:xfrm>
          </p:contentPart>
        </mc:Choice>
        <mc:Fallback xmlns="">
          <p:pic>
            <p:nvPicPr>
              <p:cNvPr id="23567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277486" y="3448631"/>
                <a:ext cx="83012" cy="366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568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82529" y="3719215"/>
              <a:ext cx="13395" cy="130969"/>
            </p14:xfrm>
          </p:contentPart>
        </mc:Choice>
        <mc:Fallback xmlns="">
          <p:pic>
            <p:nvPicPr>
              <p:cNvPr id="23568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73116" y="3709834"/>
                <a:ext cx="32220" cy="1497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569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75088" y="3704333"/>
              <a:ext cx="142875" cy="157758"/>
            </p14:xfrm>
          </p:contentPart>
        </mc:Choice>
        <mc:Fallback xmlns="">
          <p:pic>
            <p:nvPicPr>
              <p:cNvPr id="23569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265707" y="3695011"/>
                <a:ext cx="161636" cy="176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3570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48932" y="3379888"/>
              <a:ext cx="110133" cy="151805"/>
            </p14:xfrm>
          </p:contentPart>
        </mc:Choice>
        <mc:Fallback xmlns="">
          <p:pic>
            <p:nvPicPr>
              <p:cNvPr id="23570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539544" y="3370513"/>
                <a:ext cx="128910" cy="170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571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68279" y="3433465"/>
              <a:ext cx="96739" cy="35719"/>
            </p14:xfrm>
          </p:contentPart>
        </mc:Choice>
        <mc:Fallback xmlns="">
          <p:pic>
            <p:nvPicPr>
              <p:cNvPr id="23571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558859" y="3424178"/>
                <a:ext cx="115580" cy="54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572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65303" y="3376911"/>
              <a:ext cx="93762" cy="37207"/>
            </p14:xfrm>
          </p:contentPart>
        </mc:Choice>
        <mc:Fallback xmlns="">
          <p:pic>
            <p:nvPicPr>
              <p:cNvPr id="23572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555998" y="3367519"/>
                <a:ext cx="112371" cy="55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573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12928" y="3717727"/>
              <a:ext cx="81856" cy="127992"/>
            </p14:xfrm>
          </p:contentPart>
        </mc:Choice>
        <mc:Fallback xmlns="">
          <p:pic>
            <p:nvPicPr>
              <p:cNvPr id="23573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603469" y="3708379"/>
                <a:ext cx="100774" cy="146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574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24834" y="3787677"/>
              <a:ext cx="83344" cy="25300"/>
            </p14:xfrm>
          </p:contentPart>
        </mc:Choice>
        <mc:Fallback xmlns="">
          <p:pic>
            <p:nvPicPr>
              <p:cNvPr id="23574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615453" y="3778144"/>
                <a:ext cx="102105" cy="44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3575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14416" y="3732610"/>
              <a:ext cx="95250" cy="31254"/>
            </p14:xfrm>
          </p:contentPart>
        </mc:Choice>
        <mc:Fallback xmlns="">
          <p:pic>
            <p:nvPicPr>
              <p:cNvPr id="23575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605071" y="3723376"/>
                <a:ext cx="113941" cy="49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3576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748362" y="3412629"/>
              <a:ext cx="129480" cy="119063"/>
            </p14:xfrm>
          </p:contentPart>
        </mc:Choice>
        <mc:Fallback xmlns="">
          <p:pic>
            <p:nvPicPr>
              <p:cNvPr id="23576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738985" y="3403277"/>
                <a:ext cx="148235" cy="137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3577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31705" y="3731122"/>
              <a:ext cx="125016" cy="110133"/>
            </p14:xfrm>
          </p:contentPart>
        </mc:Choice>
        <mc:Fallback xmlns="">
          <p:pic>
            <p:nvPicPr>
              <p:cNvPr id="23577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822391" y="3721703"/>
                <a:ext cx="143643" cy="128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3578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04346" y="3411141"/>
              <a:ext cx="20836" cy="111622"/>
            </p14:xfrm>
          </p:contentPart>
        </mc:Choice>
        <mc:Fallback xmlns="">
          <p:pic>
            <p:nvPicPr>
              <p:cNvPr id="23578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995465" y="3401809"/>
                <a:ext cx="38598" cy="130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3579" name="Ink 2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79045" y="3397746"/>
              <a:ext cx="126504" cy="153293"/>
            </p14:xfrm>
          </p:contentPart>
        </mc:Choice>
        <mc:Fallback xmlns="">
          <p:pic>
            <p:nvPicPr>
              <p:cNvPr id="23579" name="Ink 2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969754" y="3388412"/>
                <a:ext cx="145087" cy="1719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3580" name="Ink 2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74295" y="3765352"/>
              <a:ext cx="11906" cy="92273"/>
            </p14:xfrm>
          </p:contentPart>
        </mc:Choice>
        <mc:Fallback xmlns="">
          <p:pic>
            <p:nvPicPr>
              <p:cNvPr id="23580" name="Ink 2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064915" y="3755981"/>
                <a:ext cx="30667" cy="111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3581" name="Ink 2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47506" y="3732609"/>
              <a:ext cx="123528" cy="148828"/>
            </p14:xfrm>
          </p:contentPart>
        </mc:Choice>
        <mc:Fallback xmlns="">
          <p:pic>
            <p:nvPicPr>
              <p:cNvPr id="23581" name="Ink 2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038142" y="3723240"/>
                <a:ext cx="142255" cy="167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3582" name="Ink 3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28667" y="4043661"/>
              <a:ext cx="20836" cy="104180"/>
            </p14:xfrm>
          </p:contentPart>
        </mc:Choice>
        <mc:Fallback xmlns="">
          <p:pic>
            <p:nvPicPr>
              <p:cNvPr id="23582" name="Ink 3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319163" y="4034321"/>
                <a:ext cx="39844" cy="122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3583" name="Ink 3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27178" y="4027289"/>
              <a:ext cx="135434" cy="142875"/>
            </p14:xfrm>
          </p:contentPart>
        </mc:Choice>
        <mc:Fallback xmlns="">
          <p:pic>
            <p:nvPicPr>
              <p:cNvPr id="23583" name="Ink 3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317712" y="4017932"/>
                <a:ext cx="154366" cy="161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3584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74232" y="4045149"/>
              <a:ext cx="132458" cy="122039"/>
            </p14:xfrm>
          </p:contentPart>
        </mc:Choice>
        <mc:Fallback xmlns="">
          <p:pic>
            <p:nvPicPr>
              <p:cNvPr id="23584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64949" y="4035844"/>
                <a:ext cx="151024" cy="140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3585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24834" y="4098727"/>
              <a:ext cx="66973" cy="25301"/>
            </p14:xfrm>
          </p:contentPart>
        </mc:Choice>
        <mc:Fallback xmlns="">
          <p:pic>
            <p:nvPicPr>
              <p:cNvPr id="23585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615522" y="4089591"/>
                <a:ext cx="85597" cy="435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3586" name="Ink 3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09951" y="4051102"/>
              <a:ext cx="87809" cy="20836"/>
            </p14:xfrm>
          </p:contentPart>
        </mc:Choice>
        <mc:Fallback xmlns="">
          <p:pic>
            <p:nvPicPr>
              <p:cNvPr id="23586" name="Ink 3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600556" y="4041428"/>
                <a:ext cx="106599" cy="40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3587" name="Ink 3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55518" y="4034732"/>
              <a:ext cx="141386" cy="126503"/>
            </p14:xfrm>
          </p:contentPart>
        </mc:Choice>
        <mc:Fallback xmlns="">
          <p:pic>
            <p:nvPicPr>
              <p:cNvPr id="23587" name="Ink 3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846188" y="4025388"/>
                <a:ext cx="160046" cy="1451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3588" name="Ink 3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093643" y="4034732"/>
              <a:ext cx="142875" cy="168175"/>
            </p14:xfrm>
          </p:contentPart>
        </mc:Choice>
        <mc:Fallback xmlns="">
          <p:pic>
            <p:nvPicPr>
              <p:cNvPr id="23588" name="Ink 3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084286" y="4025429"/>
                <a:ext cx="161589" cy="18678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155656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8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7" r="19273" b="11735"/>
          <a:stretch/>
        </p:blipFill>
        <p:spPr>
          <a:xfrm rot="5400000">
            <a:off x="2831610" y="-1950548"/>
            <a:ext cx="6000751" cy="1033047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457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414986" y="2430364"/>
              <a:ext cx="581918" cy="785813"/>
            </p14:xfrm>
          </p:contentPart>
        </mc:Choice>
        <mc:Fallback xmlns="">
          <p:pic>
            <p:nvPicPr>
              <p:cNvPr id="2457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5623" y="2421005"/>
                <a:ext cx="600643" cy="8045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579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612927" y="3488531"/>
              <a:ext cx="281286" cy="215801"/>
            </p14:xfrm>
          </p:contentPart>
        </mc:Choice>
        <mc:Fallback xmlns="">
          <p:pic>
            <p:nvPicPr>
              <p:cNvPr id="24579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03539" y="3479148"/>
                <a:ext cx="300062" cy="234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580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02349" y="3470672"/>
              <a:ext cx="261938" cy="163711"/>
            </p14:xfrm>
          </p:contentPart>
        </mc:Choice>
        <mc:Fallback xmlns="">
          <p:pic>
            <p:nvPicPr>
              <p:cNvPr id="24580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93007" y="3461276"/>
                <a:ext cx="280622" cy="182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581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784205" y="3156645"/>
              <a:ext cx="284261" cy="113109"/>
            </p14:xfrm>
          </p:contentPart>
        </mc:Choice>
        <mc:Fallback xmlns="">
          <p:pic>
            <p:nvPicPr>
              <p:cNvPr id="24581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74814" y="3147249"/>
                <a:ext cx="303043" cy="131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582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697886" y="2680395"/>
              <a:ext cx="549175" cy="239613"/>
            </p14:xfrm>
          </p:contentPart>
        </mc:Choice>
        <mc:Fallback xmlns="">
          <p:pic>
            <p:nvPicPr>
              <p:cNvPr id="24582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88523" y="2671013"/>
                <a:ext cx="567901" cy="258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583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877342" y="5491758"/>
              <a:ext cx="360164" cy="156270"/>
            </p14:xfrm>
          </p:contentPart>
        </mc:Choice>
        <mc:Fallback xmlns="">
          <p:pic>
            <p:nvPicPr>
              <p:cNvPr id="24583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7996" y="5482375"/>
                <a:ext cx="378855" cy="175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584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73091" y="2733974"/>
              <a:ext cx="1489" cy="1488"/>
            </p14:xfrm>
          </p:contentPart>
        </mc:Choice>
        <mc:Fallback xmlns="">
          <p:pic>
            <p:nvPicPr>
              <p:cNvPr id="24584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66639" y="2729138"/>
                <a:ext cx="14394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4585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984998" y="2655094"/>
              <a:ext cx="916781" cy="1113234"/>
            </p14:xfrm>
          </p:contentPart>
        </mc:Choice>
        <mc:Fallback xmlns="">
          <p:pic>
            <p:nvPicPr>
              <p:cNvPr id="24585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75632" y="2645712"/>
                <a:ext cx="935513" cy="1131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586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848077" y="2669976"/>
              <a:ext cx="520898" cy="90786"/>
            </p14:xfrm>
          </p:contentPart>
        </mc:Choice>
        <mc:Fallback xmlns="">
          <p:pic>
            <p:nvPicPr>
              <p:cNvPr id="24586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38717" y="2660791"/>
                <a:ext cx="539617" cy="109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587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47444" y="2695279"/>
              <a:ext cx="1205508" cy="1140023"/>
            </p14:xfrm>
          </p:contentPart>
        </mc:Choice>
        <mc:Fallback xmlns="">
          <p:pic>
            <p:nvPicPr>
              <p:cNvPr id="24587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538091" y="2685905"/>
                <a:ext cx="1224215" cy="1158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588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87120" y="3757911"/>
              <a:ext cx="19347" cy="197941"/>
            </p14:xfrm>
          </p:contentPart>
        </mc:Choice>
        <mc:Fallback xmlns="">
          <p:pic>
            <p:nvPicPr>
              <p:cNvPr id="24588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77446" y="3748520"/>
                <a:ext cx="38694" cy="216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589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63307" y="3655219"/>
              <a:ext cx="153293" cy="116086"/>
            </p14:xfrm>
          </p:contentPart>
        </mc:Choice>
        <mc:Fallback xmlns="">
          <p:pic>
            <p:nvPicPr>
              <p:cNvPr id="24589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253973" y="3645757"/>
                <a:ext cx="171961" cy="1350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4590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94275" y="3940969"/>
              <a:ext cx="111621" cy="105668"/>
            </p14:xfrm>
          </p:contentPart>
        </mc:Choice>
        <mc:Fallback xmlns="">
          <p:pic>
            <p:nvPicPr>
              <p:cNvPr id="24590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84852" y="3931528"/>
                <a:ext cx="130466" cy="1245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591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221636" y="2516684"/>
              <a:ext cx="38695" cy="218777"/>
            </p14:xfrm>
          </p:contentPart>
        </mc:Choice>
        <mc:Fallback xmlns="">
          <p:pic>
            <p:nvPicPr>
              <p:cNvPr id="24591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212406" y="2507313"/>
                <a:ext cx="57155" cy="237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4592" name="Ink 1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45732" y="2748856"/>
              <a:ext cx="160734" cy="69949"/>
            </p14:xfrm>
          </p:contentPart>
        </mc:Choice>
        <mc:Fallback xmlns="">
          <p:pic>
            <p:nvPicPr>
              <p:cNvPr id="24592" name="Ink 1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136362" y="2739481"/>
                <a:ext cx="179474" cy="88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593" name="Ink 1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233666" y="3165575"/>
              <a:ext cx="29766" cy="108644"/>
            </p14:xfrm>
          </p:contentPart>
        </mc:Choice>
        <mc:Fallback xmlns="">
          <p:pic>
            <p:nvPicPr>
              <p:cNvPr id="24593" name="Ink 1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224453" y="3156252"/>
                <a:ext cx="48193" cy="1272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594" name="Ink 1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186041" y="3143250"/>
              <a:ext cx="166688" cy="156270"/>
            </p14:xfrm>
          </p:contentPart>
        </mc:Choice>
        <mc:Fallback xmlns="">
          <p:pic>
            <p:nvPicPr>
              <p:cNvPr id="24594" name="Ink 1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176640" y="3133888"/>
                <a:ext cx="185490" cy="174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4595" name="Ink 1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42631" y="3049489"/>
              <a:ext cx="114598" cy="175617"/>
            </p14:xfrm>
          </p:contentPart>
        </mc:Choice>
        <mc:Fallback xmlns="">
          <p:pic>
            <p:nvPicPr>
              <p:cNvPr id="24595" name="Ink 1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133349" y="3040094"/>
                <a:ext cx="133162" cy="1944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596" name="Ink 2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61979" y="3156646"/>
              <a:ext cx="75902" cy="32742"/>
            </p14:xfrm>
          </p:contentPart>
        </mc:Choice>
        <mc:Fallback xmlns="">
          <p:pic>
            <p:nvPicPr>
              <p:cNvPr id="24596" name="Ink 2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152800" y="3146972"/>
                <a:ext cx="94260" cy="520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4597" name="Ink 2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28666" y="3625453"/>
              <a:ext cx="107156" cy="160734"/>
            </p14:xfrm>
          </p:contentPart>
        </mc:Choice>
        <mc:Fallback xmlns="">
          <p:pic>
            <p:nvPicPr>
              <p:cNvPr id="24597" name="Ink 2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319348" y="3616062"/>
                <a:ext cx="125792" cy="1795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598" name="Ink 2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967" y="3710286"/>
              <a:ext cx="74414" cy="46136"/>
            </p14:xfrm>
          </p:contentPart>
        </mc:Choice>
        <mc:Fallback xmlns="">
          <p:pic>
            <p:nvPicPr>
              <p:cNvPr id="24598" name="Ink 2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344575" y="3700841"/>
                <a:ext cx="93198" cy="650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599" name="Ink 2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40573" y="3647778"/>
              <a:ext cx="96738" cy="26789"/>
            </p14:xfrm>
          </p:contentPart>
        </mc:Choice>
        <mc:Fallback xmlns="">
          <p:pic>
            <p:nvPicPr>
              <p:cNvPr id="24599" name="Ink 2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331223" y="3638237"/>
                <a:ext cx="115438" cy="45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4600" name="Ink 2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334744" y="2265164"/>
              <a:ext cx="159246" cy="199430"/>
            </p14:xfrm>
          </p:contentPart>
        </mc:Choice>
        <mc:Fallback xmlns="">
          <p:pic>
            <p:nvPicPr>
              <p:cNvPr id="24600" name="Ink 2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325377" y="2255736"/>
                <a:ext cx="177981" cy="218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4601" name="Ink 2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93768" y="3646289"/>
              <a:ext cx="13394" cy="125016"/>
            </p14:xfrm>
          </p:contentPart>
        </mc:Choice>
        <mc:Fallback xmlns="">
          <p:pic>
            <p:nvPicPr>
              <p:cNvPr id="24601" name="Ink 2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084356" y="3636840"/>
                <a:ext cx="32218" cy="143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4602" name="Ink 2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084838" y="3629919"/>
              <a:ext cx="111621" cy="156269"/>
            </p14:xfrm>
          </p:contentPart>
        </mc:Choice>
        <mc:Fallback xmlns="">
          <p:pic>
            <p:nvPicPr>
              <p:cNvPr id="24602" name="Ink 2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075446" y="3620492"/>
                <a:ext cx="130405" cy="17512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780272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9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9" t="14554" r="13559" b="18709"/>
          <a:stretch/>
        </p:blipFill>
        <p:spPr>
          <a:xfrm rot="5400000">
            <a:off x="1518558" y="-494621"/>
            <a:ext cx="6368822" cy="79295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843594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3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8" t="23416" r="21035" b="18957"/>
          <a:stretch/>
        </p:blipFill>
        <p:spPr>
          <a:xfrm rot="5400000">
            <a:off x="1390578" y="-366640"/>
            <a:ext cx="6410469" cy="77152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60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191745" y="2497336"/>
              <a:ext cx="379511" cy="169664"/>
            </p14:xfrm>
          </p:contentPart>
        </mc:Choice>
        <mc:Fallback xmlns="">
          <p:pic>
            <p:nvPicPr>
              <p:cNvPr id="2560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2374" y="2487990"/>
                <a:ext cx="398252" cy="188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603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337471" y="1657945"/>
              <a:ext cx="8930" cy="7442"/>
            </p14:xfrm>
          </p:contentPart>
        </mc:Choice>
        <mc:Fallback xmlns="">
          <p:pic>
            <p:nvPicPr>
              <p:cNvPr id="25603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8184" y="1649532"/>
                <a:ext cx="27504" cy="24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604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221135" y="5642074"/>
              <a:ext cx="385464" cy="166688"/>
            </p14:xfrm>
          </p:contentPart>
        </mc:Choice>
        <mc:Fallback xmlns="">
          <p:pic>
            <p:nvPicPr>
              <p:cNvPr id="25604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11769" y="5632714"/>
                <a:ext cx="404197" cy="1854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675336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4.40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0" t="30638" r="27404" b="17879"/>
          <a:stretch/>
        </p:blipFill>
        <p:spPr>
          <a:xfrm rot="5400000">
            <a:off x="1252218" y="-442593"/>
            <a:ext cx="6472877" cy="778668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6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64893" y="1665387"/>
              <a:ext cx="1397496" cy="409277"/>
            </p14:xfrm>
          </p:contentPart>
        </mc:Choice>
        <mc:Fallback xmlns="">
          <p:pic>
            <p:nvPicPr>
              <p:cNvPr id="266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5540" y="1656036"/>
                <a:ext cx="1416201" cy="42797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027690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AD7C1B-4DDB-0773-3A67-FFB59D44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Abstract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E6B97-EAA2-032C-35C9-4C70D5E0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Accenture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Hirepro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64999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29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87" b="8818"/>
          <a:stretch/>
        </p:blipFill>
        <p:spPr>
          <a:xfrm>
            <a:off x="2207568" y="692696"/>
            <a:ext cx="7344816" cy="572843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0EAEB2-8D22-6523-3494-7BD061BC67CC}"/>
                  </a:ext>
                </a:extLst>
              </p14:cNvPr>
              <p14:cNvContentPartPr/>
              <p14:nvPr/>
            </p14:nvContentPartPr>
            <p14:xfrm>
              <a:off x="3762840" y="4433400"/>
              <a:ext cx="321840" cy="162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0EAEB2-8D22-6523-3494-7BD061BC67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3480" y="4424040"/>
                <a:ext cx="34056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EC7B06-EFB8-9272-8744-C13B0518B263}"/>
                  </a:ext>
                </a:extLst>
              </p14:cNvPr>
              <p14:cNvContentPartPr/>
              <p14:nvPr/>
            </p14:nvContentPartPr>
            <p14:xfrm>
              <a:off x="2754720" y="1570680"/>
              <a:ext cx="3212280" cy="796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EC7B06-EFB8-9272-8744-C13B0518B2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45360" y="1561320"/>
                <a:ext cx="3231000" cy="8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488832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2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77" b="14838"/>
          <a:stretch/>
        </p:blipFill>
        <p:spPr>
          <a:xfrm>
            <a:off x="2495600" y="692697"/>
            <a:ext cx="7272808" cy="579739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6D9F2E-7A8F-3B11-63DE-0526A14B6E63}"/>
                  </a:ext>
                </a:extLst>
              </p14:cNvPr>
              <p14:cNvContentPartPr/>
              <p14:nvPr/>
            </p14:nvContentPartPr>
            <p14:xfrm>
              <a:off x="3763920" y="5183640"/>
              <a:ext cx="408960" cy="137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6D9F2E-7A8F-3B11-63DE-0526A14B6E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4560" y="5174280"/>
                <a:ext cx="427680" cy="15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394365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0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26" b="10968"/>
          <a:stretch/>
        </p:blipFill>
        <p:spPr>
          <a:xfrm>
            <a:off x="2063552" y="188641"/>
            <a:ext cx="7344816" cy="60232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D032BC-A858-49D4-4180-F017104A96E9}"/>
                  </a:ext>
                </a:extLst>
              </p14:cNvPr>
              <p14:cNvContentPartPr/>
              <p14:nvPr/>
            </p14:nvContentPartPr>
            <p14:xfrm>
              <a:off x="3065520" y="4307040"/>
              <a:ext cx="383760" cy="199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D032BC-A858-49D4-4180-F017104A96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6160" y="4297680"/>
                <a:ext cx="402480" cy="21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439835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0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43" b="12474"/>
          <a:stretch/>
        </p:blipFill>
        <p:spPr>
          <a:xfrm>
            <a:off x="1775520" y="188641"/>
            <a:ext cx="8496944" cy="628591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268A26A-ADBD-2046-ED97-D8B7C0217574}"/>
                  </a:ext>
                </a:extLst>
              </p14:cNvPr>
              <p14:cNvContentPartPr/>
              <p14:nvPr/>
            </p14:nvContentPartPr>
            <p14:xfrm>
              <a:off x="2526960" y="4948920"/>
              <a:ext cx="383760" cy="200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268A26A-ADBD-2046-ED97-D8B7C02175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7600" y="4939560"/>
                <a:ext cx="402480" cy="21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092998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1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05" b="16990"/>
          <a:stretch/>
        </p:blipFill>
        <p:spPr>
          <a:xfrm>
            <a:off x="1919536" y="188640"/>
            <a:ext cx="7920880" cy="604144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2E55FB2-FDAA-5EA0-0D1A-2FEDA0487C93}"/>
                  </a:ext>
                </a:extLst>
              </p14:cNvPr>
              <p14:cNvContentPartPr/>
              <p14:nvPr/>
            </p14:nvContentPartPr>
            <p14:xfrm>
              <a:off x="3060840" y="5112000"/>
              <a:ext cx="304560" cy="17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2E55FB2-FDAA-5EA0-0D1A-2FEDA0487C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51480" y="5102640"/>
                <a:ext cx="3232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7028AC-33D7-9E34-186F-72137DE34D8F}"/>
                  </a:ext>
                </a:extLst>
              </p14:cNvPr>
              <p14:cNvContentPartPr/>
              <p14:nvPr/>
            </p14:nvContentPartPr>
            <p14:xfrm>
              <a:off x="5898960" y="2311920"/>
              <a:ext cx="1850040" cy="308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7028AC-33D7-9E34-186F-72137DE34D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9600" y="2302560"/>
                <a:ext cx="1868760" cy="32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425391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1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01" b="18065"/>
          <a:stretch/>
        </p:blipFill>
        <p:spPr>
          <a:xfrm>
            <a:off x="1919536" y="260649"/>
            <a:ext cx="7848872" cy="603153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D21EAD-F5E4-B822-E9C8-1ED2B0765ACD}"/>
                  </a:ext>
                </a:extLst>
              </p14:cNvPr>
              <p14:cNvContentPartPr/>
              <p14:nvPr/>
            </p14:nvContentPartPr>
            <p14:xfrm>
              <a:off x="2948160" y="5750640"/>
              <a:ext cx="243000" cy="146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D21EAD-F5E4-B822-E9C8-1ED2B0765A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8800" y="5741280"/>
                <a:ext cx="261720" cy="16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266972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2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79" b="17850"/>
          <a:stretch/>
        </p:blipFill>
        <p:spPr>
          <a:xfrm>
            <a:off x="1847529" y="332656"/>
            <a:ext cx="8430517" cy="54148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019299-3BAF-249B-4ABE-057630B34215}"/>
                  </a:ext>
                </a:extLst>
              </p14:cNvPr>
              <p14:cNvContentPartPr/>
              <p14:nvPr/>
            </p14:nvContentPartPr>
            <p14:xfrm>
              <a:off x="3396360" y="3255120"/>
              <a:ext cx="318240" cy="176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019299-3BAF-249B-4ABE-057630B342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7000" y="3245760"/>
                <a:ext cx="336960" cy="1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00676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2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73" b="15053"/>
          <a:stretch/>
        </p:blipFill>
        <p:spPr>
          <a:xfrm>
            <a:off x="1631504" y="188640"/>
            <a:ext cx="8542464" cy="597666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C1B22E-A992-0171-716B-37568E197CA7}"/>
                  </a:ext>
                </a:extLst>
              </p14:cNvPr>
              <p14:cNvContentPartPr/>
              <p14:nvPr/>
            </p14:nvContentPartPr>
            <p14:xfrm>
              <a:off x="2799120" y="3681000"/>
              <a:ext cx="428760" cy="195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C1B22E-A992-0171-716B-37568E197C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9760" y="3671640"/>
                <a:ext cx="44748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BC50CF-4E92-771B-233C-4C8DC36EF292}"/>
                  </a:ext>
                </a:extLst>
              </p14:cNvPr>
              <p14:cNvContentPartPr/>
              <p14:nvPr/>
            </p14:nvContentPartPr>
            <p14:xfrm>
              <a:off x="6539040" y="1389960"/>
              <a:ext cx="1659960" cy="1195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BC50CF-4E92-771B-233C-4C8DC36EF29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9680" y="1380600"/>
                <a:ext cx="1678680" cy="121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101783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2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72" b="19140"/>
          <a:stretch/>
        </p:blipFill>
        <p:spPr>
          <a:xfrm>
            <a:off x="2411474" y="35157"/>
            <a:ext cx="7860990" cy="71678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05EFAB-0001-5A58-F3F6-EC525009C830}"/>
                  </a:ext>
                </a:extLst>
              </p14:cNvPr>
              <p14:cNvContentPartPr/>
              <p14:nvPr/>
            </p14:nvContentPartPr>
            <p14:xfrm>
              <a:off x="3658440" y="5594760"/>
              <a:ext cx="381240" cy="208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05EFAB-0001-5A58-F3F6-EC525009C8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49080" y="5585400"/>
                <a:ext cx="399960" cy="22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412318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3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27" b="11183"/>
          <a:stretch/>
        </p:blipFill>
        <p:spPr>
          <a:xfrm>
            <a:off x="2135560" y="332656"/>
            <a:ext cx="7992888" cy="653182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B28FDE-D628-72F9-FDA6-32EBD4296C8E}"/>
                  </a:ext>
                </a:extLst>
              </p14:cNvPr>
              <p14:cNvContentPartPr/>
              <p14:nvPr/>
            </p14:nvContentPartPr>
            <p14:xfrm>
              <a:off x="3102240" y="6372360"/>
              <a:ext cx="380160" cy="178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B28FDE-D628-72F9-FDA6-32EBD4296C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2880" y="6363000"/>
                <a:ext cx="398880" cy="19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044594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4" b="10302"/>
          <a:stretch/>
        </p:blipFill>
        <p:spPr>
          <a:xfrm>
            <a:off x="1919536" y="116632"/>
            <a:ext cx="8496944" cy="638557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8E4D54-A501-0EB5-9489-E824F027C8E7}"/>
                  </a:ext>
                </a:extLst>
              </p14:cNvPr>
              <p14:cNvContentPartPr/>
              <p14:nvPr/>
            </p14:nvContentPartPr>
            <p14:xfrm>
              <a:off x="3708120" y="5265720"/>
              <a:ext cx="373680" cy="238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8E4D54-A501-0EB5-9489-E824F027C8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8760" y="5256360"/>
                <a:ext cx="392400" cy="25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784337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4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83" b="15699"/>
          <a:stretch/>
        </p:blipFill>
        <p:spPr>
          <a:xfrm>
            <a:off x="1775520" y="188640"/>
            <a:ext cx="8540381" cy="60486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4668F2B-9F87-50AA-57D5-486004422D73}"/>
                  </a:ext>
                </a:extLst>
              </p14:cNvPr>
              <p14:cNvContentPartPr/>
              <p14:nvPr/>
            </p14:nvContentPartPr>
            <p14:xfrm>
              <a:off x="3878400" y="4445640"/>
              <a:ext cx="408960" cy="187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4668F2B-9F87-50AA-57D5-486004422D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9040" y="4436280"/>
                <a:ext cx="4276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557575-2FAF-18B3-850B-DE9C017CE4FA}"/>
                  </a:ext>
                </a:extLst>
              </p14:cNvPr>
              <p14:cNvContentPartPr/>
              <p14:nvPr/>
            </p14:nvContentPartPr>
            <p14:xfrm>
              <a:off x="5511960" y="1672200"/>
              <a:ext cx="2331000" cy="516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557575-2FAF-18B3-850B-DE9C017CE4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2600" y="1662840"/>
                <a:ext cx="2349720" cy="53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634012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4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86" b="19140"/>
          <a:stretch/>
        </p:blipFill>
        <p:spPr>
          <a:xfrm>
            <a:off x="1919536" y="260649"/>
            <a:ext cx="8136904" cy="615955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8E4ACA-6CE4-C68C-B3E2-579ADAC374C0}"/>
                  </a:ext>
                </a:extLst>
              </p14:cNvPr>
              <p14:cNvContentPartPr/>
              <p14:nvPr/>
            </p14:nvContentPartPr>
            <p14:xfrm>
              <a:off x="3755280" y="4287240"/>
              <a:ext cx="427320" cy="238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8E4ACA-6CE4-C68C-B3E2-579ADAC374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5920" y="4277880"/>
                <a:ext cx="446040" cy="25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771759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5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72" b="18279"/>
          <a:stretch/>
        </p:blipFill>
        <p:spPr>
          <a:xfrm>
            <a:off x="2135560" y="404664"/>
            <a:ext cx="8270074" cy="590465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C0685F-6F72-92E9-EAF1-309FD6CC3A38}"/>
                  </a:ext>
                </a:extLst>
              </p14:cNvPr>
              <p14:cNvContentPartPr/>
              <p14:nvPr/>
            </p14:nvContentPartPr>
            <p14:xfrm>
              <a:off x="3829800" y="4574160"/>
              <a:ext cx="328320" cy="16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C0685F-6F72-92E9-EAF1-309FD6CC3A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0440" y="4564800"/>
                <a:ext cx="347040" cy="18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30188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5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68" b="5377"/>
          <a:stretch/>
        </p:blipFill>
        <p:spPr>
          <a:xfrm>
            <a:off x="2403662" y="30832"/>
            <a:ext cx="7560840" cy="641722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7218C5-BE04-0620-5070-FBC72361E000}"/>
                  </a:ext>
                </a:extLst>
              </p14:cNvPr>
              <p14:cNvContentPartPr/>
              <p14:nvPr/>
            </p14:nvContentPartPr>
            <p14:xfrm>
              <a:off x="3693720" y="5521680"/>
              <a:ext cx="311400" cy="170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7218C5-BE04-0620-5070-FBC72361E0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4360" y="5512320"/>
                <a:ext cx="330120" cy="1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637819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6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43" b="11183"/>
          <a:stretch/>
        </p:blipFill>
        <p:spPr>
          <a:xfrm>
            <a:off x="2250956" y="260648"/>
            <a:ext cx="7990434" cy="60486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5597F37-D883-CDD1-D13E-C56324762477}"/>
                  </a:ext>
                </a:extLst>
              </p14:cNvPr>
              <p14:cNvContentPartPr/>
              <p14:nvPr/>
            </p14:nvContentPartPr>
            <p14:xfrm>
              <a:off x="3651600" y="4101480"/>
              <a:ext cx="422280" cy="27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5597F37-D883-CDD1-D13E-C563247624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42240" y="4092120"/>
                <a:ext cx="441000" cy="29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357258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6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2" b="15699"/>
          <a:stretch/>
        </p:blipFill>
        <p:spPr>
          <a:xfrm>
            <a:off x="2135561" y="260647"/>
            <a:ext cx="8047727" cy="597666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F0718C-22C7-7357-0924-C4234A40B758}"/>
                  </a:ext>
                </a:extLst>
              </p14:cNvPr>
              <p14:cNvContentPartPr/>
              <p14:nvPr/>
            </p14:nvContentPartPr>
            <p14:xfrm>
              <a:off x="4124640" y="4677840"/>
              <a:ext cx="434160" cy="246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F0718C-22C7-7357-0924-C4234A40B7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5280" y="4668480"/>
                <a:ext cx="452880" cy="2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733618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6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93" b="12258"/>
          <a:stretch/>
        </p:blipFill>
        <p:spPr>
          <a:xfrm>
            <a:off x="1991544" y="404664"/>
            <a:ext cx="7848872" cy="605404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BA0191-6538-6216-D5B9-7F3EF2BF4071}"/>
                  </a:ext>
                </a:extLst>
              </p14:cNvPr>
              <p14:cNvContentPartPr/>
              <p14:nvPr/>
            </p14:nvContentPartPr>
            <p14:xfrm>
              <a:off x="3573120" y="4107600"/>
              <a:ext cx="370440" cy="23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BA0191-6538-6216-D5B9-7F3EF2BF40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3760" y="4098240"/>
                <a:ext cx="389160" cy="25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221845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7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51" b="5161"/>
          <a:stretch/>
        </p:blipFill>
        <p:spPr>
          <a:xfrm>
            <a:off x="2063552" y="332656"/>
            <a:ext cx="7848872" cy="596401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D228BB-F292-9EE2-D08B-5F7DA9DEED92}"/>
                  </a:ext>
                </a:extLst>
              </p14:cNvPr>
              <p14:cNvContentPartPr/>
              <p14:nvPr/>
            </p14:nvContentPartPr>
            <p14:xfrm>
              <a:off x="3131400" y="5853600"/>
              <a:ext cx="356400" cy="217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D228BB-F292-9EE2-D08B-5F7DA9DEED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2040" y="5844240"/>
                <a:ext cx="375120" cy="23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71840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7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01" b="13549"/>
          <a:stretch/>
        </p:blipFill>
        <p:spPr>
          <a:xfrm>
            <a:off x="2135560" y="476672"/>
            <a:ext cx="7416824" cy="614612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35ABAA-FE9D-4259-4B76-22131655D8DA}"/>
                  </a:ext>
                </a:extLst>
              </p14:cNvPr>
              <p14:cNvContentPartPr/>
              <p14:nvPr/>
            </p14:nvContentPartPr>
            <p14:xfrm>
              <a:off x="3927720" y="5550480"/>
              <a:ext cx="403560" cy="263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35ABAA-FE9D-4259-4B76-22131655D8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8360" y="5541120"/>
                <a:ext cx="422280" cy="28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309794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7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92" b="10538"/>
          <a:stretch/>
        </p:blipFill>
        <p:spPr>
          <a:xfrm>
            <a:off x="1991544" y="260648"/>
            <a:ext cx="7776864" cy="617689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7BAFA5-26FB-DE69-9C97-A2313186C491}"/>
                  </a:ext>
                </a:extLst>
              </p14:cNvPr>
              <p14:cNvContentPartPr/>
              <p14:nvPr/>
            </p14:nvContentPartPr>
            <p14:xfrm>
              <a:off x="3269640" y="5225760"/>
              <a:ext cx="434160" cy="232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7BAFA5-26FB-DE69-9C97-A2313186C4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0280" y="5216400"/>
                <a:ext cx="452880" cy="25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894068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8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4" b="24516"/>
          <a:stretch/>
        </p:blipFill>
        <p:spPr>
          <a:xfrm>
            <a:off x="1919536" y="188640"/>
            <a:ext cx="7992888" cy="616512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5602D2-7FD0-A3BF-3D09-0C17A54BE25A}"/>
                  </a:ext>
                </a:extLst>
              </p14:cNvPr>
              <p14:cNvContentPartPr/>
              <p14:nvPr/>
            </p14:nvContentPartPr>
            <p14:xfrm>
              <a:off x="3349560" y="3978000"/>
              <a:ext cx="354960" cy="168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5602D2-7FD0-A3BF-3D09-0C17A54BE2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0200" y="3968640"/>
                <a:ext cx="3736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4337A5-E402-E314-7449-696C12DE6B76}"/>
                  </a:ext>
                </a:extLst>
              </p14:cNvPr>
              <p14:cNvContentPartPr/>
              <p14:nvPr/>
            </p14:nvContentPartPr>
            <p14:xfrm>
              <a:off x="6525000" y="2417400"/>
              <a:ext cx="1571040" cy="334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4337A5-E402-E314-7449-696C12DE6B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5640" y="2408040"/>
                <a:ext cx="1589760" cy="35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981456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8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61" b="17850"/>
          <a:stretch/>
        </p:blipFill>
        <p:spPr>
          <a:xfrm>
            <a:off x="1847528" y="260648"/>
            <a:ext cx="7632848" cy="579987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43B177F-7EE5-9A25-892B-D519C5D6AAB7}"/>
                  </a:ext>
                </a:extLst>
              </p14:cNvPr>
              <p14:cNvContentPartPr/>
              <p14:nvPr/>
            </p14:nvContentPartPr>
            <p14:xfrm>
              <a:off x="2158320" y="4244400"/>
              <a:ext cx="371160" cy="146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43B177F-7EE5-9A25-892B-D519C5D6AA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8960" y="4235040"/>
                <a:ext cx="38988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047705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9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60" b="12044"/>
          <a:stretch/>
        </p:blipFill>
        <p:spPr>
          <a:xfrm>
            <a:off x="1847528" y="188640"/>
            <a:ext cx="7560840" cy="633051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7AF502-EF7A-0CE3-FEF9-ACCE6918E7A0}"/>
                  </a:ext>
                </a:extLst>
              </p14:cNvPr>
              <p14:cNvContentPartPr/>
              <p14:nvPr/>
            </p14:nvContentPartPr>
            <p14:xfrm>
              <a:off x="3331200" y="5597640"/>
              <a:ext cx="342000" cy="216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7AF502-EF7A-0CE3-FEF9-ACCE6918E7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1840" y="5588280"/>
                <a:ext cx="360720" cy="23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654909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9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3" b="11183"/>
          <a:stretch/>
        </p:blipFill>
        <p:spPr>
          <a:xfrm>
            <a:off x="2351584" y="404664"/>
            <a:ext cx="7272808" cy="559387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A01193D-613C-7C33-064F-F5A82E6FAA40}"/>
                  </a:ext>
                </a:extLst>
              </p14:cNvPr>
              <p14:cNvContentPartPr/>
              <p14:nvPr/>
            </p14:nvContentPartPr>
            <p14:xfrm>
              <a:off x="3452520" y="5022720"/>
              <a:ext cx="227520" cy="180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A01193D-613C-7C33-064F-F5A82E6FAA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3160" y="5013360"/>
                <a:ext cx="246240" cy="19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042911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3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1" b="18495"/>
          <a:stretch/>
        </p:blipFill>
        <p:spPr>
          <a:xfrm>
            <a:off x="1919536" y="260649"/>
            <a:ext cx="7272808" cy="550543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C1285F-3004-3585-A9A0-B0640E8D95B3}"/>
                  </a:ext>
                </a:extLst>
              </p14:cNvPr>
              <p14:cNvContentPartPr/>
              <p14:nvPr/>
            </p14:nvContentPartPr>
            <p14:xfrm>
              <a:off x="3005040" y="4638240"/>
              <a:ext cx="420480" cy="288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C1285F-3004-3585-A9A0-B0640E8D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5680" y="4628880"/>
                <a:ext cx="439200" cy="30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086771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0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36" b="13763"/>
          <a:stretch/>
        </p:blipFill>
        <p:spPr>
          <a:xfrm>
            <a:off x="1919536" y="260648"/>
            <a:ext cx="7272808" cy="581824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97A9F2-8BA7-BC6F-4400-F5A192AA91EF}"/>
                  </a:ext>
                </a:extLst>
              </p14:cNvPr>
              <p14:cNvContentPartPr/>
              <p14:nvPr/>
            </p14:nvContentPartPr>
            <p14:xfrm>
              <a:off x="2920800" y="5180760"/>
              <a:ext cx="345960" cy="208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97A9F2-8BA7-BC6F-4400-F5A192AA91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1440" y="5171400"/>
                <a:ext cx="364680" cy="22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809986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0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2" b="38495"/>
          <a:stretch/>
        </p:blipFill>
        <p:spPr>
          <a:xfrm>
            <a:off x="2063552" y="188641"/>
            <a:ext cx="6768752" cy="504623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9058AA-56D7-427F-11CC-3A26F199CBAD}"/>
                  </a:ext>
                </a:extLst>
              </p14:cNvPr>
              <p14:cNvContentPartPr/>
              <p14:nvPr/>
            </p14:nvContentPartPr>
            <p14:xfrm>
              <a:off x="3199440" y="3667320"/>
              <a:ext cx="560160" cy="218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9058AA-56D7-427F-11CC-3A26F199CB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0080" y="3657960"/>
                <a:ext cx="578880" cy="23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832671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1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9" b="25161"/>
          <a:stretch/>
        </p:blipFill>
        <p:spPr>
          <a:xfrm>
            <a:off x="1847528" y="332657"/>
            <a:ext cx="7344816" cy="583373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3D7D2C-3058-7A15-39BE-97F52C4661FB}"/>
                  </a:ext>
                </a:extLst>
              </p14:cNvPr>
              <p14:cNvContentPartPr/>
              <p14:nvPr/>
            </p14:nvContentPartPr>
            <p14:xfrm>
              <a:off x="3379440" y="3818160"/>
              <a:ext cx="357840" cy="239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3D7D2C-3058-7A15-39BE-97F52C4661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0080" y="3808800"/>
                <a:ext cx="376560" cy="25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395302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1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78" b="26236"/>
          <a:stretch/>
        </p:blipFill>
        <p:spPr>
          <a:xfrm>
            <a:off x="1847528" y="260648"/>
            <a:ext cx="7416824" cy="591219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B3BF98-2FB2-F751-392D-D0D24F32902B}"/>
                  </a:ext>
                </a:extLst>
              </p14:cNvPr>
              <p14:cNvContentPartPr/>
              <p14:nvPr/>
            </p14:nvContentPartPr>
            <p14:xfrm>
              <a:off x="3450360" y="3781080"/>
              <a:ext cx="422640" cy="25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B3BF98-2FB2-F751-392D-D0D24F3290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1000" y="3771720"/>
                <a:ext cx="441360" cy="2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749577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1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91" b="11828"/>
          <a:stretch/>
        </p:blipFill>
        <p:spPr>
          <a:xfrm>
            <a:off x="1919536" y="260649"/>
            <a:ext cx="6984776" cy="622871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41A4345-3F7C-CDB5-C6C0-CC24ED3BB98A}"/>
                  </a:ext>
                </a:extLst>
              </p14:cNvPr>
              <p14:cNvContentPartPr/>
              <p14:nvPr/>
            </p14:nvContentPartPr>
            <p14:xfrm>
              <a:off x="2648640" y="5990760"/>
              <a:ext cx="376920" cy="235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41A4345-3F7C-CDB5-C6C0-CC24ED3BB9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9280" y="5981400"/>
                <a:ext cx="395640" cy="25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162652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2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05" b="26452"/>
          <a:stretch/>
        </p:blipFill>
        <p:spPr>
          <a:xfrm>
            <a:off x="2063552" y="188640"/>
            <a:ext cx="6840760" cy="513915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01A4D9-FF4D-22F7-8BD8-D40E6016BD39}"/>
                  </a:ext>
                </a:extLst>
              </p14:cNvPr>
              <p14:cNvContentPartPr/>
              <p14:nvPr/>
            </p14:nvContentPartPr>
            <p14:xfrm>
              <a:off x="3104760" y="4623480"/>
              <a:ext cx="427320" cy="221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01A4D9-FF4D-22F7-8BD8-D40E6016BD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5400" y="4614120"/>
                <a:ext cx="446040" cy="2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33240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2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980" b="5591"/>
          <a:stretch/>
        </p:blipFill>
        <p:spPr>
          <a:xfrm>
            <a:off x="1991544" y="260288"/>
            <a:ext cx="7344816" cy="59179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AD21B8C-4748-F121-ADCB-CF4E088538FB}"/>
                  </a:ext>
                </a:extLst>
              </p14:cNvPr>
              <p14:cNvContentPartPr/>
              <p14:nvPr/>
            </p14:nvContentPartPr>
            <p14:xfrm>
              <a:off x="2898120" y="5779440"/>
              <a:ext cx="352080" cy="217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AD21B8C-4748-F121-ADCB-CF4E088538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8760" y="5770080"/>
                <a:ext cx="370800" cy="23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362832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3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47" b="13549"/>
          <a:stretch/>
        </p:blipFill>
        <p:spPr>
          <a:xfrm>
            <a:off x="1847528" y="332656"/>
            <a:ext cx="7992888" cy="609636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79ECE7-F986-D863-6EA2-B51B28C20D5E}"/>
                  </a:ext>
                </a:extLst>
              </p14:cNvPr>
              <p14:cNvContentPartPr/>
              <p14:nvPr/>
            </p14:nvContentPartPr>
            <p14:xfrm>
              <a:off x="3697320" y="4500720"/>
              <a:ext cx="497160" cy="256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79ECE7-F986-D863-6EA2-B51B28C20D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7960" y="4491360"/>
                <a:ext cx="515880" cy="27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3195820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05" b="19140"/>
          <a:stretch/>
        </p:blipFill>
        <p:spPr>
          <a:xfrm>
            <a:off x="1775520" y="188640"/>
            <a:ext cx="6912768" cy="586718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42CEE9-3475-C66F-F7C0-AAA65DAC35F7}"/>
                  </a:ext>
                </a:extLst>
              </p14:cNvPr>
              <p14:cNvContentPartPr/>
              <p14:nvPr/>
            </p14:nvContentPartPr>
            <p14:xfrm>
              <a:off x="3160920" y="4630320"/>
              <a:ext cx="432000" cy="244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42CEE9-3475-C66F-F7C0-AAA65DAC35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1560" y="4620960"/>
                <a:ext cx="450720" cy="26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445928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4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06" b="19140"/>
          <a:stretch/>
        </p:blipFill>
        <p:spPr>
          <a:xfrm>
            <a:off x="1919536" y="188640"/>
            <a:ext cx="6912768" cy="547075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291983-E8ED-760E-4761-EDECBBB8CF12}"/>
                  </a:ext>
                </a:extLst>
              </p14:cNvPr>
              <p14:cNvContentPartPr/>
              <p14:nvPr/>
            </p14:nvContentPartPr>
            <p14:xfrm>
              <a:off x="3312480" y="4917600"/>
              <a:ext cx="423720" cy="228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291983-E8ED-760E-4761-EDECBBB8CF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3120" y="4908240"/>
                <a:ext cx="442440" cy="24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211947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36.44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0" b="20860"/>
          <a:stretch/>
        </p:blipFill>
        <p:spPr>
          <a:xfrm>
            <a:off x="1775520" y="116632"/>
            <a:ext cx="7632848" cy="61500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F354FA-253A-2098-0CC8-1CA5382FA9B3}"/>
                  </a:ext>
                </a:extLst>
              </p14:cNvPr>
              <p14:cNvContentPartPr/>
              <p14:nvPr/>
            </p14:nvContentPartPr>
            <p14:xfrm>
              <a:off x="3056880" y="4380480"/>
              <a:ext cx="397080" cy="195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F354FA-253A-2098-0CC8-1CA5382FA9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0" y="4371120"/>
                <a:ext cx="415800" cy="21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458422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C33E85-AEE6-FA1A-9459-3BE61EEEC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Pseudocode Section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F1ED1-9E02-3F2D-B087-E874AB84C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Accenture </a:t>
            </a:r>
            <a:r>
              <a:rPr lang="en-US" sz="4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Hirepro</a:t>
            </a:r>
            <a:endParaRPr lang="en-US" sz="4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666843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7.58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8781B1-04ED-8AAB-AB4D-58E3C4EE01BF}"/>
                  </a:ext>
                </a:extLst>
              </p14:cNvPr>
              <p14:cNvContentPartPr/>
              <p14:nvPr/>
            </p14:nvContentPartPr>
            <p14:xfrm>
              <a:off x="2475720" y="4678920"/>
              <a:ext cx="631080" cy="364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8781B1-04ED-8AAB-AB4D-58E3C4EE01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6360" y="4669560"/>
                <a:ext cx="649800" cy="3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31448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7.59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A59E02-76E1-A0DD-04F6-CFE4B4254227}"/>
                  </a:ext>
                </a:extLst>
              </p14:cNvPr>
              <p14:cNvContentPartPr/>
              <p14:nvPr/>
            </p14:nvContentPartPr>
            <p14:xfrm>
              <a:off x="2459520" y="5610240"/>
              <a:ext cx="565200" cy="42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A59E02-76E1-A0DD-04F6-CFE4B42542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0160" y="5600880"/>
                <a:ext cx="583920" cy="4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384852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7.59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FBD5F5-C9C7-219D-66B7-0962CBAF7D09}"/>
                  </a:ext>
                </a:extLst>
              </p14:cNvPr>
              <p14:cNvContentPartPr/>
              <p14:nvPr/>
            </p14:nvContentPartPr>
            <p14:xfrm>
              <a:off x="2274120" y="4986720"/>
              <a:ext cx="635400" cy="44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FBD5F5-C9C7-219D-66B7-0962CBAF7D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64760" y="4977360"/>
                <a:ext cx="65412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B885FE-C844-1DDD-4F28-38E791BB28A9}"/>
                  </a:ext>
                </a:extLst>
              </p14:cNvPr>
              <p14:cNvContentPartPr/>
              <p14:nvPr/>
            </p14:nvContentPartPr>
            <p14:xfrm>
              <a:off x="5110920" y="4754520"/>
              <a:ext cx="2377800" cy="1166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B885FE-C844-1DDD-4F28-38E791BB28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01560" y="4745160"/>
                <a:ext cx="2396520" cy="118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1412110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7.59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C7A33E3-0252-6442-DB94-60545E04923B}"/>
                  </a:ext>
                </a:extLst>
              </p14:cNvPr>
              <p14:cNvContentPartPr/>
              <p14:nvPr/>
            </p14:nvContentPartPr>
            <p14:xfrm>
              <a:off x="5901120" y="2918520"/>
              <a:ext cx="4152960" cy="3169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C7A33E3-0252-6442-DB94-60545E0492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1760" y="2909160"/>
                <a:ext cx="4171680" cy="318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745163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0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932688-2B81-33F2-CBBF-65F535243A71}"/>
                  </a:ext>
                </a:extLst>
              </p14:cNvPr>
              <p14:cNvContentPartPr/>
              <p14:nvPr/>
            </p14:nvContentPartPr>
            <p14:xfrm>
              <a:off x="2703240" y="4818960"/>
              <a:ext cx="602640" cy="352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932688-2B81-33F2-CBBF-65F535243A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3880" y="4809600"/>
                <a:ext cx="621360" cy="37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314793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0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CB477EA-B507-6199-C59E-86DA28508AC2}"/>
              </a:ext>
            </a:extLst>
          </p:cNvPr>
          <p:cNvGrpSpPr/>
          <p:nvPr/>
        </p:nvGrpSpPr>
        <p:grpSpPr>
          <a:xfrm>
            <a:off x="5947644" y="5320325"/>
            <a:ext cx="86400" cy="22680"/>
            <a:chOff x="5947644" y="5320325"/>
            <a:chExt cx="86400" cy="2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2F503F7-8602-549A-EC04-E9106B13E376}"/>
                    </a:ext>
                  </a:extLst>
                </p14:cNvPr>
                <p14:cNvContentPartPr/>
                <p14:nvPr/>
              </p14:nvContentPartPr>
              <p14:xfrm>
                <a:off x="5947644" y="5320325"/>
                <a:ext cx="14760" cy="22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2F503F7-8602-549A-EC04-E9106B13E37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41524" y="5314205"/>
                  <a:ext cx="27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856216-CCFB-EDFA-10C4-9F1EA63DBF3F}"/>
                    </a:ext>
                  </a:extLst>
                </p14:cNvPr>
                <p14:cNvContentPartPr/>
                <p14:nvPr/>
              </p14:nvContentPartPr>
              <p14:xfrm>
                <a:off x="6001284" y="5338325"/>
                <a:ext cx="32760" cy="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856216-CCFB-EDFA-10C4-9F1EA63DBF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95164" y="5332205"/>
                  <a:ext cx="45000" cy="1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5466ACA-A342-604F-F6D1-4B23D30236B7}"/>
                  </a:ext>
                </a:extLst>
              </p14:cNvPr>
              <p14:cNvContentPartPr/>
              <p14:nvPr/>
            </p14:nvContentPartPr>
            <p14:xfrm>
              <a:off x="3856680" y="2262960"/>
              <a:ext cx="1301400" cy="1153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5466ACA-A342-604F-F6D1-4B23D30236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7320" y="2253600"/>
                <a:ext cx="1320120" cy="11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556867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0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1A387F-9FFD-22E4-AAE1-682E9AA9FD21}"/>
                  </a:ext>
                </a:extLst>
              </p14:cNvPr>
              <p14:cNvContentPartPr/>
              <p14:nvPr/>
            </p14:nvContentPartPr>
            <p14:xfrm>
              <a:off x="3108600" y="4850640"/>
              <a:ext cx="598320" cy="447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1A387F-9FFD-22E4-AAE1-682E9AA9FD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9240" y="4841280"/>
                <a:ext cx="617040" cy="46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287811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1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788D8C-BF56-2762-282A-11D3ECD001D0}"/>
                  </a:ext>
                </a:extLst>
              </p14:cNvPr>
              <p14:cNvContentPartPr/>
              <p14:nvPr/>
            </p14:nvContentPartPr>
            <p14:xfrm>
              <a:off x="2192040" y="4214880"/>
              <a:ext cx="755280" cy="463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788D8C-BF56-2762-282A-11D3ECD001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2680" y="4205520"/>
                <a:ext cx="774000" cy="48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999024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1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1EE6F0-435E-C5A3-7C8B-5961118C2062}"/>
                  </a:ext>
                </a:extLst>
              </p14:cNvPr>
              <p14:cNvContentPartPr/>
              <p14:nvPr/>
            </p14:nvContentPartPr>
            <p14:xfrm>
              <a:off x="2407680" y="3483000"/>
              <a:ext cx="5767920" cy="592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1EE6F0-435E-C5A3-7C8B-5961118C20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8320" y="3473640"/>
                <a:ext cx="5786640" cy="61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105225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1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AB40349-C429-C5F9-04D0-B0C8405EE52A}"/>
                  </a:ext>
                </a:extLst>
              </p14:cNvPr>
              <p14:cNvContentPartPr/>
              <p14:nvPr/>
            </p14:nvContentPartPr>
            <p14:xfrm>
              <a:off x="2173320" y="3111120"/>
              <a:ext cx="6133680" cy="903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AB40349-C429-C5F9-04D0-B0C8405EE5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3960" y="3101760"/>
                <a:ext cx="6152400" cy="9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8372325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2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1A9179-1DE4-9403-06E4-C42B545E32E9}"/>
                  </a:ext>
                </a:extLst>
              </p14:cNvPr>
              <p14:cNvContentPartPr/>
              <p14:nvPr/>
            </p14:nvContentPartPr>
            <p14:xfrm>
              <a:off x="2046960" y="4163400"/>
              <a:ext cx="670680" cy="49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1A9179-1DE4-9403-06E4-C42B545E32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7600" y="4154040"/>
                <a:ext cx="689400" cy="51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991793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2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7EB95E-EC13-0BFF-2BEF-C50F710CFBEF}"/>
                  </a:ext>
                </a:extLst>
              </p14:cNvPr>
              <p14:cNvContentPartPr/>
              <p14:nvPr/>
            </p14:nvContentPartPr>
            <p14:xfrm>
              <a:off x="2471040" y="4896720"/>
              <a:ext cx="659160" cy="48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7EB95E-EC13-0BFF-2BEF-C50F710CFB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1680" y="4887360"/>
                <a:ext cx="677880" cy="49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1390318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2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523D17-5FAF-9DCF-D3F5-406395C83BEE}"/>
                  </a:ext>
                </a:extLst>
              </p14:cNvPr>
              <p14:cNvContentPartPr/>
              <p14:nvPr/>
            </p14:nvContentPartPr>
            <p14:xfrm>
              <a:off x="3359520" y="5405760"/>
              <a:ext cx="633600" cy="493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523D17-5FAF-9DCF-D3F5-406395C83B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0160" y="5396400"/>
                <a:ext cx="65232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52B710-FF7D-3DCE-AFBF-E0EF060FB44E}"/>
                  </a:ext>
                </a:extLst>
              </p14:cNvPr>
              <p14:cNvContentPartPr/>
              <p14:nvPr/>
            </p14:nvContentPartPr>
            <p14:xfrm>
              <a:off x="3643560" y="900720"/>
              <a:ext cx="7481520" cy="3649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52B710-FF7D-3DCE-AFBF-E0EF060FB4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4200" y="891360"/>
                <a:ext cx="7500240" cy="366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929098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3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2AF327-0C3D-120E-7E0A-60B07B3AC0FB}"/>
                  </a:ext>
                </a:extLst>
              </p14:cNvPr>
              <p14:cNvContentPartPr/>
              <p14:nvPr/>
            </p14:nvContentPartPr>
            <p14:xfrm>
              <a:off x="1903680" y="5006160"/>
              <a:ext cx="848880" cy="597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2AF327-0C3D-120E-7E0A-60B07B3AC0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4320" y="4996800"/>
                <a:ext cx="867600" cy="61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648159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3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D11A01E-1FB1-368C-C2E7-5DEEA615E341}"/>
                  </a:ext>
                </a:extLst>
              </p14:cNvPr>
              <p14:cNvContentPartPr/>
              <p14:nvPr/>
            </p14:nvContentPartPr>
            <p14:xfrm>
              <a:off x="2539080" y="4628880"/>
              <a:ext cx="844200" cy="513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D11A01E-1FB1-368C-C2E7-5DEEA615E3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9720" y="4619520"/>
                <a:ext cx="862920" cy="53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93374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4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B7EE26-C456-E9BE-A7A2-2A7D89BCAF70}"/>
                  </a:ext>
                </a:extLst>
              </p14:cNvPr>
              <p14:cNvContentPartPr/>
              <p14:nvPr/>
            </p14:nvContentPartPr>
            <p14:xfrm>
              <a:off x="2372400" y="3612240"/>
              <a:ext cx="691920" cy="55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B7EE26-C456-E9BE-A7A2-2A7D89BCAF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3040" y="3602880"/>
                <a:ext cx="710640" cy="57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027276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4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94"/>
          <a:stretch/>
        </p:blipFill>
        <p:spPr>
          <a:xfrm rot="5400000">
            <a:off x="1524000" y="973394"/>
            <a:ext cx="9144000" cy="588460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75A0ADE-A02A-7B82-7C25-CBB9438B78DC}"/>
                  </a:ext>
                </a:extLst>
              </p14:cNvPr>
              <p14:cNvContentPartPr/>
              <p14:nvPr/>
            </p14:nvContentPartPr>
            <p14:xfrm>
              <a:off x="3818880" y="5626440"/>
              <a:ext cx="828360" cy="701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75A0ADE-A02A-7B82-7C25-CBB9438B78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9520" y="5617080"/>
                <a:ext cx="847080" cy="72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812724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4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87F79D-D840-7A78-BC21-89C76DBFB28E}"/>
                  </a:ext>
                </a:extLst>
              </p14:cNvPr>
              <p14:cNvContentPartPr/>
              <p14:nvPr/>
            </p14:nvContentPartPr>
            <p14:xfrm>
              <a:off x="2461680" y="3430080"/>
              <a:ext cx="807120" cy="587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87F79D-D840-7A78-BC21-89C76DBFB2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2320" y="3420720"/>
                <a:ext cx="825840" cy="60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220100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5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0BC34B-FB69-BAB4-6C81-770E071D9EE4}"/>
                  </a:ext>
                </a:extLst>
              </p14:cNvPr>
              <p14:cNvContentPartPr/>
              <p14:nvPr/>
            </p14:nvContentPartPr>
            <p14:xfrm>
              <a:off x="2076840" y="3598920"/>
              <a:ext cx="760320" cy="531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0BC34B-FB69-BAB4-6C81-770E071D9E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67480" y="3589560"/>
                <a:ext cx="779040" cy="55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672283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5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C013C0-8A2C-D1C0-9A47-4D65185933DE}"/>
                  </a:ext>
                </a:extLst>
              </p14:cNvPr>
              <p14:cNvContentPartPr/>
              <p14:nvPr/>
            </p14:nvContentPartPr>
            <p14:xfrm>
              <a:off x="1816920" y="3727080"/>
              <a:ext cx="755280" cy="59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C013C0-8A2C-D1C0-9A47-4D65185933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7560" y="3717720"/>
                <a:ext cx="774000" cy="6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005476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5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D29F190-4347-BCE3-2967-387C052450AF}"/>
                  </a:ext>
                </a:extLst>
              </p14:cNvPr>
              <p14:cNvContentPartPr/>
              <p14:nvPr/>
            </p14:nvContentPartPr>
            <p14:xfrm>
              <a:off x="3038400" y="3823200"/>
              <a:ext cx="938520" cy="475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D29F190-4347-BCE3-2967-387C052450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9040" y="3813840"/>
                <a:ext cx="957240" cy="49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136426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6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AA5FA3-D750-C396-2F21-38E5464F22BB}"/>
                  </a:ext>
                </a:extLst>
              </p14:cNvPr>
              <p14:cNvContentPartPr/>
              <p14:nvPr/>
            </p14:nvContentPartPr>
            <p14:xfrm>
              <a:off x="2811240" y="5167080"/>
              <a:ext cx="785520" cy="47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AA5FA3-D750-C396-2F21-38E5464F22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1880" y="5157720"/>
                <a:ext cx="804240" cy="49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2068656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6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8F2535-A936-A3F6-6B9D-3A72120D00E6}"/>
                  </a:ext>
                </a:extLst>
              </p14:cNvPr>
              <p14:cNvContentPartPr/>
              <p14:nvPr/>
            </p14:nvContentPartPr>
            <p14:xfrm>
              <a:off x="2712600" y="4589280"/>
              <a:ext cx="823320" cy="536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8F2535-A936-A3F6-6B9D-3A72120D00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3240" y="4579920"/>
                <a:ext cx="842040" cy="55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369705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6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954FB5-565D-AB8D-F542-07E01358B1E2}"/>
                  </a:ext>
                </a:extLst>
              </p14:cNvPr>
              <p14:cNvContentPartPr/>
              <p14:nvPr/>
            </p14:nvContentPartPr>
            <p14:xfrm>
              <a:off x="2656440" y="4759560"/>
              <a:ext cx="701280" cy="583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954FB5-565D-AB8D-F542-07E01358B1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47080" y="4750200"/>
                <a:ext cx="72000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78AE31-D293-9B4F-DF2C-FCFC99728300}"/>
                  </a:ext>
                </a:extLst>
              </p14:cNvPr>
              <p14:cNvContentPartPr/>
              <p14:nvPr/>
            </p14:nvContentPartPr>
            <p14:xfrm>
              <a:off x="6609240" y="2628360"/>
              <a:ext cx="389520" cy="54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78AE31-D293-9B4F-DF2C-FCFC997283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9880" y="2619000"/>
                <a:ext cx="408240" cy="7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576551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7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39A967-459E-A6FB-0AF0-F14FC13B6837}"/>
                  </a:ext>
                </a:extLst>
              </p14:cNvPr>
              <p14:cNvContentPartPr/>
              <p14:nvPr/>
            </p14:nvContentPartPr>
            <p14:xfrm>
              <a:off x="2968200" y="2350080"/>
              <a:ext cx="684720" cy="3551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39A967-459E-A6FB-0AF0-F14FC13B68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8840" y="2340720"/>
                <a:ext cx="703440" cy="357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BCA25E-15C9-34F2-6D1E-0209AB201416}"/>
                  </a:ext>
                </a:extLst>
              </p14:cNvPr>
              <p14:cNvContentPartPr/>
              <p14:nvPr/>
            </p14:nvContentPartPr>
            <p14:xfrm>
              <a:off x="3123000" y="1351440"/>
              <a:ext cx="5758560" cy="219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BCA25E-15C9-34F2-6D1E-0209AB2014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3640" y="1342080"/>
                <a:ext cx="5777280" cy="22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69304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7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5E627F-9E8D-B778-640A-E364B12A921D}"/>
                  </a:ext>
                </a:extLst>
              </p14:cNvPr>
              <p14:cNvContentPartPr/>
              <p14:nvPr/>
            </p14:nvContentPartPr>
            <p14:xfrm>
              <a:off x="1835640" y="3528000"/>
              <a:ext cx="813960" cy="521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5E627F-9E8D-B778-640A-E364B12A92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6280" y="3518640"/>
                <a:ext cx="832680" cy="5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379676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7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9A7287-9485-4592-9D43-D7872BDB8280}"/>
                  </a:ext>
                </a:extLst>
              </p14:cNvPr>
              <p14:cNvContentPartPr/>
              <p14:nvPr/>
            </p14:nvContentPartPr>
            <p14:xfrm>
              <a:off x="3704400" y="1911240"/>
              <a:ext cx="6473880" cy="3526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9A7287-9485-4592-9D43-D7872BDB82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5040" y="1901880"/>
                <a:ext cx="6492600" cy="354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159227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8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FD4AA5E-9465-7A46-048B-FA912D42C578}"/>
                  </a:ext>
                </a:extLst>
              </p14:cNvPr>
              <p14:cNvContentPartPr/>
              <p14:nvPr/>
            </p14:nvContentPartPr>
            <p14:xfrm>
              <a:off x="1992960" y="2441160"/>
              <a:ext cx="1400040" cy="200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FD4AA5E-9465-7A46-048B-FA912D42C5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3600" y="2431800"/>
                <a:ext cx="1418760" cy="20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21F47C-4E98-9648-820A-20FA2A135B2C}"/>
                  </a:ext>
                </a:extLst>
              </p14:cNvPr>
              <p14:cNvContentPartPr/>
              <p14:nvPr/>
            </p14:nvContentPartPr>
            <p14:xfrm>
              <a:off x="1999800" y="2339280"/>
              <a:ext cx="1890000" cy="861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21F47C-4E98-9648-820A-20FA2A135B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90440" y="2329920"/>
                <a:ext cx="1908720" cy="88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0239081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8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628FD2-FEA7-9E1E-3DBD-7DBED2E0222E}"/>
                  </a:ext>
                </a:extLst>
              </p14:cNvPr>
              <p14:cNvContentPartPr/>
              <p14:nvPr/>
            </p14:nvContentPartPr>
            <p14:xfrm>
              <a:off x="2452320" y="1837080"/>
              <a:ext cx="2746080" cy="3484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628FD2-FEA7-9E1E-3DBD-7DBED2E022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2960" y="1827720"/>
                <a:ext cx="2764800" cy="350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080530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9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23658" y="-771467"/>
            <a:ext cx="5760640" cy="768085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88E481-200B-A5FC-FF17-30999AA7F4B0}"/>
                  </a:ext>
                </a:extLst>
              </p14:cNvPr>
              <p14:cNvContentPartPr/>
              <p14:nvPr/>
            </p14:nvContentPartPr>
            <p14:xfrm>
              <a:off x="2531880" y="3844080"/>
              <a:ext cx="849240" cy="448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88E481-200B-A5FC-FF17-30999AA7F4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2520" y="3834720"/>
                <a:ext cx="86796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DA26B2-4AF7-21E6-6CDD-CAE0DA1F2574}"/>
                  </a:ext>
                </a:extLst>
              </p14:cNvPr>
              <p14:cNvContentPartPr/>
              <p14:nvPr/>
            </p14:nvContentPartPr>
            <p14:xfrm>
              <a:off x="7889760" y="1743120"/>
              <a:ext cx="1735200" cy="2728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DA26B2-4AF7-21E6-6CDD-CAE0DA1F25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0400" y="1733760"/>
                <a:ext cx="1753920" cy="27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791468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09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45650" y="-837474"/>
            <a:ext cx="6156684" cy="820891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A1ADD4-8AEF-CF9E-4CBE-925E82EF1661}"/>
                  </a:ext>
                </a:extLst>
              </p14:cNvPr>
              <p14:cNvContentPartPr/>
              <p14:nvPr/>
            </p14:nvContentPartPr>
            <p14:xfrm>
              <a:off x="2194560" y="3605400"/>
              <a:ext cx="802080" cy="463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A1ADD4-8AEF-CF9E-4CBE-925E82EF16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5200" y="3596040"/>
                <a:ext cx="82080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BA03A18-851F-CFC8-5F71-52B49A09EA5F}"/>
                  </a:ext>
                </a:extLst>
              </p14:cNvPr>
              <p14:cNvContentPartPr/>
              <p14:nvPr/>
            </p14:nvContentPartPr>
            <p14:xfrm>
              <a:off x="4890600" y="1942560"/>
              <a:ext cx="4298040" cy="614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BA03A18-851F-CFC8-5F71-52B49A09EA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1240" y="1933200"/>
                <a:ext cx="4316760" cy="63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421972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0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B51BE9A-1161-03EE-0C9D-3FDD8684F065}"/>
                  </a:ext>
                </a:extLst>
              </p14:cNvPr>
              <p14:cNvContentPartPr/>
              <p14:nvPr/>
            </p14:nvContentPartPr>
            <p14:xfrm>
              <a:off x="2951640" y="5317560"/>
              <a:ext cx="809280" cy="615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B51BE9A-1161-03EE-0C9D-3FDD8684F0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2280" y="5308200"/>
                <a:ext cx="828000" cy="63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3012532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0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62663" y="-666455"/>
            <a:ext cx="5562618" cy="741682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1B9999-3A36-31A1-E6C9-0B49633E9B10}"/>
                  </a:ext>
                </a:extLst>
              </p14:cNvPr>
              <p14:cNvContentPartPr/>
              <p14:nvPr/>
            </p14:nvContentPartPr>
            <p14:xfrm>
              <a:off x="2895480" y="1976760"/>
              <a:ext cx="4544280" cy="2918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1B9999-3A36-31A1-E6C9-0B49633E9B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6120" y="1967400"/>
                <a:ext cx="4563000" cy="29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F28359-931E-50E1-D32E-39C7FBC7B53A}"/>
                  </a:ext>
                </a:extLst>
              </p14:cNvPr>
              <p14:cNvContentPartPr/>
              <p14:nvPr/>
            </p14:nvContentPartPr>
            <p14:xfrm>
              <a:off x="3092400" y="851760"/>
              <a:ext cx="5488920" cy="3466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F28359-931E-50E1-D32E-39C7FBC7B5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3040" y="842400"/>
                <a:ext cx="5507640" cy="348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439310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0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0312B5-4F09-F2F6-F8FA-5B2C22B2E061}"/>
                  </a:ext>
                </a:extLst>
              </p14:cNvPr>
              <p14:cNvContentPartPr/>
              <p14:nvPr/>
            </p14:nvContentPartPr>
            <p14:xfrm>
              <a:off x="3910680" y="5028840"/>
              <a:ext cx="710640" cy="487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0312B5-4F09-F2F6-F8FA-5B2C22B2E0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1320" y="5019480"/>
                <a:ext cx="72936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B64FB4-449A-B961-0972-5E8B7E148F04}"/>
                  </a:ext>
                </a:extLst>
              </p14:cNvPr>
              <p14:cNvContentPartPr/>
              <p14:nvPr/>
            </p14:nvContentPartPr>
            <p14:xfrm>
              <a:off x="4396320" y="2172960"/>
              <a:ext cx="2035080" cy="3532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B64FB4-449A-B961-0972-5E8B7E148F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86960" y="2163600"/>
                <a:ext cx="2053800" cy="355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5752102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1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1B6999-FA80-3405-A1DD-4E8514F46236}"/>
                  </a:ext>
                </a:extLst>
              </p14:cNvPr>
              <p14:cNvContentPartPr/>
              <p14:nvPr/>
            </p14:nvContentPartPr>
            <p14:xfrm>
              <a:off x="2241360" y="2494080"/>
              <a:ext cx="818640" cy="2623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1B6999-FA80-3405-A1DD-4E8514F462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2000" y="2484720"/>
                <a:ext cx="837360" cy="264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E4AD7B-6194-FD1C-CBDF-90174C1022D1}"/>
                  </a:ext>
                </a:extLst>
              </p14:cNvPr>
              <p14:cNvContentPartPr/>
              <p14:nvPr/>
            </p14:nvContentPartPr>
            <p14:xfrm>
              <a:off x="2721600" y="1068120"/>
              <a:ext cx="8523360" cy="4198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E4AD7B-6194-FD1C-CBDF-90174C1022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12240" y="1058760"/>
                <a:ext cx="8542080" cy="421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2144331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1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6B6DEB-BCE6-874B-7A97-066DF9593A9E}"/>
                  </a:ext>
                </a:extLst>
              </p14:cNvPr>
              <p14:cNvContentPartPr/>
              <p14:nvPr/>
            </p14:nvContentPartPr>
            <p14:xfrm>
              <a:off x="2721600" y="4356000"/>
              <a:ext cx="837720" cy="556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6B6DEB-BCE6-874B-7A97-066DF9593A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12240" y="4346640"/>
                <a:ext cx="856440" cy="57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50240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2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DC5318-F5BA-F1D5-D3D9-FA1B6ED2127B}"/>
                  </a:ext>
                </a:extLst>
              </p14:cNvPr>
              <p14:cNvContentPartPr/>
              <p14:nvPr/>
            </p14:nvContentPartPr>
            <p14:xfrm>
              <a:off x="1868760" y="3972240"/>
              <a:ext cx="6846480" cy="1900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DC5318-F5BA-F1D5-D3D9-FA1B6ED212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9400" y="3962880"/>
                <a:ext cx="6865200" cy="191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503069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2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47D847-A30B-8FBB-10F1-A666742F7DF0}"/>
                  </a:ext>
                </a:extLst>
              </p14:cNvPr>
              <p14:cNvContentPartPr/>
              <p14:nvPr/>
            </p14:nvContentPartPr>
            <p14:xfrm>
              <a:off x="2159280" y="5045760"/>
              <a:ext cx="720360" cy="476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47D847-A30B-8FBB-10F1-A666742F7D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9920" y="5036400"/>
                <a:ext cx="739080" cy="49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9320185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2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25A46D-8E09-4026-ACE3-1D9615DD76A6}"/>
                  </a:ext>
                </a:extLst>
              </p14:cNvPr>
              <p14:cNvContentPartPr/>
              <p14:nvPr/>
            </p14:nvContentPartPr>
            <p14:xfrm>
              <a:off x="1936440" y="2706120"/>
              <a:ext cx="621720" cy="517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25A46D-8E09-4026-ACE3-1D9615DD76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7080" y="2696760"/>
                <a:ext cx="640440" cy="53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12000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3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4E99D5-CC81-9505-FBBD-83E69603E850}"/>
                  </a:ext>
                </a:extLst>
              </p14:cNvPr>
              <p14:cNvContentPartPr/>
              <p14:nvPr/>
            </p14:nvContentPartPr>
            <p14:xfrm>
              <a:off x="2328120" y="4473720"/>
              <a:ext cx="750600" cy="551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4E99D5-CC81-9505-FBBD-83E69603E8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8760" y="4464360"/>
                <a:ext cx="769320" cy="5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0829581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3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91E62E-0CF0-6CE3-C40C-3B27EE184D40}"/>
                  </a:ext>
                </a:extLst>
              </p14:cNvPr>
              <p14:cNvContentPartPr/>
              <p14:nvPr/>
            </p14:nvContentPartPr>
            <p14:xfrm>
              <a:off x="3157920" y="1581120"/>
              <a:ext cx="4089600" cy="4830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91E62E-0CF0-6CE3-C40C-3B27EE184D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8560" y="1571760"/>
                <a:ext cx="4108320" cy="484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8644634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3 PM (3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4BA9CA2-1B10-0067-6B93-59EA2E2CEE1C}"/>
                  </a:ext>
                </a:extLst>
              </p14:cNvPr>
              <p14:cNvContentPartPr/>
              <p14:nvPr/>
            </p14:nvContentPartPr>
            <p14:xfrm>
              <a:off x="1983240" y="4845240"/>
              <a:ext cx="3210120" cy="58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4BA9CA2-1B10-0067-6B93-59EA2E2CEE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3880" y="4835880"/>
                <a:ext cx="322884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EDB2B3-DFB2-7E6A-A4EF-C2D0A92CAE16}"/>
                  </a:ext>
                </a:extLst>
              </p14:cNvPr>
              <p14:cNvContentPartPr/>
              <p14:nvPr/>
            </p14:nvContentPartPr>
            <p14:xfrm>
              <a:off x="2431080" y="3241440"/>
              <a:ext cx="6814080" cy="2625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EDB2B3-DFB2-7E6A-A4EF-C2D0A92CAE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1720" y="3232080"/>
                <a:ext cx="6832800" cy="264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9824927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3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7BC8A09-B08A-EA40-D182-D25436C7BFE3}"/>
                  </a:ext>
                </a:extLst>
              </p14:cNvPr>
              <p14:cNvContentPartPr/>
              <p14:nvPr/>
            </p14:nvContentPartPr>
            <p14:xfrm>
              <a:off x="1966680" y="4541040"/>
              <a:ext cx="439200" cy="34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7BC8A09-B08A-EA40-D182-D25436C7BF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7320" y="4531680"/>
                <a:ext cx="45792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E8021FD-6AC5-BF58-51DA-2107A7EDAECE}"/>
                  </a:ext>
                </a:extLst>
              </p14:cNvPr>
              <p14:cNvContentPartPr/>
              <p14:nvPr/>
            </p14:nvContentPartPr>
            <p14:xfrm>
              <a:off x="3476880" y="2602080"/>
              <a:ext cx="7074360" cy="2855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E8021FD-6AC5-BF58-51DA-2107A7EDAE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67520" y="2592720"/>
                <a:ext cx="7093080" cy="287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4347575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4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F5EC4C6-6701-44D4-0292-A0A4F3AD019B}"/>
                  </a:ext>
                </a:extLst>
              </p14:cNvPr>
              <p14:cNvContentPartPr/>
              <p14:nvPr/>
            </p14:nvContentPartPr>
            <p14:xfrm>
              <a:off x="2982240" y="2361960"/>
              <a:ext cx="5018040" cy="3084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F5EC4C6-6701-44D4-0292-A0A4F3AD01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2880" y="2352600"/>
                <a:ext cx="5036760" cy="31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480313-C9EB-7E43-1814-C0359674A2ED}"/>
                  </a:ext>
                </a:extLst>
              </p14:cNvPr>
              <p14:cNvContentPartPr/>
              <p14:nvPr/>
            </p14:nvContentPartPr>
            <p14:xfrm>
              <a:off x="4410000" y="1240560"/>
              <a:ext cx="7395480" cy="2076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480313-C9EB-7E43-1814-C0359674A2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00640" y="1231200"/>
                <a:ext cx="7414200" cy="209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291759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4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7DE773-2A2C-1248-BCAA-F37DEF51CFFD}"/>
                  </a:ext>
                </a:extLst>
              </p14:cNvPr>
              <p14:cNvContentPartPr/>
              <p14:nvPr/>
            </p14:nvContentPartPr>
            <p14:xfrm>
              <a:off x="1842480" y="3422160"/>
              <a:ext cx="753120" cy="464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7DE773-2A2C-1248-BCAA-F37DEF51CF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3120" y="3412800"/>
                <a:ext cx="771840" cy="4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4646336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4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F6A629C-F07E-3A78-5DD8-49FD32262259}"/>
                  </a:ext>
                </a:extLst>
              </p14:cNvPr>
              <p14:cNvContentPartPr/>
              <p14:nvPr/>
            </p14:nvContentPartPr>
            <p14:xfrm>
              <a:off x="2682000" y="2205000"/>
              <a:ext cx="4750560" cy="3313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F6A629C-F07E-3A78-5DD8-49FD322622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2640" y="2195640"/>
                <a:ext cx="4769280" cy="333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3692240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5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13B667E-C846-17C3-4D2B-405AC2EC3463}"/>
                  </a:ext>
                </a:extLst>
              </p14:cNvPr>
              <p14:cNvContentPartPr/>
              <p14:nvPr/>
            </p14:nvContentPartPr>
            <p14:xfrm>
              <a:off x="2492280" y="3074040"/>
              <a:ext cx="530280" cy="393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13B667E-C846-17C3-4D2B-405AC2EC34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82920" y="3064680"/>
                <a:ext cx="549000" cy="41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2411622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5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8D6665-EAC9-6557-590C-E717E72D005F}"/>
                  </a:ext>
                </a:extLst>
              </p14:cNvPr>
              <p14:cNvContentPartPr/>
              <p14:nvPr/>
            </p14:nvContentPartPr>
            <p14:xfrm>
              <a:off x="3725280" y="5045760"/>
              <a:ext cx="687600" cy="409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8D6665-EAC9-6557-590C-E717E72D00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5920" y="5036400"/>
                <a:ext cx="706320" cy="4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6161829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5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FA51D1-0DB1-F9E7-FE41-085A40F8E130}"/>
                  </a:ext>
                </a:extLst>
              </p14:cNvPr>
              <p14:cNvContentPartPr/>
              <p14:nvPr/>
            </p14:nvContentPartPr>
            <p14:xfrm>
              <a:off x="2590560" y="4870080"/>
              <a:ext cx="699120" cy="433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FA51D1-0DB1-F9E7-FE41-085A40F8E1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1200" y="4860720"/>
                <a:ext cx="717840" cy="4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3007014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6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D0B193-F471-2FB0-512A-06EEEA67900F}"/>
                  </a:ext>
                </a:extLst>
              </p14:cNvPr>
              <p14:cNvContentPartPr/>
              <p14:nvPr/>
            </p14:nvContentPartPr>
            <p14:xfrm>
              <a:off x="3078360" y="5231880"/>
              <a:ext cx="708480" cy="50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D0B193-F471-2FB0-512A-06EEEA6790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9000" y="5222520"/>
                <a:ext cx="727200" cy="51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5190971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6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E39E2D-EBB8-986D-711B-58D8E00472FF}"/>
                  </a:ext>
                </a:extLst>
              </p14:cNvPr>
              <p14:cNvContentPartPr/>
              <p14:nvPr/>
            </p14:nvContentPartPr>
            <p14:xfrm>
              <a:off x="2271960" y="3543480"/>
              <a:ext cx="663840" cy="399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E39E2D-EBB8-986D-711B-58D8E00472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62600" y="3534120"/>
                <a:ext cx="682560" cy="4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354910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6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8F7A0A-5293-CFDD-A74B-487EC2E42A06}"/>
                  </a:ext>
                </a:extLst>
              </p14:cNvPr>
              <p14:cNvContentPartPr/>
              <p14:nvPr/>
            </p14:nvContentPartPr>
            <p14:xfrm>
              <a:off x="3015000" y="4595760"/>
              <a:ext cx="795240" cy="559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8F7A0A-5293-CFDD-A74B-487EC2E42A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5640" y="4586400"/>
                <a:ext cx="81396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7BC6D0-06E5-B570-C98C-E790F53C7831}"/>
                  </a:ext>
                </a:extLst>
              </p14:cNvPr>
              <p14:cNvContentPartPr/>
              <p14:nvPr/>
            </p14:nvContentPartPr>
            <p14:xfrm>
              <a:off x="3786480" y="2395080"/>
              <a:ext cx="1334520" cy="829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7BC6D0-06E5-B570-C98C-E790F53C78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77120" y="2385720"/>
                <a:ext cx="1353240" cy="84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0682570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3.58.17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1552AD-77AC-F245-56F3-F763B8A891B0}"/>
                  </a:ext>
                </a:extLst>
              </p14:cNvPr>
              <p14:cNvContentPartPr/>
              <p14:nvPr/>
            </p14:nvContentPartPr>
            <p14:xfrm>
              <a:off x="2079720" y="3618360"/>
              <a:ext cx="691920" cy="450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1552AD-77AC-F245-56F3-F763B8A891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0360" y="3609000"/>
                <a:ext cx="710640" cy="46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4143355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A7B99-CB57-920D-5BFA-EC26BEEF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Common Application and Ms office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DFD2B-30AF-C762-84CF-8A181E965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                    </a:t>
            </a:r>
            <a:r>
              <a:rPr lang="en-US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Accenture </a:t>
            </a:r>
            <a:r>
              <a:rPr lang="en-US" sz="4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Hirepro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614181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19 PM"/>
          <p:cNvPicPr>
            <a:picLocks noGrp="1" noChangeAspect="1"/>
          </p:cNvPicPr>
          <p:nvPr isPhoto="1"/>
        </p:nvPicPr>
        <p:blipFill rotWithShape="1"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3" t="14815" r="8095" b="14921"/>
          <a:stretch/>
        </p:blipFill>
        <p:spPr>
          <a:xfrm>
            <a:off x="1920259" y="260649"/>
            <a:ext cx="7982857" cy="48187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248128" y="6166106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Network Server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B1BD93-D493-E7BA-E879-DE7FC3FCFA09}"/>
                  </a:ext>
                </a:extLst>
              </p14:cNvPr>
              <p14:cNvContentPartPr/>
              <p14:nvPr/>
            </p14:nvContentPartPr>
            <p14:xfrm>
              <a:off x="4285800" y="3509640"/>
              <a:ext cx="529920" cy="414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B1BD93-D493-E7BA-E879-DE7FC3FCFA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76440" y="3500280"/>
                <a:ext cx="548640" cy="43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5413556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0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6" r="15942"/>
          <a:stretch/>
        </p:blipFill>
        <p:spPr>
          <a:xfrm rot="5400000" flipH="1" flipV="1">
            <a:off x="2758863" y="-794703"/>
            <a:ext cx="489131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221782" y="6199145"/>
            <a:ext cx="3419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Primary and Secondary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731E7B-8683-A3C7-8ED0-1082FE9C0415}"/>
                  </a:ext>
                </a:extLst>
              </p14:cNvPr>
              <p14:cNvContentPartPr/>
              <p14:nvPr/>
            </p14:nvContentPartPr>
            <p14:xfrm>
              <a:off x="4935240" y="3456360"/>
              <a:ext cx="551520" cy="400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731E7B-8683-A3C7-8ED0-1082FE9C04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880" y="3447000"/>
                <a:ext cx="570240" cy="41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7679859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0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69" r="8095" b="13016"/>
          <a:stretch/>
        </p:blipFill>
        <p:spPr>
          <a:xfrm>
            <a:off x="1703513" y="260649"/>
            <a:ext cx="8403771" cy="43833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221782" y="6199144"/>
            <a:ext cx="34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Formula Bar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C4DE50-4386-AE87-3480-8EB687A06590}"/>
                  </a:ext>
                </a:extLst>
              </p14:cNvPr>
              <p14:cNvContentPartPr/>
              <p14:nvPr/>
            </p14:nvContentPartPr>
            <p14:xfrm>
              <a:off x="3713760" y="3475080"/>
              <a:ext cx="1817280" cy="121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C4DE50-4386-AE87-3480-8EB687A065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4400" y="3465720"/>
                <a:ext cx="1836000" cy="12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0097708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1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8" r="23929"/>
          <a:stretch/>
        </p:blipFill>
        <p:spPr>
          <a:xfrm rot="16200000">
            <a:off x="3310336" y="-1000702"/>
            <a:ext cx="5139280" cy="777686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1BE6F6-3870-E8B8-9362-515AB4A3F873}"/>
                  </a:ext>
                </a:extLst>
              </p14:cNvPr>
              <p14:cNvContentPartPr/>
              <p14:nvPr/>
            </p14:nvContentPartPr>
            <p14:xfrm>
              <a:off x="6764040" y="4263840"/>
              <a:ext cx="1013040" cy="487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1BE6F6-3870-E8B8-9362-515AB4A3F8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4680" y="4254480"/>
                <a:ext cx="1031760" cy="50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4814288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1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14" b="-36614"/>
          <a:stretch/>
        </p:blipFill>
        <p:spPr>
          <a:xfrm>
            <a:off x="1524000" y="-32725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221782" y="6199144"/>
            <a:ext cx="34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ALU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71D21E-AEFE-E1F6-FFBA-2C72A9762A3D}"/>
                  </a:ext>
                </a:extLst>
              </p14:cNvPr>
              <p14:cNvContentPartPr/>
              <p14:nvPr/>
            </p14:nvContentPartPr>
            <p14:xfrm>
              <a:off x="3036240" y="2158920"/>
              <a:ext cx="518400" cy="317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71D21E-AEFE-E1F6-FFBA-2C72A9762A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6880" y="2149560"/>
                <a:ext cx="537120" cy="3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7600184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2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5" r="26794"/>
          <a:stretch/>
        </p:blipFill>
        <p:spPr>
          <a:xfrm rot="16200000">
            <a:off x="2448275" y="-367070"/>
            <a:ext cx="56025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221782" y="6199144"/>
            <a:ext cx="34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=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66234C-68FF-B7F7-61FB-3F32BF0D6C5A}"/>
                  </a:ext>
                </a:extLst>
              </p14:cNvPr>
              <p14:cNvContentPartPr/>
              <p14:nvPr/>
            </p14:nvContentPartPr>
            <p14:xfrm>
              <a:off x="2991600" y="3585960"/>
              <a:ext cx="539280" cy="37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66234C-68FF-B7F7-61FB-3F32BF0D6C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2240" y="3576600"/>
                <a:ext cx="558000" cy="39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71825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2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7" r="28065"/>
          <a:stretch/>
        </p:blipFill>
        <p:spPr>
          <a:xfrm rot="16200000">
            <a:off x="3555567" y="-1303375"/>
            <a:ext cx="5328592" cy="84566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221782" y="6199144"/>
            <a:ext cx="34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MAX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655768C-412F-5DA7-E136-0F53B1EC3551}"/>
                  </a:ext>
                </a:extLst>
              </p14:cNvPr>
              <p14:cNvContentPartPr/>
              <p14:nvPr/>
            </p14:nvContentPartPr>
            <p14:xfrm>
              <a:off x="3444120" y="4023360"/>
              <a:ext cx="556200" cy="405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655768C-412F-5DA7-E136-0F53B1EC35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4760" y="4014000"/>
                <a:ext cx="574920" cy="42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1592549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2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6" r="23847"/>
          <a:stretch/>
        </p:blipFill>
        <p:spPr>
          <a:xfrm rot="16200000">
            <a:off x="3010051" y="-973882"/>
            <a:ext cx="5091781" cy="756084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791744" y="6199145"/>
            <a:ext cx="6849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Automatically moves text to the next line when necessary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EF063F-072C-C62E-A328-E0190ECE85A5}"/>
                  </a:ext>
                </a:extLst>
              </p14:cNvPr>
              <p14:cNvContentPartPr/>
              <p14:nvPr/>
            </p14:nvContentPartPr>
            <p14:xfrm>
              <a:off x="2130840" y="2746080"/>
              <a:ext cx="551520" cy="432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EF063F-072C-C62E-A328-E0190ECE85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1480" y="2736720"/>
                <a:ext cx="570240" cy="45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063407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3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3" b="19140"/>
          <a:stretch/>
        </p:blipFill>
        <p:spPr>
          <a:xfrm>
            <a:off x="1703512" y="116633"/>
            <a:ext cx="5625916" cy="49685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112224" y="6199144"/>
            <a:ext cx="252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Pen Drive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DF7F17-25E6-3030-1129-08838ECB7606}"/>
                  </a:ext>
                </a:extLst>
              </p14:cNvPr>
              <p14:cNvContentPartPr/>
              <p14:nvPr/>
            </p14:nvContentPartPr>
            <p14:xfrm>
              <a:off x="2032560" y="3510360"/>
              <a:ext cx="677880" cy="54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DF7F17-25E6-3030-1129-08838ECB76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3200" y="3501000"/>
                <a:ext cx="696600" cy="56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4887457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3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9" b="24516"/>
          <a:stretch/>
        </p:blipFill>
        <p:spPr>
          <a:xfrm>
            <a:off x="1775520" y="188640"/>
            <a:ext cx="5904656" cy="470679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824192" y="6199144"/>
            <a:ext cx="2817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Both A and 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9600F00-884F-5719-EA99-692F5541F4AF}"/>
                  </a:ext>
                </a:extLst>
              </p14:cNvPr>
              <p14:cNvContentPartPr/>
              <p14:nvPr/>
            </p14:nvContentPartPr>
            <p14:xfrm>
              <a:off x="2067480" y="3730680"/>
              <a:ext cx="2073240" cy="674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9600F00-884F-5719-EA99-692F5541F4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8120" y="3721320"/>
                <a:ext cx="2091960" cy="69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4404239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40" b="16990"/>
          <a:stretch/>
        </p:blipFill>
        <p:spPr>
          <a:xfrm>
            <a:off x="1524000" y="188640"/>
            <a:ext cx="9144000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112224" y="6199144"/>
            <a:ext cx="252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Change Case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A672F5-419C-3744-FBFF-245721F9D567}"/>
                  </a:ext>
                </a:extLst>
              </p14:cNvPr>
              <p14:cNvContentPartPr/>
              <p14:nvPr/>
            </p14:nvContentPartPr>
            <p14:xfrm>
              <a:off x="1826280" y="3345840"/>
              <a:ext cx="720360" cy="53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A672F5-419C-3744-FBFF-245721F9D5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6920" y="3336480"/>
                <a:ext cx="739080" cy="55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3063343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4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75" b="22581"/>
          <a:stretch/>
        </p:blipFill>
        <p:spPr>
          <a:xfrm>
            <a:off x="1775520" y="244128"/>
            <a:ext cx="7848872" cy="58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112224" y="6199144"/>
            <a:ext cx="252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Workbook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F3894B-3930-F8AD-6104-AEA624703720}"/>
                  </a:ext>
                </a:extLst>
              </p14:cNvPr>
              <p14:cNvContentPartPr/>
              <p14:nvPr/>
            </p14:nvContentPartPr>
            <p14:xfrm>
              <a:off x="2055960" y="5079960"/>
              <a:ext cx="598320" cy="506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F3894B-3930-F8AD-6104-AEA6247037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46600" y="5070600"/>
                <a:ext cx="617040" cy="52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319428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4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92" b="15914"/>
          <a:stretch/>
        </p:blipFill>
        <p:spPr>
          <a:xfrm>
            <a:off x="1847528" y="404665"/>
            <a:ext cx="7416824" cy="57845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248128" y="6300028"/>
            <a:ext cx="3393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Restarting Computer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7FD180-4F22-3A0A-0152-5F7ED9EAC8B4}"/>
                  </a:ext>
                </a:extLst>
              </p14:cNvPr>
              <p14:cNvContentPartPr/>
              <p14:nvPr/>
            </p14:nvContentPartPr>
            <p14:xfrm>
              <a:off x="2510640" y="3241440"/>
              <a:ext cx="807120" cy="559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7FD180-4F22-3A0A-0152-5F7ED9EAC8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1280" y="3232080"/>
                <a:ext cx="825840" cy="57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1189033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4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7" b="22796"/>
          <a:stretch/>
        </p:blipFill>
        <p:spPr>
          <a:xfrm>
            <a:off x="1775520" y="294111"/>
            <a:ext cx="8064896" cy="52031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688288" y="6199144"/>
            <a:ext cx="195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F5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17FADD-637A-7D98-8A54-8B7050E65712}"/>
                  </a:ext>
                </a:extLst>
              </p14:cNvPr>
              <p14:cNvContentPartPr/>
              <p14:nvPr/>
            </p14:nvContentPartPr>
            <p14:xfrm>
              <a:off x="2072520" y="3074040"/>
              <a:ext cx="712800" cy="547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17FADD-637A-7D98-8A54-8B7050E657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63160" y="3064680"/>
                <a:ext cx="731520" cy="56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099574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5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80" b="11182"/>
          <a:stretch/>
        </p:blipFill>
        <p:spPr>
          <a:xfrm>
            <a:off x="1847528" y="0"/>
            <a:ext cx="8508393" cy="57332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112224" y="6199144"/>
            <a:ext cx="252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Count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7967F4-DBCA-8845-FE12-C9BE2406F73A}"/>
                  </a:ext>
                </a:extLst>
              </p14:cNvPr>
              <p14:cNvContentPartPr/>
              <p14:nvPr/>
            </p14:nvContentPartPr>
            <p14:xfrm>
              <a:off x="2135880" y="3534480"/>
              <a:ext cx="837360" cy="530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7967F4-DBCA-8845-FE12-C9BE2406F7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6520" y="3525120"/>
                <a:ext cx="856080" cy="54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8756777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5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33" b="64946"/>
          <a:stretch/>
        </p:blipFill>
        <p:spPr>
          <a:xfrm>
            <a:off x="2279576" y="260648"/>
            <a:ext cx="7955125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112224" y="6199144"/>
            <a:ext cx="252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MS Access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1A39741-D075-B999-8695-E0EE2AD7E0A5}"/>
                  </a:ext>
                </a:extLst>
              </p14:cNvPr>
              <p14:cNvContentPartPr/>
              <p14:nvPr/>
            </p14:nvContentPartPr>
            <p14:xfrm>
              <a:off x="2977560" y="3934080"/>
              <a:ext cx="626400" cy="419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1A39741-D075-B999-8695-E0EE2AD7E0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8200" y="3924720"/>
                <a:ext cx="645120" cy="43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0299410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5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38" b="16343"/>
          <a:stretch/>
        </p:blipFill>
        <p:spPr>
          <a:xfrm>
            <a:off x="1847528" y="255436"/>
            <a:ext cx="8413536" cy="52565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All of the above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BFF830-5EE6-0841-FA93-AD4E4C3EAD23}"/>
                  </a:ext>
                </a:extLst>
              </p14:cNvPr>
              <p14:cNvContentPartPr/>
              <p14:nvPr/>
            </p14:nvContentPartPr>
            <p14:xfrm>
              <a:off x="2182680" y="4209480"/>
              <a:ext cx="687240" cy="592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BFF830-5EE6-0841-FA93-AD4E4C3EAD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3320" y="4200120"/>
                <a:ext cx="705960" cy="61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0467757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5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9" b="23440"/>
          <a:stretch/>
        </p:blipFill>
        <p:spPr>
          <a:xfrm>
            <a:off x="1847528" y="116632"/>
            <a:ext cx="7128792" cy="57030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960096" y="6199145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Using the “Insert” menu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43BDB3-0E66-38EA-FB74-79435F6A3B58}"/>
                  </a:ext>
                </a:extLst>
              </p14:cNvPr>
              <p14:cNvContentPartPr/>
              <p14:nvPr/>
            </p14:nvContentPartPr>
            <p14:xfrm>
              <a:off x="2149920" y="3755880"/>
              <a:ext cx="797400" cy="531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43BDB3-0E66-38EA-FB74-79435F6A3B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0560" y="3746520"/>
                <a:ext cx="816120" cy="55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1112695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6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97" b="16990"/>
          <a:stretch/>
        </p:blipFill>
        <p:spPr>
          <a:xfrm>
            <a:off x="1847528" y="188641"/>
            <a:ext cx="7704856" cy="57441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464152" y="6199144"/>
            <a:ext cx="317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Internet Explorer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0E86E3-FAC3-3260-0447-6DB95DD3704F}"/>
                  </a:ext>
                </a:extLst>
              </p14:cNvPr>
              <p14:cNvContentPartPr/>
              <p14:nvPr/>
            </p14:nvContentPartPr>
            <p14:xfrm>
              <a:off x="2557800" y="4850640"/>
              <a:ext cx="664200" cy="538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0E86E3-FAC3-3260-0447-6DB95DD370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8440" y="4841280"/>
                <a:ext cx="682920" cy="55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84670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7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20" b="16129"/>
          <a:stretch/>
        </p:blipFill>
        <p:spPr>
          <a:xfrm>
            <a:off x="1775520" y="188640"/>
            <a:ext cx="8712597" cy="48965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112224" y="6199144"/>
            <a:ext cx="252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Excel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2D3C862-229E-A671-B16D-94F9CF0B95CE}"/>
                  </a:ext>
                </a:extLst>
              </p14:cNvPr>
              <p14:cNvContentPartPr/>
              <p14:nvPr/>
            </p14:nvContentPartPr>
            <p14:xfrm>
              <a:off x="2264760" y="3245760"/>
              <a:ext cx="661680" cy="451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2D3C862-229E-A671-B16D-94F9CF0B95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5400" y="3236400"/>
                <a:ext cx="680400" cy="46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2771413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7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39" b="25807"/>
          <a:stretch/>
        </p:blipFill>
        <p:spPr>
          <a:xfrm>
            <a:off x="1639592" y="188640"/>
            <a:ext cx="9057068" cy="47525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8112224" y="6199144"/>
            <a:ext cx="2529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Ctrl + 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2917F0-95E7-EEF8-833B-5629CAFE2474}"/>
                  </a:ext>
                </a:extLst>
              </p14:cNvPr>
              <p14:cNvContentPartPr/>
              <p14:nvPr/>
            </p14:nvContentPartPr>
            <p14:xfrm>
              <a:off x="1899000" y="3261600"/>
              <a:ext cx="593640" cy="415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2917F0-95E7-EEF8-833B-5629CAFE24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9640" y="3252240"/>
                <a:ext cx="612360" cy="43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0366840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7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27" b="18494"/>
          <a:stretch/>
        </p:blipFill>
        <p:spPr>
          <a:xfrm>
            <a:off x="1703513" y="188640"/>
            <a:ext cx="8511593" cy="38561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NETWORKDAYS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F5E775B-A3A0-A21E-661B-C707E4E5C914}"/>
                  </a:ext>
                </a:extLst>
              </p14:cNvPr>
              <p14:cNvContentPartPr/>
              <p14:nvPr/>
            </p14:nvContentPartPr>
            <p14:xfrm>
              <a:off x="1894320" y="2845080"/>
              <a:ext cx="687240" cy="486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F5E775B-A3A0-A21E-661B-C707E4E5C9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4960" y="2835720"/>
                <a:ext cx="705960" cy="5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080608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8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64" b="21935"/>
          <a:stretch/>
        </p:blipFill>
        <p:spPr>
          <a:xfrm>
            <a:off x="1919536" y="332656"/>
            <a:ext cx="8370927" cy="44644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Count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0AA076C-C22E-6198-82C9-4FF841E285C4}"/>
                  </a:ext>
                </a:extLst>
              </p14:cNvPr>
              <p14:cNvContentPartPr/>
              <p14:nvPr/>
            </p14:nvContentPartPr>
            <p14:xfrm>
              <a:off x="2295360" y="3643920"/>
              <a:ext cx="584280" cy="435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0AA076C-C22E-6198-82C9-4FF841E285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6000" y="3634560"/>
                <a:ext cx="603000" cy="45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871986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8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20" b="19355"/>
          <a:stretch/>
        </p:blipFill>
        <p:spPr>
          <a:xfrm>
            <a:off x="1775521" y="176470"/>
            <a:ext cx="8496944" cy="44098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Filtering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AB361FE-8673-DCB8-C865-6414D4A1A0A4}"/>
                  </a:ext>
                </a:extLst>
              </p14:cNvPr>
              <p14:cNvContentPartPr/>
              <p14:nvPr/>
            </p14:nvContentPartPr>
            <p14:xfrm>
              <a:off x="2208240" y="2918520"/>
              <a:ext cx="577080" cy="405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AB361FE-8673-DCB8-C865-6414D4A1A0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8880" y="2909160"/>
                <a:ext cx="595800" cy="42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6027813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8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55" b="23226"/>
          <a:stretch/>
        </p:blipFill>
        <p:spPr>
          <a:xfrm>
            <a:off x="1775520" y="191729"/>
            <a:ext cx="8640961" cy="43111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ASCII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648BD3-B01E-4C31-766F-04225B320EDC}"/>
                  </a:ext>
                </a:extLst>
              </p14:cNvPr>
              <p14:cNvContentPartPr/>
              <p14:nvPr/>
            </p14:nvContentPartPr>
            <p14:xfrm>
              <a:off x="2049120" y="2828520"/>
              <a:ext cx="680040" cy="434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648BD3-B01E-4C31-766F-04225B320E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9760" y="2819160"/>
                <a:ext cx="698760" cy="45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7819712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9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83" b="20430"/>
          <a:stretch/>
        </p:blipFill>
        <p:spPr>
          <a:xfrm>
            <a:off x="1919536" y="332656"/>
            <a:ext cx="8594155" cy="554461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Outlook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83D39A-5368-7913-E2C5-4AB7C502CF02}"/>
                  </a:ext>
                </a:extLst>
              </p14:cNvPr>
              <p14:cNvContentPartPr/>
              <p14:nvPr/>
            </p14:nvContentPartPr>
            <p14:xfrm>
              <a:off x="2320920" y="4386240"/>
              <a:ext cx="624240" cy="367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83D39A-5368-7913-E2C5-4AB7C502CF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1560" y="4376880"/>
                <a:ext cx="642960" cy="3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5887925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2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41" b="26237"/>
          <a:stretch/>
        </p:blipFill>
        <p:spPr>
          <a:xfrm>
            <a:off x="2135560" y="332656"/>
            <a:ext cx="7834331" cy="52565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Secondary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BDF579-56B5-E8A2-B63C-AFF49CC00252}"/>
                  </a:ext>
                </a:extLst>
              </p14:cNvPr>
              <p14:cNvContentPartPr/>
              <p14:nvPr/>
            </p14:nvContentPartPr>
            <p14:xfrm>
              <a:off x="2794680" y="2914560"/>
              <a:ext cx="930960" cy="54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BDF579-56B5-E8A2-B63C-AFF49CC002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85320" y="2905200"/>
                <a:ext cx="949680" cy="56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0974542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30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18" b="28172"/>
          <a:stretch/>
        </p:blipFill>
        <p:spPr>
          <a:xfrm>
            <a:off x="1847528" y="260648"/>
            <a:ext cx="8510448" cy="439248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Word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08541F-526B-AB9B-1738-D76CBC3EEC8F}"/>
                  </a:ext>
                </a:extLst>
              </p14:cNvPr>
              <p14:cNvContentPartPr/>
              <p14:nvPr/>
            </p14:nvContentPartPr>
            <p14:xfrm>
              <a:off x="2109960" y="2144160"/>
              <a:ext cx="6342480" cy="1962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08541F-526B-AB9B-1738-D76CBC3EEC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0600" y="2134800"/>
                <a:ext cx="6361200" cy="198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04103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2.56.30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12" b="21075"/>
          <a:stretch/>
        </p:blipFill>
        <p:spPr>
          <a:xfrm>
            <a:off x="1703512" y="160764"/>
            <a:ext cx="7992888" cy="55004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752184" y="6199144"/>
            <a:ext cx="288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Answer : LAN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211813-51F9-0AF0-23CA-9A1CC4B303E7}"/>
                  </a:ext>
                </a:extLst>
              </p14:cNvPr>
              <p14:cNvContentPartPr/>
              <p14:nvPr/>
            </p14:nvContentPartPr>
            <p14:xfrm>
              <a:off x="2447640" y="2859480"/>
              <a:ext cx="689760" cy="614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211813-51F9-0AF0-23CA-9A1CC4B303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8280" y="2850120"/>
                <a:ext cx="708480" cy="6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3472725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2608E-BC61-F955-30F8-66954642E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Networking and Cloud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9F520-2179-CEC0-A2C0-7B64AAA81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Accenture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Hirepro</a:t>
            </a: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270919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5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724840" y="4501440"/>
              <a:ext cx="449640" cy="2869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480" y="4492080"/>
                <a:ext cx="468360" cy="30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752782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5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842200" y="4576320"/>
              <a:ext cx="333720" cy="2397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2840" y="4566960"/>
                <a:ext cx="352440" cy="25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2247676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5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003360" y="3311280"/>
              <a:ext cx="461880" cy="2916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4000" y="3301920"/>
                <a:ext cx="480600" cy="31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2722131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6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876320" y="4164480"/>
              <a:ext cx="376920" cy="238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66960" y="4155120"/>
                <a:ext cx="39564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6A27AD-CB27-2ACC-E675-0A9D98E7E5C6}"/>
                  </a:ext>
                </a:extLst>
              </p14:cNvPr>
              <p14:cNvContentPartPr/>
              <p14:nvPr/>
            </p14:nvContentPartPr>
            <p14:xfrm>
              <a:off x="2656440" y="2471400"/>
              <a:ext cx="2729520" cy="1043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6A27AD-CB27-2ACC-E675-0A9D98E7E5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47080" y="2462040"/>
                <a:ext cx="2748240" cy="106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3896491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6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8114520" y="4800240"/>
              <a:ext cx="387360" cy="2397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05160" y="4790880"/>
                <a:ext cx="406080" cy="25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7431793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7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645560" y="3219480"/>
              <a:ext cx="356040" cy="2448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36200" y="3210120"/>
                <a:ext cx="374760" cy="26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086261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7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589600" y="3416760"/>
              <a:ext cx="342000" cy="264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0240" y="3407400"/>
                <a:ext cx="360720" cy="28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7923534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7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7323240" y="4350600"/>
              <a:ext cx="400320" cy="2401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13880" y="4341240"/>
                <a:ext cx="419040" cy="2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9860101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8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623880" y="4145400"/>
              <a:ext cx="406440" cy="246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4520" y="4136040"/>
                <a:ext cx="425160" cy="2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4271134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8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824640" y="4299840"/>
              <a:ext cx="430920" cy="231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15280" y="4290480"/>
                <a:ext cx="449640" cy="25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1262472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8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393000" y="4329360"/>
              <a:ext cx="369720" cy="225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3640" y="4320000"/>
                <a:ext cx="388440" cy="24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9885513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9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052560" y="4542480"/>
              <a:ext cx="409680" cy="2894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3200" y="4533120"/>
                <a:ext cx="428400" cy="30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0591255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39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781200" y="5467680"/>
              <a:ext cx="369720" cy="2718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1840" y="5458320"/>
                <a:ext cx="388440" cy="29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7950379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0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691200" y="4529520"/>
              <a:ext cx="387360" cy="262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1840" y="4520160"/>
                <a:ext cx="406080" cy="28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9953495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0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938600" y="5588280"/>
              <a:ext cx="319680" cy="225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9240" y="5578920"/>
                <a:ext cx="338400" cy="24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5227188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0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226800" y="4419000"/>
              <a:ext cx="359640" cy="245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7440" y="4409640"/>
                <a:ext cx="378360" cy="26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354424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1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362520" y="4534560"/>
              <a:ext cx="364320" cy="240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3160" y="4525200"/>
                <a:ext cx="383040" cy="2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890926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1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422760" y="3864600"/>
              <a:ext cx="517320" cy="310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13400" y="3855240"/>
                <a:ext cx="536040" cy="32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4775835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1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6429360" y="3649680"/>
              <a:ext cx="377640" cy="234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20000" y="3640320"/>
                <a:ext cx="396360" cy="25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9768831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2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939520" y="4143240"/>
              <a:ext cx="373320" cy="2797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0160" y="4133880"/>
                <a:ext cx="392040" cy="29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7606619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2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472440" y="4099680"/>
              <a:ext cx="451080" cy="253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63080" y="4090320"/>
                <a:ext cx="469800" cy="27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1215657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2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258480" y="4559760"/>
              <a:ext cx="375480" cy="272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9120" y="4550400"/>
                <a:ext cx="394200" cy="29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5815678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3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8151600" y="4227120"/>
              <a:ext cx="446400" cy="3247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42240" y="4217760"/>
                <a:ext cx="465120" cy="34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1305004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3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710280" y="3682080"/>
              <a:ext cx="355680" cy="254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0920" y="3672720"/>
                <a:ext cx="374400" cy="27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1744399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3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521800" y="4878000"/>
              <a:ext cx="383040" cy="245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12440" y="4868640"/>
                <a:ext cx="401760" cy="2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4531988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4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075400" y="3745800"/>
              <a:ext cx="445680" cy="2570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66040" y="3736440"/>
                <a:ext cx="464400" cy="27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8479345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4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713960" y="3468960"/>
              <a:ext cx="452160" cy="2754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4600" y="3459600"/>
                <a:ext cx="470880" cy="29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3956775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5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8936400" y="3713040"/>
              <a:ext cx="455400" cy="231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7040" y="3703680"/>
                <a:ext cx="474120" cy="25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5761145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5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114760" y="4025520"/>
              <a:ext cx="2541960" cy="578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5400" y="4016160"/>
                <a:ext cx="2560680" cy="59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9531294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5 PM (3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003760" y="4436280"/>
              <a:ext cx="369360" cy="2422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94400" y="4426920"/>
                <a:ext cx="388080" cy="26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366460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5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517800" y="2977920"/>
              <a:ext cx="435240" cy="285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08440" y="2968560"/>
                <a:ext cx="453960" cy="30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1516644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6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7410000" y="4920120"/>
              <a:ext cx="424080" cy="267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00640" y="4910760"/>
                <a:ext cx="442800" cy="28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3998101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6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384840" y="4159800"/>
              <a:ext cx="386640" cy="2610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5480" y="4150440"/>
                <a:ext cx="405360" cy="27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6408644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6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8261400" y="4378320"/>
              <a:ext cx="411120" cy="2494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2040" y="4368960"/>
                <a:ext cx="429840" cy="26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2875283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7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7138560" y="4200120"/>
              <a:ext cx="409320" cy="232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29200" y="4190760"/>
                <a:ext cx="428040" cy="25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3486301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7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920440" y="4420080"/>
              <a:ext cx="284760" cy="216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11080" y="4410720"/>
                <a:ext cx="303480" cy="2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7646488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7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639720" y="4407840"/>
              <a:ext cx="389520" cy="2700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0360" y="4398480"/>
                <a:ext cx="408240" cy="28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0608158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8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520640" y="3727800"/>
              <a:ext cx="382320" cy="226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1280" y="3718440"/>
                <a:ext cx="401040" cy="24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6025103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8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513000" y="5338440"/>
              <a:ext cx="371520" cy="286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3640" y="5329080"/>
                <a:ext cx="390240" cy="3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4613501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8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744920" y="4417920"/>
              <a:ext cx="382680" cy="2311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5560" y="4408560"/>
                <a:ext cx="401400" cy="24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407928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49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5045520" y="4017600"/>
              <a:ext cx="433800" cy="227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36160" y="4008240"/>
                <a:ext cx="452520" cy="2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9565693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50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586520" y="3482280"/>
              <a:ext cx="442800" cy="2401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7160" y="3472920"/>
                <a:ext cx="461520" cy="25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8644765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4.07.50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7033800" y="5700960"/>
              <a:ext cx="428760" cy="216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4440" y="5691600"/>
                <a:ext cx="447480" cy="2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9875220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F10370-7B40-3D65-44AE-98C2F384C1E3}"/>
              </a:ext>
            </a:extLst>
          </p:cNvPr>
          <p:cNvSpPr/>
          <p:nvPr/>
        </p:nvSpPr>
        <p:spPr>
          <a:xfrm>
            <a:off x="2026693" y="1030406"/>
            <a:ext cx="8147713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kern="1200" cap="none" spc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Important some old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kern="1200" cap="none" spc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Repeated Questions</a:t>
            </a:r>
          </a:p>
        </p:txBody>
      </p:sp>
    </p:spTree>
    <p:extLst>
      <p:ext uri="{BB962C8B-B14F-4D97-AF65-F5344CB8AC3E}">
        <p14:creationId xmlns:p14="http://schemas.microsoft.com/office/powerpoint/2010/main" val="568019111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3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86" t="11229" b="54449"/>
          <a:stretch/>
        </p:blipFill>
        <p:spPr>
          <a:xfrm>
            <a:off x="595312" y="285750"/>
            <a:ext cx="10973226" cy="5429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6053063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3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4" t="13983" b="53178"/>
          <a:stretch/>
        </p:blipFill>
        <p:spPr>
          <a:xfrm>
            <a:off x="595313" y="285750"/>
            <a:ext cx="10931542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9675579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13" t="12076" b="58687"/>
          <a:stretch/>
        </p:blipFill>
        <p:spPr>
          <a:xfrm>
            <a:off x="523875" y="214313"/>
            <a:ext cx="11152496" cy="4714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564942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4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6" t="13136" r="27447" b="64195"/>
          <a:stretch/>
        </p:blipFill>
        <p:spPr>
          <a:xfrm>
            <a:off x="595312" y="285750"/>
            <a:ext cx="10712948" cy="5072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1242067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5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56" t="16949" r="29934" b="56992"/>
          <a:stretch/>
        </p:blipFill>
        <p:spPr>
          <a:xfrm>
            <a:off x="666750" y="289382"/>
            <a:ext cx="8473666" cy="52113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9374642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5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6" t="21187" r="45305" b="51695"/>
          <a:stretch/>
        </p:blipFill>
        <p:spPr>
          <a:xfrm>
            <a:off x="738187" y="285750"/>
            <a:ext cx="6929438" cy="6033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5654419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6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7" t="18644" r="42593" b="53390"/>
          <a:stretch/>
        </p:blipFill>
        <p:spPr>
          <a:xfrm>
            <a:off x="738187" y="319652"/>
            <a:ext cx="5786438" cy="5700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1090614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7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96" t="20763" r="48470" b="51694"/>
          <a:stretch/>
        </p:blipFill>
        <p:spPr>
          <a:xfrm>
            <a:off x="666750" y="285750"/>
            <a:ext cx="6072188" cy="61670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139361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7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6" t="20763" r="44401" b="60805"/>
          <a:stretch/>
        </p:blipFill>
        <p:spPr>
          <a:xfrm>
            <a:off x="738188" y="357188"/>
            <a:ext cx="8648107" cy="4714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952367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7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32" t="18220" r="20214" b="61864"/>
          <a:stretch/>
        </p:blipFill>
        <p:spPr>
          <a:xfrm>
            <a:off x="666750" y="357188"/>
            <a:ext cx="10957296" cy="3857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527625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8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3" t="15043" r="44401" b="55296"/>
          <a:stretch/>
        </p:blipFill>
        <p:spPr>
          <a:xfrm>
            <a:off x="738188" y="285749"/>
            <a:ext cx="5572125" cy="6240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5365394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9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2" t="16314" r="22248" b="58474"/>
          <a:stretch/>
        </p:blipFill>
        <p:spPr>
          <a:xfrm>
            <a:off x="666750" y="254267"/>
            <a:ext cx="10242864" cy="48177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5227143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1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0" t="16525" r="43271" b="55085"/>
          <a:stretch/>
        </p:blipFill>
        <p:spPr>
          <a:xfrm>
            <a:off x="738188" y="357188"/>
            <a:ext cx="7429500" cy="63410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9992168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0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2" t="11441" r="43271" b="59321"/>
          <a:stretch/>
        </p:blipFill>
        <p:spPr>
          <a:xfrm>
            <a:off x="738187" y="285750"/>
            <a:ext cx="6643688" cy="61121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5368507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0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0" t="13771" r="34003" b="56145"/>
          <a:stretch/>
        </p:blipFill>
        <p:spPr>
          <a:xfrm>
            <a:off x="738187" y="285750"/>
            <a:ext cx="8072438" cy="60972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760478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3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614" y="0"/>
            <a:ext cx="4820776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1526030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6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614" y="0"/>
            <a:ext cx="4820776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0619761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7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93"/>
          <a:stretch/>
        </p:blipFill>
        <p:spPr>
          <a:xfrm>
            <a:off x="666750" y="428626"/>
            <a:ext cx="8433913" cy="5137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0737526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2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16" t="50000" r="40239" b="19492"/>
          <a:stretch/>
        </p:blipFill>
        <p:spPr>
          <a:xfrm>
            <a:off x="809625" y="285750"/>
            <a:ext cx="8671718" cy="5429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2921588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1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7" t="21751" r="44944" b="39125"/>
          <a:stretch/>
        </p:blipFill>
        <p:spPr>
          <a:xfrm>
            <a:off x="595313" y="285750"/>
            <a:ext cx="10191063" cy="5286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8683318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1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23" t="10735" r="26506" b="42090"/>
          <a:stretch/>
        </p:blipFill>
        <p:spPr>
          <a:xfrm>
            <a:off x="738187" y="285750"/>
            <a:ext cx="9501188" cy="4912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1582895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1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8" t="13136" b="21822"/>
          <a:stretch/>
        </p:blipFill>
        <p:spPr>
          <a:xfrm>
            <a:off x="595312" y="323739"/>
            <a:ext cx="6357938" cy="6105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5093251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2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5" r="16588"/>
          <a:stretch/>
        </p:blipFill>
        <p:spPr>
          <a:xfrm>
            <a:off x="666750" y="357188"/>
            <a:ext cx="807849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7486303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6" t="24153" r="34279" b="15678"/>
          <a:stretch/>
        </p:blipFill>
        <p:spPr>
          <a:xfrm>
            <a:off x="666750" y="285750"/>
            <a:ext cx="4786313" cy="6293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1984315"/>
      </p:ext>
    </p:extLst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4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89" y="857250"/>
            <a:ext cx="11427023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9761885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7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12011" b="27119"/>
          <a:stretch/>
        </p:blipFill>
        <p:spPr>
          <a:xfrm>
            <a:off x="595312" y="142875"/>
            <a:ext cx="5643563" cy="64979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052752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7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67" t="4237" r="10358" b="30297"/>
          <a:stretch/>
        </p:blipFill>
        <p:spPr>
          <a:xfrm>
            <a:off x="666750" y="290593"/>
            <a:ext cx="5715000" cy="63295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3248580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9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89" y="857250"/>
            <a:ext cx="11427023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7372271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39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3"/>
          <a:stretch/>
        </p:blipFill>
        <p:spPr>
          <a:xfrm>
            <a:off x="595313" y="357188"/>
            <a:ext cx="10526184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6894132"/>
      </p:ext>
    </p:extLst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0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2" r="23582"/>
          <a:stretch/>
        </p:blipFill>
        <p:spPr>
          <a:xfrm>
            <a:off x="595313" y="214313"/>
            <a:ext cx="7875076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7294401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1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8" r="31211"/>
          <a:stretch/>
        </p:blipFill>
        <p:spPr>
          <a:xfrm>
            <a:off x="738188" y="214313"/>
            <a:ext cx="642211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6873245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1 PM (2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2" r="32482"/>
          <a:stretch/>
        </p:blipFill>
        <p:spPr>
          <a:xfrm>
            <a:off x="595313" y="285750"/>
            <a:ext cx="6654585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8545444"/>
      </p:ext>
    </p:extLst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1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94" t="23164" r="28159"/>
          <a:stretch/>
        </p:blipFill>
        <p:spPr>
          <a:xfrm>
            <a:off x="595312" y="285750"/>
            <a:ext cx="9244853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9486222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2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73" r="30575"/>
          <a:stretch/>
        </p:blipFill>
        <p:spPr>
          <a:xfrm>
            <a:off x="666750" y="214313"/>
            <a:ext cx="7215188" cy="64499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889315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3 PM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2" t="14645" r="43163" b="10121"/>
          <a:stretch/>
        </p:blipFill>
        <p:spPr>
          <a:xfrm>
            <a:off x="666750" y="285750"/>
            <a:ext cx="8643938" cy="6265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2013469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5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98" y="0"/>
            <a:ext cx="48148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2134830"/>
      </p:ext>
    </p:extLst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5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98" y="0"/>
            <a:ext cx="48148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8331690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6 PM (1)"/>
          <p:cNvPicPr>
            <a:picLocks noGrp="1" noChangeAspect="1"/>
          </p:cNvPicPr>
          <p:nvPr isPhoto="1"/>
        </p:nvPicPr>
        <p:blipFill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1"/>
          <a:stretch/>
        </p:blipFill>
        <p:spPr>
          <a:xfrm>
            <a:off x="405216" y="0"/>
            <a:ext cx="9392871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9038588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6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98" y="0"/>
            <a:ext cx="48148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3516587"/>
      </p:ext>
    </p:extLst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7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98" y="0"/>
            <a:ext cx="48148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808066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7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598" y="0"/>
            <a:ext cx="481482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0379466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8 PM (1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89" y="857250"/>
            <a:ext cx="11427023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4216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8 PM (2)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89" y="857250"/>
            <a:ext cx="11427023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4545653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4-09-10 at 12.27.48 PM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89" y="860426"/>
            <a:ext cx="11427023" cy="5137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1679694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F0487-261F-B84F-79B9-F7750B8957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Accenture Coding Questions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7DEA3-580B-9112-82AE-9D24527588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8000" b="1" dirty="0" err="1"/>
              <a:t>Hirepro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4236286392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BECF00-7D30-3D06-71D1-73567AFEB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6934"/>
            <a:ext cx="9688749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62840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07DD3C-98CC-8264-C020-DABE1AC78F09}"/>
              </a:ext>
            </a:extLst>
          </p:cNvPr>
          <p:cNvSpPr txBox="1"/>
          <p:nvPr/>
        </p:nvSpPr>
        <p:spPr>
          <a:xfrm>
            <a:off x="294261" y="307060"/>
            <a:ext cx="60943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Logic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Convert the integer to binary</a:t>
            </a:r>
            <a:r>
              <a:rPr lang="en-US" dirty="0"/>
              <a:t>: You can use built-in functions to convert an integer to its binary representation.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Count the number of ones</a:t>
            </a:r>
            <a:r>
              <a:rPr lang="en-US" dirty="0"/>
              <a:t>: Once you have the binary string, count the number of '1' characters.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D1DDBC-5220-D887-1C93-1856E34DC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61" y="2214461"/>
            <a:ext cx="4657725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7604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465C19-CAE8-DD6C-8364-A9F279DF3F5C}"/>
              </a:ext>
            </a:extLst>
          </p:cNvPr>
          <p:cNvSpPr txBox="1"/>
          <p:nvPr/>
        </p:nvSpPr>
        <p:spPr>
          <a:xfrm>
            <a:off x="245622" y="181557"/>
            <a:ext cx="108925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CountOnesInBinary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Scanner </a:t>
            </a:r>
            <a:r>
              <a:rPr lang="en-IN" dirty="0" err="1"/>
              <a:t>scanner</a:t>
            </a:r>
            <a:r>
              <a:rPr lang="en-IN" dirty="0"/>
              <a:t> = new Scanner(System.in);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</a:t>
            </a:r>
            <a:r>
              <a:rPr lang="en-IN" dirty="0"/>
              <a:t>("Enter an integer: ");</a:t>
            </a:r>
          </a:p>
          <a:p>
            <a:r>
              <a:rPr lang="en-IN" dirty="0"/>
              <a:t>        int number = </a:t>
            </a:r>
            <a:r>
              <a:rPr lang="en-IN" dirty="0" err="1"/>
              <a:t>scanner.nextInt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int count = </a:t>
            </a:r>
            <a:r>
              <a:rPr lang="en-IN" dirty="0" err="1"/>
              <a:t>Integer.bitCount</a:t>
            </a:r>
            <a:r>
              <a:rPr lang="en-IN" dirty="0"/>
              <a:t>(number);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("Number of ones in the binary representation of " + number + " is: " + count);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F986F-ED08-F81A-22A8-2CB9211955F4}"/>
              </a:ext>
            </a:extLst>
          </p:cNvPr>
          <p:cNvSpPr txBox="1"/>
          <p:nvPr/>
        </p:nvSpPr>
        <p:spPr>
          <a:xfrm>
            <a:off x="469358" y="4154589"/>
            <a:ext cx="94625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def </a:t>
            </a:r>
            <a:r>
              <a:rPr lang="en-IN" dirty="0" err="1"/>
              <a:t>count_ones_in_binary</a:t>
            </a:r>
            <a:r>
              <a:rPr lang="en-IN" dirty="0"/>
              <a:t>(number):</a:t>
            </a:r>
          </a:p>
          <a:p>
            <a:r>
              <a:rPr lang="en-IN" dirty="0"/>
              <a:t>    return bin(number).count('1')</a:t>
            </a:r>
          </a:p>
          <a:p>
            <a:endParaRPr lang="en-IN" dirty="0"/>
          </a:p>
          <a:p>
            <a:r>
              <a:rPr lang="en-IN" dirty="0"/>
              <a:t>number = int(input("Enter an integer: "))</a:t>
            </a:r>
          </a:p>
          <a:p>
            <a:r>
              <a:rPr lang="en-IN" dirty="0"/>
              <a:t>count = </a:t>
            </a:r>
            <a:r>
              <a:rPr lang="en-IN" dirty="0" err="1"/>
              <a:t>count_ones_in_binary</a:t>
            </a:r>
            <a:r>
              <a:rPr lang="en-IN" dirty="0"/>
              <a:t>(number)</a:t>
            </a:r>
          </a:p>
          <a:p>
            <a:r>
              <a:rPr lang="en-IN" dirty="0"/>
              <a:t>print(</a:t>
            </a:r>
            <a:r>
              <a:rPr lang="en-IN" dirty="0" err="1"/>
              <a:t>f"Number</a:t>
            </a:r>
            <a:r>
              <a:rPr lang="en-IN" dirty="0"/>
              <a:t> of ones in the binary representation of {number} is: {count}")</a:t>
            </a:r>
          </a:p>
        </p:txBody>
      </p:sp>
    </p:spTree>
    <p:extLst>
      <p:ext uri="{BB962C8B-B14F-4D97-AF65-F5344CB8AC3E}">
        <p14:creationId xmlns:p14="http://schemas.microsoft.com/office/powerpoint/2010/main" val="3245703452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C3385D-4A5A-8D9E-CE92-079B9F9C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779" y="1286934"/>
            <a:ext cx="7735043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5539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4799AD-CCD6-C8DD-46A1-7896E4559053}"/>
              </a:ext>
            </a:extLst>
          </p:cNvPr>
          <p:cNvSpPr txBox="1"/>
          <p:nvPr/>
        </p:nvSpPr>
        <p:spPr>
          <a:xfrm>
            <a:off x="235895" y="387193"/>
            <a:ext cx="11505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Edge Cases</a:t>
            </a:r>
            <a:r>
              <a:rPr lang="en-US" dirty="0"/>
              <a:t>: If the array has fewer than two distinct elements, both implementations handle this scenario by checking if the second smallest element has been updated from its initial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86796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F7471-0403-B090-F943-C9156878C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779" y="1286934"/>
            <a:ext cx="7663510" cy="41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42037"/>
      </p:ext>
    </p:extLst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CA1D36-0C41-2BD1-FE33-FFB993237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1394858"/>
            <a:ext cx="9664846" cy="389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8265"/>
      </p:ext>
    </p:extLst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C9D363-61FA-279B-909C-6909EB21B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854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5231"/>
      </p:ext>
    </p:extLst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1DF36-2614-E37D-CFAF-B852B4AF0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6" y="498644"/>
            <a:ext cx="101727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67003"/>
      </p:ext>
    </p:extLst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2CE2-80BE-5304-2053-7EF84D44F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Smallest Element in the array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EAAA5A-3CC8-4D1D-7900-54554DCE8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383" y="1825625"/>
            <a:ext cx="9767562" cy="4351338"/>
          </a:xfrm>
        </p:spPr>
      </p:pic>
    </p:spTree>
    <p:extLst>
      <p:ext uri="{BB962C8B-B14F-4D97-AF65-F5344CB8AC3E}">
        <p14:creationId xmlns:p14="http://schemas.microsoft.com/office/powerpoint/2010/main" val="1181622068"/>
      </p:ext>
    </p:extLst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5FCD5-B49C-EB19-188A-99FE9925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5CFB6-2FAD-2CBA-289C-D2C886B11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174" y="4769357"/>
            <a:ext cx="9144000" cy="1655762"/>
          </a:xfrm>
        </p:spPr>
        <p:txBody>
          <a:bodyPr/>
          <a:lstStyle/>
          <a:p>
            <a:r>
              <a:rPr lang="en-IN" dirty="0"/>
              <a:t>https://www.geeksforgeeks.org/frequent-word-array-strings/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00893F-F9E4-4979-FC9A-8BCA44EA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23" y="157567"/>
            <a:ext cx="11614826" cy="40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38101"/>
      </p:ext>
    </p:extLst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61A2DA-0018-F23E-FE30-2BB5FDC78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55" y="537554"/>
            <a:ext cx="791527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39453"/>
      </p:ext>
    </p:extLst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4A86BC-1A1A-2D37-761B-3FA1BA3BD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86" y="762000"/>
            <a:ext cx="10780376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27197"/>
      </p:ext>
    </p:extLst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04AEB-5C08-8B47-E7CB-213989E8C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3" y="1535957"/>
            <a:ext cx="11419665" cy="49339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0F8751-ABB3-ADBB-BCA1-BEEF82E278BC}"/>
              </a:ext>
            </a:extLst>
          </p:cNvPr>
          <p:cNvSpPr/>
          <p:nvPr/>
        </p:nvSpPr>
        <p:spPr>
          <a:xfrm>
            <a:off x="1113161" y="388093"/>
            <a:ext cx="99656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 and Max element in the array</a:t>
            </a:r>
          </a:p>
        </p:txBody>
      </p:sp>
    </p:spTree>
    <p:extLst>
      <p:ext uri="{BB962C8B-B14F-4D97-AF65-F5344CB8AC3E}">
        <p14:creationId xmlns:p14="http://schemas.microsoft.com/office/powerpoint/2010/main" val="2425431550"/>
      </p:ext>
    </p:extLst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886F52-1E74-643E-26CE-993194384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60" y="1832650"/>
            <a:ext cx="8705850" cy="4476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DA1CF0-CD88-1AEB-EAA6-96B9DC828957}"/>
              </a:ext>
            </a:extLst>
          </p:cNvPr>
          <p:cNvSpPr txBox="1"/>
          <p:nvPr/>
        </p:nvSpPr>
        <p:spPr>
          <a:xfrm>
            <a:off x="284534" y="363934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 element in the array</a:t>
            </a:r>
          </a:p>
        </p:txBody>
      </p:sp>
    </p:spTree>
    <p:extLst>
      <p:ext uri="{BB962C8B-B14F-4D97-AF65-F5344CB8AC3E}">
        <p14:creationId xmlns:p14="http://schemas.microsoft.com/office/powerpoint/2010/main" val="2717030700"/>
      </p:ext>
    </p:extLst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A20097-8E95-6EF9-244A-39736157C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14" y="643468"/>
            <a:ext cx="10884372" cy="32573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A16D454-745A-DF35-CFFF-EDC4DFDEA188}"/>
              </a:ext>
            </a:extLst>
          </p:cNvPr>
          <p:cNvSpPr/>
          <p:nvPr/>
        </p:nvSpPr>
        <p:spPr>
          <a:xfrm>
            <a:off x="992592" y="3900792"/>
            <a:ext cx="920066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Input: [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TeamA,TeamB,TeamB,TeamC,TeamA,TeamD,TeamA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 : </a:t>
            </a:r>
            <a:r>
              <a:rPr lang="en-US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TeamA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7715295"/>
      </p:ext>
    </p:extLst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297354-DCBC-7470-81BB-DB15A02D8FA7}"/>
              </a:ext>
            </a:extLst>
          </p:cNvPr>
          <p:cNvSpPr/>
          <p:nvPr/>
        </p:nvSpPr>
        <p:spPr>
          <a:xfrm>
            <a:off x="4496204" y="2967335"/>
            <a:ext cx="31995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9535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469</Words>
  <Application>Microsoft Office PowerPoint</Application>
  <PresentationFormat>Widescreen</PresentationFormat>
  <Paragraphs>85</Paragraphs>
  <Slides>363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363</vt:i4>
      </vt:variant>
    </vt:vector>
  </HeadingPairs>
  <TitlesOfParts>
    <vt:vector size="367" baseType="lpstr">
      <vt:lpstr>Aptos</vt:lpstr>
      <vt:lpstr>Aptos Display</vt:lpstr>
      <vt:lpstr>Arial</vt:lpstr>
      <vt:lpstr>Office Theme</vt:lpstr>
      <vt:lpstr>Accenture Hirepro</vt:lpstr>
      <vt:lpstr>Section : 2025 Batch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English 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Critical Reasoning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Abstract Reasoning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Pseudocode Section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Application and Ms office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Networking and Cloud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Accenture Coding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 Smallest Element in the 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RAVICHANDRAN</dc:creator>
  <cp:lastModifiedBy>BALAJI RAVICHANDRAN</cp:lastModifiedBy>
  <cp:revision>6</cp:revision>
  <dcterms:created xsi:type="dcterms:W3CDTF">2024-09-10T06:41:39Z</dcterms:created>
  <dcterms:modified xsi:type="dcterms:W3CDTF">2024-09-10T14:24:35Z</dcterms:modified>
</cp:coreProperties>
</file>