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 /><Relationship Id="rId2" Type="http://schemas.openxmlformats.org/package/2006/relationships/metadata/thumbnail" Target="docProps/thumbnail.jpeg" /><Relationship Id="rId1" Type="http://schemas.openxmlformats.org/officeDocument/2006/relationships/officeDocument" Target="ppt/presentation.xml" /><Relationship Id="rId4" Type="http://schemas.openxmlformats.org/officeDocument/2006/relationships/extended-properties" Target="docProps/app.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96" r:id="rId1"/>
  </p:sldMasterIdLst>
  <p:notesMasterIdLst>
    <p:notesMasterId r:id="rId66"/>
  </p:notesMasterIdLst>
  <p:sldIdLst>
    <p:sldId id="260" r:id="rId2"/>
    <p:sldId id="273" r:id="rId3"/>
    <p:sldId id="274" r:id="rId4"/>
    <p:sldId id="279" r:id="rId5"/>
    <p:sldId id="280" r:id="rId6"/>
    <p:sldId id="281" r:id="rId7"/>
    <p:sldId id="282" r:id="rId8"/>
    <p:sldId id="283" r:id="rId9"/>
    <p:sldId id="284" r:id="rId10"/>
    <p:sldId id="285" r:id="rId11"/>
    <p:sldId id="276" r:id="rId12"/>
    <p:sldId id="286" r:id="rId13"/>
    <p:sldId id="316" r:id="rId14"/>
    <p:sldId id="258" r:id="rId15"/>
    <p:sldId id="314" r:id="rId16"/>
    <p:sldId id="317" r:id="rId17"/>
    <p:sldId id="318" r:id="rId18"/>
    <p:sldId id="259" r:id="rId19"/>
    <p:sldId id="320" r:id="rId20"/>
    <p:sldId id="262" r:id="rId21"/>
    <p:sldId id="321" r:id="rId22"/>
    <p:sldId id="287" r:id="rId23"/>
    <p:sldId id="288" r:id="rId24"/>
    <p:sldId id="322" r:id="rId25"/>
    <p:sldId id="323" r:id="rId26"/>
    <p:sldId id="291" r:id="rId27"/>
    <p:sldId id="263" r:id="rId28"/>
    <p:sldId id="289" r:id="rId29"/>
    <p:sldId id="337" r:id="rId30"/>
    <p:sldId id="264" r:id="rId31"/>
    <p:sldId id="290" r:id="rId32"/>
    <p:sldId id="292" r:id="rId33"/>
    <p:sldId id="265" r:id="rId34"/>
    <p:sldId id="293" r:id="rId35"/>
    <p:sldId id="267" r:id="rId36"/>
    <p:sldId id="294" r:id="rId37"/>
    <p:sldId id="270" r:id="rId38"/>
    <p:sldId id="295" r:id="rId39"/>
    <p:sldId id="324" r:id="rId40"/>
    <p:sldId id="326" r:id="rId41"/>
    <p:sldId id="327" r:id="rId42"/>
    <p:sldId id="328" r:id="rId43"/>
    <p:sldId id="272" r:id="rId44"/>
    <p:sldId id="296" r:id="rId45"/>
    <p:sldId id="333" r:id="rId46"/>
    <p:sldId id="330" r:id="rId47"/>
    <p:sldId id="331" r:id="rId48"/>
    <p:sldId id="332" r:id="rId49"/>
    <p:sldId id="269" r:id="rId50"/>
    <p:sldId id="298" r:id="rId51"/>
    <p:sldId id="278" r:id="rId52"/>
    <p:sldId id="300" r:id="rId53"/>
    <p:sldId id="301" r:id="rId54"/>
    <p:sldId id="302" r:id="rId55"/>
    <p:sldId id="303" r:id="rId56"/>
    <p:sldId id="304" r:id="rId57"/>
    <p:sldId id="305" r:id="rId58"/>
    <p:sldId id="307" r:id="rId59"/>
    <p:sldId id="308" r:id="rId60"/>
    <p:sldId id="309" r:id="rId61"/>
    <p:sldId id="334" r:id="rId62"/>
    <p:sldId id="310" r:id="rId63"/>
    <p:sldId id="312" r:id="rId64"/>
    <p:sldId id="335" r:id="rId65"/>
  </p:sldIdLst>
  <p:sldSz cx="9144000" cy="6858000" type="screen4x3"/>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p:cViewPr>
        <p:scale>
          <a:sx n="70" d="100"/>
          <a:sy n="70" d="100"/>
        </p:scale>
        <p:origin x="-1386" y="-72"/>
      </p:cViewPr>
      <p:guideLst>
        <p:guide orient="horz" pos="2160"/>
        <p:guide pos="2880"/>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2.xml" /><Relationship Id="rId18" Type="http://schemas.openxmlformats.org/officeDocument/2006/relationships/slide" Target="slides/slide17.xml" /><Relationship Id="rId26" Type="http://schemas.openxmlformats.org/officeDocument/2006/relationships/slide" Target="slides/slide25.xml" /><Relationship Id="rId39" Type="http://schemas.openxmlformats.org/officeDocument/2006/relationships/slide" Target="slides/slide38.xml" /><Relationship Id="rId21" Type="http://schemas.openxmlformats.org/officeDocument/2006/relationships/slide" Target="slides/slide20.xml" /><Relationship Id="rId34" Type="http://schemas.openxmlformats.org/officeDocument/2006/relationships/slide" Target="slides/slide33.xml" /><Relationship Id="rId42" Type="http://schemas.openxmlformats.org/officeDocument/2006/relationships/slide" Target="slides/slide41.xml" /><Relationship Id="rId47" Type="http://schemas.openxmlformats.org/officeDocument/2006/relationships/slide" Target="slides/slide46.xml" /><Relationship Id="rId50" Type="http://schemas.openxmlformats.org/officeDocument/2006/relationships/slide" Target="slides/slide49.xml" /><Relationship Id="rId55" Type="http://schemas.openxmlformats.org/officeDocument/2006/relationships/slide" Target="slides/slide54.xml" /><Relationship Id="rId63" Type="http://schemas.openxmlformats.org/officeDocument/2006/relationships/slide" Target="slides/slide62.xml" /><Relationship Id="rId68" Type="http://schemas.openxmlformats.org/officeDocument/2006/relationships/viewProps" Target="viewProps.xml" /><Relationship Id="rId7" Type="http://schemas.openxmlformats.org/officeDocument/2006/relationships/slide" Target="slides/slide6.xml" /><Relationship Id="rId2" Type="http://schemas.openxmlformats.org/officeDocument/2006/relationships/slide" Target="slides/slide1.xml" /><Relationship Id="rId16" Type="http://schemas.openxmlformats.org/officeDocument/2006/relationships/slide" Target="slides/slide15.xml" /><Relationship Id="rId29" Type="http://schemas.openxmlformats.org/officeDocument/2006/relationships/slide" Target="slides/slide28.xml" /><Relationship Id="rId1" Type="http://schemas.openxmlformats.org/officeDocument/2006/relationships/slideMaster" Target="slideMasters/slideMaster1.xml" /><Relationship Id="rId6" Type="http://schemas.openxmlformats.org/officeDocument/2006/relationships/slide" Target="slides/slide5.xml" /><Relationship Id="rId11" Type="http://schemas.openxmlformats.org/officeDocument/2006/relationships/slide" Target="slides/slide10.xml" /><Relationship Id="rId24" Type="http://schemas.openxmlformats.org/officeDocument/2006/relationships/slide" Target="slides/slide23.xml" /><Relationship Id="rId32" Type="http://schemas.openxmlformats.org/officeDocument/2006/relationships/slide" Target="slides/slide31.xml" /><Relationship Id="rId37" Type="http://schemas.openxmlformats.org/officeDocument/2006/relationships/slide" Target="slides/slide36.xml" /><Relationship Id="rId40" Type="http://schemas.openxmlformats.org/officeDocument/2006/relationships/slide" Target="slides/slide39.xml" /><Relationship Id="rId45" Type="http://schemas.openxmlformats.org/officeDocument/2006/relationships/slide" Target="slides/slide44.xml" /><Relationship Id="rId53" Type="http://schemas.openxmlformats.org/officeDocument/2006/relationships/slide" Target="slides/slide52.xml" /><Relationship Id="rId58" Type="http://schemas.openxmlformats.org/officeDocument/2006/relationships/slide" Target="slides/slide57.xml" /><Relationship Id="rId66" Type="http://schemas.openxmlformats.org/officeDocument/2006/relationships/notesMaster" Target="notesMasters/notesMaster1.xml" /><Relationship Id="rId5" Type="http://schemas.openxmlformats.org/officeDocument/2006/relationships/slide" Target="slides/slide4.xml" /><Relationship Id="rId15" Type="http://schemas.openxmlformats.org/officeDocument/2006/relationships/slide" Target="slides/slide14.xml" /><Relationship Id="rId23" Type="http://schemas.openxmlformats.org/officeDocument/2006/relationships/slide" Target="slides/slide22.xml" /><Relationship Id="rId28" Type="http://schemas.openxmlformats.org/officeDocument/2006/relationships/slide" Target="slides/slide27.xml" /><Relationship Id="rId36" Type="http://schemas.openxmlformats.org/officeDocument/2006/relationships/slide" Target="slides/slide35.xml" /><Relationship Id="rId49" Type="http://schemas.openxmlformats.org/officeDocument/2006/relationships/slide" Target="slides/slide48.xml" /><Relationship Id="rId57" Type="http://schemas.openxmlformats.org/officeDocument/2006/relationships/slide" Target="slides/slide56.xml" /><Relationship Id="rId61" Type="http://schemas.openxmlformats.org/officeDocument/2006/relationships/slide" Target="slides/slide60.xml" /><Relationship Id="rId10" Type="http://schemas.openxmlformats.org/officeDocument/2006/relationships/slide" Target="slides/slide9.xml" /><Relationship Id="rId19" Type="http://schemas.openxmlformats.org/officeDocument/2006/relationships/slide" Target="slides/slide18.xml" /><Relationship Id="rId31" Type="http://schemas.openxmlformats.org/officeDocument/2006/relationships/slide" Target="slides/slide30.xml" /><Relationship Id="rId44" Type="http://schemas.openxmlformats.org/officeDocument/2006/relationships/slide" Target="slides/slide43.xml" /><Relationship Id="rId52" Type="http://schemas.openxmlformats.org/officeDocument/2006/relationships/slide" Target="slides/slide51.xml" /><Relationship Id="rId60" Type="http://schemas.openxmlformats.org/officeDocument/2006/relationships/slide" Target="slides/slide59.xml" /><Relationship Id="rId65" Type="http://schemas.openxmlformats.org/officeDocument/2006/relationships/slide" Target="slides/slide64.xml" /><Relationship Id="rId4" Type="http://schemas.openxmlformats.org/officeDocument/2006/relationships/slide" Target="slides/slide3.xml" /><Relationship Id="rId9" Type="http://schemas.openxmlformats.org/officeDocument/2006/relationships/slide" Target="slides/slide8.xml" /><Relationship Id="rId14" Type="http://schemas.openxmlformats.org/officeDocument/2006/relationships/slide" Target="slides/slide13.xml" /><Relationship Id="rId22" Type="http://schemas.openxmlformats.org/officeDocument/2006/relationships/slide" Target="slides/slide21.xml" /><Relationship Id="rId27" Type="http://schemas.openxmlformats.org/officeDocument/2006/relationships/slide" Target="slides/slide26.xml" /><Relationship Id="rId30" Type="http://schemas.openxmlformats.org/officeDocument/2006/relationships/slide" Target="slides/slide29.xml" /><Relationship Id="rId35" Type="http://schemas.openxmlformats.org/officeDocument/2006/relationships/slide" Target="slides/slide34.xml" /><Relationship Id="rId43" Type="http://schemas.openxmlformats.org/officeDocument/2006/relationships/slide" Target="slides/slide42.xml" /><Relationship Id="rId48" Type="http://schemas.openxmlformats.org/officeDocument/2006/relationships/slide" Target="slides/slide47.xml" /><Relationship Id="rId56" Type="http://schemas.openxmlformats.org/officeDocument/2006/relationships/slide" Target="slides/slide55.xml" /><Relationship Id="rId64" Type="http://schemas.openxmlformats.org/officeDocument/2006/relationships/slide" Target="slides/slide63.xml" /><Relationship Id="rId69" Type="http://schemas.openxmlformats.org/officeDocument/2006/relationships/theme" Target="theme/theme1.xml" /><Relationship Id="rId8" Type="http://schemas.openxmlformats.org/officeDocument/2006/relationships/slide" Target="slides/slide7.xml" /><Relationship Id="rId51" Type="http://schemas.openxmlformats.org/officeDocument/2006/relationships/slide" Target="slides/slide50.xml" /><Relationship Id="rId3" Type="http://schemas.openxmlformats.org/officeDocument/2006/relationships/slide" Target="slides/slide2.xml" /><Relationship Id="rId12" Type="http://schemas.openxmlformats.org/officeDocument/2006/relationships/slide" Target="slides/slide11.xml" /><Relationship Id="rId17" Type="http://schemas.openxmlformats.org/officeDocument/2006/relationships/slide" Target="slides/slide16.xml" /><Relationship Id="rId25" Type="http://schemas.openxmlformats.org/officeDocument/2006/relationships/slide" Target="slides/slide24.xml" /><Relationship Id="rId33" Type="http://schemas.openxmlformats.org/officeDocument/2006/relationships/slide" Target="slides/slide32.xml" /><Relationship Id="rId38" Type="http://schemas.openxmlformats.org/officeDocument/2006/relationships/slide" Target="slides/slide37.xml" /><Relationship Id="rId46" Type="http://schemas.openxmlformats.org/officeDocument/2006/relationships/slide" Target="slides/slide45.xml" /><Relationship Id="rId59" Type="http://schemas.openxmlformats.org/officeDocument/2006/relationships/slide" Target="slides/slide58.xml" /><Relationship Id="rId67" Type="http://schemas.openxmlformats.org/officeDocument/2006/relationships/presProps" Target="presProps.xml" /><Relationship Id="rId20" Type="http://schemas.openxmlformats.org/officeDocument/2006/relationships/slide" Target="slides/slide19.xml" /><Relationship Id="rId41" Type="http://schemas.openxmlformats.org/officeDocument/2006/relationships/slide" Target="slides/slide40.xml" /><Relationship Id="rId54" Type="http://schemas.openxmlformats.org/officeDocument/2006/relationships/slide" Target="slides/slide53.xml" /><Relationship Id="rId62" Type="http://schemas.openxmlformats.org/officeDocument/2006/relationships/slide" Target="slides/slide61.xml" /><Relationship Id="rId70" Type="http://schemas.openxmlformats.org/officeDocument/2006/relationships/tableStyles" Target="tableStyles.xml" /></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IN"/>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FBBF63AF-8B14-4885-BE22-185B79E3F038}" type="datetimeFigureOut">
              <a:rPr lang="en-IN" smtClean="0"/>
              <a:t>07-09-2024</a:t>
            </a:fld>
            <a:endParaRPr lang="en-IN"/>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IN"/>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IN"/>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F33054B6-9DDF-4576-B2FE-254F68E7DE57}" type="slidenum">
              <a:rPr lang="en-IN" smtClean="0"/>
              <a:t>‹#›</a:t>
            </a:fld>
            <a:endParaRPr lang="en-IN"/>
          </a:p>
        </p:txBody>
      </p:sp>
    </p:spTree>
    <p:extLst>
      <p:ext uri="{BB962C8B-B14F-4D97-AF65-F5344CB8AC3E}">
        <p14:creationId xmlns:p14="http://schemas.microsoft.com/office/powerpoint/2010/main" val="4048026967"/>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64.xml" /><Relationship Id="rId1" Type="http://schemas.openxmlformats.org/officeDocument/2006/relationships/notesMaster" Target="../notesMasters/notesMaster1.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dirty="0"/>
          </a:p>
        </p:txBody>
      </p:sp>
      <p:sp>
        <p:nvSpPr>
          <p:cNvPr id="4" name="Slide Number Placeholder 3"/>
          <p:cNvSpPr>
            <a:spLocks noGrp="1"/>
          </p:cNvSpPr>
          <p:nvPr>
            <p:ph type="sldNum" sz="quarter" idx="10"/>
          </p:nvPr>
        </p:nvSpPr>
        <p:spPr/>
        <p:txBody>
          <a:bodyPr/>
          <a:lstStyle/>
          <a:p>
            <a:fld id="{F33054B6-9DDF-4576-B2FE-254F68E7DE57}" type="slidenum">
              <a:rPr lang="en-IN" smtClean="0"/>
              <a:t>64</a:t>
            </a:fld>
            <a:endParaRPr lang="en-IN"/>
          </a:p>
        </p:txBody>
      </p:sp>
    </p:spTree>
    <p:extLst>
      <p:ext uri="{BB962C8B-B14F-4D97-AF65-F5344CB8AC3E}">
        <p14:creationId xmlns:p14="http://schemas.microsoft.com/office/powerpoint/2010/main" val="2241980680"/>
      </p:ext>
    </p:extLst>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3.png" /><Relationship Id="rId1" Type="http://schemas.openxmlformats.org/officeDocument/2006/relationships/slideMaster" Target="../slideMasters/slideMaster1.xml" /></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 /></Relationships>
</file>

<file path=ppt/slideLayouts/_rels/slideLayout3.xml.rels><?xml version="1.0" encoding="UTF-8" standalone="yes"?>
<Relationships xmlns="http://schemas.openxmlformats.org/package/2006/relationships"><Relationship Id="rId2" Type="http://schemas.openxmlformats.org/officeDocument/2006/relationships/image" Target="../media/image3.png" /><Relationship Id="rId1" Type="http://schemas.openxmlformats.org/officeDocument/2006/relationships/slideMaster" Target="../slideMasters/slideMaster1.xml" /></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 /></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 /></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 /></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 /></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 /></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 /></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 /></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 /></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bg>
      <p:bgRef idx="1003">
        <a:schemeClr val="bg2"/>
      </p:bgRef>
    </p:bg>
    <p:spTree>
      <p:nvGrpSpPr>
        <p:cNvPr id="1" name=""/>
        <p:cNvGrpSpPr/>
        <p:nvPr/>
      </p:nvGrpSpPr>
      <p:grpSpPr>
        <a:xfrm>
          <a:off x="0" y="0"/>
          <a:ext cx="0" cy="0"/>
          <a:chOff x="0" y="0"/>
          <a:chExt cx="0" cy="0"/>
        </a:xfrm>
      </p:grpSpPr>
      <p:pic>
        <p:nvPicPr>
          <p:cNvPr id="7" name="Picture 6" descr="CoverOverlay.png"/>
          <p:cNvPicPr>
            <a:picLocks noChangeAspect="1"/>
          </p:cNvPicPr>
          <p:nvPr/>
        </p:nvPicPr>
        <p:blipFill>
          <a:blip r:embed="rId2" cstate="print"/>
          <a:stretch>
            <a:fillRect/>
          </a:stretch>
        </p:blipFill>
        <p:spPr>
          <a:xfrm>
            <a:off x="0" y="0"/>
            <a:ext cx="9144000" cy="6858000"/>
          </a:xfrm>
          <a:prstGeom prst="rect">
            <a:avLst/>
          </a:prstGeom>
        </p:spPr>
      </p:pic>
      <p:sp>
        <p:nvSpPr>
          <p:cNvPr id="4" name="Date Placeholder 3"/>
          <p:cNvSpPr>
            <a:spLocks noGrp="1"/>
          </p:cNvSpPr>
          <p:nvPr>
            <p:ph type="dt" sz="half" idx="10"/>
          </p:nvPr>
        </p:nvSpPr>
        <p:spPr/>
        <p:txBody>
          <a:bodyPr/>
          <a:lstStyle>
            <a:lvl1pPr>
              <a:defRPr>
                <a:solidFill>
                  <a:schemeClr val="tx2"/>
                </a:solidFill>
              </a:defRPr>
            </a:lvl1pPr>
          </a:lstStyle>
          <a:p>
            <a:fld id="{5AEC28C6-3E00-437C-BEE8-DC0ED4BC586E}" type="datetimeFigureOut">
              <a:rPr lang="en-IN" smtClean="0"/>
              <a:t>07-09-2024</a:t>
            </a:fld>
            <a:endParaRPr lang="en-IN"/>
          </a:p>
        </p:txBody>
      </p:sp>
      <p:sp>
        <p:nvSpPr>
          <p:cNvPr id="5" name="Footer Placeholder 4"/>
          <p:cNvSpPr>
            <a:spLocks noGrp="1"/>
          </p:cNvSpPr>
          <p:nvPr>
            <p:ph type="ftr" sz="quarter" idx="11"/>
          </p:nvPr>
        </p:nvSpPr>
        <p:spPr/>
        <p:txBody>
          <a:bodyPr/>
          <a:lstStyle>
            <a:lvl1pPr>
              <a:defRPr>
                <a:solidFill>
                  <a:schemeClr val="tx2"/>
                </a:solidFill>
              </a:defRPr>
            </a:lvl1pPr>
          </a:lstStyle>
          <a:p>
            <a:endParaRPr lang="en-IN"/>
          </a:p>
        </p:txBody>
      </p:sp>
      <p:sp>
        <p:nvSpPr>
          <p:cNvPr id="6" name="Slide Number Placeholder 5"/>
          <p:cNvSpPr>
            <a:spLocks noGrp="1"/>
          </p:cNvSpPr>
          <p:nvPr>
            <p:ph type="sldNum" sz="quarter" idx="12"/>
          </p:nvPr>
        </p:nvSpPr>
        <p:spPr/>
        <p:txBody>
          <a:bodyPr/>
          <a:lstStyle>
            <a:lvl1pPr>
              <a:defRPr>
                <a:solidFill>
                  <a:schemeClr val="tx2"/>
                </a:solidFill>
              </a:defRPr>
            </a:lvl1pPr>
          </a:lstStyle>
          <a:p>
            <a:fld id="{EDE9F137-8792-46CD-AA8B-51ACE2180FEE}" type="slidenum">
              <a:rPr lang="en-IN" smtClean="0"/>
              <a:t>‹#›</a:t>
            </a:fld>
            <a:endParaRPr lang="en-IN"/>
          </a:p>
        </p:txBody>
      </p:sp>
      <p:grpSp>
        <p:nvGrpSpPr>
          <p:cNvPr id="8" name="Group 7"/>
          <p:cNvGrpSpPr/>
          <p:nvPr/>
        </p:nvGrpSpPr>
        <p:grpSpPr>
          <a:xfrm>
            <a:off x="1194101" y="2887530"/>
            <a:ext cx="6779110" cy="923330"/>
            <a:chOff x="1172584" y="1381459"/>
            <a:chExt cx="6779110" cy="923330"/>
          </a:xfrm>
          <a:effectLst>
            <a:outerShdw blurRad="38100" dist="12700" dir="16200000" rotWithShape="0">
              <a:prstClr val="black">
                <a:alpha val="30000"/>
              </a:prstClr>
            </a:outerShdw>
          </a:effectLst>
        </p:grpSpPr>
        <p:sp>
          <p:nvSpPr>
            <p:cNvPr id="9" name="TextBox 8"/>
            <p:cNvSpPr txBox="1"/>
            <p:nvPr/>
          </p:nvSpPr>
          <p:spPr>
            <a:xfrm>
              <a:off x="4147073" y="1381459"/>
              <a:ext cx="877163" cy="923330"/>
            </a:xfrm>
            <a:prstGeom prst="rect">
              <a:avLst/>
            </a:prstGeom>
            <a:noFill/>
          </p:spPr>
          <p:txBody>
            <a:bodyPr wrap="none" rtlCol="0">
              <a:spAutoFit/>
            </a:bodyPr>
            <a:lstStyle/>
            <a:p>
              <a:r>
                <a:rPr lang="en-US" sz="5400" dirty="0">
                  <a:ln w="3175">
                    <a:solidFill>
                      <a:schemeClr val="tx2">
                        <a:alpha val="60000"/>
                      </a:schemeClr>
                    </a:solidFill>
                  </a:ln>
                  <a:solidFill>
                    <a:schemeClr val="tx2">
                      <a:lumMod val="90000"/>
                    </a:schemeClr>
                  </a:solidFill>
                  <a:effectLst>
                    <a:outerShdw blurRad="34925" dist="12700" dir="14400000" algn="ctr" rotWithShape="0">
                      <a:srgbClr val="000000">
                        <a:alpha val="21000"/>
                      </a:srgbClr>
                    </a:outerShdw>
                  </a:effectLst>
                  <a:latin typeface="Wingdings" pitchFamily="2" charset="2"/>
                </a:rPr>
                <a:t></a:t>
              </a:r>
            </a:p>
          </p:txBody>
        </p:sp>
        <p:cxnSp>
          <p:nvCxnSpPr>
            <p:cNvPr id="10" name="Straight Connector 9"/>
            <p:cNvCxnSpPr/>
            <p:nvPr/>
          </p:nvCxnSpPr>
          <p:spPr>
            <a:xfrm rot="10800000">
              <a:off x="1172584" y="1925620"/>
              <a:ext cx="3119718" cy="1588"/>
            </a:xfrm>
            <a:prstGeom prst="line">
              <a:avLst/>
            </a:prstGeom>
            <a:ln>
              <a:solidFill>
                <a:schemeClr val="tx2">
                  <a:lumMod val="90000"/>
                </a:schemeClr>
              </a:solidFill>
            </a:ln>
            <a:effectLst/>
          </p:spPr>
          <p:style>
            <a:lnRef idx="1">
              <a:schemeClr val="accent1"/>
            </a:lnRef>
            <a:fillRef idx="0">
              <a:schemeClr val="accent1"/>
            </a:fillRef>
            <a:effectRef idx="0">
              <a:schemeClr val="accent1"/>
            </a:effectRef>
            <a:fontRef idx="minor">
              <a:schemeClr val="tx1"/>
            </a:fontRef>
          </p:style>
        </p:cxnSp>
        <p:cxnSp>
          <p:nvCxnSpPr>
            <p:cNvPr id="11" name="Straight Connector 10"/>
            <p:cNvCxnSpPr/>
            <p:nvPr/>
          </p:nvCxnSpPr>
          <p:spPr>
            <a:xfrm rot="10800000">
              <a:off x="4831976" y="1922930"/>
              <a:ext cx="3119718" cy="1588"/>
            </a:xfrm>
            <a:prstGeom prst="line">
              <a:avLst/>
            </a:prstGeom>
            <a:ln>
              <a:solidFill>
                <a:schemeClr val="tx2">
                  <a:lumMod val="90000"/>
                </a:schemeClr>
              </a:solidFill>
            </a:ln>
            <a:effectLst/>
          </p:spPr>
          <p:style>
            <a:lnRef idx="1">
              <a:schemeClr val="accent1"/>
            </a:lnRef>
            <a:fillRef idx="0">
              <a:schemeClr val="accent1"/>
            </a:fillRef>
            <a:effectRef idx="0">
              <a:schemeClr val="accent1"/>
            </a:effectRef>
            <a:fontRef idx="minor">
              <a:schemeClr val="tx1"/>
            </a:fontRef>
          </p:style>
        </p:cxnSp>
      </p:grpSp>
      <p:sp>
        <p:nvSpPr>
          <p:cNvPr id="2" name="Title 1"/>
          <p:cNvSpPr>
            <a:spLocks noGrp="1"/>
          </p:cNvSpPr>
          <p:nvPr>
            <p:ph type="ctrTitle"/>
          </p:nvPr>
        </p:nvSpPr>
        <p:spPr>
          <a:xfrm>
            <a:off x="1183341" y="1387737"/>
            <a:ext cx="6777318" cy="1731982"/>
          </a:xfrm>
        </p:spPr>
        <p:txBody>
          <a:bodyPr anchor="b"/>
          <a:lstStyle>
            <a:lvl1pPr>
              <a:defRPr>
                <a:ln w="3175">
                  <a:solidFill>
                    <a:schemeClr val="tx1">
                      <a:alpha val="65000"/>
                    </a:schemeClr>
                  </a:solidFill>
                </a:ln>
                <a:solidFill>
                  <a:schemeClr val="tx1"/>
                </a:solidFill>
                <a:effectLst>
                  <a:outerShdw blurRad="25400" dist="12700" dir="14220000" rotWithShape="0">
                    <a:prstClr val="black">
                      <a:alpha val="50000"/>
                    </a:prstClr>
                  </a:outerShdw>
                </a:effectLst>
              </a:defRPr>
            </a:lvl1pPr>
          </a:lstStyle>
          <a:p>
            <a:r>
              <a:rPr lang="en-US"/>
              <a:t>Click to edit Master title style</a:t>
            </a:r>
            <a:endParaRPr lang="en-US" dirty="0"/>
          </a:p>
        </p:txBody>
      </p:sp>
      <p:sp>
        <p:nvSpPr>
          <p:cNvPr id="3" name="Subtitle 2"/>
          <p:cNvSpPr>
            <a:spLocks noGrp="1"/>
          </p:cNvSpPr>
          <p:nvPr>
            <p:ph type="subTitle" idx="1"/>
          </p:nvPr>
        </p:nvSpPr>
        <p:spPr>
          <a:xfrm>
            <a:off x="1371600" y="3767862"/>
            <a:ext cx="6400800" cy="1752600"/>
          </a:xfrm>
        </p:spPr>
        <p:txBody>
          <a:bodyPr/>
          <a:lstStyle>
            <a:lvl1pPr marL="0" indent="0" algn="ctr">
              <a:buNone/>
              <a:defRPr>
                <a:solidFill>
                  <a:schemeClr val="tx1"/>
                </a:solidFill>
                <a:effectLst>
                  <a:outerShdw blurRad="34925" dist="12700" dir="14400000" rotWithShape="0">
                    <a:prstClr val="black">
                      <a:alpha val="21000"/>
                    </a:prstClr>
                  </a:outerShdw>
                </a:effectLst>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endParaRPr lang="en-US" dirty="0"/>
          </a:p>
        </p:txBody>
      </p:sp>
    </p:spTree>
  </p:cSld>
  <p:clrMapOvr>
    <a:overrideClrMapping bg1="dk1" tx1="lt1" bg2="dk2" tx2="lt2" accent1="accent1" accent2="accent2" accent3="accent3" accent4="accent4" accent5="accent5" accent6="accent6" hlink="hlink" folHlink="folHlink"/>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bg>
      <p:bgRef idx="1002">
        <a:schemeClr val="bg1"/>
      </p:bgRef>
    </p:bg>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AEC28C6-3E00-437C-BEE8-DC0ED4BC586E}" type="datetimeFigureOut">
              <a:rPr lang="en-IN" smtClean="0"/>
              <a:t>07-09-2024</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EDE9F137-8792-46CD-AA8B-51ACE2180FEE}" type="slidenum">
              <a:rPr lang="en-IN" smtClean="0"/>
              <a:t>‹#›</a:t>
            </a:fld>
            <a:endParaRPr lang="en-IN"/>
          </a:p>
        </p:txBody>
      </p:sp>
      <p:sp>
        <p:nvSpPr>
          <p:cNvPr id="11" name="Title 10"/>
          <p:cNvSpPr>
            <a:spLocks noGrp="1"/>
          </p:cNvSpPr>
          <p:nvPr>
            <p:ph type="title"/>
          </p:nvPr>
        </p:nvSpPr>
        <p:spPr/>
        <p:txBody>
          <a:bodyPr/>
          <a:lstStyle/>
          <a:p>
            <a:r>
              <a:rPr lang="en-US"/>
              <a:t>Click to edit Master title style</a:t>
            </a:r>
          </a:p>
        </p:txBody>
      </p:sp>
      <p:grpSp>
        <p:nvGrpSpPr>
          <p:cNvPr id="12" name="Group 11"/>
          <p:cNvGrpSpPr/>
          <p:nvPr/>
        </p:nvGrpSpPr>
        <p:grpSpPr>
          <a:xfrm>
            <a:off x="1172584" y="1392217"/>
            <a:ext cx="6779110" cy="923330"/>
            <a:chOff x="1172584" y="1381459"/>
            <a:chExt cx="6779110" cy="923330"/>
          </a:xfrm>
        </p:grpSpPr>
        <p:sp>
          <p:nvSpPr>
            <p:cNvPr id="13" name="TextBox 12"/>
            <p:cNvSpPr txBox="1"/>
            <p:nvPr/>
          </p:nvSpPr>
          <p:spPr>
            <a:xfrm>
              <a:off x="4147073" y="1381459"/>
              <a:ext cx="877163" cy="923330"/>
            </a:xfrm>
            <a:prstGeom prst="rect">
              <a:avLst/>
            </a:prstGeom>
            <a:noFill/>
          </p:spPr>
          <p:txBody>
            <a:bodyPr wrap="none" rtlCol="0">
              <a:spAutoFit/>
            </a:bodyPr>
            <a:lstStyle/>
            <a:p>
              <a:r>
                <a:rPr lang="en-US" sz="5400" dirty="0">
                  <a:solidFill>
                    <a:schemeClr val="tx2">
                      <a:lumMod val="60000"/>
                      <a:lumOff val="40000"/>
                    </a:schemeClr>
                  </a:solidFill>
                  <a:latin typeface="Wingdings" pitchFamily="2" charset="2"/>
                </a:rPr>
                <a:t></a:t>
              </a:r>
            </a:p>
          </p:txBody>
        </p:sp>
        <p:cxnSp>
          <p:nvCxnSpPr>
            <p:cNvPr id="14" name="Straight Connector 13"/>
            <p:cNvCxnSpPr/>
            <p:nvPr/>
          </p:nvCxnSpPr>
          <p:spPr>
            <a:xfrm rot="10800000">
              <a:off x="1172584" y="1925620"/>
              <a:ext cx="3119718" cy="1588"/>
            </a:xfrm>
            <a:prstGeom prst="line">
              <a:avLst/>
            </a:prstGeom>
            <a:ln>
              <a:solidFill>
                <a:schemeClr val="tx2">
                  <a:lumMod val="60000"/>
                  <a:lumOff val="40000"/>
                </a:schemeClr>
              </a:solidFill>
            </a:ln>
            <a:effectLst/>
          </p:spPr>
          <p:style>
            <a:lnRef idx="1">
              <a:schemeClr val="accent1"/>
            </a:lnRef>
            <a:fillRef idx="0">
              <a:schemeClr val="accent1"/>
            </a:fillRef>
            <a:effectRef idx="0">
              <a:schemeClr val="accent1"/>
            </a:effectRef>
            <a:fontRef idx="minor">
              <a:schemeClr val="tx1"/>
            </a:fontRef>
          </p:style>
        </p:cxnSp>
        <p:cxnSp>
          <p:nvCxnSpPr>
            <p:cNvPr id="15" name="Straight Connector 14"/>
            <p:cNvCxnSpPr/>
            <p:nvPr/>
          </p:nvCxnSpPr>
          <p:spPr>
            <a:xfrm rot="10800000">
              <a:off x="4831976" y="1922650"/>
              <a:ext cx="3119718" cy="1588"/>
            </a:xfrm>
            <a:prstGeom prst="line">
              <a:avLst/>
            </a:prstGeom>
            <a:ln>
              <a:solidFill>
                <a:schemeClr val="tx2">
                  <a:lumMod val="60000"/>
                  <a:lumOff val="40000"/>
                </a:schemeClr>
              </a:solidFill>
            </a:ln>
            <a:effectLst/>
          </p:spPr>
          <p:style>
            <a:lnRef idx="1">
              <a:schemeClr val="accent1"/>
            </a:lnRef>
            <a:fillRef idx="0">
              <a:schemeClr val="accent1"/>
            </a:fillRef>
            <a:effectRef idx="0">
              <a:schemeClr val="accent1"/>
            </a:effectRef>
            <a:fontRef idx="minor">
              <a:schemeClr val="tx1"/>
            </a:fontRef>
          </p:style>
        </p:cxnSp>
      </p:grpSp>
    </p:spTree>
  </p:cSld>
  <p:clrMapOvr>
    <a:overrideClrMapping bg1="lt1" tx1="dk1" bg2="lt2" tx2="dk2" accent1="accent1" accent2="accent2" accent3="accent3" accent4="accent4" accent5="accent5" accent6="accent6" hlink="hlink" folHlink="folHlink"/>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bg>
      <p:bgRef idx="1002">
        <a:schemeClr val="bg2"/>
      </p:bgRef>
    </p:bg>
    <p:spTree>
      <p:nvGrpSpPr>
        <p:cNvPr id="1" name=""/>
        <p:cNvGrpSpPr/>
        <p:nvPr/>
      </p:nvGrpSpPr>
      <p:grpSpPr>
        <a:xfrm>
          <a:off x="0" y="0"/>
          <a:ext cx="0" cy="0"/>
          <a:chOff x="0" y="0"/>
          <a:chExt cx="0" cy="0"/>
        </a:xfrm>
      </p:grpSpPr>
      <p:pic>
        <p:nvPicPr>
          <p:cNvPr id="12" name="Picture 11" descr="CoverOverlay.png"/>
          <p:cNvPicPr>
            <a:picLocks noChangeAspect="1"/>
          </p:cNvPicPr>
          <p:nvPr/>
        </p:nvPicPr>
        <p:blipFill>
          <a:blip r:embed="rId2" cstate="print">
            <a:lum/>
          </a:blip>
          <a:stretch>
            <a:fillRect/>
          </a:stretch>
        </p:blipFill>
        <p:spPr>
          <a:xfrm>
            <a:off x="0" y="0"/>
            <a:ext cx="9144000" cy="6858000"/>
          </a:xfrm>
          <a:prstGeom prst="rect">
            <a:avLst/>
          </a:prstGeom>
        </p:spPr>
      </p:pic>
      <p:grpSp>
        <p:nvGrpSpPr>
          <p:cNvPr id="7" name="Group 7"/>
          <p:cNvGrpSpPr/>
          <p:nvPr/>
        </p:nvGrpSpPr>
        <p:grpSpPr>
          <a:xfrm>
            <a:off x="1172584" y="2887579"/>
            <a:ext cx="6779110" cy="923330"/>
            <a:chOff x="1172584" y="1381459"/>
            <a:chExt cx="6779110" cy="923330"/>
          </a:xfrm>
        </p:grpSpPr>
        <p:sp>
          <p:nvSpPr>
            <p:cNvPr id="9" name="TextBox 8"/>
            <p:cNvSpPr txBox="1"/>
            <p:nvPr/>
          </p:nvSpPr>
          <p:spPr>
            <a:xfrm>
              <a:off x="4147073" y="1381459"/>
              <a:ext cx="877163" cy="923330"/>
            </a:xfrm>
            <a:prstGeom prst="rect">
              <a:avLst/>
            </a:prstGeom>
            <a:noFill/>
          </p:spPr>
          <p:txBody>
            <a:bodyPr wrap="none" rtlCol="0">
              <a:spAutoFit/>
            </a:bodyPr>
            <a:lstStyle/>
            <a:p>
              <a:r>
                <a:rPr lang="en-US" sz="5400" dirty="0">
                  <a:solidFill>
                    <a:schemeClr val="tx2">
                      <a:lumMod val="60000"/>
                      <a:lumOff val="40000"/>
                    </a:schemeClr>
                  </a:solidFill>
                  <a:latin typeface="Wingdings" pitchFamily="2" charset="2"/>
                </a:rPr>
                <a:t></a:t>
              </a:r>
            </a:p>
          </p:txBody>
        </p:sp>
        <p:cxnSp>
          <p:nvCxnSpPr>
            <p:cNvPr id="10" name="Straight Connector 9"/>
            <p:cNvCxnSpPr/>
            <p:nvPr/>
          </p:nvCxnSpPr>
          <p:spPr>
            <a:xfrm rot="10800000">
              <a:off x="1172584" y="1925620"/>
              <a:ext cx="3119718" cy="1588"/>
            </a:xfrm>
            <a:prstGeom prst="line">
              <a:avLst/>
            </a:prstGeom>
            <a:ln>
              <a:solidFill>
                <a:schemeClr val="tx2">
                  <a:lumMod val="60000"/>
                  <a:lumOff val="40000"/>
                </a:schemeClr>
              </a:solidFill>
            </a:ln>
            <a:effectLst/>
          </p:spPr>
          <p:style>
            <a:lnRef idx="1">
              <a:schemeClr val="accent1"/>
            </a:lnRef>
            <a:fillRef idx="0">
              <a:schemeClr val="accent1"/>
            </a:fillRef>
            <a:effectRef idx="0">
              <a:schemeClr val="accent1"/>
            </a:effectRef>
            <a:fontRef idx="minor">
              <a:schemeClr val="tx1"/>
            </a:fontRef>
          </p:style>
        </p:cxnSp>
        <p:cxnSp>
          <p:nvCxnSpPr>
            <p:cNvPr id="11" name="Straight Connector 10"/>
            <p:cNvCxnSpPr/>
            <p:nvPr/>
          </p:nvCxnSpPr>
          <p:spPr>
            <a:xfrm rot="10800000">
              <a:off x="4831976" y="1927412"/>
              <a:ext cx="3119718" cy="1588"/>
            </a:xfrm>
            <a:prstGeom prst="line">
              <a:avLst/>
            </a:prstGeom>
            <a:ln>
              <a:solidFill>
                <a:schemeClr val="tx2">
                  <a:lumMod val="60000"/>
                  <a:lumOff val="40000"/>
                </a:schemeClr>
              </a:solidFill>
            </a:ln>
            <a:effectLst/>
          </p:spPr>
          <p:style>
            <a:lnRef idx="1">
              <a:schemeClr val="accent1"/>
            </a:lnRef>
            <a:fillRef idx="0">
              <a:schemeClr val="accent1"/>
            </a:fillRef>
            <a:effectRef idx="0">
              <a:schemeClr val="accent1"/>
            </a:effectRef>
            <a:fontRef idx="minor">
              <a:schemeClr val="tx1"/>
            </a:fontRef>
          </p:style>
        </p:cxnSp>
      </p:grpSp>
      <p:sp>
        <p:nvSpPr>
          <p:cNvPr id="2" name="Title 1"/>
          <p:cNvSpPr>
            <a:spLocks noGrp="1"/>
          </p:cNvSpPr>
          <p:nvPr>
            <p:ph type="title"/>
          </p:nvPr>
        </p:nvSpPr>
        <p:spPr>
          <a:xfrm>
            <a:off x="690040" y="1204857"/>
            <a:ext cx="7754713" cy="1910716"/>
          </a:xfrm>
        </p:spPr>
        <p:txBody>
          <a:bodyPr anchor="b"/>
          <a:lstStyle>
            <a:lvl1pPr algn="ctr">
              <a:defRPr sz="5400" b="0" cap="none" baseline="0">
                <a:solidFill>
                  <a:schemeClr val="tx2"/>
                </a:solidFill>
              </a:defRPr>
            </a:lvl1pPr>
          </a:lstStyle>
          <a:p>
            <a:r>
              <a:rPr lang="en-US"/>
              <a:t>Click to edit Master title style</a:t>
            </a:r>
            <a:endParaRPr lang="en-US" dirty="0"/>
          </a:p>
        </p:txBody>
      </p:sp>
      <p:sp>
        <p:nvSpPr>
          <p:cNvPr id="3" name="Text Placeholder 2"/>
          <p:cNvSpPr>
            <a:spLocks noGrp="1"/>
          </p:cNvSpPr>
          <p:nvPr>
            <p:ph type="body" idx="1"/>
          </p:nvPr>
        </p:nvSpPr>
        <p:spPr>
          <a:xfrm>
            <a:off x="699248" y="3767316"/>
            <a:ext cx="7734747" cy="1500187"/>
          </a:xfrm>
        </p:spPr>
        <p:txBody>
          <a:bodyPr anchor="t"/>
          <a:lstStyle>
            <a:lvl1pPr marL="0" indent="0" algn="ctr">
              <a:buNone/>
              <a:defRPr sz="2000">
                <a:solidFill>
                  <a:schemeClr val="tx2"/>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5AEC28C6-3E00-437C-BEE8-DC0ED4BC586E}" type="datetimeFigureOut">
              <a:rPr lang="en-IN" smtClean="0"/>
              <a:t>07-09-2024</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EDE9F137-8792-46CD-AA8B-51ACE2180FEE}" type="slidenum">
              <a:rPr lang="en-IN" smtClean="0"/>
              <a:t>‹#›</a:t>
            </a:fld>
            <a:endParaRPr lang="en-IN"/>
          </a:p>
        </p:txBody>
      </p:sp>
    </p:spTree>
  </p:cSld>
  <p:clrMapOvr>
    <a:overrideClrMapping bg1="lt1" tx1="dk1" bg2="lt2" tx2="dk2" accent1="accent1" accent2="accent2" accent3="accent3" accent4="accent4" accent5="accent5" accent6="accent6" hlink="hlink" folHlink="folHlink"/>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5" name="Date Placeholder 4"/>
          <p:cNvSpPr>
            <a:spLocks noGrp="1"/>
          </p:cNvSpPr>
          <p:nvPr>
            <p:ph type="dt" sz="half" idx="10"/>
          </p:nvPr>
        </p:nvSpPr>
        <p:spPr/>
        <p:txBody>
          <a:bodyPr/>
          <a:lstStyle/>
          <a:p>
            <a:fld id="{5AEC28C6-3E00-437C-BEE8-DC0ED4BC586E}" type="datetimeFigureOut">
              <a:rPr lang="en-IN" smtClean="0"/>
              <a:t>07-09-2024</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EDE9F137-8792-46CD-AA8B-51ACE2180FEE}" type="slidenum">
              <a:rPr lang="en-IN" smtClean="0"/>
              <a:t>‹#›</a:t>
            </a:fld>
            <a:endParaRPr lang="en-IN"/>
          </a:p>
        </p:txBody>
      </p:sp>
      <p:sp>
        <p:nvSpPr>
          <p:cNvPr id="12" name="Title 11"/>
          <p:cNvSpPr>
            <a:spLocks noGrp="1"/>
          </p:cNvSpPr>
          <p:nvPr>
            <p:ph type="title"/>
          </p:nvPr>
        </p:nvSpPr>
        <p:spPr/>
        <p:txBody>
          <a:bodyPr/>
          <a:lstStyle>
            <a:lvl1pPr>
              <a:defRPr>
                <a:solidFill>
                  <a:schemeClr val="tx2"/>
                </a:solidFill>
              </a:defRPr>
            </a:lvl1pPr>
          </a:lstStyle>
          <a:p>
            <a:r>
              <a:rPr lang="en-US"/>
              <a:t>Click to edit Master title style</a:t>
            </a:r>
            <a:endParaRPr lang="en-US" dirty="0"/>
          </a:p>
        </p:txBody>
      </p:sp>
      <p:grpSp>
        <p:nvGrpSpPr>
          <p:cNvPr id="13" name="Group 12"/>
          <p:cNvGrpSpPr/>
          <p:nvPr/>
        </p:nvGrpSpPr>
        <p:grpSpPr>
          <a:xfrm>
            <a:off x="1172584" y="1392217"/>
            <a:ext cx="6779110" cy="923330"/>
            <a:chOff x="1172584" y="1381459"/>
            <a:chExt cx="6779110" cy="923330"/>
          </a:xfrm>
        </p:grpSpPr>
        <p:sp>
          <p:nvSpPr>
            <p:cNvPr id="14" name="TextBox 13"/>
            <p:cNvSpPr txBox="1"/>
            <p:nvPr/>
          </p:nvSpPr>
          <p:spPr>
            <a:xfrm>
              <a:off x="4147073" y="1381459"/>
              <a:ext cx="877163" cy="923330"/>
            </a:xfrm>
            <a:prstGeom prst="rect">
              <a:avLst/>
            </a:prstGeom>
            <a:noFill/>
          </p:spPr>
          <p:txBody>
            <a:bodyPr wrap="none" rtlCol="0">
              <a:spAutoFit/>
            </a:bodyPr>
            <a:lstStyle/>
            <a:p>
              <a:r>
                <a:rPr lang="en-US" sz="5400" dirty="0">
                  <a:solidFill>
                    <a:schemeClr val="tx2">
                      <a:lumMod val="60000"/>
                      <a:lumOff val="40000"/>
                    </a:schemeClr>
                  </a:solidFill>
                  <a:latin typeface="Wingdings" pitchFamily="2" charset="2"/>
                </a:rPr>
                <a:t></a:t>
              </a:r>
            </a:p>
          </p:txBody>
        </p:sp>
        <p:cxnSp>
          <p:nvCxnSpPr>
            <p:cNvPr id="15" name="Straight Connector 14"/>
            <p:cNvCxnSpPr/>
            <p:nvPr/>
          </p:nvCxnSpPr>
          <p:spPr>
            <a:xfrm rot="10800000">
              <a:off x="1172584" y="1925620"/>
              <a:ext cx="3119718" cy="1588"/>
            </a:xfrm>
            <a:prstGeom prst="line">
              <a:avLst/>
            </a:prstGeom>
            <a:ln>
              <a:solidFill>
                <a:schemeClr val="tx2">
                  <a:lumMod val="60000"/>
                  <a:lumOff val="40000"/>
                </a:schemeClr>
              </a:solidFill>
            </a:ln>
            <a:effectLst/>
          </p:spPr>
          <p:style>
            <a:lnRef idx="1">
              <a:schemeClr val="accent1"/>
            </a:lnRef>
            <a:fillRef idx="0">
              <a:schemeClr val="accent1"/>
            </a:fillRef>
            <a:effectRef idx="0">
              <a:schemeClr val="accent1"/>
            </a:effectRef>
            <a:fontRef idx="minor">
              <a:schemeClr val="tx1"/>
            </a:fontRef>
          </p:style>
        </p:cxnSp>
        <p:cxnSp>
          <p:nvCxnSpPr>
            <p:cNvPr id="16" name="Straight Connector 15"/>
            <p:cNvCxnSpPr/>
            <p:nvPr/>
          </p:nvCxnSpPr>
          <p:spPr>
            <a:xfrm rot="10800000">
              <a:off x="4831976" y="1922650"/>
              <a:ext cx="3119718" cy="1588"/>
            </a:xfrm>
            <a:prstGeom prst="line">
              <a:avLst/>
            </a:prstGeom>
            <a:ln>
              <a:solidFill>
                <a:schemeClr val="tx2">
                  <a:lumMod val="60000"/>
                  <a:lumOff val="40000"/>
                </a:schemeClr>
              </a:solidFill>
            </a:ln>
            <a:effectLst/>
          </p:spPr>
          <p:style>
            <a:lnRef idx="1">
              <a:schemeClr val="accent1"/>
            </a:lnRef>
            <a:fillRef idx="0">
              <a:schemeClr val="accent1"/>
            </a:fillRef>
            <a:effectRef idx="0">
              <a:schemeClr val="accent1"/>
            </a:effectRef>
            <a:fontRef idx="minor">
              <a:schemeClr val="tx1"/>
            </a:fontRef>
          </p:style>
        </p:cxnSp>
      </p:grpSp>
      <p:sp>
        <p:nvSpPr>
          <p:cNvPr id="8" name="Content Placeholder 7"/>
          <p:cNvSpPr>
            <a:spLocks noGrp="1"/>
          </p:cNvSpPr>
          <p:nvPr>
            <p:ph sz="quarter" idx="13"/>
          </p:nvPr>
        </p:nvSpPr>
        <p:spPr>
          <a:xfrm>
            <a:off x="685800" y="2240280"/>
            <a:ext cx="3803904" cy="3877056"/>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0" name="Content Placeholder 9"/>
          <p:cNvSpPr>
            <a:spLocks noGrp="1"/>
          </p:cNvSpPr>
          <p:nvPr>
            <p:ph sz="quarter" idx="14"/>
          </p:nvPr>
        </p:nvSpPr>
        <p:spPr>
          <a:xfrm>
            <a:off x="4645151" y="2240280"/>
            <a:ext cx="3803904" cy="3877056"/>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1051560" y="2240280"/>
            <a:ext cx="3442446" cy="658368"/>
          </a:xfrm>
        </p:spPr>
        <p:txBody>
          <a:bodyPr anchor="b"/>
          <a:lstStyle>
            <a:lvl1pPr marL="0" indent="0" algn="ctr">
              <a:buNone/>
              <a:defRPr sz="2400" b="0">
                <a:solidFill>
                  <a:schemeClr val="tx2"/>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688488" y="2947595"/>
            <a:ext cx="3803904" cy="317296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5002306" y="2240280"/>
            <a:ext cx="3447288" cy="658368"/>
          </a:xfrm>
        </p:spPr>
        <p:txBody>
          <a:bodyPr anchor="b"/>
          <a:lstStyle>
            <a:lvl1pPr marL="0" indent="0" algn="ctr">
              <a:buNone/>
              <a:defRPr sz="2400" b="0">
                <a:solidFill>
                  <a:schemeClr val="tx2"/>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6" y="2944368"/>
            <a:ext cx="3799728" cy="317296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5AEC28C6-3E00-437C-BEE8-DC0ED4BC586E}" type="datetimeFigureOut">
              <a:rPr lang="en-IN" smtClean="0"/>
              <a:t>07-09-2024</a:t>
            </a:fld>
            <a:endParaRPr lang="en-IN"/>
          </a:p>
        </p:txBody>
      </p:sp>
      <p:sp>
        <p:nvSpPr>
          <p:cNvPr id="8" name="Footer Placeholder 7"/>
          <p:cNvSpPr>
            <a:spLocks noGrp="1"/>
          </p:cNvSpPr>
          <p:nvPr>
            <p:ph type="ftr" sz="quarter" idx="11"/>
          </p:nvPr>
        </p:nvSpPr>
        <p:spPr/>
        <p:txBody>
          <a:bodyPr/>
          <a:lstStyle/>
          <a:p>
            <a:endParaRPr lang="en-IN"/>
          </a:p>
        </p:txBody>
      </p:sp>
      <p:sp>
        <p:nvSpPr>
          <p:cNvPr id="9" name="Slide Number Placeholder 8"/>
          <p:cNvSpPr>
            <a:spLocks noGrp="1"/>
          </p:cNvSpPr>
          <p:nvPr>
            <p:ph type="sldNum" sz="quarter" idx="12"/>
          </p:nvPr>
        </p:nvSpPr>
        <p:spPr/>
        <p:txBody>
          <a:bodyPr/>
          <a:lstStyle/>
          <a:p>
            <a:fld id="{EDE9F137-8792-46CD-AA8B-51ACE2180FEE}" type="slidenum">
              <a:rPr lang="en-IN" smtClean="0"/>
              <a:t>‹#›</a:t>
            </a:fld>
            <a:endParaRPr lang="en-IN"/>
          </a:p>
        </p:txBody>
      </p:sp>
      <p:grpSp>
        <p:nvGrpSpPr>
          <p:cNvPr id="14" name="Group 13"/>
          <p:cNvGrpSpPr/>
          <p:nvPr/>
        </p:nvGrpSpPr>
        <p:grpSpPr>
          <a:xfrm>
            <a:off x="1172584" y="1392217"/>
            <a:ext cx="6779110" cy="923330"/>
            <a:chOff x="1172584" y="1381459"/>
            <a:chExt cx="6779110" cy="923330"/>
          </a:xfrm>
        </p:grpSpPr>
        <p:sp>
          <p:nvSpPr>
            <p:cNvPr id="16" name="TextBox 15"/>
            <p:cNvSpPr txBox="1"/>
            <p:nvPr/>
          </p:nvSpPr>
          <p:spPr>
            <a:xfrm>
              <a:off x="4147073" y="1381459"/>
              <a:ext cx="877163" cy="923330"/>
            </a:xfrm>
            <a:prstGeom prst="rect">
              <a:avLst/>
            </a:prstGeom>
            <a:noFill/>
          </p:spPr>
          <p:txBody>
            <a:bodyPr wrap="none" rtlCol="0">
              <a:spAutoFit/>
            </a:bodyPr>
            <a:lstStyle/>
            <a:p>
              <a:r>
                <a:rPr lang="en-US" sz="5400" dirty="0">
                  <a:solidFill>
                    <a:schemeClr val="tx2">
                      <a:lumMod val="60000"/>
                      <a:lumOff val="40000"/>
                    </a:schemeClr>
                  </a:solidFill>
                  <a:latin typeface="Wingdings" pitchFamily="2" charset="2"/>
                </a:rPr>
                <a:t></a:t>
              </a:r>
            </a:p>
          </p:txBody>
        </p:sp>
        <p:cxnSp>
          <p:nvCxnSpPr>
            <p:cNvPr id="17" name="Straight Connector 16"/>
            <p:cNvCxnSpPr/>
            <p:nvPr/>
          </p:nvCxnSpPr>
          <p:spPr>
            <a:xfrm rot="10800000">
              <a:off x="1172584" y="1925620"/>
              <a:ext cx="3119718" cy="1588"/>
            </a:xfrm>
            <a:prstGeom prst="line">
              <a:avLst/>
            </a:prstGeom>
            <a:ln>
              <a:solidFill>
                <a:schemeClr val="tx2">
                  <a:lumMod val="60000"/>
                  <a:lumOff val="40000"/>
                </a:schemeClr>
              </a:solidFill>
            </a:ln>
            <a:effectLst/>
          </p:spPr>
          <p:style>
            <a:lnRef idx="1">
              <a:schemeClr val="accent1"/>
            </a:lnRef>
            <a:fillRef idx="0">
              <a:schemeClr val="accent1"/>
            </a:fillRef>
            <a:effectRef idx="0">
              <a:schemeClr val="accent1"/>
            </a:effectRef>
            <a:fontRef idx="minor">
              <a:schemeClr val="tx1"/>
            </a:fontRef>
          </p:style>
        </p:cxnSp>
        <p:cxnSp>
          <p:nvCxnSpPr>
            <p:cNvPr id="18" name="Straight Connector 17"/>
            <p:cNvCxnSpPr/>
            <p:nvPr/>
          </p:nvCxnSpPr>
          <p:spPr>
            <a:xfrm rot="10800000">
              <a:off x="4831976" y="1922650"/>
              <a:ext cx="3119718" cy="1588"/>
            </a:xfrm>
            <a:prstGeom prst="line">
              <a:avLst/>
            </a:prstGeom>
            <a:ln>
              <a:solidFill>
                <a:schemeClr val="tx2">
                  <a:lumMod val="60000"/>
                  <a:lumOff val="40000"/>
                </a:schemeClr>
              </a:solidFill>
            </a:ln>
            <a:effectLst/>
          </p:spPr>
          <p:style>
            <a:lnRef idx="1">
              <a:schemeClr val="accent1"/>
            </a:lnRef>
            <a:fillRef idx="0">
              <a:schemeClr val="accent1"/>
            </a:fillRef>
            <a:effectRef idx="0">
              <a:schemeClr val="accent1"/>
            </a:effectRef>
            <a:fontRef idx="minor">
              <a:schemeClr val="tx1"/>
            </a:fontRef>
          </p:style>
        </p:cxnSp>
      </p:gr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5AEC28C6-3E00-437C-BEE8-DC0ED4BC586E}" type="datetimeFigureOut">
              <a:rPr lang="en-IN" smtClean="0"/>
              <a:t>07-09-2024</a:t>
            </a:fld>
            <a:endParaRPr lang="en-IN"/>
          </a:p>
        </p:txBody>
      </p:sp>
      <p:sp>
        <p:nvSpPr>
          <p:cNvPr id="4" name="Footer Placeholder 3"/>
          <p:cNvSpPr>
            <a:spLocks noGrp="1"/>
          </p:cNvSpPr>
          <p:nvPr>
            <p:ph type="ftr" sz="quarter" idx="11"/>
          </p:nvPr>
        </p:nvSpPr>
        <p:spPr/>
        <p:txBody>
          <a:bodyPr/>
          <a:lstStyle/>
          <a:p>
            <a:endParaRPr lang="en-IN"/>
          </a:p>
        </p:txBody>
      </p:sp>
      <p:sp>
        <p:nvSpPr>
          <p:cNvPr id="5" name="Slide Number Placeholder 4"/>
          <p:cNvSpPr>
            <a:spLocks noGrp="1"/>
          </p:cNvSpPr>
          <p:nvPr>
            <p:ph type="sldNum" sz="quarter" idx="12"/>
          </p:nvPr>
        </p:nvSpPr>
        <p:spPr/>
        <p:txBody>
          <a:bodyPr/>
          <a:lstStyle/>
          <a:p>
            <a:fld id="{EDE9F137-8792-46CD-AA8B-51ACE2180FEE}" type="slidenum">
              <a:rPr lang="en-IN" smtClean="0"/>
              <a:t>‹#›</a:t>
            </a:fld>
            <a:endParaRPr lang="en-IN"/>
          </a:p>
        </p:txBody>
      </p:sp>
      <p:grpSp>
        <p:nvGrpSpPr>
          <p:cNvPr id="10" name="Group 9"/>
          <p:cNvGrpSpPr/>
          <p:nvPr/>
        </p:nvGrpSpPr>
        <p:grpSpPr>
          <a:xfrm>
            <a:off x="1172584" y="1392217"/>
            <a:ext cx="6779110" cy="923330"/>
            <a:chOff x="1172584" y="1381459"/>
            <a:chExt cx="6779110" cy="923330"/>
          </a:xfrm>
        </p:grpSpPr>
        <p:sp>
          <p:nvSpPr>
            <p:cNvPr id="14" name="TextBox 13"/>
            <p:cNvSpPr txBox="1"/>
            <p:nvPr/>
          </p:nvSpPr>
          <p:spPr>
            <a:xfrm>
              <a:off x="4147073" y="1381459"/>
              <a:ext cx="877163" cy="923330"/>
            </a:xfrm>
            <a:prstGeom prst="rect">
              <a:avLst/>
            </a:prstGeom>
            <a:noFill/>
          </p:spPr>
          <p:txBody>
            <a:bodyPr wrap="none" rtlCol="0">
              <a:spAutoFit/>
            </a:bodyPr>
            <a:lstStyle/>
            <a:p>
              <a:r>
                <a:rPr lang="en-US" sz="5400" dirty="0">
                  <a:solidFill>
                    <a:schemeClr val="tx2">
                      <a:lumMod val="60000"/>
                      <a:lumOff val="40000"/>
                    </a:schemeClr>
                  </a:solidFill>
                  <a:latin typeface="Wingdings" pitchFamily="2" charset="2"/>
                </a:rPr>
                <a:t></a:t>
              </a:r>
            </a:p>
          </p:txBody>
        </p:sp>
        <p:cxnSp>
          <p:nvCxnSpPr>
            <p:cNvPr id="15" name="Straight Connector 14"/>
            <p:cNvCxnSpPr/>
            <p:nvPr/>
          </p:nvCxnSpPr>
          <p:spPr>
            <a:xfrm rot="10800000">
              <a:off x="1172584" y="1925620"/>
              <a:ext cx="3119718" cy="1588"/>
            </a:xfrm>
            <a:prstGeom prst="line">
              <a:avLst/>
            </a:prstGeom>
            <a:ln>
              <a:solidFill>
                <a:schemeClr val="tx2">
                  <a:lumMod val="60000"/>
                  <a:lumOff val="40000"/>
                </a:schemeClr>
              </a:solidFill>
            </a:ln>
            <a:effectLst/>
          </p:spPr>
          <p:style>
            <a:lnRef idx="1">
              <a:schemeClr val="accent1"/>
            </a:lnRef>
            <a:fillRef idx="0">
              <a:schemeClr val="accent1"/>
            </a:fillRef>
            <a:effectRef idx="0">
              <a:schemeClr val="accent1"/>
            </a:effectRef>
            <a:fontRef idx="minor">
              <a:schemeClr val="tx1"/>
            </a:fontRef>
          </p:style>
        </p:cxnSp>
        <p:cxnSp>
          <p:nvCxnSpPr>
            <p:cNvPr id="16" name="Straight Connector 15"/>
            <p:cNvCxnSpPr/>
            <p:nvPr/>
          </p:nvCxnSpPr>
          <p:spPr>
            <a:xfrm rot="10800000">
              <a:off x="4831976" y="1922650"/>
              <a:ext cx="3119718" cy="1588"/>
            </a:xfrm>
            <a:prstGeom prst="line">
              <a:avLst/>
            </a:prstGeom>
            <a:ln>
              <a:solidFill>
                <a:schemeClr val="tx2">
                  <a:lumMod val="60000"/>
                  <a:lumOff val="40000"/>
                </a:schemeClr>
              </a:solidFill>
            </a:ln>
            <a:effectLst/>
          </p:spPr>
          <p:style>
            <a:lnRef idx="1">
              <a:schemeClr val="accent1"/>
            </a:lnRef>
            <a:fillRef idx="0">
              <a:schemeClr val="accent1"/>
            </a:fillRef>
            <a:effectRef idx="0">
              <a:schemeClr val="accent1"/>
            </a:effectRef>
            <a:fontRef idx="minor">
              <a:schemeClr val="tx1"/>
            </a:fontRef>
          </p:style>
        </p:cxnSp>
      </p:gr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AEC28C6-3E00-437C-BEE8-DC0ED4BC586E}" type="datetimeFigureOut">
              <a:rPr lang="en-IN" smtClean="0"/>
              <a:t>07-09-2024</a:t>
            </a:fld>
            <a:endParaRPr lang="en-IN"/>
          </a:p>
        </p:txBody>
      </p:sp>
      <p:sp>
        <p:nvSpPr>
          <p:cNvPr id="3" name="Footer Placeholder 2"/>
          <p:cNvSpPr>
            <a:spLocks noGrp="1"/>
          </p:cNvSpPr>
          <p:nvPr>
            <p:ph type="ftr" sz="quarter" idx="11"/>
          </p:nvPr>
        </p:nvSpPr>
        <p:spPr/>
        <p:txBody>
          <a:bodyPr/>
          <a:lstStyle/>
          <a:p>
            <a:endParaRPr lang="en-IN"/>
          </a:p>
        </p:txBody>
      </p:sp>
      <p:sp>
        <p:nvSpPr>
          <p:cNvPr id="4" name="Slide Number Placeholder 3"/>
          <p:cNvSpPr>
            <a:spLocks noGrp="1"/>
          </p:cNvSpPr>
          <p:nvPr>
            <p:ph type="sldNum" sz="quarter" idx="12"/>
          </p:nvPr>
        </p:nvSpPr>
        <p:spPr/>
        <p:txBody>
          <a:bodyPr/>
          <a:lstStyle/>
          <a:p>
            <a:fld id="{EDE9F137-8792-46CD-AA8B-51ACE2180FEE}" type="slidenum">
              <a:rPr lang="en-IN" smtClean="0"/>
              <a:t>‹#›</a:t>
            </a:fld>
            <a:endParaRPr lang="en-IN"/>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5034579" y="1678195"/>
            <a:ext cx="3422483" cy="1886921"/>
          </a:xfrm>
        </p:spPr>
        <p:txBody>
          <a:bodyPr anchor="b"/>
          <a:lstStyle>
            <a:lvl1pPr algn="l">
              <a:defRPr sz="2800" b="0"/>
            </a:lvl1pPr>
          </a:lstStyle>
          <a:p>
            <a:r>
              <a:rPr lang="en-US"/>
              <a:t>Click to edit Master title style</a:t>
            </a:r>
          </a:p>
        </p:txBody>
      </p:sp>
      <p:sp>
        <p:nvSpPr>
          <p:cNvPr id="3" name="Content Placeholder 2"/>
          <p:cNvSpPr>
            <a:spLocks noGrp="1"/>
          </p:cNvSpPr>
          <p:nvPr>
            <p:ph idx="1"/>
          </p:nvPr>
        </p:nvSpPr>
        <p:spPr>
          <a:xfrm>
            <a:off x="692001" y="559398"/>
            <a:ext cx="4116667" cy="5566765"/>
          </a:xfrm>
        </p:spPr>
        <p:txBody>
          <a:bodyPr anchor="ctr"/>
          <a:lstStyle>
            <a:lvl1pPr>
              <a:defRPr sz="2400"/>
            </a:lvl1pPr>
            <a:lvl2pPr>
              <a:defRPr sz="2200"/>
            </a:lvl2pPr>
            <a:lvl3pPr>
              <a:defRPr sz="2000"/>
            </a:lvl3pPr>
            <a:lvl4pPr>
              <a:defRPr sz="1800"/>
            </a:lvl4pPr>
            <a:lvl5pPr>
              <a:defRPr sz="16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5034579" y="3603812"/>
            <a:ext cx="3411725" cy="2517289"/>
          </a:xfrm>
        </p:spPr>
        <p:txBody>
          <a:bodyPr>
            <a:normAutofit/>
          </a:bodyPr>
          <a:lstStyle>
            <a:lvl1pPr marL="0" indent="0">
              <a:buNone/>
              <a:defRPr sz="16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5AEC28C6-3E00-437C-BEE8-DC0ED4BC586E}" type="datetimeFigureOut">
              <a:rPr lang="en-IN" smtClean="0"/>
              <a:t>07-09-2024</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EDE9F137-8792-46CD-AA8B-51ACE2180FEE}" type="slidenum">
              <a:rPr lang="en-IN" smtClean="0"/>
              <a:t>‹#›</a:t>
            </a:fld>
            <a:endParaRPr lang="en-IN"/>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77731" y="4668818"/>
            <a:ext cx="7767021" cy="644729"/>
          </a:xfrm>
        </p:spPr>
        <p:txBody>
          <a:bodyPr anchor="b"/>
          <a:lstStyle>
            <a:lvl1pPr algn="ctr">
              <a:defRPr sz="2800" b="0"/>
            </a:lvl1pPr>
          </a:lstStyle>
          <a:p>
            <a:r>
              <a:rPr lang="en-US"/>
              <a:t>Click to edit Master title style</a:t>
            </a:r>
          </a:p>
        </p:txBody>
      </p:sp>
      <p:sp>
        <p:nvSpPr>
          <p:cNvPr id="3" name="Picture Placeholder 2"/>
          <p:cNvSpPr>
            <a:spLocks noGrp="1"/>
          </p:cNvSpPr>
          <p:nvPr>
            <p:ph type="pic" idx="1"/>
          </p:nvPr>
        </p:nvSpPr>
        <p:spPr>
          <a:xfrm rot="240000">
            <a:off x="2183792" y="666965"/>
            <a:ext cx="4772156" cy="3598016"/>
          </a:xfrm>
          <a:solidFill>
            <a:srgbClr val="FFFFFF">
              <a:shade val="85000"/>
            </a:srgbClr>
          </a:solidFill>
          <a:ln w="190500" cap="sq">
            <a:solidFill>
              <a:srgbClr val="FFFFFF"/>
            </a:solidFill>
            <a:miter lim="800000"/>
          </a:ln>
          <a:effectLst>
            <a:outerShdw blurRad="65000" dist="50800" dir="12900000" kx="195000" ky="145000" algn="tl" rotWithShape="0">
              <a:srgbClr val="000000">
                <a:alpha val="24000"/>
              </a:srgbClr>
            </a:outerShdw>
          </a:effectLst>
          <a:scene3d>
            <a:camera prst="orthographicFront">
              <a:rot lat="0" lon="0" rev="360000"/>
            </a:camera>
            <a:lightRig rig="twoPt" dir="t">
              <a:rot lat="0" lon="0" rev="7200000"/>
            </a:lightRig>
          </a:scene3d>
          <a:sp3d contourW="12700">
            <a:bevelT w="25400" h="19050"/>
            <a:contourClr>
              <a:srgbClr val="969696"/>
            </a:contourClr>
          </a:sp3d>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endParaRPr lang="en-US" dirty="0"/>
          </a:p>
        </p:txBody>
      </p:sp>
      <p:sp>
        <p:nvSpPr>
          <p:cNvPr id="4" name="Text Placeholder 3"/>
          <p:cNvSpPr>
            <a:spLocks noGrp="1"/>
          </p:cNvSpPr>
          <p:nvPr>
            <p:ph type="body" sz="half" idx="2"/>
          </p:nvPr>
        </p:nvSpPr>
        <p:spPr>
          <a:xfrm>
            <a:off x="688489" y="5324306"/>
            <a:ext cx="7756264" cy="804862"/>
          </a:xfrm>
        </p:spPr>
        <p:txBody>
          <a:bodyPr>
            <a:normAutofit/>
          </a:bodyPr>
          <a:lstStyle>
            <a:lvl1pPr marL="0" indent="0" algn="ctr">
              <a:buNone/>
              <a:defRPr sz="16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5AEC28C6-3E00-437C-BEE8-DC0ED4BC586E}" type="datetimeFigureOut">
              <a:rPr lang="en-IN" smtClean="0"/>
              <a:t>07-09-2024</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EDE9F137-8792-46CD-AA8B-51ACE2180FEE}" type="slidenum">
              <a:rPr lang="en-IN" smtClean="0"/>
              <a:t>‹#›</a:t>
            </a:fld>
            <a:endParaRPr lang="en-IN"/>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nchor="ct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AEC28C6-3E00-437C-BEE8-DC0ED4BC586E}" type="datetimeFigureOut">
              <a:rPr lang="en-IN" smtClean="0"/>
              <a:t>07-09-2024</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EDE9F137-8792-46CD-AA8B-51ACE2180FEE}" type="slidenum">
              <a:rPr lang="en-IN" smtClean="0"/>
              <a:t>‹#›</a:t>
            </a:fld>
            <a:endParaRPr lang="en-IN"/>
          </a:p>
        </p:txBody>
      </p:sp>
      <p:grpSp>
        <p:nvGrpSpPr>
          <p:cNvPr id="11" name="Group 10"/>
          <p:cNvGrpSpPr/>
          <p:nvPr/>
        </p:nvGrpSpPr>
        <p:grpSpPr>
          <a:xfrm>
            <a:off x="1172584" y="1392217"/>
            <a:ext cx="6779110" cy="923330"/>
            <a:chOff x="1172584" y="1381459"/>
            <a:chExt cx="6779110" cy="923330"/>
          </a:xfrm>
        </p:grpSpPr>
        <p:sp>
          <p:nvSpPr>
            <p:cNvPr id="15" name="TextBox 14"/>
            <p:cNvSpPr txBox="1"/>
            <p:nvPr/>
          </p:nvSpPr>
          <p:spPr>
            <a:xfrm>
              <a:off x="4147073" y="1381459"/>
              <a:ext cx="877163" cy="923330"/>
            </a:xfrm>
            <a:prstGeom prst="rect">
              <a:avLst/>
            </a:prstGeom>
            <a:noFill/>
          </p:spPr>
          <p:txBody>
            <a:bodyPr wrap="none" rtlCol="0">
              <a:spAutoFit/>
            </a:bodyPr>
            <a:lstStyle/>
            <a:p>
              <a:r>
                <a:rPr lang="en-US" sz="5400" dirty="0">
                  <a:solidFill>
                    <a:schemeClr val="tx2">
                      <a:lumMod val="60000"/>
                      <a:lumOff val="40000"/>
                    </a:schemeClr>
                  </a:solidFill>
                  <a:latin typeface="Wingdings" pitchFamily="2" charset="2"/>
                </a:rPr>
                <a:t></a:t>
              </a:r>
            </a:p>
          </p:txBody>
        </p:sp>
        <p:cxnSp>
          <p:nvCxnSpPr>
            <p:cNvPr id="16" name="Straight Connector 15"/>
            <p:cNvCxnSpPr/>
            <p:nvPr/>
          </p:nvCxnSpPr>
          <p:spPr>
            <a:xfrm rot="10800000">
              <a:off x="1172584" y="1925620"/>
              <a:ext cx="3119718" cy="1588"/>
            </a:xfrm>
            <a:prstGeom prst="line">
              <a:avLst/>
            </a:prstGeom>
            <a:ln>
              <a:solidFill>
                <a:schemeClr val="tx2">
                  <a:lumMod val="60000"/>
                  <a:lumOff val="40000"/>
                </a:schemeClr>
              </a:solidFill>
            </a:ln>
            <a:effectLst/>
          </p:spPr>
          <p:style>
            <a:lnRef idx="1">
              <a:schemeClr val="accent1"/>
            </a:lnRef>
            <a:fillRef idx="0">
              <a:schemeClr val="accent1"/>
            </a:fillRef>
            <a:effectRef idx="0">
              <a:schemeClr val="accent1"/>
            </a:effectRef>
            <a:fontRef idx="minor">
              <a:schemeClr val="tx1"/>
            </a:fontRef>
          </p:style>
        </p:cxnSp>
        <p:cxnSp>
          <p:nvCxnSpPr>
            <p:cNvPr id="17" name="Straight Connector 16"/>
            <p:cNvCxnSpPr/>
            <p:nvPr/>
          </p:nvCxnSpPr>
          <p:spPr>
            <a:xfrm rot="10800000">
              <a:off x="4831976" y="1922650"/>
              <a:ext cx="3119718" cy="1588"/>
            </a:xfrm>
            <a:prstGeom prst="line">
              <a:avLst/>
            </a:prstGeom>
            <a:ln>
              <a:solidFill>
                <a:schemeClr val="tx2">
                  <a:lumMod val="60000"/>
                  <a:lumOff val="40000"/>
                </a:schemeClr>
              </a:solidFill>
            </a:ln>
            <a:effectLst/>
          </p:spPr>
          <p:style>
            <a:lnRef idx="1">
              <a:schemeClr val="accent1"/>
            </a:lnRef>
            <a:fillRef idx="0">
              <a:schemeClr val="accent1"/>
            </a:fillRef>
            <a:effectRef idx="0">
              <a:schemeClr val="accent1"/>
            </a:effectRef>
            <a:fontRef idx="minor">
              <a:schemeClr val="tx1"/>
            </a:fontRef>
          </p:style>
        </p:cxnSp>
      </p:gr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766560" y="559398"/>
            <a:ext cx="1678193" cy="5566765"/>
          </a:xfrm>
        </p:spPr>
        <p:txBody>
          <a:bodyPr vert="eaVert"/>
          <a:lstStyle/>
          <a:p>
            <a:r>
              <a:rPr lang="en-US"/>
              <a:t>Click to edit Master title style</a:t>
            </a:r>
            <a:endParaRPr lang="en-US" dirty="0"/>
          </a:p>
        </p:txBody>
      </p:sp>
      <p:sp>
        <p:nvSpPr>
          <p:cNvPr id="3" name="Vertical Text Placeholder 2"/>
          <p:cNvSpPr>
            <a:spLocks noGrp="1"/>
          </p:cNvSpPr>
          <p:nvPr>
            <p:ph type="body" orient="vert" idx="1"/>
          </p:nvPr>
        </p:nvSpPr>
        <p:spPr>
          <a:xfrm>
            <a:off x="688488" y="849854"/>
            <a:ext cx="5507917" cy="5023821"/>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AEC28C6-3E00-437C-BEE8-DC0ED4BC586E}" type="datetimeFigureOut">
              <a:rPr lang="en-IN" smtClean="0"/>
              <a:t>07-09-2024</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EDE9F137-8792-46CD-AA8B-51ACE2180FEE}" type="slidenum">
              <a:rPr lang="en-IN" smtClean="0"/>
              <a:t>‹#›</a:t>
            </a:fld>
            <a:endParaRPr lang="en-IN"/>
          </a:p>
        </p:txBody>
      </p:sp>
      <p:grpSp>
        <p:nvGrpSpPr>
          <p:cNvPr id="11" name="Group 10"/>
          <p:cNvGrpSpPr/>
          <p:nvPr/>
        </p:nvGrpSpPr>
        <p:grpSpPr>
          <a:xfrm rot="5400000">
            <a:off x="3909050" y="2880823"/>
            <a:ext cx="5480154" cy="923330"/>
            <a:chOff x="1815339" y="1381459"/>
            <a:chExt cx="5480154" cy="923330"/>
          </a:xfrm>
        </p:grpSpPr>
        <p:sp>
          <p:nvSpPr>
            <p:cNvPr id="12" name="TextBox 11"/>
            <p:cNvSpPr txBox="1"/>
            <p:nvPr/>
          </p:nvSpPr>
          <p:spPr>
            <a:xfrm>
              <a:off x="4147073" y="1381459"/>
              <a:ext cx="877163" cy="923330"/>
            </a:xfrm>
            <a:prstGeom prst="rect">
              <a:avLst/>
            </a:prstGeom>
            <a:noFill/>
          </p:spPr>
          <p:txBody>
            <a:bodyPr wrap="none" rtlCol="0">
              <a:spAutoFit/>
            </a:bodyPr>
            <a:lstStyle/>
            <a:p>
              <a:r>
                <a:rPr lang="en-US" sz="5400" dirty="0">
                  <a:solidFill>
                    <a:schemeClr val="tx2">
                      <a:lumMod val="60000"/>
                      <a:lumOff val="40000"/>
                    </a:schemeClr>
                  </a:solidFill>
                  <a:latin typeface="Wingdings" pitchFamily="2" charset="2"/>
                </a:rPr>
                <a:t></a:t>
              </a:r>
            </a:p>
          </p:txBody>
        </p:sp>
        <p:cxnSp>
          <p:nvCxnSpPr>
            <p:cNvPr id="13" name="Straight Connector 12"/>
            <p:cNvCxnSpPr/>
            <p:nvPr/>
          </p:nvCxnSpPr>
          <p:spPr>
            <a:xfrm flipH="1" flipV="1">
              <a:off x="1815339" y="1924709"/>
              <a:ext cx="2468880" cy="2505"/>
            </a:xfrm>
            <a:prstGeom prst="line">
              <a:avLst/>
            </a:prstGeom>
            <a:ln>
              <a:solidFill>
                <a:schemeClr val="tx2">
                  <a:lumMod val="60000"/>
                  <a:lumOff val="40000"/>
                </a:schemeClr>
              </a:solidFill>
            </a:ln>
            <a:effectLst/>
          </p:spPr>
          <p:style>
            <a:lnRef idx="1">
              <a:schemeClr val="accent1"/>
            </a:lnRef>
            <a:fillRef idx="0">
              <a:schemeClr val="accent1"/>
            </a:fillRef>
            <a:effectRef idx="0">
              <a:schemeClr val="accent1"/>
            </a:effectRef>
            <a:fontRef idx="minor">
              <a:schemeClr val="tx1"/>
            </a:fontRef>
          </p:style>
        </p:cxnSp>
        <p:cxnSp>
          <p:nvCxnSpPr>
            <p:cNvPr id="14" name="Straight Connector 13"/>
            <p:cNvCxnSpPr/>
            <p:nvPr/>
          </p:nvCxnSpPr>
          <p:spPr>
            <a:xfrm rot="10800000">
              <a:off x="4826613" y="1927417"/>
              <a:ext cx="2468880" cy="1588"/>
            </a:xfrm>
            <a:prstGeom prst="line">
              <a:avLst/>
            </a:prstGeom>
            <a:ln>
              <a:solidFill>
                <a:schemeClr val="tx2">
                  <a:lumMod val="60000"/>
                  <a:lumOff val="40000"/>
                </a:schemeClr>
              </a:solidFill>
            </a:ln>
            <a:effectLst/>
          </p:spPr>
          <p:style>
            <a:lnRef idx="1">
              <a:schemeClr val="accent1"/>
            </a:lnRef>
            <a:fillRef idx="0">
              <a:schemeClr val="accent1"/>
            </a:fillRef>
            <a:effectRef idx="0">
              <a:schemeClr val="accent1"/>
            </a:effectRef>
            <a:fontRef idx="minor">
              <a:schemeClr val="tx1"/>
            </a:fontRef>
          </p:style>
        </p:cxnSp>
      </p:gr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 /><Relationship Id="rId3" Type="http://schemas.openxmlformats.org/officeDocument/2006/relationships/slideLayout" Target="../slideLayouts/slideLayout3.xml" /><Relationship Id="rId7" Type="http://schemas.openxmlformats.org/officeDocument/2006/relationships/slideLayout" Target="../slideLayouts/slideLayout7.xml" /><Relationship Id="rId12" Type="http://schemas.openxmlformats.org/officeDocument/2006/relationships/theme" Target="../theme/theme1.xml" /><Relationship Id="rId2" Type="http://schemas.openxmlformats.org/officeDocument/2006/relationships/slideLayout" Target="../slideLayouts/slideLayout2.xml" /><Relationship Id="rId1" Type="http://schemas.openxmlformats.org/officeDocument/2006/relationships/slideLayout" Target="../slideLayouts/slideLayout1.xml" /><Relationship Id="rId6" Type="http://schemas.openxmlformats.org/officeDocument/2006/relationships/slideLayout" Target="../slideLayouts/slideLayout6.xml" /><Relationship Id="rId11" Type="http://schemas.openxmlformats.org/officeDocument/2006/relationships/slideLayout" Target="../slideLayouts/slideLayout11.xml" /><Relationship Id="rId5" Type="http://schemas.openxmlformats.org/officeDocument/2006/relationships/slideLayout" Target="../slideLayouts/slideLayout5.xml" /><Relationship Id="rId10" Type="http://schemas.openxmlformats.org/officeDocument/2006/relationships/slideLayout" Target="../slideLayouts/slideLayout10.xml" /><Relationship Id="rId4" Type="http://schemas.openxmlformats.org/officeDocument/2006/relationships/slideLayout" Target="../slideLayouts/slideLayout4.xml" /><Relationship Id="rId9" Type="http://schemas.openxmlformats.org/officeDocument/2006/relationships/slideLayout" Target="../slideLayouts/slideLayout9.xml" /></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2">
        <a:schemeClr val="bg1"/>
      </p:bgRef>
    </p:bg>
    <p:spTree>
      <p:nvGrpSpPr>
        <p:cNvPr id="1" name=""/>
        <p:cNvGrpSpPr/>
        <p:nvPr/>
      </p:nvGrpSpPr>
      <p:grpSpPr>
        <a:xfrm>
          <a:off x="0" y="0"/>
          <a:ext cx="0" cy="0"/>
          <a:chOff x="0" y="0"/>
          <a:chExt cx="0" cy="0"/>
        </a:xfrm>
      </p:grpSpPr>
      <p:sp>
        <p:nvSpPr>
          <p:cNvPr id="7" name="Rectangle 6"/>
          <p:cNvSpPr/>
          <p:nvPr/>
        </p:nvSpPr>
        <p:spPr>
          <a:xfrm>
            <a:off x="0" y="0"/>
            <a:ext cx="9144000" cy="6858000"/>
          </a:xfrm>
          <a:prstGeom prst="rect">
            <a:avLst/>
          </a:prstGeom>
          <a:gradFill flip="none" rotWithShape="1">
            <a:gsLst>
              <a:gs pos="83000">
                <a:schemeClr val="bg1">
                  <a:alpha val="11000"/>
                </a:schemeClr>
              </a:gs>
              <a:gs pos="100000">
                <a:schemeClr val="bg2">
                  <a:lumMod val="75000"/>
                  <a:alpha val="23000"/>
                </a:schemeClr>
              </a:gs>
            </a:gsLst>
            <a:path path="rect">
              <a:fillToRect l="50000" t="50000" r="50000" b="50000"/>
            </a:path>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Placeholder 1"/>
          <p:cNvSpPr>
            <a:spLocks noGrp="1"/>
          </p:cNvSpPr>
          <p:nvPr>
            <p:ph type="title"/>
          </p:nvPr>
        </p:nvSpPr>
        <p:spPr>
          <a:xfrm>
            <a:off x="688490" y="570156"/>
            <a:ext cx="7756263" cy="1054250"/>
          </a:xfrm>
          <a:prstGeom prst="rect">
            <a:avLst/>
          </a:prstGeom>
        </p:spPr>
        <p:txBody>
          <a:bodyPr vert="horz" lIns="91440" tIns="45720" rIns="91440" bIns="45720" rtlCol="0" anchor="ctr">
            <a:noAutofit/>
          </a:bodyPr>
          <a:lstStyle/>
          <a:p>
            <a:r>
              <a:rPr lang="en-US"/>
              <a:t>Click to edit Master title style</a:t>
            </a:r>
            <a:endParaRPr lang="en-US" dirty="0"/>
          </a:p>
        </p:txBody>
      </p:sp>
      <p:sp>
        <p:nvSpPr>
          <p:cNvPr id="3" name="Text Placeholder 2"/>
          <p:cNvSpPr>
            <a:spLocks noGrp="1"/>
          </p:cNvSpPr>
          <p:nvPr>
            <p:ph type="body" idx="1"/>
          </p:nvPr>
        </p:nvSpPr>
        <p:spPr>
          <a:xfrm>
            <a:off x="699247" y="2248347"/>
            <a:ext cx="7745505" cy="3877815"/>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360378" y="6161442"/>
            <a:ext cx="2133600" cy="365125"/>
          </a:xfrm>
          <a:prstGeom prst="rect">
            <a:avLst/>
          </a:prstGeom>
        </p:spPr>
        <p:txBody>
          <a:bodyPr vert="horz" lIns="91440" tIns="45720" rIns="91440" bIns="45720" rtlCol="0" anchor="ctr"/>
          <a:lstStyle>
            <a:lvl1pPr algn="l">
              <a:defRPr sz="1200">
                <a:solidFill>
                  <a:schemeClr val="tx2"/>
                </a:solidFill>
              </a:defRPr>
            </a:lvl1pPr>
          </a:lstStyle>
          <a:p>
            <a:fld id="{5AEC28C6-3E00-437C-BEE8-DC0ED4BC586E}" type="datetimeFigureOut">
              <a:rPr lang="en-IN" smtClean="0"/>
              <a:t>07-09-2024</a:t>
            </a:fld>
            <a:endParaRPr lang="en-IN"/>
          </a:p>
        </p:txBody>
      </p:sp>
      <p:sp>
        <p:nvSpPr>
          <p:cNvPr id="5" name="Footer Placeholder 4"/>
          <p:cNvSpPr>
            <a:spLocks noGrp="1"/>
          </p:cNvSpPr>
          <p:nvPr>
            <p:ph type="ftr" sz="quarter" idx="3"/>
          </p:nvPr>
        </p:nvSpPr>
        <p:spPr>
          <a:xfrm>
            <a:off x="3124200" y="6161442"/>
            <a:ext cx="2895600" cy="365125"/>
          </a:xfrm>
          <a:prstGeom prst="rect">
            <a:avLst/>
          </a:prstGeom>
        </p:spPr>
        <p:txBody>
          <a:bodyPr vert="horz" lIns="91440" tIns="45720" rIns="91440" bIns="45720" rtlCol="0" anchor="ctr"/>
          <a:lstStyle>
            <a:lvl1pPr algn="ctr">
              <a:defRPr sz="1200">
                <a:solidFill>
                  <a:schemeClr val="tx2"/>
                </a:solidFill>
              </a:defRPr>
            </a:lvl1pPr>
          </a:lstStyle>
          <a:p>
            <a:endParaRPr lang="en-IN"/>
          </a:p>
        </p:txBody>
      </p:sp>
      <p:sp>
        <p:nvSpPr>
          <p:cNvPr id="6" name="Slide Number Placeholder 5"/>
          <p:cNvSpPr>
            <a:spLocks noGrp="1"/>
          </p:cNvSpPr>
          <p:nvPr>
            <p:ph type="sldNum" sz="quarter" idx="4"/>
          </p:nvPr>
        </p:nvSpPr>
        <p:spPr>
          <a:xfrm>
            <a:off x="6639264" y="6161442"/>
            <a:ext cx="2133600" cy="365125"/>
          </a:xfrm>
          <a:prstGeom prst="rect">
            <a:avLst/>
          </a:prstGeom>
        </p:spPr>
        <p:txBody>
          <a:bodyPr vert="horz" lIns="91440" tIns="45720" rIns="91440" bIns="45720" rtlCol="0" anchor="ctr"/>
          <a:lstStyle>
            <a:lvl1pPr algn="r">
              <a:defRPr sz="1200">
                <a:solidFill>
                  <a:schemeClr val="tx2"/>
                </a:solidFill>
              </a:defRPr>
            </a:lvl1pPr>
          </a:lstStyle>
          <a:p>
            <a:fld id="{EDE9F137-8792-46CD-AA8B-51ACE2180FEE}" type="slidenum">
              <a:rPr lang="en-IN" smtClean="0"/>
              <a:t>‹#›</a:t>
            </a:fld>
            <a:endParaRPr lang="en-IN"/>
          </a:p>
        </p:txBody>
      </p:sp>
    </p:spTree>
  </p:cSld>
  <p:clrMap bg1="lt1" tx1="dk1" bg2="lt2" tx2="dk2" accent1="accent1" accent2="accent2" accent3="accent3" accent4="accent4" accent5="accent5" accent6="accent6" hlink="hlink" folHlink="folHlink"/>
  <p:sldLayoutIdLst>
    <p:sldLayoutId id="2147483697" r:id="rId1"/>
    <p:sldLayoutId id="2147483698" r:id="rId2"/>
    <p:sldLayoutId id="2147483699" r:id="rId3"/>
    <p:sldLayoutId id="2147483700" r:id="rId4"/>
    <p:sldLayoutId id="2147483701" r:id="rId5"/>
    <p:sldLayoutId id="2147483702" r:id="rId6"/>
    <p:sldLayoutId id="2147483703" r:id="rId7"/>
    <p:sldLayoutId id="2147483704" r:id="rId8"/>
    <p:sldLayoutId id="2147483705" r:id="rId9"/>
    <p:sldLayoutId id="2147483706" r:id="rId10"/>
    <p:sldLayoutId id="2147483707" r:id="rId11"/>
  </p:sldLayoutIdLst>
  <p:txStyles>
    <p:titleStyle>
      <a:lvl1pPr algn="ctr" defTabSz="914400" rtl="0" eaLnBrk="1" latinLnBrk="0" hangingPunct="1">
        <a:spcBef>
          <a:spcPct val="0"/>
        </a:spcBef>
        <a:buNone/>
        <a:defRPr sz="5400" kern="1200">
          <a:solidFill>
            <a:schemeClr val="tx2"/>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p:titleStyle>
    <p:bodyStyle>
      <a:lvl1pPr marL="365760" indent="-365760" algn="l" defTabSz="914400" rtl="0" eaLnBrk="1" latinLnBrk="0" hangingPunct="1">
        <a:spcBef>
          <a:spcPct val="20000"/>
        </a:spcBef>
        <a:buClr>
          <a:schemeClr val="accent1"/>
        </a:buClr>
        <a:buFont typeface="Wingdings" pitchFamily="2" charset="2"/>
        <a:buChar char=""/>
        <a:defRPr sz="2400" kern="1200">
          <a:solidFill>
            <a:schemeClr val="tx1">
              <a:lumMod val="85000"/>
              <a:lumOff val="15000"/>
            </a:schemeClr>
          </a:solidFill>
          <a:latin typeface="+mn-lt"/>
          <a:ea typeface="+mn-ea"/>
          <a:cs typeface="+mn-cs"/>
        </a:defRPr>
      </a:lvl1pPr>
      <a:lvl2pPr marL="777240" indent="-365760" algn="l" defTabSz="914400" rtl="0" eaLnBrk="1" latinLnBrk="0" hangingPunct="1">
        <a:spcBef>
          <a:spcPct val="20000"/>
        </a:spcBef>
        <a:buClr>
          <a:schemeClr val="accent1"/>
        </a:buClr>
        <a:buFont typeface="Wingdings" pitchFamily="2" charset="2"/>
        <a:buChar char=""/>
        <a:defRPr sz="2200" kern="1200">
          <a:solidFill>
            <a:schemeClr val="tx1">
              <a:lumMod val="85000"/>
              <a:lumOff val="15000"/>
            </a:schemeClr>
          </a:solidFill>
          <a:latin typeface="+mn-lt"/>
          <a:ea typeface="+mn-ea"/>
          <a:cs typeface="+mn-cs"/>
        </a:defRPr>
      </a:lvl2pPr>
      <a:lvl3pPr marL="1143000" indent="-365760" algn="l" defTabSz="914400" rtl="0" eaLnBrk="1" latinLnBrk="0" hangingPunct="1">
        <a:spcBef>
          <a:spcPct val="20000"/>
        </a:spcBef>
        <a:buClr>
          <a:schemeClr val="accent1"/>
        </a:buClr>
        <a:buFont typeface="Wingdings" pitchFamily="2" charset="2"/>
        <a:buChar char=""/>
        <a:defRPr sz="2000" kern="1200">
          <a:solidFill>
            <a:schemeClr val="tx1">
              <a:lumMod val="85000"/>
              <a:lumOff val="15000"/>
            </a:schemeClr>
          </a:solidFill>
          <a:latin typeface="+mn-lt"/>
          <a:ea typeface="+mn-ea"/>
          <a:cs typeface="+mn-cs"/>
        </a:defRPr>
      </a:lvl3pPr>
      <a:lvl4pPr marL="1508760" indent="-320040" algn="l" defTabSz="914400" rtl="0" eaLnBrk="1" latinLnBrk="0" hangingPunct="1">
        <a:spcBef>
          <a:spcPct val="20000"/>
        </a:spcBef>
        <a:buClr>
          <a:schemeClr val="accent1"/>
        </a:buClr>
        <a:buFont typeface="Wingdings" pitchFamily="2" charset="2"/>
        <a:buChar char=""/>
        <a:defRPr sz="1800" kern="1200">
          <a:solidFill>
            <a:schemeClr val="tx1">
              <a:lumMod val="85000"/>
              <a:lumOff val="15000"/>
            </a:schemeClr>
          </a:solidFill>
          <a:latin typeface="+mn-lt"/>
          <a:ea typeface="+mn-ea"/>
          <a:cs typeface="+mn-cs"/>
        </a:defRPr>
      </a:lvl4pPr>
      <a:lvl5pPr marL="1828800" indent="-320040" algn="l" defTabSz="914400" rtl="0" eaLnBrk="1" latinLnBrk="0" hangingPunct="1">
        <a:spcBef>
          <a:spcPct val="20000"/>
        </a:spcBef>
        <a:buClr>
          <a:schemeClr val="accent1"/>
        </a:buClr>
        <a:buFont typeface="Wingdings" pitchFamily="2" charset="2"/>
        <a:buChar char=""/>
        <a:defRPr sz="1600" kern="1200">
          <a:solidFill>
            <a:schemeClr val="tx1">
              <a:lumMod val="85000"/>
              <a:lumOff val="15000"/>
            </a:schemeClr>
          </a:solidFill>
          <a:latin typeface="+mn-lt"/>
          <a:ea typeface="+mn-ea"/>
          <a:cs typeface="+mn-cs"/>
        </a:defRPr>
      </a:lvl5pPr>
      <a:lvl6pPr marL="2148840" indent="-274320" algn="l" defTabSz="914400" rtl="0" eaLnBrk="1" latinLnBrk="0" hangingPunct="1">
        <a:spcBef>
          <a:spcPts val="400"/>
        </a:spcBef>
        <a:buClr>
          <a:schemeClr val="accent1"/>
        </a:buClr>
        <a:buFont typeface="Wingdings" pitchFamily="2" charset="2"/>
        <a:buChar char=""/>
        <a:defRPr sz="1400" kern="1200">
          <a:solidFill>
            <a:schemeClr val="tx1"/>
          </a:solidFill>
          <a:latin typeface="+mn-lt"/>
          <a:ea typeface="+mn-ea"/>
          <a:cs typeface="+mn-cs"/>
        </a:defRPr>
      </a:lvl6pPr>
      <a:lvl7pPr marL="2468880" indent="-274320" algn="l" defTabSz="914400" rtl="0" eaLnBrk="1" latinLnBrk="0" hangingPunct="1">
        <a:spcBef>
          <a:spcPts val="400"/>
        </a:spcBef>
        <a:buClr>
          <a:schemeClr val="accent1"/>
        </a:buClr>
        <a:buFont typeface="Wingdings" pitchFamily="2" charset="2"/>
        <a:buChar char=""/>
        <a:defRPr sz="1400" kern="1200">
          <a:solidFill>
            <a:schemeClr val="tx1"/>
          </a:solidFill>
          <a:latin typeface="+mn-lt"/>
          <a:ea typeface="+mn-ea"/>
          <a:cs typeface="+mn-cs"/>
        </a:defRPr>
      </a:lvl7pPr>
      <a:lvl8pPr marL="2788920" indent="-274320" algn="l" defTabSz="914400" rtl="0" eaLnBrk="1" latinLnBrk="0" hangingPunct="1">
        <a:spcBef>
          <a:spcPts val="400"/>
        </a:spcBef>
        <a:buClr>
          <a:schemeClr val="accent1"/>
        </a:buClr>
        <a:buFont typeface="Wingdings" pitchFamily="2" charset="2"/>
        <a:buChar char=""/>
        <a:defRPr sz="1400" kern="1200">
          <a:solidFill>
            <a:schemeClr val="tx1"/>
          </a:solidFill>
          <a:latin typeface="+mn-lt"/>
          <a:ea typeface="+mn-ea"/>
          <a:cs typeface="+mn-cs"/>
        </a:defRPr>
      </a:lvl8pPr>
      <a:lvl9pPr marL="3108960" indent="-274320" algn="l" defTabSz="914400" rtl="0" eaLnBrk="1" latinLnBrk="0" hangingPunct="1">
        <a:spcBef>
          <a:spcPts val="400"/>
        </a:spcBef>
        <a:buClr>
          <a:schemeClr val="accent1"/>
        </a:buClr>
        <a:buFont typeface="Wingdings" pitchFamily="2" charset="2"/>
        <a:buChar char=""/>
        <a:defRPr sz="14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3.xml" /></Relationships>
</file>

<file path=ppt/slides/_rels/slide2.xml.rels><?xml version="1.0" encoding="UTF-8" standalone="yes"?>
<Relationships xmlns="http://schemas.openxmlformats.org/package/2006/relationships"><Relationship Id="rId2" Type="http://schemas.openxmlformats.org/officeDocument/2006/relationships/image" Target="../media/image4.png" /><Relationship Id="rId1" Type="http://schemas.openxmlformats.org/officeDocument/2006/relationships/slideLayout" Target="../slideLayouts/slideLayout2.xml" /></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 /></Relationships>
</file>

<file path=ppt/slides/_rels/slide4.xml.rels><?xml version="1.0" encoding="UTF-8" standalone="yes"?>
<Relationships xmlns="http://schemas.openxmlformats.org/package/2006/relationships"><Relationship Id="rId2" Type="http://schemas.openxmlformats.org/officeDocument/2006/relationships/image" Target="../media/image5.png" /><Relationship Id="rId1" Type="http://schemas.openxmlformats.org/officeDocument/2006/relationships/slideLayout" Target="../slideLayouts/slideLayout2.xml" /></Relationships>
</file>

<file path=ppt/slides/_rels/slide5.xml.rels><?xml version="1.0" encoding="UTF-8" standalone="yes"?>
<Relationships xmlns="http://schemas.openxmlformats.org/package/2006/relationships"><Relationship Id="rId2" Type="http://schemas.openxmlformats.org/officeDocument/2006/relationships/image" Target="../media/image6.png" /><Relationship Id="rId1" Type="http://schemas.openxmlformats.org/officeDocument/2006/relationships/slideLayout" Target="../slideLayouts/slideLayout2.xml" /></Relationships>
</file>

<file path=ppt/slides/_rels/slide6.xml.rels><?xml version="1.0" encoding="UTF-8" standalone="yes"?>
<Relationships xmlns="http://schemas.openxmlformats.org/package/2006/relationships"><Relationship Id="rId2" Type="http://schemas.openxmlformats.org/officeDocument/2006/relationships/image" Target="../media/image7.png" /><Relationship Id="rId1" Type="http://schemas.openxmlformats.org/officeDocument/2006/relationships/slideLayout" Target="../slideLayouts/slideLayout2.xml" /></Relationships>
</file>

<file path=ppt/slides/_rels/slide7.xml.rels><?xml version="1.0" encoding="UTF-8" standalone="yes"?>
<Relationships xmlns="http://schemas.openxmlformats.org/package/2006/relationships"><Relationship Id="rId2" Type="http://schemas.openxmlformats.org/officeDocument/2006/relationships/image" Target="../media/image8.png" /><Relationship Id="rId1" Type="http://schemas.openxmlformats.org/officeDocument/2006/relationships/slideLayout" Target="../slideLayouts/slideLayout2.xml" /></Relationships>
</file>

<file path=ppt/slides/_rels/slide8.xml.rels><?xml version="1.0" encoding="UTF-8" standalone="yes"?>
<Relationships xmlns="http://schemas.openxmlformats.org/package/2006/relationships"><Relationship Id="rId2" Type="http://schemas.openxmlformats.org/officeDocument/2006/relationships/image" Target="../media/image9.png" /><Relationship Id="rId1" Type="http://schemas.openxmlformats.org/officeDocument/2006/relationships/slideLayout" Target="../slideLayouts/slideLayout2.xml" /></Relationships>
</file>

<file path=ppt/slides/_rels/slide9.xml.rels><?xml version="1.0" encoding="UTF-8" standalone="yes"?>
<Relationships xmlns="http://schemas.openxmlformats.org/package/2006/relationships"><Relationship Id="rId2" Type="http://schemas.openxmlformats.org/officeDocument/2006/relationships/image" Target="../media/image10.png" /><Relationship Id="rId1" Type="http://schemas.openxmlformats.org/officeDocument/2006/relationships/slideLayout" Target="../slideLayouts/slideLayout2.xml" /></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 /></Relationships>
</file>

<file path=ppt/slides/_rels/slide11.xml.rels><?xml version="1.0" encoding="UTF-8" standalone="yes"?>
<Relationships xmlns="http://schemas.openxmlformats.org/package/2006/relationships"><Relationship Id="rId2" Type="http://schemas.openxmlformats.org/officeDocument/2006/relationships/image" Target="../media/image11.png" /><Relationship Id="rId1" Type="http://schemas.openxmlformats.org/officeDocument/2006/relationships/slideLayout" Target="../slideLayouts/slideLayout2.xml" /></Relationships>
</file>

<file path=ppt/slides/_rels/slide12.xml.rels><?xml version="1.0" encoding="UTF-8" standalone="yes"?>
<Relationships xmlns="http://schemas.openxmlformats.org/package/2006/relationships"><Relationship Id="rId2" Type="http://schemas.openxmlformats.org/officeDocument/2006/relationships/image" Target="../media/image12.png" /><Relationship Id="rId1" Type="http://schemas.openxmlformats.org/officeDocument/2006/relationships/slideLayout" Target="../slideLayouts/slideLayout2.xml" /></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3.xml" /></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 /></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 /></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 /></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 /></Relationships>
</file>

<file path=ppt/slides/_rels/slide18.xml.rels><?xml version="1.0" encoding="UTF-8" standalone="yes"?>
<Relationships xmlns="http://schemas.openxmlformats.org/package/2006/relationships"><Relationship Id="rId2" Type="http://schemas.openxmlformats.org/officeDocument/2006/relationships/image" Target="../media/image13.png" /><Relationship Id="rId1" Type="http://schemas.openxmlformats.org/officeDocument/2006/relationships/slideLayout" Target="../slideLayouts/slideLayout2.xml" /></Relationships>
</file>

<file path=ppt/slides/_rels/slide19.xml.rels><?xml version="1.0" encoding="UTF-8" standalone="yes"?>
<Relationships xmlns="http://schemas.openxmlformats.org/package/2006/relationships"><Relationship Id="rId2" Type="http://schemas.openxmlformats.org/officeDocument/2006/relationships/image" Target="../media/image14.png" /><Relationship Id="rId1" Type="http://schemas.openxmlformats.org/officeDocument/2006/relationships/slideLayout" Target="../slideLayouts/slideLayout2.xml" /></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 /></Relationships>
</file>

<file path=ppt/slides/_rels/slide21.xml.rels><?xml version="1.0" encoding="UTF-8" standalone="yes"?>
<Relationships xmlns="http://schemas.openxmlformats.org/package/2006/relationships"><Relationship Id="rId2" Type="http://schemas.openxmlformats.org/officeDocument/2006/relationships/image" Target="../media/image141.png" /><Relationship Id="rId1" Type="http://schemas.openxmlformats.org/officeDocument/2006/relationships/slideLayout" Target="../slideLayouts/slideLayout2.xml" /></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 /></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4.xml" /></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 /></Relationships>
</file>

<file path=ppt/slides/_rels/slide25.xml.rels><?xml version="1.0" encoding="UTF-8" standalone="yes"?>
<Relationships xmlns="http://schemas.openxmlformats.org/package/2006/relationships"><Relationship Id="rId2" Type="http://schemas.openxmlformats.org/officeDocument/2006/relationships/image" Target="../media/image15.png" /><Relationship Id="rId1" Type="http://schemas.openxmlformats.org/officeDocument/2006/relationships/slideLayout" Target="../slideLayouts/slideLayout2.xml" /></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 /></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 /></Relationships>
</file>

<file path=ppt/slides/_rels/slide28.xml.rels><?xml version="1.0" encoding="UTF-8" standalone="yes"?>
<Relationships xmlns="http://schemas.openxmlformats.org/package/2006/relationships"><Relationship Id="rId2" Type="http://schemas.openxmlformats.org/officeDocument/2006/relationships/image" Target="../media/image140.png" /><Relationship Id="rId1" Type="http://schemas.openxmlformats.org/officeDocument/2006/relationships/slideLayout" Target="../slideLayouts/slideLayout2.xml" /></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4.xml" /></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xml" /></Relationships>
</file>

<file path=ppt/slides/_rels/slide31.xml.rels><?xml version="1.0" encoding="UTF-8" standalone="yes"?>
<Relationships xmlns="http://schemas.openxmlformats.org/package/2006/relationships"><Relationship Id="rId3" Type="http://schemas.openxmlformats.org/officeDocument/2006/relationships/image" Target="../media/image16.png" /><Relationship Id="rId2" Type="http://schemas.openxmlformats.org/officeDocument/2006/relationships/image" Target="../media/image150.png" /><Relationship Id="rId1" Type="http://schemas.openxmlformats.org/officeDocument/2006/relationships/slideLayout" Target="../slideLayouts/slideLayout4.xml" /><Relationship Id="rId5" Type="http://schemas.openxmlformats.org/officeDocument/2006/relationships/image" Target="../media/image18.png" /><Relationship Id="rId4" Type="http://schemas.openxmlformats.org/officeDocument/2006/relationships/image" Target="../media/image17.png" /></Relationships>
</file>

<file path=ppt/slides/_rels/slide32.xml.rels><?xml version="1.0" encoding="UTF-8" standalone="yes"?>
<Relationships xmlns="http://schemas.openxmlformats.org/package/2006/relationships"><Relationship Id="rId2" Type="http://schemas.openxmlformats.org/officeDocument/2006/relationships/image" Target="../media/image19.png" /><Relationship Id="rId1" Type="http://schemas.openxmlformats.org/officeDocument/2006/relationships/slideLayout" Target="../slideLayouts/slideLayout2.xml" /></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2.xml" /></Relationships>
</file>

<file path=ppt/slides/_rels/slide34.xml.rels><?xml version="1.0" encoding="UTF-8" standalone="yes"?>
<Relationships xmlns="http://schemas.openxmlformats.org/package/2006/relationships"><Relationship Id="rId3" Type="http://schemas.openxmlformats.org/officeDocument/2006/relationships/image" Target="../media/image21.png" /><Relationship Id="rId2" Type="http://schemas.openxmlformats.org/officeDocument/2006/relationships/image" Target="../media/image20.png" /><Relationship Id="rId1" Type="http://schemas.openxmlformats.org/officeDocument/2006/relationships/slideLayout" Target="../slideLayouts/slideLayout4.xml" /><Relationship Id="rId5" Type="http://schemas.openxmlformats.org/officeDocument/2006/relationships/image" Target="../media/image23.png" /><Relationship Id="rId4" Type="http://schemas.openxmlformats.org/officeDocument/2006/relationships/image" Target="../media/image22.png" /></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2.xml" /></Relationships>
</file>

<file path=ppt/slides/_rels/slide36.xml.rels><?xml version="1.0" encoding="UTF-8" standalone="yes"?>
<Relationships xmlns="http://schemas.openxmlformats.org/package/2006/relationships"><Relationship Id="rId3" Type="http://schemas.openxmlformats.org/officeDocument/2006/relationships/image" Target="../media/image25.png" /><Relationship Id="rId2" Type="http://schemas.openxmlformats.org/officeDocument/2006/relationships/image" Target="../media/image24.png" /><Relationship Id="rId1" Type="http://schemas.openxmlformats.org/officeDocument/2006/relationships/slideLayout" Target="../slideLayouts/slideLayout4.xml" /><Relationship Id="rId6" Type="http://schemas.openxmlformats.org/officeDocument/2006/relationships/image" Target="../media/image28.png" /><Relationship Id="rId5" Type="http://schemas.openxmlformats.org/officeDocument/2006/relationships/image" Target="../media/image27.png" /><Relationship Id="rId4" Type="http://schemas.openxmlformats.org/officeDocument/2006/relationships/image" Target="../media/image26.png" /></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2.xml" /></Relationships>
</file>

<file path=ppt/slides/_rels/slide38.xml.rels><?xml version="1.0" encoding="UTF-8" standalone="yes"?>
<Relationships xmlns="http://schemas.openxmlformats.org/package/2006/relationships"><Relationship Id="rId2" Type="http://schemas.openxmlformats.org/officeDocument/2006/relationships/image" Target="../media/image29.png" /><Relationship Id="rId1" Type="http://schemas.openxmlformats.org/officeDocument/2006/relationships/slideLayout" Target="../slideLayouts/slideLayout4.xml" /></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4.xml" /></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2.xml" /></Relationships>
</file>

<file path=ppt/slides/_rels/slide41.xml.rels><?xml version="1.0" encoding="UTF-8" standalone="yes"?>
<Relationships xmlns="http://schemas.openxmlformats.org/package/2006/relationships"><Relationship Id="rId3" Type="http://schemas.openxmlformats.org/officeDocument/2006/relationships/image" Target="../media/image31.png" /><Relationship Id="rId2" Type="http://schemas.openxmlformats.org/officeDocument/2006/relationships/image" Target="../media/image30.png" /><Relationship Id="rId1" Type="http://schemas.openxmlformats.org/officeDocument/2006/relationships/slideLayout" Target="../slideLayouts/slideLayout4.xml" /></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4.xml" /></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2.xml" /></Relationships>
</file>

<file path=ppt/slides/_rels/slide44.xml.rels><?xml version="1.0" encoding="UTF-8" standalone="yes"?>
<Relationships xmlns="http://schemas.openxmlformats.org/package/2006/relationships"><Relationship Id="rId3" Type="http://schemas.openxmlformats.org/officeDocument/2006/relationships/image" Target="../media/image33.png" /><Relationship Id="rId2" Type="http://schemas.openxmlformats.org/officeDocument/2006/relationships/image" Target="../media/image32.png" /><Relationship Id="rId1" Type="http://schemas.openxmlformats.org/officeDocument/2006/relationships/slideLayout" Target="../slideLayouts/slideLayout4.xml" /></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4.xml" /></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2.xml" /></Relationships>
</file>

<file path=ppt/slides/_rels/slide47.xml.rels><?xml version="1.0" encoding="UTF-8" standalone="yes"?>
<Relationships xmlns="http://schemas.openxmlformats.org/package/2006/relationships"><Relationship Id="rId2" Type="http://schemas.openxmlformats.org/officeDocument/2006/relationships/image" Target="../media/image290.png" /><Relationship Id="rId1" Type="http://schemas.openxmlformats.org/officeDocument/2006/relationships/slideLayout" Target="../slideLayouts/slideLayout4.xml" /></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4.xml" /></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2.xml" /></Relationships>
</file>

<file path=ppt/slides/_rels/slide50.xml.rels><?xml version="1.0" encoding="UTF-8" standalone="yes"?>
<Relationships xmlns="http://schemas.openxmlformats.org/package/2006/relationships"><Relationship Id="rId2" Type="http://schemas.openxmlformats.org/officeDocument/2006/relationships/image" Target="../media/image310.png" /><Relationship Id="rId1" Type="http://schemas.openxmlformats.org/officeDocument/2006/relationships/slideLayout" Target="../slideLayouts/slideLayout4.xml" /></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2.xml" /></Relationships>
</file>

<file path=ppt/slides/_rels/slide52.xml.rels><?xml version="1.0" encoding="UTF-8" standalone="yes"?>
<Relationships xmlns="http://schemas.openxmlformats.org/package/2006/relationships"><Relationship Id="rId2" Type="http://schemas.openxmlformats.org/officeDocument/2006/relationships/image" Target="../media/image320.png" /><Relationship Id="rId1" Type="http://schemas.openxmlformats.org/officeDocument/2006/relationships/slideLayout" Target="../slideLayouts/slideLayout4.xml" /></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2.xml" /></Relationships>
</file>

<file path=ppt/slides/_rels/slide54.xml.rels><?xml version="1.0" encoding="UTF-8" standalone="yes"?>
<Relationships xmlns="http://schemas.openxmlformats.org/package/2006/relationships"><Relationship Id="rId3" Type="http://schemas.openxmlformats.org/officeDocument/2006/relationships/image" Target="../media/image34.png" /><Relationship Id="rId2" Type="http://schemas.openxmlformats.org/officeDocument/2006/relationships/image" Target="../media/image330.png" /><Relationship Id="rId1" Type="http://schemas.openxmlformats.org/officeDocument/2006/relationships/slideLayout" Target="../slideLayouts/slideLayout4.xml" /></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2.xml" /></Relationships>
</file>

<file path=ppt/slides/_rels/slide56.xml.rels><?xml version="1.0" encoding="UTF-8" standalone="yes"?>
<Relationships xmlns="http://schemas.openxmlformats.org/package/2006/relationships"><Relationship Id="rId2" Type="http://schemas.openxmlformats.org/officeDocument/2006/relationships/image" Target="../media/image35.png" /><Relationship Id="rId1" Type="http://schemas.openxmlformats.org/officeDocument/2006/relationships/slideLayout" Target="../slideLayouts/slideLayout4.xml" /></Relationships>
</file>

<file path=ppt/slides/_rels/slide57.xml.rels><?xml version="1.0" encoding="UTF-8" standalone="yes"?>
<Relationships xmlns="http://schemas.openxmlformats.org/package/2006/relationships"><Relationship Id="rId1" Type="http://schemas.openxmlformats.org/officeDocument/2006/relationships/slideLayout" Target="../slideLayouts/slideLayout2.xml" /></Relationships>
</file>

<file path=ppt/slides/_rels/slide58.xml.rels><?xml version="1.0" encoding="UTF-8" standalone="yes"?>
<Relationships xmlns="http://schemas.openxmlformats.org/package/2006/relationships"><Relationship Id="rId2" Type="http://schemas.openxmlformats.org/officeDocument/2006/relationships/image" Target="../media/image36.png" /><Relationship Id="rId1" Type="http://schemas.openxmlformats.org/officeDocument/2006/relationships/slideLayout" Target="../slideLayouts/slideLayout4.xml" /></Relationships>
</file>

<file path=ppt/slides/_rels/slide59.xml.rels><?xml version="1.0" encoding="UTF-8" standalone="yes"?>
<Relationships xmlns="http://schemas.openxmlformats.org/package/2006/relationships"><Relationship Id="rId1" Type="http://schemas.openxmlformats.org/officeDocument/2006/relationships/slideLayout" Target="../slideLayouts/slideLayout2.xml" /></Relationships>
</file>

<file path=ppt/slides/_rels/slide60.xml.rels><?xml version="1.0" encoding="UTF-8" standalone="yes"?>
<Relationships xmlns="http://schemas.openxmlformats.org/package/2006/relationships"><Relationship Id="rId3" Type="http://schemas.openxmlformats.org/officeDocument/2006/relationships/image" Target="../media/image38.png" /><Relationship Id="rId2" Type="http://schemas.openxmlformats.org/officeDocument/2006/relationships/image" Target="../media/image37.png" /><Relationship Id="rId1" Type="http://schemas.openxmlformats.org/officeDocument/2006/relationships/slideLayout" Target="../slideLayouts/slideLayout4.xml" /><Relationship Id="rId4" Type="http://schemas.openxmlformats.org/officeDocument/2006/relationships/image" Target="../media/image39.png" /></Relationships>
</file>

<file path=ppt/slides/_rels/slide61.xml.rels><?xml version="1.0" encoding="UTF-8" standalone="yes"?>
<Relationships xmlns="http://schemas.openxmlformats.org/package/2006/relationships"><Relationship Id="rId2" Type="http://schemas.openxmlformats.org/officeDocument/2006/relationships/image" Target="../media/image40.png" /><Relationship Id="rId1" Type="http://schemas.openxmlformats.org/officeDocument/2006/relationships/slideLayout" Target="../slideLayouts/slideLayout2.xml" /></Relationships>
</file>

<file path=ppt/slides/_rels/slide62.xml.rels><?xml version="1.0" encoding="UTF-8" standalone="yes"?>
<Relationships xmlns="http://schemas.openxmlformats.org/package/2006/relationships"><Relationship Id="rId1" Type="http://schemas.openxmlformats.org/officeDocument/2006/relationships/slideLayout" Target="../slideLayouts/slideLayout2.xml" /></Relationships>
</file>

<file path=ppt/slides/_rels/slide63.xml.rels><?xml version="1.0" encoding="UTF-8" standalone="yes"?>
<Relationships xmlns="http://schemas.openxmlformats.org/package/2006/relationships"><Relationship Id="rId3" Type="http://schemas.openxmlformats.org/officeDocument/2006/relationships/image" Target="../media/image400.png" /><Relationship Id="rId2" Type="http://schemas.openxmlformats.org/officeDocument/2006/relationships/image" Target="../media/image37.png" /><Relationship Id="rId1" Type="http://schemas.openxmlformats.org/officeDocument/2006/relationships/slideLayout" Target="../slideLayouts/slideLayout4.xml" /><Relationship Id="rId4" Type="http://schemas.openxmlformats.org/officeDocument/2006/relationships/image" Target="../media/image41.png" /></Relationships>
</file>

<file path=ppt/slides/_rels/slide64.xml.rels><?xml version="1.0" encoding="UTF-8" standalone="yes"?>
<Relationships xmlns="http://schemas.openxmlformats.org/package/2006/relationships"><Relationship Id="rId3" Type="http://schemas.openxmlformats.org/officeDocument/2006/relationships/image" Target="../media/image42.png" /><Relationship Id="rId2" Type="http://schemas.openxmlformats.org/officeDocument/2006/relationships/notesSlide" Target="../notesSlides/notesSlide1.xml" /><Relationship Id="rId1" Type="http://schemas.openxmlformats.org/officeDocument/2006/relationships/slideLayout" Target="../slideLayouts/slideLayout2.xml" /></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Autofit/>
          </a:bodyPr>
          <a:lstStyle/>
          <a:p>
            <a:pPr algn="ctr"/>
            <a:r>
              <a:rPr lang="en-IN" sz="6000" b="1" dirty="0"/>
              <a:t>Ratio and Proportion</a:t>
            </a:r>
          </a:p>
        </p:txBody>
      </p:sp>
      <p:sp>
        <p:nvSpPr>
          <p:cNvPr id="3" name="Content Placeholder 2"/>
          <p:cNvSpPr>
            <a:spLocks noGrp="1"/>
          </p:cNvSpPr>
          <p:nvPr>
            <p:ph type="body" idx="1"/>
          </p:nvPr>
        </p:nvSpPr>
        <p:spPr/>
        <p:txBody>
          <a:bodyPr/>
          <a:lstStyle/>
          <a:p>
            <a:pPr marL="0" indent="0">
              <a:buNone/>
            </a:pPr>
            <a:r>
              <a:rPr lang="en-IN" dirty="0"/>
              <a:t>  </a:t>
            </a:r>
          </a:p>
        </p:txBody>
      </p:sp>
    </p:spTree>
    <p:extLst>
      <p:ext uri="{BB962C8B-B14F-4D97-AF65-F5344CB8AC3E}">
        <p14:creationId xmlns:p14="http://schemas.microsoft.com/office/powerpoint/2010/main" val="602958131"/>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3" name="Content Placeholder 2"/>
              <p:cNvSpPr>
                <a:spLocks noGrp="1"/>
              </p:cNvSpPr>
              <p:nvPr>
                <p:ph idx="1"/>
              </p:nvPr>
            </p:nvSpPr>
            <p:spPr>
              <a:xfrm>
                <a:off x="457200" y="1935479"/>
                <a:ext cx="8340436" cy="4631575"/>
              </a:xfrm>
            </p:spPr>
            <p:txBody>
              <a:bodyPr>
                <a:noAutofit/>
              </a:bodyPr>
              <a:lstStyle/>
              <a:p>
                <a:pPr marL="0" indent="0">
                  <a:buNone/>
                </a:pPr>
                <a:r>
                  <a:rPr lang="en-IN" sz="3200" dirty="0">
                    <a:latin typeface="Times New Roman" panose="02020603050405020304" pitchFamily="18" charset="0"/>
                    <a:cs typeface="Times New Roman" panose="02020603050405020304" pitchFamily="18" charset="0"/>
                  </a:rPr>
                  <a:t>	A ratio is simply a fraction. Ratio is used to </a:t>
                </a:r>
                <a14:m>
                  <m:oMath xmlns:m="http://schemas.openxmlformats.org/officeDocument/2006/math">
                    <m:r>
                      <a:rPr lang="en-IN" sz="3200" i="1" dirty="0" smtClean="0">
                        <a:solidFill>
                          <a:srgbClr val="FF0000"/>
                        </a:solidFill>
                        <a:latin typeface="Cambria Math"/>
                        <a:cs typeface="Times New Roman" panose="02020603050405020304" pitchFamily="18" charset="0"/>
                      </a:rPr>
                      <m:t>𝑐𝑜𝑚𝑝𝑎𝑟𝑒</m:t>
                    </m:r>
                  </m:oMath>
                </a14:m>
                <a:r>
                  <a:rPr lang="en-IN" sz="3200" dirty="0">
                    <a:latin typeface="Times New Roman" panose="02020603050405020304" pitchFamily="18" charset="0"/>
                    <a:cs typeface="Times New Roman" panose="02020603050405020304" pitchFamily="18" charset="0"/>
                  </a:rPr>
                  <a:t> two or more things of </a:t>
                </a:r>
                <a14:m>
                  <m:oMath xmlns:m="http://schemas.openxmlformats.org/officeDocument/2006/math">
                    <m:r>
                      <a:rPr lang="en-IN" sz="3200" i="1" dirty="0" smtClean="0">
                        <a:solidFill>
                          <a:srgbClr val="FF0000"/>
                        </a:solidFill>
                        <a:latin typeface="Cambria Math"/>
                        <a:cs typeface="Times New Roman" panose="02020603050405020304" pitchFamily="18" charset="0"/>
                      </a:rPr>
                      <m:t>𝑠𝑎𝑚𝑒</m:t>
                    </m:r>
                    <m:r>
                      <a:rPr lang="en-IN" sz="3200" i="1" dirty="0" smtClean="0">
                        <a:solidFill>
                          <a:srgbClr val="FF0000"/>
                        </a:solidFill>
                        <a:latin typeface="Cambria Math"/>
                        <a:cs typeface="Times New Roman" panose="02020603050405020304" pitchFamily="18" charset="0"/>
                      </a:rPr>
                      <m:t> </m:t>
                    </m:r>
                    <m:r>
                      <a:rPr lang="en-IN" sz="3200" i="1" dirty="0" smtClean="0">
                        <a:solidFill>
                          <a:srgbClr val="FF0000"/>
                        </a:solidFill>
                        <a:latin typeface="Cambria Math"/>
                        <a:cs typeface="Times New Roman" panose="02020603050405020304" pitchFamily="18" charset="0"/>
                      </a:rPr>
                      <m:t>𝑘𝑖𝑛𝑑</m:t>
                    </m:r>
                  </m:oMath>
                </a14:m>
                <a:r>
                  <a:rPr lang="en-IN" sz="3200" dirty="0">
                    <a:solidFill>
                      <a:srgbClr val="FF0000"/>
                    </a:solidFill>
                    <a:latin typeface="Times New Roman" panose="02020603050405020304" pitchFamily="18" charset="0"/>
                    <a:cs typeface="Times New Roman" panose="02020603050405020304" pitchFamily="18" charset="0"/>
                  </a:rPr>
                  <a:t>.</a:t>
                </a:r>
              </a:p>
              <a:p>
                <a:pPr marL="0" indent="0">
                  <a:buNone/>
                </a:pPr>
                <a:r>
                  <a:rPr lang="en-IN" sz="3200" dirty="0">
                    <a:latin typeface="Times New Roman" panose="02020603050405020304" pitchFamily="18" charset="0"/>
                    <a:cs typeface="Times New Roman" panose="02020603050405020304" pitchFamily="18" charset="0"/>
                  </a:rPr>
                  <a:t>		</a:t>
                </a:r>
                <a14:m>
                  <m:oMath xmlns:m="http://schemas.openxmlformats.org/officeDocument/2006/math">
                    <m:r>
                      <a:rPr lang="en-IN" sz="3200" i="1" dirty="0" smtClean="0">
                        <a:latin typeface="Cambria Math"/>
                        <a:cs typeface="Times New Roman" panose="02020603050405020304" pitchFamily="18" charset="0"/>
                      </a:rPr>
                      <m:t>𝑥</m:t>
                    </m:r>
                    <m:r>
                      <a:rPr lang="en-IN" sz="3200" i="1" dirty="0" smtClean="0">
                        <a:latin typeface="Cambria Math"/>
                        <a:cs typeface="Times New Roman" panose="02020603050405020304" pitchFamily="18" charset="0"/>
                      </a:rPr>
                      <m:t> : </m:t>
                    </m:r>
                    <m:r>
                      <a:rPr lang="en-IN" sz="3200" i="1" dirty="0" smtClean="0">
                        <a:latin typeface="Cambria Math"/>
                        <a:cs typeface="Times New Roman" panose="02020603050405020304" pitchFamily="18" charset="0"/>
                      </a:rPr>
                      <m:t>𝑦</m:t>
                    </m:r>
                  </m:oMath>
                </a14:m>
                <a:r>
                  <a:rPr lang="en-IN" sz="3200" dirty="0">
                    <a:latin typeface="Times New Roman" panose="02020603050405020304" pitchFamily="18" charset="0"/>
                    <a:cs typeface="Times New Roman" panose="02020603050405020304" pitchFamily="18" charset="0"/>
                  </a:rPr>
                  <a:t> = </a:t>
                </a:r>
                <a14:m>
                  <m:oMath xmlns:m="http://schemas.openxmlformats.org/officeDocument/2006/math">
                    <m:f>
                      <m:fPr>
                        <m:ctrlPr>
                          <a:rPr lang="en-IN" sz="3200" i="1" smtClean="0">
                            <a:latin typeface="Cambria Math" panose="02040503050406030204" pitchFamily="18" charset="0"/>
                            <a:cs typeface="Times New Roman" panose="02020603050405020304" pitchFamily="18" charset="0"/>
                          </a:rPr>
                        </m:ctrlPr>
                      </m:fPr>
                      <m:num>
                        <m:r>
                          <a:rPr lang="en-IN" sz="3200" b="0" i="1" smtClean="0">
                            <a:latin typeface="Cambria Math"/>
                            <a:cs typeface="Times New Roman" panose="02020603050405020304" pitchFamily="18" charset="0"/>
                          </a:rPr>
                          <m:t>𝑥</m:t>
                        </m:r>
                      </m:num>
                      <m:den>
                        <m:r>
                          <a:rPr lang="en-IN" sz="3200" b="0" i="1" smtClean="0">
                            <a:latin typeface="Cambria Math"/>
                            <a:cs typeface="Times New Roman" panose="02020603050405020304" pitchFamily="18" charset="0"/>
                          </a:rPr>
                          <m:t>𝑦</m:t>
                        </m:r>
                      </m:den>
                    </m:f>
                  </m:oMath>
                </a14:m>
                <a:endParaRPr lang="en-IN" sz="3200" dirty="0">
                  <a:latin typeface="Times New Roman" panose="02020603050405020304" pitchFamily="18" charset="0"/>
                  <a:cs typeface="Times New Roman" panose="02020603050405020304" pitchFamily="18" charset="0"/>
                </a:endParaRPr>
              </a:p>
              <a:p>
                <a:pPr marL="0" indent="0">
                  <a:buNone/>
                </a:pPr>
                <a:r>
                  <a:rPr lang="en-IN" sz="3200" dirty="0">
                    <a:latin typeface="Times New Roman" panose="02020603050405020304" pitchFamily="18" charset="0"/>
                    <a:cs typeface="Times New Roman" panose="02020603050405020304" pitchFamily="18" charset="0"/>
                  </a:rPr>
                  <a:t>In the ratio </a:t>
                </a:r>
                <a14:m>
                  <m:oMath xmlns:m="http://schemas.openxmlformats.org/officeDocument/2006/math">
                    <m:r>
                      <a:rPr lang="en-IN" sz="3200" i="1" dirty="0" smtClean="0">
                        <a:latin typeface="Cambria Math"/>
                        <a:cs typeface="Times New Roman" panose="02020603050405020304" pitchFamily="18" charset="0"/>
                      </a:rPr>
                      <m:t>𝑥</m:t>
                    </m:r>
                    <m:r>
                      <a:rPr lang="en-IN" sz="3200" i="1" dirty="0" smtClean="0">
                        <a:latin typeface="Cambria Math"/>
                        <a:cs typeface="Times New Roman" panose="02020603050405020304" pitchFamily="18" charset="0"/>
                      </a:rPr>
                      <m:t> : </m:t>
                    </m:r>
                    <m:r>
                      <a:rPr lang="en-IN" sz="3200" i="1" dirty="0" smtClean="0">
                        <a:latin typeface="Cambria Math"/>
                        <a:cs typeface="Times New Roman" panose="02020603050405020304" pitchFamily="18" charset="0"/>
                      </a:rPr>
                      <m:t>𝑦</m:t>
                    </m:r>
                  </m:oMath>
                </a14:m>
                <a:r>
                  <a:rPr lang="en-IN" sz="3200" dirty="0">
                    <a:latin typeface="Times New Roman" panose="02020603050405020304" pitchFamily="18" charset="0"/>
                    <a:cs typeface="Times New Roman" panose="02020603050405020304" pitchFamily="18" charset="0"/>
                  </a:rPr>
                  <a:t>, we call </a:t>
                </a:r>
              </a:p>
              <a:p>
                <a:pPr marL="0" indent="0">
                  <a:buNone/>
                </a:pPr>
                <a:r>
                  <a:rPr lang="en-IN" sz="3200" dirty="0">
                    <a:latin typeface="Times New Roman" panose="02020603050405020304" pitchFamily="18" charset="0"/>
                    <a:cs typeface="Times New Roman" panose="02020603050405020304" pitchFamily="18" charset="0"/>
                  </a:rPr>
                  <a:t>	</a:t>
                </a:r>
                <a14:m>
                  <m:oMath xmlns:m="http://schemas.openxmlformats.org/officeDocument/2006/math">
                    <m:r>
                      <a:rPr lang="en-IN" sz="3200" b="1" i="1" dirty="0" smtClean="0">
                        <a:latin typeface="Cambria Math"/>
                        <a:cs typeface="Times New Roman" panose="02020603050405020304" pitchFamily="18" charset="0"/>
                      </a:rPr>
                      <m:t>‘</m:t>
                    </m:r>
                    <m:r>
                      <a:rPr lang="en-IN" sz="3200" b="1" i="1" dirty="0" smtClean="0">
                        <a:latin typeface="Cambria Math"/>
                        <a:cs typeface="Times New Roman" panose="02020603050405020304" pitchFamily="18" charset="0"/>
                      </a:rPr>
                      <m:t>𝒙</m:t>
                    </m:r>
                    <m:r>
                      <a:rPr lang="en-IN" sz="3200" b="1" i="1" dirty="0" smtClean="0">
                        <a:latin typeface="Cambria Math"/>
                        <a:cs typeface="Times New Roman" panose="02020603050405020304" pitchFamily="18" charset="0"/>
                      </a:rPr>
                      <m:t>’</m:t>
                    </m:r>
                    <m:r>
                      <a:rPr lang="en-IN" sz="3200" i="1" dirty="0" smtClean="0">
                        <a:latin typeface="Cambria Math"/>
                        <a:cs typeface="Times New Roman" panose="02020603050405020304" pitchFamily="18" charset="0"/>
                      </a:rPr>
                      <m:t> </m:t>
                    </m:r>
                  </m:oMath>
                </a14:m>
                <a:r>
                  <a:rPr lang="en-IN" sz="3200" dirty="0">
                    <a:latin typeface="Times New Roman" panose="02020603050405020304" pitchFamily="18" charset="0"/>
                    <a:cs typeface="Times New Roman" panose="02020603050405020304" pitchFamily="18" charset="0"/>
                  </a:rPr>
                  <a:t>as the first term or </a:t>
                </a:r>
                <a:r>
                  <a:rPr lang="en-IN" sz="3200" b="1" i="1" dirty="0">
                    <a:latin typeface="Times New Roman" panose="02020603050405020304" pitchFamily="18" charset="0"/>
                    <a:cs typeface="Times New Roman" panose="02020603050405020304" pitchFamily="18" charset="0"/>
                  </a:rPr>
                  <a:t>antecedent</a:t>
                </a:r>
                <a:r>
                  <a:rPr lang="en-IN" sz="3200" dirty="0">
                    <a:latin typeface="Times New Roman" panose="02020603050405020304" pitchFamily="18" charset="0"/>
                    <a:cs typeface="Times New Roman" panose="02020603050405020304" pitchFamily="18" charset="0"/>
                  </a:rPr>
                  <a:t>.</a:t>
                </a:r>
              </a:p>
              <a:p>
                <a:pPr marL="0" indent="0">
                  <a:buNone/>
                </a:pPr>
                <a:r>
                  <a:rPr lang="en-IN" sz="3200" dirty="0">
                    <a:latin typeface="Times New Roman" panose="02020603050405020304" pitchFamily="18" charset="0"/>
                    <a:cs typeface="Times New Roman" panose="02020603050405020304" pitchFamily="18" charset="0"/>
                  </a:rPr>
                  <a:t>	</a:t>
                </a:r>
                <a14:m>
                  <m:oMath xmlns:m="http://schemas.openxmlformats.org/officeDocument/2006/math">
                    <m:r>
                      <a:rPr lang="en-IN" sz="3200" b="1" i="1" dirty="0" smtClean="0">
                        <a:latin typeface="Cambria Math"/>
                        <a:cs typeface="Times New Roman" panose="02020603050405020304" pitchFamily="18" charset="0"/>
                      </a:rPr>
                      <m:t>‘</m:t>
                    </m:r>
                    <m:r>
                      <a:rPr lang="en-IN" sz="3200" b="1" i="1" dirty="0" smtClean="0">
                        <a:latin typeface="Cambria Math"/>
                        <a:cs typeface="Times New Roman" panose="02020603050405020304" pitchFamily="18" charset="0"/>
                      </a:rPr>
                      <m:t>𝒚</m:t>
                    </m:r>
                    <m:r>
                      <a:rPr lang="en-IN" sz="3200" b="1" i="1" dirty="0" smtClean="0">
                        <a:latin typeface="Cambria Math"/>
                        <a:cs typeface="Times New Roman" panose="02020603050405020304" pitchFamily="18" charset="0"/>
                      </a:rPr>
                      <m:t>’ </m:t>
                    </m:r>
                  </m:oMath>
                </a14:m>
                <a:r>
                  <a:rPr lang="en-IN" sz="3200" dirty="0">
                    <a:latin typeface="Times New Roman" panose="02020603050405020304" pitchFamily="18" charset="0"/>
                    <a:cs typeface="Times New Roman" panose="02020603050405020304" pitchFamily="18" charset="0"/>
                  </a:rPr>
                  <a:t>as the second term or </a:t>
                </a:r>
                <a:r>
                  <a:rPr lang="en-IN" sz="3200" b="1" i="1" dirty="0">
                    <a:latin typeface="Times New Roman" panose="02020603050405020304" pitchFamily="18" charset="0"/>
                    <a:cs typeface="Times New Roman" panose="02020603050405020304" pitchFamily="18" charset="0"/>
                  </a:rPr>
                  <a:t>consequent</a:t>
                </a:r>
                <a:r>
                  <a:rPr lang="en-IN" sz="3200" dirty="0">
                    <a:latin typeface="Times New Roman" panose="02020603050405020304" pitchFamily="18" charset="0"/>
                    <a:cs typeface="Times New Roman" panose="02020603050405020304" pitchFamily="18" charset="0"/>
                  </a:rPr>
                  <a:t>.</a:t>
                </a:r>
              </a:p>
              <a:p>
                <a:pPr marL="0" indent="0">
                  <a:buNone/>
                </a:pPr>
                <a:br>
                  <a:rPr lang="en-IN" sz="3200" dirty="0">
                    <a:latin typeface="Times New Roman" panose="02020603050405020304" pitchFamily="18" charset="0"/>
                    <a:cs typeface="Times New Roman" panose="02020603050405020304" pitchFamily="18" charset="0"/>
                  </a:rPr>
                </a:br>
                <a:endParaRPr lang="en-IN" sz="3200" dirty="0">
                  <a:latin typeface="Times New Roman" panose="02020603050405020304" pitchFamily="18" charset="0"/>
                  <a:cs typeface="Times New Roman" panose="02020603050405020304" pitchFamily="18" charset="0"/>
                </a:endParaRPr>
              </a:p>
            </p:txBody>
          </p:sp>
        </mc:Choice>
        <mc:Fallback xmlns="">
          <p:sp>
            <p:nvSpPr>
              <p:cNvPr id="3" name="Content Placeholder 2"/>
              <p:cNvSpPr>
                <a:spLocks noGrp="1" noRot="1" noChangeAspect="1" noMove="1" noResize="1" noEditPoints="1" noAdjustHandles="1" noChangeArrowheads="1" noChangeShapeType="1" noTextEdit="1"/>
              </p:cNvSpPr>
              <p:nvPr>
                <p:ph idx="1"/>
              </p:nvPr>
            </p:nvSpPr>
            <p:spPr>
              <a:xfrm>
                <a:off x="457200" y="1935479"/>
                <a:ext cx="8340436" cy="4631575"/>
              </a:xfrm>
              <a:blipFill rotWithShape="1">
                <a:blip r:embed="rId2"/>
                <a:stretch>
                  <a:fillRect l="-1827" t="-1711" r="-950"/>
                </a:stretch>
              </a:blipFill>
            </p:spPr>
            <p:txBody>
              <a:bodyPr/>
              <a:lstStyle/>
              <a:p>
                <a:r>
                  <a:rPr lang="en-IN">
                    <a:noFill/>
                  </a:rPr>
                  <a:t> </a:t>
                </a:r>
              </a:p>
            </p:txBody>
          </p:sp>
        </mc:Fallback>
      </mc:AlternateContent>
      <p:sp>
        <p:nvSpPr>
          <p:cNvPr id="2" name="Title 1"/>
          <p:cNvSpPr>
            <a:spLocks noGrp="1"/>
          </p:cNvSpPr>
          <p:nvPr>
            <p:ph type="title"/>
          </p:nvPr>
        </p:nvSpPr>
        <p:spPr/>
        <p:txBody>
          <a:bodyPr/>
          <a:lstStyle/>
          <a:p>
            <a:pPr algn="l"/>
            <a:r>
              <a:rPr lang="en-IN" b="1" dirty="0"/>
              <a:t>Ratio</a:t>
            </a:r>
          </a:p>
        </p:txBody>
      </p:sp>
    </p:spTree>
    <p:extLst>
      <p:ext uri="{BB962C8B-B14F-4D97-AF65-F5344CB8AC3E}">
        <p14:creationId xmlns:p14="http://schemas.microsoft.com/office/powerpoint/2010/main" val="13829113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fade">
                                      <p:cBhvr>
                                        <p:cTn id="7" dur="500"/>
                                        <p:tgtEl>
                                          <p:spTgt spid="3">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3">
                                            <p:txEl>
                                              <p:pRg st="1" end="1"/>
                                            </p:txEl>
                                          </p:spTgt>
                                        </p:tgtEl>
                                        <p:attrNameLst>
                                          <p:attrName>style.visibility</p:attrName>
                                        </p:attrNameLst>
                                      </p:cBhvr>
                                      <p:to>
                                        <p:strVal val="visible"/>
                                      </p:to>
                                    </p:set>
                                    <p:animEffect transition="in" filter="fade">
                                      <p:cBhvr>
                                        <p:cTn id="12" dur="500"/>
                                        <p:tgtEl>
                                          <p:spTgt spid="3">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nodeType="clickEffect">
                                  <p:stCondLst>
                                    <p:cond delay="0"/>
                                  </p:stCondLst>
                                  <p:childTnLst>
                                    <p:set>
                                      <p:cBhvr>
                                        <p:cTn id="16" dur="1" fill="hold">
                                          <p:stCondLst>
                                            <p:cond delay="0"/>
                                          </p:stCondLst>
                                        </p:cTn>
                                        <p:tgtEl>
                                          <p:spTgt spid="3">
                                            <p:txEl>
                                              <p:pRg st="2" end="2"/>
                                            </p:txEl>
                                          </p:spTgt>
                                        </p:tgtEl>
                                        <p:attrNameLst>
                                          <p:attrName>style.visibility</p:attrName>
                                        </p:attrNameLst>
                                      </p:cBhvr>
                                      <p:to>
                                        <p:strVal val="visible"/>
                                      </p:to>
                                    </p:set>
                                    <p:animEffect transition="in" filter="fade">
                                      <p:cBhvr>
                                        <p:cTn id="17" dur="500"/>
                                        <p:tgtEl>
                                          <p:spTgt spid="3">
                                            <p:txEl>
                                              <p:pRg st="2" end="2"/>
                                            </p:txEl>
                                          </p:spTgt>
                                        </p:tgtEl>
                                      </p:cBhvr>
                                    </p:animEffect>
                                  </p:childTnLst>
                                </p:cTn>
                              </p:par>
                              <p:par>
                                <p:cTn id="18" presetID="10" presetClass="entr" presetSubtype="0" fill="hold" nodeType="withEffect">
                                  <p:stCondLst>
                                    <p:cond delay="0"/>
                                  </p:stCondLst>
                                  <p:childTnLst>
                                    <p:set>
                                      <p:cBhvr>
                                        <p:cTn id="19" dur="1" fill="hold">
                                          <p:stCondLst>
                                            <p:cond delay="0"/>
                                          </p:stCondLst>
                                        </p:cTn>
                                        <p:tgtEl>
                                          <p:spTgt spid="3">
                                            <p:txEl>
                                              <p:pRg st="3" end="3"/>
                                            </p:txEl>
                                          </p:spTgt>
                                        </p:tgtEl>
                                        <p:attrNameLst>
                                          <p:attrName>style.visibility</p:attrName>
                                        </p:attrNameLst>
                                      </p:cBhvr>
                                      <p:to>
                                        <p:strVal val="visible"/>
                                      </p:to>
                                    </p:set>
                                    <p:animEffect transition="in" filter="fade">
                                      <p:cBhvr>
                                        <p:cTn id="20" dur="500"/>
                                        <p:tgtEl>
                                          <p:spTgt spid="3">
                                            <p:txEl>
                                              <p:pRg st="3" end="3"/>
                                            </p:txEl>
                                          </p:spTgt>
                                        </p:tgtEl>
                                      </p:cBhvr>
                                    </p:animEffect>
                                  </p:childTnLst>
                                </p:cTn>
                              </p:par>
                              <p:par>
                                <p:cTn id="21" presetID="10" presetClass="entr" presetSubtype="0" fill="hold" nodeType="withEffect">
                                  <p:stCondLst>
                                    <p:cond delay="0"/>
                                  </p:stCondLst>
                                  <p:childTnLst>
                                    <p:set>
                                      <p:cBhvr>
                                        <p:cTn id="22" dur="1" fill="hold">
                                          <p:stCondLst>
                                            <p:cond delay="0"/>
                                          </p:stCondLst>
                                        </p:cTn>
                                        <p:tgtEl>
                                          <p:spTgt spid="3">
                                            <p:txEl>
                                              <p:pRg st="4" end="4"/>
                                            </p:txEl>
                                          </p:spTgt>
                                        </p:tgtEl>
                                        <p:attrNameLst>
                                          <p:attrName>style.visibility</p:attrName>
                                        </p:attrNameLst>
                                      </p:cBhvr>
                                      <p:to>
                                        <p:strVal val="visible"/>
                                      </p:to>
                                    </p:set>
                                    <p:animEffect transition="in" filter="fade">
                                      <p:cBhvr>
                                        <p:cTn id="23" dur="500"/>
                                        <p:tgtEl>
                                          <p:spTgt spid="3">
                                            <p:txEl>
                                              <p:pRg st="4" end="4"/>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normAutofit/>
          </a:bodyPr>
          <a:lstStyle/>
          <a:p>
            <a:pPr marL="0" indent="0">
              <a:buNone/>
            </a:pPr>
            <a:r>
              <a:rPr lang="en-IN" sz="3200" dirty="0">
                <a:solidFill>
                  <a:srgbClr val="00B050"/>
                </a:solidFill>
                <a:latin typeface="Times New Roman" panose="02020603050405020304" pitchFamily="18" charset="0"/>
                <a:cs typeface="Times New Roman" panose="02020603050405020304" pitchFamily="18" charset="0"/>
              </a:rPr>
              <a:t>	1)Duplicate Ratio</a:t>
            </a:r>
          </a:p>
          <a:p>
            <a:pPr marL="0" indent="0">
              <a:buNone/>
            </a:pPr>
            <a:r>
              <a:rPr lang="en-IN" sz="3200" dirty="0">
                <a:solidFill>
                  <a:srgbClr val="00B050"/>
                </a:solidFill>
                <a:latin typeface="Times New Roman" panose="02020603050405020304" pitchFamily="18" charset="0"/>
                <a:cs typeface="Times New Roman" panose="02020603050405020304" pitchFamily="18" charset="0"/>
              </a:rPr>
              <a:t>	2)Sub-Duplicate Ratio      </a:t>
            </a:r>
          </a:p>
          <a:p>
            <a:pPr marL="0" indent="0">
              <a:buNone/>
            </a:pPr>
            <a:r>
              <a:rPr lang="en-IN" sz="3200" dirty="0">
                <a:solidFill>
                  <a:srgbClr val="00B050"/>
                </a:solidFill>
                <a:latin typeface="Times New Roman" panose="02020603050405020304" pitchFamily="18" charset="0"/>
                <a:cs typeface="Times New Roman" panose="02020603050405020304" pitchFamily="18" charset="0"/>
              </a:rPr>
              <a:t>	3)Triplicate Ratio	        </a:t>
            </a:r>
          </a:p>
          <a:p>
            <a:pPr marL="0" indent="0">
              <a:buNone/>
            </a:pPr>
            <a:r>
              <a:rPr lang="en-IN" sz="3200" dirty="0">
                <a:solidFill>
                  <a:srgbClr val="00B050"/>
                </a:solidFill>
                <a:latin typeface="Times New Roman" panose="02020603050405020304" pitchFamily="18" charset="0"/>
                <a:cs typeface="Times New Roman" panose="02020603050405020304" pitchFamily="18" charset="0"/>
              </a:rPr>
              <a:t>	4)Sub-Triplicate Ratio   </a:t>
            </a:r>
          </a:p>
          <a:p>
            <a:pPr marL="0" indent="0">
              <a:buNone/>
            </a:pPr>
            <a:r>
              <a:rPr lang="en-IN" sz="3200" dirty="0">
                <a:solidFill>
                  <a:srgbClr val="00B050"/>
                </a:solidFill>
                <a:latin typeface="Times New Roman" panose="02020603050405020304" pitchFamily="18" charset="0"/>
                <a:cs typeface="Times New Roman" panose="02020603050405020304" pitchFamily="18" charset="0"/>
              </a:rPr>
              <a:t>	</a:t>
            </a:r>
            <a:r>
              <a:rPr lang="en-IN" sz="3200" dirty="0">
                <a:solidFill>
                  <a:srgbClr val="FF0000"/>
                </a:solidFill>
                <a:latin typeface="Times New Roman" panose="02020603050405020304" pitchFamily="18" charset="0"/>
                <a:cs typeface="Times New Roman" panose="02020603050405020304" pitchFamily="18" charset="0"/>
              </a:rPr>
              <a:t>5)Inverse Ratio	</a:t>
            </a:r>
            <a:r>
              <a:rPr lang="en-IN" sz="3200" dirty="0">
                <a:solidFill>
                  <a:srgbClr val="00B050"/>
                </a:solidFill>
                <a:latin typeface="Times New Roman" panose="02020603050405020304" pitchFamily="18" charset="0"/>
                <a:cs typeface="Times New Roman" panose="02020603050405020304" pitchFamily="18" charset="0"/>
              </a:rPr>
              <a:t>	</a:t>
            </a:r>
          </a:p>
          <a:p>
            <a:pPr marL="0" indent="0">
              <a:buNone/>
            </a:pPr>
            <a:r>
              <a:rPr lang="en-IN" sz="3200" dirty="0">
                <a:solidFill>
                  <a:srgbClr val="00B050"/>
                </a:solidFill>
                <a:latin typeface="Times New Roman" panose="02020603050405020304" pitchFamily="18" charset="0"/>
                <a:cs typeface="Times New Roman" panose="02020603050405020304" pitchFamily="18" charset="0"/>
              </a:rPr>
              <a:t>	6)Compound Ratio	</a:t>
            </a:r>
            <a:r>
              <a:rPr lang="en-IN" sz="3200" dirty="0">
                <a:latin typeface="Times New Roman" panose="02020603050405020304" pitchFamily="18" charset="0"/>
                <a:cs typeface="Times New Roman" panose="02020603050405020304" pitchFamily="18" charset="0"/>
              </a:rPr>
              <a:t>      	</a:t>
            </a:r>
          </a:p>
        </p:txBody>
      </p:sp>
      <p:sp>
        <p:nvSpPr>
          <p:cNvPr id="2" name="Title 1"/>
          <p:cNvSpPr>
            <a:spLocks noGrp="1"/>
          </p:cNvSpPr>
          <p:nvPr>
            <p:ph type="title"/>
          </p:nvPr>
        </p:nvSpPr>
        <p:spPr/>
        <p:txBody>
          <a:bodyPr/>
          <a:lstStyle/>
          <a:p>
            <a:pPr algn="l"/>
            <a:r>
              <a:rPr lang="en-IN" b="1" dirty="0"/>
              <a:t>Types of Ratios</a:t>
            </a:r>
          </a:p>
        </p:txBody>
      </p:sp>
    </p:spTree>
    <p:extLst>
      <p:ext uri="{BB962C8B-B14F-4D97-AF65-F5344CB8AC3E}">
        <p14:creationId xmlns:p14="http://schemas.microsoft.com/office/powerpoint/2010/main" val="38872594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fade">
                                      <p:cBhvr>
                                        <p:cTn id="7" dur="500"/>
                                        <p:tgtEl>
                                          <p:spTgt spid="3">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3">
                                            <p:txEl>
                                              <p:pRg st="1" end="1"/>
                                            </p:txEl>
                                          </p:spTgt>
                                        </p:tgtEl>
                                        <p:attrNameLst>
                                          <p:attrName>style.visibility</p:attrName>
                                        </p:attrNameLst>
                                      </p:cBhvr>
                                      <p:to>
                                        <p:strVal val="visible"/>
                                      </p:to>
                                    </p:set>
                                    <p:animEffect transition="in" filter="fade">
                                      <p:cBhvr>
                                        <p:cTn id="12" dur="500"/>
                                        <p:tgtEl>
                                          <p:spTgt spid="3">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nodeType="clickEffect">
                                  <p:stCondLst>
                                    <p:cond delay="0"/>
                                  </p:stCondLst>
                                  <p:childTnLst>
                                    <p:set>
                                      <p:cBhvr>
                                        <p:cTn id="16" dur="1" fill="hold">
                                          <p:stCondLst>
                                            <p:cond delay="0"/>
                                          </p:stCondLst>
                                        </p:cTn>
                                        <p:tgtEl>
                                          <p:spTgt spid="3">
                                            <p:txEl>
                                              <p:pRg st="2" end="2"/>
                                            </p:txEl>
                                          </p:spTgt>
                                        </p:tgtEl>
                                        <p:attrNameLst>
                                          <p:attrName>style.visibility</p:attrName>
                                        </p:attrNameLst>
                                      </p:cBhvr>
                                      <p:to>
                                        <p:strVal val="visible"/>
                                      </p:to>
                                    </p:set>
                                    <p:animEffect transition="in" filter="fade">
                                      <p:cBhvr>
                                        <p:cTn id="17" dur="500"/>
                                        <p:tgtEl>
                                          <p:spTgt spid="3">
                                            <p:txEl>
                                              <p:pRg st="2" end="2"/>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nodeType="clickEffect">
                                  <p:stCondLst>
                                    <p:cond delay="0"/>
                                  </p:stCondLst>
                                  <p:childTnLst>
                                    <p:set>
                                      <p:cBhvr>
                                        <p:cTn id="21" dur="1" fill="hold">
                                          <p:stCondLst>
                                            <p:cond delay="0"/>
                                          </p:stCondLst>
                                        </p:cTn>
                                        <p:tgtEl>
                                          <p:spTgt spid="3">
                                            <p:txEl>
                                              <p:pRg st="3" end="3"/>
                                            </p:txEl>
                                          </p:spTgt>
                                        </p:tgtEl>
                                        <p:attrNameLst>
                                          <p:attrName>style.visibility</p:attrName>
                                        </p:attrNameLst>
                                      </p:cBhvr>
                                      <p:to>
                                        <p:strVal val="visible"/>
                                      </p:to>
                                    </p:set>
                                    <p:animEffect transition="in" filter="fade">
                                      <p:cBhvr>
                                        <p:cTn id="22" dur="500"/>
                                        <p:tgtEl>
                                          <p:spTgt spid="3">
                                            <p:txEl>
                                              <p:pRg st="3" end="3"/>
                                            </p:txEl>
                                          </p:spTgt>
                                        </p:tgtEl>
                                      </p:cBhvr>
                                    </p:animEffect>
                                  </p:childTnLst>
                                </p:cTn>
                              </p:par>
                            </p:childTnLst>
                          </p:cTn>
                        </p:par>
                      </p:childTnLst>
                    </p:cTn>
                  </p:par>
                  <p:par>
                    <p:cTn id="23" fill="hold">
                      <p:stCondLst>
                        <p:cond delay="indefinite"/>
                      </p:stCondLst>
                      <p:childTnLst>
                        <p:par>
                          <p:cTn id="24" fill="hold">
                            <p:stCondLst>
                              <p:cond delay="0"/>
                            </p:stCondLst>
                            <p:childTnLst>
                              <p:par>
                                <p:cTn id="25" presetID="10" presetClass="entr" presetSubtype="0" fill="hold" nodeType="clickEffect">
                                  <p:stCondLst>
                                    <p:cond delay="0"/>
                                  </p:stCondLst>
                                  <p:childTnLst>
                                    <p:set>
                                      <p:cBhvr>
                                        <p:cTn id="26" dur="1" fill="hold">
                                          <p:stCondLst>
                                            <p:cond delay="0"/>
                                          </p:stCondLst>
                                        </p:cTn>
                                        <p:tgtEl>
                                          <p:spTgt spid="3">
                                            <p:txEl>
                                              <p:pRg st="4" end="4"/>
                                            </p:txEl>
                                          </p:spTgt>
                                        </p:tgtEl>
                                        <p:attrNameLst>
                                          <p:attrName>style.visibility</p:attrName>
                                        </p:attrNameLst>
                                      </p:cBhvr>
                                      <p:to>
                                        <p:strVal val="visible"/>
                                      </p:to>
                                    </p:set>
                                    <p:animEffect transition="in" filter="fade">
                                      <p:cBhvr>
                                        <p:cTn id="27" dur="500"/>
                                        <p:tgtEl>
                                          <p:spTgt spid="3">
                                            <p:txEl>
                                              <p:pRg st="4" end="4"/>
                                            </p:txEl>
                                          </p:spTgt>
                                        </p:tgtEl>
                                      </p:cBhvr>
                                    </p:animEffect>
                                  </p:childTnLst>
                                </p:cTn>
                              </p:par>
                            </p:childTnLst>
                          </p:cTn>
                        </p:par>
                      </p:childTnLst>
                    </p:cTn>
                  </p:par>
                  <p:par>
                    <p:cTn id="28" fill="hold">
                      <p:stCondLst>
                        <p:cond delay="indefinite"/>
                      </p:stCondLst>
                      <p:childTnLst>
                        <p:par>
                          <p:cTn id="29" fill="hold">
                            <p:stCondLst>
                              <p:cond delay="0"/>
                            </p:stCondLst>
                            <p:childTnLst>
                              <p:par>
                                <p:cTn id="30" presetID="10" presetClass="entr" presetSubtype="0" fill="hold" nodeType="clickEffect">
                                  <p:stCondLst>
                                    <p:cond delay="0"/>
                                  </p:stCondLst>
                                  <p:childTnLst>
                                    <p:set>
                                      <p:cBhvr>
                                        <p:cTn id="31" dur="1" fill="hold">
                                          <p:stCondLst>
                                            <p:cond delay="0"/>
                                          </p:stCondLst>
                                        </p:cTn>
                                        <p:tgtEl>
                                          <p:spTgt spid="3">
                                            <p:txEl>
                                              <p:pRg st="5" end="5"/>
                                            </p:txEl>
                                          </p:spTgt>
                                        </p:tgtEl>
                                        <p:attrNameLst>
                                          <p:attrName>style.visibility</p:attrName>
                                        </p:attrNameLst>
                                      </p:cBhvr>
                                      <p:to>
                                        <p:strVal val="visible"/>
                                      </p:to>
                                    </p:set>
                                    <p:animEffect transition="in" filter="fade">
                                      <p:cBhvr>
                                        <p:cTn id="32" dur="500"/>
                                        <p:tgtEl>
                                          <p:spTgt spid="3">
                                            <p:txEl>
                                              <p:pRg st="5" end="5"/>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2" name="Content Placeholder 1"/>
              <p:cNvSpPr>
                <a:spLocks noGrp="1"/>
              </p:cNvSpPr>
              <p:nvPr>
                <p:ph idx="1"/>
              </p:nvPr>
            </p:nvSpPr>
            <p:spPr>
              <a:xfrm>
                <a:off x="539553" y="2248347"/>
                <a:ext cx="8208912" cy="4421013"/>
              </a:xfrm>
            </p:spPr>
            <p:txBody>
              <a:bodyPr>
                <a:noAutofit/>
              </a:bodyPr>
              <a:lstStyle/>
              <a:p>
                <a:pPr marL="0" indent="0">
                  <a:buNone/>
                </a:pPr>
                <a:r>
                  <a:rPr lang="en-IN" sz="3200" b="1" i="1" dirty="0">
                    <a:solidFill>
                      <a:srgbClr val="FF0000"/>
                    </a:solidFill>
                    <a:latin typeface="Cambria Math"/>
                    <a:sym typeface="Wingdings" panose="05000000000000000000" pitchFamily="2" charset="2"/>
                  </a:rPr>
                  <a:t>(</a:t>
                </a:r>
                <a14:m>
                  <m:oMath xmlns:m="http://schemas.openxmlformats.org/officeDocument/2006/math">
                    <m:r>
                      <a:rPr lang="en-IN" sz="3200" b="1" i="1" dirty="0">
                        <a:solidFill>
                          <a:srgbClr val="FF0000"/>
                        </a:solidFill>
                        <a:latin typeface="Cambria Math"/>
                        <a:sym typeface="Wingdings" panose="05000000000000000000" pitchFamily="2" charset="2"/>
                      </a:rPr>
                      <m:t>𝑺𝒒𝒖𝒂𝒓𝒆𝒔</m:t>
                    </m:r>
                  </m:oMath>
                </a14:m>
                <a:r>
                  <a:rPr lang="en-IN" sz="3200" b="1" i="1" dirty="0">
                    <a:solidFill>
                      <a:srgbClr val="FF0000"/>
                    </a:solidFill>
                  </a:rPr>
                  <a:t>) </a:t>
                </a:r>
              </a:p>
              <a:p>
                <a:pPr marL="0" indent="0">
                  <a:buNone/>
                </a:pPr>
                <a:r>
                  <a:rPr lang="en-IN" sz="3200" b="1" i="1" dirty="0">
                    <a:solidFill>
                      <a:srgbClr val="FF0000"/>
                    </a:solidFill>
                  </a:rPr>
                  <a:t>	</a:t>
                </a:r>
                <a:r>
                  <a:rPr lang="en-IN" sz="3200" dirty="0">
                    <a:solidFill>
                      <a:schemeClr val="tx1"/>
                    </a:solidFill>
                  </a:rPr>
                  <a:t>If the normal ratio is </a:t>
                </a:r>
                <a:r>
                  <a:rPr lang="en-IN" sz="3200" b="1" i="1" dirty="0">
                    <a:solidFill>
                      <a:schemeClr val="tx1"/>
                    </a:solidFill>
                  </a:rPr>
                  <a:t>a : b</a:t>
                </a:r>
                <a:r>
                  <a:rPr lang="en-IN" sz="3200" dirty="0">
                    <a:solidFill>
                      <a:schemeClr val="tx1"/>
                    </a:solidFill>
                  </a:rPr>
                  <a:t>, then its duplicate ratio is </a:t>
                </a:r>
                <a14:m>
                  <m:oMath xmlns:m="http://schemas.openxmlformats.org/officeDocument/2006/math">
                    <m:sSup>
                      <m:sSupPr>
                        <m:ctrlPr>
                          <a:rPr lang="en-IN" sz="3200" b="1" i="1" smtClean="0">
                            <a:solidFill>
                              <a:srgbClr val="FF0000"/>
                            </a:solidFill>
                            <a:latin typeface="Cambria Math" panose="02040503050406030204" pitchFamily="18" charset="0"/>
                          </a:rPr>
                        </m:ctrlPr>
                      </m:sSupPr>
                      <m:e>
                        <m:r>
                          <a:rPr lang="en-IN" sz="3200" b="1" i="1" smtClean="0">
                            <a:solidFill>
                              <a:srgbClr val="FF0000"/>
                            </a:solidFill>
                            <a:latin typeface="Cambria Math"/>
                          </a:rPr>
                          <m:t>𝒂</m:t>
                        </m:r>
                      </m:e>
                      <m:sup>
                        <m:r>
                          <a:rPr lang="en-IN" sz="3200" b="1" i="1" smtClean="0">
                            <a:solidFill>
                              <a:srgbClr val="FF0000"/>
                            </a:solidFill>
                            <a:latin typeface="Cambria Math"/>
                          </a:rPr>
                          <m:t>𝟐</m:t>
                        </m:r>
                      </m:sup>
                    </m:sSup>
                    <m:r>
                      <a:rPr lang="en-IN" sz="3200" b="1" i="1" smtClean="0">
                        <a:solidFill>
                          <a:srgbClr val="FF0000"/>
                        </a:solidFill>
                        <a:latin typeface="Cambria Math"/>
                      </a:rPr>
                      <m:t> : </m:t>
                    </m:r>
                    <m:sSup>
                      <m:sSupPr>
                        <m:ctrlPr>
                          <a:rPr lang="en-IN" sz="3200" b="1" i="1" smtClean="0">
                            <a:solidFill>
                              <a:srgbClr val="FF0000"/>
                            </a:solidFill>
                            <a:latin typeface="Cambria Math" panose="02040503050406030204" pitchFamily="18" charset="0"/>
                          </a:rPr>
                        </m:ctrlPr>
                      </m:sSupPr>
                      <m:e>
                        <m:r>
                          <a:rPr lang="en-IN" sz="3200" b="1" i="1" smtClean="0">
                            <a:solidFill>
                              <a:srgbClr val="FF0000"/>
                            </a:solidFill>
                            <a:latin typeface="Cambria Math"/>
                          </a:rPr>
                          <m:t>𝒃</m:t>
                        </m:r>
                      </m:e>
                      <m:sup>
                        <m:r>
                          <a:rPr lang="en-IN" sz="3200" b="1" i="1" smtClean="0">
                            <a:solidFill>
                              <a:srgbClr val="FF0000"/>
                            </a:solidFill>
                            <a:latin typeface="Cambria Math"/>
                          </a:rPr>
                          <m:t>𝟐</m:t>
                        </m:r>
                      </m:sup>
                    </m:sSup>
                  </m:oMath>
                </a14:m>
                <a:r>
                  <a:rPr lang="en-IN" sz="3200" b="1" i="1" dirty="0">
                    <a:solidFill>
                      <a:srgbClr val="FF0000"/>
                    </a:solidFill>
                  </a:rPr>
                  <a:t>.</a:t>
                </a:r>
              </a:p>
              <a:p>
                <a:pPr marL="0" indent="0">
                  <a:buNone/>
                </a:pPr>
                <a:endParaRPr lang="en-IN" sz="2000" b="1" i="1" dirty="0">
                  <a:solidFill>
                    <a:srgbClr val="FF0000"/>
                  </a:solidFill>
                </a:endParaRPr>
              </a:p>
              <a:p>
                <a:pPr marL="0" indent="0">
                  <a:buNone/>
                </a:pPr>
                <a:r>
                  <a:rPr lang="en-IN" sz="3200" dirty="0">
                    <a:solidFill>
                      <a:schemeClr val="tx1"/>
                    </a:solidFill>
                  </a:rPr>
                  <a:t>Eg) Find the Duplicate ratio of 4 : 5?</a:t>
                </a:r>
              </a:p>
              <a:p>
                <a:pPr marL="0" indent="0">
                  <a:buNone/>
                </a:pPr>
                <a:r>
                  <a:rPr lang="en-IN" sz="3200" dirty="0">
                    <a:solidFill>
                      <a:schemeClr val="tx1"/>
                    </a:solidFill>
                  </a:rPr>
                  <a:t>				     =  </a:t>
                </a:r>
                <a14:m>
                  <m:oMath xmlns:m="http://schemas.openxmlformats.org/officeDocument/2006/math">
                    <m:sSup>
                      <m:sSupPr>
                        <m:ctrlPr>
                          <a:rPr lang="en-IN" sz="3200" b="1" i="1">
                            <a:solidFill>
                              <a:srgbClr val="FF0000"/>
                            </a:solidFill>
                            <a:latin typeface="Cambria Math" panose="02040503050406030204" pitchFamily="18" charset="0"/>
                          </a:rPr>
                        </m:ctrlPr>
                      </m:sSupPr>
                      <m:e>
                        <m:r>
                          <a:rPr lang="en-IN" sz="3200" b="1" i="1" smtClean="0">
                            <a:solidFill>
                              <a:srgbClr val="FF0000"/>
                            </a:solidFill>
                            <a:latin typeface="Cambria Math"/>
                          </a:rPr>
                          <m:t>𝟒</m:t>
                        </m:r>
                      </m:e>
                      <m:sup>
                        <m:r>
                          <a:rPr lang="en-IN" sz="3200" b="1" i="1">
                            <a:solidFill>
                              <a:srgbClr val="FF0000"/>
                            </a:solidFill>
                            <a:latin typeface="Cambria Math"/>
                          </a:rPr>
                          <m:t>𝟐</m:t>
                        </m:r>
                      </m:sup>
                    </m:sSup>
                    <m:r>
                      <a:rPr lang="en-IN" sz="3200" b="1" i="1">
                        <a:solidFill>
                          <a:srgbClr val="FF0000"/>
                        </a:solidFill>
                        <a:latin typeface="Cambria Math"/>
                      </a:rPr>
                      <m:t> : </m:t>
                    </m:r>
                    <m:sSup>
                      <m:sSupPr>
                        <m:ctrlPr>
                          <a:rPr lang="en-IN" sz="3200" b="1" i="1">
                            <a:solidFill>
                              <a:srgbClr val="FF0000"/>
                            </a:solidFill>
                            <a:latin typeface="Cambria Math" panose="02040503050406030204" pitchFamily="18" charset="0"/>
                          </a:rPr>
                        </m:ctrlPr>
                      </m:sSupPr>
                      <m:e>
                        <m:r>
                          <a:rPr lang="en-IN" sz="3200" b="1" i="1" smtClean="0">
                            <a:solidFill>
                              <a:srgbClr val="FF0000"/>
                            </a:solidFill>
                            <a:latin typeface="Cambria Math"/>
                          </a:rPr>
                          <m:t>𝟓</m:t>
                        </m:r>
                      </m:e>
                      <m:sup>
                        <m:r>
                          <a:rPr lang="en-IN" sz="3200" b="1" i="1">
                            <a:solidFill>
                              <a:srgbClr val="FF0000"/>
                            </a:solidFill>
                            <a:latin typeface="Cambria Math"/>
                          </a:rPr>
                          <m:t>𝟐</m:t>
                        </m:r>
                      </m:sup>
                    </m:sSup>
                  </m:oMath>
                </a14:m>
                <a:endParaRPr lang="en-IN" sz="3200" dirty="0">
                  <a:solidFill>
                    <a:schemeClr val="tx1"/>
                  </a:solidFill>
                </a:endParaRPr>
              </a:p>
              <a:p>
                <a:pPr marL="0" indent="0">
                  <a:buNone/>
                </a:pPr>
                <a:r>
                  <a:rPr lang="en-IN" sz="3200" dirty="0">
                    <a:solidFill>
                      <a:schemeClr val="tx1"/>
                    </a:solidFill>
                  </a:rPr>
                  <a:t>				      </a:t>
                </a:r>
                <a:r>
                  <a:rPr lang="en-IN" sz="3200" b="1" dirty="0">
                    <a:solidFill>
                      <a:srgbClr val="00B050"/>
                    </a:solidFill>
                  </a:rPr>
                  <a:t>= 16 : 25</a:t>
                </a:r>
              </a:p>
            </p:txBody>
          </p:sp>
        </mc:Choice>
        <mc:Fallback xmlns="">
          <p:sp>
            <p:nvSpPr>
              <p:cNvPr id="2" name="Content Placeholder 1"/>
              <p:cNvSpPr>
                <a:spLocks noGrp="1" noRot="1" noChangeAspect="1" noMove="1" noResize="1" noEditPoints="1" noAdjustHandles="1" noChangeArrowheads="1" noChangeShapeType="1" noTextEdit="1"/>
              </p:cNvSpPr>
              <p:nvPr>
                <p:ph idx="1"/>
              </p:nvPr>
            </p:nvSpPr>
            <p:spPr>
              <a:xfrm>
                <a:off x="539553" y="2248347"/>
                <a:ext cx="8208912" cy="4421013"/>
              </a:xfrm>
              <a:blipFill rotWithShape="1">
                <a:blip r:embed="rId2"/>
                <a:stretch>
                  <a:fillRect l="-1932" t="-2207"/>
                </a:stretch>
              </a:blipFill>
            </p:spPr>
            <p:txBody>
              <a:bodyPr/>
              <a:lstStyle/>
              <a:p>
                <a:r>
                  <a:rPr lang="en-US">
                    <a:noFill/>
                  </a:rPr>
                  <a:t> </a:t>
                </a:r>
              </a:p>
            </p:txBody>
          </p:sp>
        </mc:Fallback>
      </mc:AlternateContent>
      <p:sp>
        <p:nvSpPr>
          <p:cNvPr id="3" name="Title 2"/>
          <p:cNvSpPr>
            <a:spLocks noGrp="1"/>
          </p:cNvSpPr>
          <p:nvPr>
            <p:ph type="title"/>
          </p:nvPr>
        </p:nvSpPr>
        <p:spPr/>
        <p:txBody>
          <a:bodyPr/>
          <a:lstStyle/>
          <a:p>
            <a:pPr algn="l"/>
            <a:r>
              <a:rPr lang="en-IN" b="1" dirty="0">
                <a:solidFill>
                  <a:srgbClr val="00B050"/>
                </a:solidFill>
              </a:rPr>
              <a:t>1) Duplicate Ratio</a:t>
            </a:r>
            <a:endParaRPr lang="en-IN" b="1" i="1" dirty="0">
              <a:solidFill>
                <a:schemeClr val="tx1"/>
              </a:solidFill>
            </a:endParaRPr>
          </a:p>
        </p:txBody>
      </p:sp>
    </p:spTree>
    <p:extLst>
      <p:ext uri="{BB962C8B-B14F-4D97-AF65-F5344CB8AC3E}">
        <p14:creationId xmlns:p14="http://schemas.microsoft.com/office/powerpoint/2010/main" val="134877845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2">
                                            <p:txEl>
                                              <p:pRg st="1" end="1"/>
                                            </p:txEl>
                                          </p:spTgt>
                                        </p:tgtEl>
                                        <p:attrNameLst>
                                          <p:attrName>style.visibility</p:attrName>
                                        </p:attrNameLst>
                                      </p:cBhvr>
                                      <p:to>
                                        <p:strVal val="visible"/>
                                      </p:to>
                                    </p:set>
                                    <p:animEffect transition="in" filter="fade">
                                      <p:cBhvr>
                                        <p:cTn id="7" dur="500"/>
                                        <p:tgtEl>
                                          <p:spTgt spid="2">
                                            <p:txEl>
                                              <p:pRg st="1" end="1"/>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2">
                                            <p:txEl>
                                              <p:pRg st="3" end="3"/>
                                            </p:txEl>
                                          </p:spTgt>
                                        </p:tgtEl>
                                        <p:attrNameLst>
                                          <p:attrName>style.visibility</p:attrName>
                                        </p:attrNameLst>
                                      </p:cBhvr>
                                      <p:to>
                                        <p:strVal val="visible"/>
                                      </p:to>
                                    </p:set>
                                    <p:animEffect transition="in" filter="fade">
                                      <p:cBhvr>
                                        <p:cTn id="12" dur="500"/>
                                        <p:tgtEl>
                                          <p:spTgt spid="2">
                                            <p:txEl>
                                              <p:pRg st="3" end="3"/>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nodeType="clickEffect">
                                  <p:stCondLst>
                                    <p:cond delay="0"/>
                                  </p:stCondLst>
                                  <p:childTnLst>
                                    <p:set>
                                      <p:cBhvr>
                                        <p:cTn id="16" dur="1" fill="hold">
                                          <p:stCondLst>
                                            <p:cond delay="0"/>
                                          </p:stCondLst>
                                        </p:cTn>
                                        <p:tgtEl>
                                          <p:spTgt spid="2">
                                            <p:txEl>
                                              <p:pRg st="4" end="4"/>
                                            </p:txEl>
                                          </p:spTgt>
                                        </p:tgtEl>
                                        <p:attrNameLst>
                                          <p:attrName>style.visibility</p:attrName>
                                        </p:attrNameLst>
                                      </p:cBhvr>
                                      <p:to>
                                        <p:strVal val="visible"/>
                                      </p:to>
                                    </p:set>
                                    <p:animEffect transition="in" filter="fade">
                                      <p:cBhvr>
                                        <p:cTn id="17" dur="500"/>
                                        <p:tgtEl>
                                          <p:spTgt spid="2">
                                            <p:txEl>
                                              <p:pRg st="4" end="4"/>
                                            </p:txEl>
                                          </p:spTgt>
                                        </p:tgtEl>
                                      </p:cBhvr>
                                    </p:animEffect>
                                  </p:childTnLst>
                                </p:cTn>
                              </p:par>
                              <p:par>
                                <p:cTn id="18" presetID="10" presetClass="entr" presetSubtype="0" fill="hold" nodeType="withEffect">
                                  <p:stCondLst>
                                    <p:cond delay="0"/>
                                  </p:stCondLst>
                                  <p:childTnLst>
                                    <p:set>
                                      <p:cBhvr>
                                        <p:cTn id="19" dur="1" fill="hold">
                                          <p:stCondLst>
                                            <p:cond delay="0"/>
                                          </p:stCondLst>
                                        </p:cTn>
                                        <p:tgtEl>
                                          <p:spTgt spid="2">
                                            <p:txEl>
                                              <p:pRg st="5" end="5"/>
                                            </p:txEl>
                                          </p:spTgt>
                                        </p:tgtEl>
                                        <p:attrNameLst>
                                          <p:attrName>style.visibility</p:attrName>
                                        </p:attrNameLst>
                                      </p:cBhvr>
                                      <p:to>
                                        <p:strVal val="visible"/>
                                      </p:to>
                                    </p:set>
                                    <p:animEffect transition="in" filter="fade">
                                      <p:cBhvr>
                                        <p:cTn id="20" dur="500"/>
                                        <p:tgtEl>
                                          <p:spTgt spid="2">
                                            <p:txEl>
                                              <p:pRg st="5" end="5"/>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2" name="Content Placeholder 1"/>
              <p:cNvSpPr>
                <a:spLocks noGrp="1"/>
              </p:cNvSpPr>
              <p:nvPr>
                <p:ph idx="1"/>
              </p:nvPr>
            </p:nvSpPr>
            <p:spPr>
              <a:xfrm>
                <a:off x="699247" y="2248347"/>
                <a:ext cx="8193233" cy="4276997"/>
              </a:xfrm>
            </p:spPr>
            <p:txBody>
              <a:bodyPr>
                <a:normAutofit/>
              </a:bodyPr>
              <a:lstStyle/>
              <a:p>
                <a:pPr marL="0" indent="0">
                  <a:buNone/>
                </a:pPr>
                <a:r>
                  <a:rPr lang="en-IN" sz="3200" b="1" i="1" dirty="0">
                    <a:solidFill>
                      <a:srgbClr val="FF0000"/>
                    </a:solidFill>
                    <a:latin typeface="Cambria Math"/>
                    <a:sym typeface="Wingdings" panose="05000000000000000000" pitchFamily="2" charset="2"/>
                  </a:rPr>
                  <a:t>(</a:t>
                </a:r>
                <a14:m>
                  <m:oMath xmlns:m="http://schemas.openxmlformats.org/officeDocument/2006/math">
                    <m:r>
                      <a:rPr lang="en-IN" sz="3200" b="1" i="1" dirty="0">
                        <a:solidFill>
                          <a:srgbClr val="FF0000"/>
                        </a:solidFill>
                        <a:latin typeface="Cambria Math"/>
                        <a:sym typeface="Wingdings" panose="05000000000000000000" pitchFamily="2" charset="2"/>
                      </a:rPr>
                      <m:t>𝑺𝒒𝒖𝒂𝒓𝒆</m:t>
                    </m:r>
                    <m:r>
                      <a:rPr lang="en-IN" sz="3200" b="1" i="1" dirty="0">
                        <a:solidFill>
                          <a:srgbClr val="FF0000"/>
                        </a:solidFill>
                        <a:latin typeface="Cambria Math"/>
                        <a:sym typeface="Wingdings" panose="05000000000000000000" pitchFamily="2" charset="2"/>
                      </a:rPr>
                      <m:t> </m:t>
                    </m:r>
                    <m:r>
                      <a:rPr lang="en-IN" sz="3200" b="1" i="1" dirty="0">
                        <a:solidFill>
                          <a:srgbClr val="FF0000"/>
                        </a:solidFill>
                        <a:latin typeface="Cambria Math"/>
                        <a:sym typeface="Wingdings" panose="05000000000000000000" pitchFamily="2" charset="2"/>
                      </a:rPr>
                      <m:t>𝒓𝒐𝒐𝒕𝒔</m:t>
                    </m:r>
                  </m:oMath>
                </a14:m>
                <a:r>
                  <a:rPr lang="en-IN" sz="3200" b="1" i="1" dirty="0">
                    <a:solidFill>
                      <a:srgbClr val="FF0000"/>
                    </a:solidFill>
                  </a:rPr>
                  <a:t>) </a:t>
                </a:r>
                <a:endParaRPr lang="en-IN" sz="3200" b="1" dirty="0">
                  <a:solidFill>
                    <a:srgbClr val="00B050"/>
                  </a:solidFill>
                </a:endParaRPr>
              </a:p>
              <a:p>
                <a:pPr marL="0" indent="0">
                  <a:buNone/>
                </a:pPr>
                <a:r>
                  <a:rPr lang="en-IN" sz="3200" dirty="0">
                    <a:sym typeface="Wingdings" panose="05000000000000000000" pitchFamily="2" charset="2"/>
                  </a:rPr>
                  <a:t>	</a:t>
                </a:r>
                <a:r>
                  <a:rPr lang="en-IN" sz="3200" dirty="0">
                    <a:solidFill>
                      <a:schemeClr val="tx1"/>
                    </a:solidFill>
                  </a:rPr>
                  <a:t>If the normal ratio is </a:t>
                </a:r>
                <a:r>
                  <a:rPr lang="en-IN" sz="3200" b="1" i="1" dirty="0">
                    <a:solidFill>
                      <a:schemeClr val="tx1"/>
                    </a:solidFill>
                  </a:rPr>
                  <a:t>a : b</a:t>
                </a:r>
                <a:r>
                  <a:rPr lang="en-IN" sz="3200" dirty="0">
                    <a:solidFill>
                      <a:schemeClr val="tx1"/>
                    </a:solidFill>
                  </a:rPr>
                  <a:t>, then its sub-duplicate ratio is </a:t>
                </a:r>
                <a14:m>
                  <m:oMath xmlns:m="http://schemas.openxmlformats.org/officeDocument/2006/math">
                    <m:rad>
                      <m:radPr>
                        <m:degHide m:val="on"/>
                        <m:ctrlPr>
                          <a:rPr lang="en-IN" sz="3200" b="1" i="1" dirty="0" smtClean="0">
                            <a:solidFill>
                              <a:srgbClr val="FF0000"/>
                            </a:solidFill>
                            <a:latin typeface="Cambria Math" panose="02040503050406030204" pitchFamily="18" charset="0"/>
                          </a:rPr>
                        </m:ctrlPr>
                      </m:radPr>
                      <m:deg/>
                      <m:e>
                        <m:r>
                          <a:rPr lang="en-IN" sz="3200" b="1" i="1" dirty="0" smtClean="0">
                            <a:solidFill>
                              <a:srgbClr val="FF0000"/>
                            </a:solidFill>
                            <a:latin typeface="Cambria Math"/>
                          </a:rPr>
                          <m:t>𝒂</m:t>
                        </m:r>
                        <m:r>
                          <a:rPr lang="en-IN" sz="3200" b="1" i="1" dirty="0" smtClean="0">
                            <a:solidFill>
                              <a:srgbClr val="FF0000"/>
                            </a:solidFill>
                            <a:latin typeface="Cambria Math"/>
                          </a:rPr>
                          <m:t> </m:t>
                        </m:r>
                      </m:e>
                    </m:rad>
                  </m:oMath>
                </a14:m>
                <a:r>
                  <a:rPr lang="en-IN" sz="3200" b="1" i="1" dirty="0">
                    <a:solidFill>
                      <a:srgbClr val="FF0000"/>
                    </a:solidFill>
                  </a:rPr>
                  <a:t> : </a:t>
                </a:r>
                <a14:m>
                  <m:oMath xmlns:m="http://schemas.openxmlformats.org/officeDocument/2006/math">
                    <m:rad>
                      <m:radPr>
                        <m:degHide m:val="on"/>
                        <m:ctrlPr>
                          <a:rPr lang="en-IN" sz="3200" b="1" i="1" smtClean="0">
                            <a:solidFill>
                              <a:srgbClr val="FF0000"/>
                            </a:solidFill>
                            <a:latin typeface="Cambria Math" panose="02040503050406030204" pitchFamily="18" charset="0"/>
                          </a:rPr>
                        </m:ctrlPr>
                      </m:radPr>
                      <m:deg/>
                      <m:e>
                        <m:r>
                          <a:rPr lang="en-IN" sz="3200" b="1" i="1" smtClean="0">
                            <a:solidFill>
                              <a:srgbClr val="FF0000"/>
                            </a:solidFill>
                            <a:latin typeface="Cambria Math"/>
                          </a:rPr>
                          <m:t>𝒃</m:t>
                        </m:r>
                        <m:r>
                          <a:rPr lang="en-IN" sz="3200" b="1" i="1" smtClean="0">
                            <a:solidFill>
                              <a:srgbClr val="FF0000"/>
                            </a:solidFill>
                            <a:latin typeface="Cambria Math"/>
                          </a:rPr>
                          <m:t> </m:t>
                        </m:r>
                      </m:e>
                    </m:rad>
                  </m:oMath>
                </a14:m>
                <a:endParaRPr lang="en-IN" sz="3200" b="1" i="1" dirty="0">
                  <a:solidFill>
                    <a:srgbClr val="FF0000"/>
                  </a:solidFill>
                </a:endParaRPr>
              </a:p>
              <a:p>
                <a:pPr marL="0" indent="0">
                  <a:buNone/>
                </a:pPr>
                <a:endParaRPr lang="en-IN" sz="1600" b="1" i="1" dirty="0">
                  <a:solidFill>
                    <a:srgbClr val="FF0000"/>
                  </a:solidFill>
                </a:endParaRPr>
              </a:p>
              <a:p>
                <a:pPr marL="0" indent="0">
                  <a:buNone/>
                </a:pPr>
                <a:r>
                  <a:rPr lang="en-IN" sz="3200" dirty="0">
                    <a:solidFill>
                      <a:schemeClr val="tx1"/>
                    </a:solidFill>
                  </a:rPr>
                  <a:t>Eg) Find the Sub-Duplicate ratio of 81 : 100?</a:t>
                </a:r>
              </a:p>
              <a:p>
                <a:pPr marL="0" indent="0">
                  <a:buNone/>
                </a:pPr>
                <a:r>
                  <a:rPr lang="en-IN" sz="3200" dirty="0">
                    <a:solidFill>
                      <a:schemeClr val="tx1"/>
                    </a:solidFill>
                  </a:rPr>
                  <a:t>		=</a:t>
                </a:r>
                <a14:m>
                  <m:oMath xmlns:m="http://schemas.openxmlformats.org/officeDocument/2006/math">
                    <m:rad>
                      <m:radPr>
                        <m:degHide m:val="on"/>
                        <m:ctrlPr>
                          <a:rPr lang="en-IN" sz="3200" b="1" i="1" dirty="0">
                            <a:solidFill>
                              <a:srgbClr val="FF0000"/>
                            </a:solidFill>
                            <a:latin typeface="Cambria Math" panose="02040503050406030204" pitchFamily="18" charset="0"/>
                          </a:rPr>
                        </m:ctrlPr>
                      </m:radPr>
                      <m:deg/>
                      <m:e>
                        <m:r>
                          <a:rPr lang="en-IN" sz="3200" b="1" i="1" dirty="0" smtClean="0">
                            <a:solidFill>
                              <a:srgbClr val="FF0000"/>
                            </a:solidFill>
                            <a:latin typeface="Cambria Math"/>
                          </a:rPr>
                          <m:t>𝟖𝟏</m:t>
                        </m:r>
                        <m:r>
                          <a:rPr lang="en-IN" sz="3200" b="1" i="1" dirty="0">
                            <a:solidFill>
                              <a:srgbClr val="FF0000"/>
                            </a:solidFill>
                            <a:latin typeface="Cambria Math"/>
                          </a:rPr>
                          <m:t> </m:t>
                        </m:r>
                      </m:e>
                    </m:rad>
                  </m:oMath>
                </a14:m>
                <a:r>
                  <a:rPr lang="en-IN" sz="3200" b="1" i="1" dirty="0">
                    <a:solidFill>
                      <a:srgbClr val="FF0000"/>
                    </a:solidFill>
                  </a:rPr>
                  <a:t> : </a:t>
                </a:r>
                <a14:m>
                  <m:oMath xmlns:m="http://schemas.openxmlformats.org/officeDocument/2006/math">
                    <m:rad>
                      <m:radPr>
                        <m:degHide m:val="on"/>
                        <m:ctrlPr>
                          <a:rPr lang="en-IN" sz="3200" b="1" i="1">
                            <a:solidFill>
                              <a:srgbClr val="FF0000"/>
                            </a:solidFill>
                            <a:latin typeface="Cambria Math" panose="02040503050406030204" pitchFamily="18" charset="0"/>
                          </a:rPr>
                        </m:ctrlPr>
                      </m:radPr>
                      <m:deg/>
                      <m:e>
                        <m:r>
                          <a:rPr lang="en-IN" sz="3200" b="1" i="1" smtClean="0">
                            <a:solidFill>
                              <a:srgbClr val="FF0000"/>
                            </a:solidFill>
                            <a:latin typeface="Cambria Math"/>
                          </a:rPr>
                          <m:t>𝟏𝟎𝟎</m:t>
                        </m:r>
                        <m:r>
                          <a:rPr lang="en-IN" sz="3200" b="1" i="1">
                            <a:solidFill>
                              <a:srgbClr val="FF0000"/>
                            </a:solidFill>
                            <a:latin typeface="Cambria Math"/>
                          </a:rPr>
                          <m:t> </m:t>
                        </m:r>
                      </m:e>
                    </m:rad>
                  </m:oMath>
                </a14:m>
                <a:endParaRPr lang="en-IN" sz="3200" dirty="0">
                  <a:solidFill>
                    <a:schemeClr val="tx1"/>
                  </a:solidFill>
                </a:endParaRPr>
              </a:p>
              <a:p>
                <a:pPr marL="0" indent="0">
                  <a:buNone/>
                </a:pPr>
                <a:r>
                  <a:rPr lang="en-IN" sz="3200" dirty="0">
                    <a:solidFill>
                      <a:schemeClr val="tx1"/>
                    </a:solidFill>
                  </a:rPr>
                  <a:t>		</a:t>
                </a:r>
                <a:r>
                  <a:rPr lang="en-IN" sz="3200" b="1" dirty="0">
                    <a:solidFill>
                      <a:srgbClr val="00B050"/>
                    </a:solidFill>
                  </a:rPr>
                  <a:t>= 9 : 10</a:t>
                </a:r>
              </a:p>
              <a:p>
                <a:endParaRPr lang="en-IN" dirty="0"/>
              </a:p>
            </p:txBody>
          </p:sp>
        </mc:Choice>
        <mc:Fallback xmlns="">
          <p:sp>
            <p:nvSpPr>
              <p:cNvPr id="2" name="Content Placeholder 1"/>
              <p:cNvSpPr>
                <a:spLocks noGrp="1" noRot="1" noChangeAspect="1" noMove="1" noResize="1" noEditPoints="1" noAdjustHandles="1" noChangeArrowheads="1" noChangeShapeType="1" noTextEdit="1"/>
              </p:cNvSpPr>
              <p:nvPr>
                <p:ph idx="1"/>
              </p:nvPr>
            </p:nvSpPr>
            <p:spPr>
              <a:xfrm>
                <a:off x="699247" y="2248347"/>
                <a:ext cx="8193233" cy="4276997"/>
              </a:xfrm>
              <a:blipFill rotWithShape="1">
                <a:blip r:embed="rId2"/>
                <a:stretch>
                  <a:fillRect l="-1935" t="-2282" r="-446"/>
                </a:stretch>
              </a:blipFill>
            </p:spPr>
            <p:txBody>
              <a:bodyPr/>
              <a:lstStyle/>
              <a:p>
                <a:r>
                  <a:rPr lang="en-US">
                    <a:noFill/>
                  </a:rPr>
                  <a:t> </a:t>
                </a:r>
              </a:p>
            </p:txBody>
          </p:sp>
        </mc:Fallback>
      </mc:AlternateContent>
      <p:sp>
        <p:nvSpPr>
          <p:cNvPr id="3" name="Title 2"/>
          <p:cNvSpPr>
            <a:spLocks noGrp="1"/>
          </p:cNvSpPr>
          <p:nvPr>
            <p:ph type="title"/>
          </p:nvPr>
        </p:nvSpPr>
        <p:spPr/>
        <p:txBody>
          <a:bodyPr/>
          <a:lstStyle/>
          <a:p>
            <a:pPr algn="l"/>
            <a:r>
              <a:rPr lang="en-IN" b="1" dirty="0">
                <a:solidFill>
                  <a:srgbClr val="00B050"/>
                </a:solidFill>
              </a:rPr>
              <a:t>2) Sub-Duplicate Ratio</a:t>
            </a:r>
            <a:r>
              <a:rPr lang="en-IN" dirty="0"/>
              <a:t> </a:t>
            </a:r>
          </a:p>
        </p:txBody>
      </p:sp>
    </p:spTree>
    <p:extLst>
      <p:ext uri="{BB962C8B-B14F-4D97-AF65-F5344CB8AC3E}">
        <p14:creationId xmlns:p14="http://schemas.microsoft.com/office/powerpoint/2010/main" val="270395325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2">
                                            <p:txEl>
                                              <p:pRg st="1" end="1"/>
                                            </p:txEl>
                                          </p:spTgt>
                                        </p:tgtEl>
                                        <p:attrNameLst>
                                          <p:attrName>style.visibility</p:attrName>
                                        </p:attrNameLst>
                                      </p:cBhvr>
                                      <p:to>
                                        <p:strVal val="visible"/>
                                      </p:to>
                                    </p:set>
                                    <p:animEffect transition="in" filter="fade">
                                      <p:cBhvr>
                                        <p:cTn id="7" dur="500"/>
                                        <p:tgtEl>
                                          <p:spTgt spid="2">
                                            <p:txEl>
                                              <p:pRg st="1" end="1"/>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2">
                                            <p:txEl>
                                              <p:pRg st="3" end="3"/>
                                            </p:txEl>
                                          </p:spTgt>
                                        </p:tgtEl>
                                        <p:attrNameLst>
                                          <p:attrName>style.visibility</p:attrName>
                                        </p:attrNameLst>
                                      </p:cBhvr>
                                      <p:to>
                                        <p:strVal val="visible"/>
                                      </p:to>
                                    </p:set>
                                    <p:animEffect transition="in" filter="fade">
                                      <p:cBhvr>
                                        <p:cTn id="12" dur="500"/>
                                        <p:tgtEl>
                                          <p:spTgt spid="2">
                                            <p:txEl>
                                              <p:pRg st="3" end="3"/>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nodeType="clickEffect">
                                  <p:stCondLst>
                                    <p:cond delay="0"/>
                                  </p:stCondLst>
                                  <p:childTnLst>
                                    <p:set>
                                      <p:cBhvr>
                                        <p:cTn id="16" dur="1" fill="hold">
                                          <p:stCondLst>
                                            <p:cond delay="0"/>
                                          </p:stCondLst>
                                        </p:cTn>
                                        <p:tgtEl>
                                          <p:spTgt spid="2">
                                            <p:txEl>
                                              <p:pRg st="4" end="4"/>
                                            </p:txEl>
                                          </p:spTgt>
                                        </p:tgtEl>
                                        <p:attrNameLst>
                                          <p:attrName>style.visibility</p:attrName>
                                        </p:attrNameLst>
                                      </p:cBhvr>
                                      <p:to>
                                        <p:strVal val="visible"/>
                                      </p:to>
                                    </p:set>
                                    <p:animEffect transition="in" filter="fade">
                                      <p:cBhvr>
                                        <p:cTn id="17" dur="500"/>
                                        <p:tgtEl>
                                          <p:spTgt spid="2">
                                            <p:txEl>
                                              <p:pRg st="4" end="4"/>
                                            </p:txEl>
                                          </p:spTgt>
                                        </p:tgtEl>
                                      </p:cBhvr>
                                    </p:animEffect>
                                  </p:childTnLst>
                                </p:cTn>
                              </p:par>
                              <p:par>
                                <p:cTn id="18" presetID="10" presetClass="entr" presetSubtype="0" fill="hold" nodeType="withEffect">
                                  <p:stCondLst>
                                    <p:cond delay="0"/>
                                  </p:stCondLst>
                                  <p:childTnLst>
                                    <p:set>
                                      <p:cBhvr>
                                        <p:cTn id="19" dur="1" fill="hold">
                                          <p:stCondLst>
                                            <p:cond delay="0"/>
                                          </p:stCondLst>
                                        </p:cTn>
                                        <p:tgtEl>
                                          <p:spTgt spid="2">
                                            <p:txEl>
                                              <p:pRg st="5" end="5"/>
                                            </p:txEl>
                                          </p:spTgt>
                                        </p:tgtEl>
                                        <p:attrNameLst>
                                          <p:attrName>style.visibility</p:attrName>
                                        </p:attrNameLst>
                                      </p:cBhvr>
                                      <p:to>
                                        <p:strVal val="visible"/>
                                      </p:to>
                                    </p:set>
                                    <p:animEffect transition="in" filter="fade">
                                      <p:cBhvr>
                                        <p:cTn id="20" dur="500"/>
                                        <p:tgtEl>
                                          <p:spTgt spid="2">
                                            <p:txEl>
                                              <p:pRg st="5" end="5"/>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2" name="Content Placeholder 1"/>
              <p:cNvSpPr>
                <a:spLocks noGrp="1"/>
              </p:cNvSpPr>
              <p:nvPr>
                <p:ph idx="1"/>
              </p:nvPr>
            </p:nvSpPr>
            <p:spPr>
              <a:xfrm>
                <a:off x="699247" y="2248347"/>
                <a:ext cx="8193233" cy="4276997"/>
              </a:xfrm>
            </p:spPr>
            <p:txBody>
              <a:bodyPr/>
              <a:lstStyle/>
              <a:p>
                <a:pPr marL="0" indent="0">
                  <a:buNone/>
                </a:pPr>
                <a:r>
                  <a:rPr lang="en-IN" sz="3200" b="1" i="1" dirty="0">
                    <a:solidFill>
                      <a:srgbClr val="FF0000"/>
                    </a:solidFill>
                    <a:latin typeface="Cambria Math"/>
                    <a:sym typeface="Wingdings" panose="05000000000000000000" pitchFamily="2" charset="2"/>
                  </a:rPr>
                  <a:t>(Cube</a:t>
                </a:r>
                <a14:m>
                  <m:oMath xmlns:m="http://schemas.openxmlformats.org/officeDocument/2006/math">
                    <m:r>
                      <a:rPr lang="en-IN" sz="3200" b="1" i="1" dirty="0">
                        <a:solidFill>
                          <a:srgbClr val="FF0000"/>
                        </a:solidFill>
                        <a:latin typeface="Cambria Math"/>
                        <a:sym typeface="Wingdings" panose="05000000000000000000" pitchFamily="2" charset="2"/>
                      </a:rPr>
                      <m:t>𝒔</m:t>
                    </m:r>
                  </m:oMath>
                </a14:m>
                <a:r>
                  <a:rPr lang="en-IN" sz="3200" b="1" i="1" dirty="0">
                    <a:solidFill>
                      <a:srgbClr val="FF0000"/>
                    </a:solidFill>
                  </a:rPr>
                  <a:t>) </a:t>
                </a:r>
                <a:r>
                  <a:rPr lang="en-IN" dirty="0">
                    <a:sym typeface="Wingdings" panose="05000000000000000000" pitchFamily="2" charset="2"/>
                  </a:rPr>
                  <a:t>	</a:t>
                </a:r>
                <a:endParaRPr lang="en-IN" b="1" i="1" dirty="0">
                  <a:solidFill>
                    <a:srgbClr val="FF0000"/>
                  </a:solidFill>
                </a:endParaRPr>
              </a:p>
              <a:p>
                <a:pPr marL="0" indent="0">
                  <a:buNone/>
                </a:pPr>
                <a:r>
                  <a:rPr lang="en-IN" sz="3200" dirty="0">
                    <a:solidFill>
                      <a:schemeClr val="tx1"/>
                    </a:solidFill>
                  </a:rPr>
                  <a:t>If the normal ratio is </a:t>
                </a:r>
                <a:r>
                  <a:rPr lang="en-IN" sz="3200" b="1" i="1" dirty="0">
                    <a:solidFill>
                      <a:schemeClr val="tx1"/>
                    </a:solidFill>
                  </a:rPr>
                  <a:t>a : b</a:t>
                </a:r>
                <a:r>
                  <a:rPr lang="en-IN" sz="3200" dirty="0">
                    <a:solidFill>
                      <a:schemeClr val="tx1"/>
                    </a:solidFill>
                  </a:rPr>
                  <a:t>, then its triplicate ratio is </a:t>
                </a:r>
                <a14:m>
                  <m:oMath xmlns:m="http://schemas.openxmlformats.org/officeDocument/2006/math">
                    <m:sSup>
                      <m:sSupPr>
                        <m:ctrlPr>
                          <a:rPr lang="en-IN" sz="3200" b="1" i="1">
                            <a:solidFill>
                              <a:srgbClr val="FF0000"/>
                            </a:solidFill>
                            <a:latin typeface="Cambria Math" panose="02040503050406030204" pitchFamily="18" charset="0"/>
                          </a:rPr>
                        </m:ctrlPr>
                      </m:sSupPr>
                      <m:e>
                        <m:r>
                          <a:rPr lang="en-IN" sz="3200" b="1" i="1">
                            <a:solidFill>
                              <a:srgbClr val="FF0000"/>
                            </a:solidFill>
                            <a:latin typeface="Cambria Math"/>
                          </a:rPr>
                          <m:t>𝒂</m:t>
                        </m:r>
                      </m:e>
                      <m:sup>
                        <m:r>
                          <a:rPr lang="en-IN" sz="3200" b="1" i="1" smtClean="0">
                            <a:solidFill>
                              <a:srgbClr val="FF0000"/>
                            </a:solidFill>
                            <a:latin typeface="Cambria Math"/>
                          </a:rPr>
                          <m:t>𝟑</m:t>
                        </m:r>
                      </m:sup>
                    </m:sSup>
                    <m:r>
                      <a:rPr lang="en-IN" sz="3200" b="1" i="1">
                        <a:solidFill>
                          <a:srgbClr val="FF0000"/>
                        </a:solidFill>
                        <a:latin typeface="Cambria Math"/>
                      </a:rPr>
                      <m:t> : </m:t>
                    </m:r>
                    <m:sSup>
                      <m:sSupPr>
                        <m:ctrlPr>
                          <a:rPr lang="en-IN" sz="3200" b="1" i="1">
                            <a:solidFill>
                              <a:srgbClr val="FF0000"/>
                            </a:solidFill>
                            <a:latin typeface="Cambria Math" panose="02040503050406030204" pitchFamily="18" charset="0"/>
                          </a:rPr>
                        </m:ctrlPr>
                      </m:sSupPr>
                      <m:e>
                        <m:r>
                          <a:rPr lang="en-IN" sz="3200" b="1" i="1">
                            <a:solidFill>
                              <a:srgbClr val="FF0000"/>
                            </a:solidFill>
                            <a:latin typeface="Cambria Math"/>
                          </a:rPr>
                          <m:t>𝒃</m:t>
                        </m:r>
                      </m:e>
                      <m:sup>
                        <m:r>
                          <a:rPr lang="en-IN" sz="3200" b="1" i="1" smtClean="0">
                            <a:solidFill>
                              <a:srgbClr val="FF0000"/>
                            </a:solidFill>
                            <a:latin typeface="Cambria Math"/>
                          </a:rPr>
                          <m:t>𝟑</m:t>
                        </m:r>
                      </m:sup>
                    </m:sSup>
                  </m:oMath>
                </a14:m>
                <a:r>
                  <a:rPr lang="en-IN" sz="3200" b="1" i="1" dirty="0">
                    <a:solidFill>
                      <a:srgbClr val="FF0000"/>
                    </a:solidFill>
                  </a:rPr>
                  <a:t>.</a:t>
                </a:r>
              </a:p>
              <a:p>
                <a:pPr marL="0" indent="0">
                  <a:buNone/>
                </a:pPr>
                <a:endParaRPr lang="en-IN" sz="3200" b="1" i="1" dirty="0">
                  <a:solidFill>
                    <a:srgbClr val="FF0000"/>
                  </a:solidFill>
                </a:endParaRPr>
              </a:p>
              <a:p>
                <a:pPr marL="0" indent="0">
                  <a:buNone/>
                </a:pPr>
                <a:r>
                  <a:rPr lang="en-IN" sz="3200" dirty="0">
                    <a:solidFill>
                      <a:schemeClr val="tx1"/>
                    </a:solidFill>
                  </a:rPr>
                  <a:t>Eg) Find the Triplicate ratio of 4 : 5?</a:t>
                </a:r>
              </a:p>
              <a:p>
                <a:pPr marL="0" indent="0">
                  <a:buNone/>
                </a:pPr>
                <a:r>
                  <a:rPr lang="en-IN" sz="3200" dirty="0">
                    <a:solidFill>
                      <a:schemeClr val="tx1"/>
                    </a:solidFill>
                  </a:rPr>
                  <a:t>				     =  </a:t>
                </a:r>
                <a14:m>
                  <m:oMath xmlns:m="http://schemas.openxmlformats.org/officeDocument/2006/math">
                    <m:sSup>
                      <m:sSupPr>
                        <m:ctrlPr>
                          <a:rPr lang="en-IN" sz="3200" b="1" i="1">
                            <a:solidFill>
                              <a:srgbClr val="FF0000"/>
                            </a:solidFill>
                            <a:latin typeface="Cambria Math" panose="02040503050406030204" pitchFamily="18" charset="0"/>
                          </a:rPr>
                        </m:ctrlPr>
                      </m:sSupPr>
                      <m:e>
                        <m:r>
                          <a:rPr lang="en-IN" sz="3200" b="1" i="1">
                            <a:solidFill>
                              <a:srgbClr val="FF0000"/>
                            </a:solidFill>
                            <a:latin typeface="Cambria Math"/>
                          </a:rPr>
                          <m:t>𝟒</m:t>
                        </m:r>
                      </m:e>
                      <m:sup>
                        <m:r>
                          <a:rPr lang="en-IN" sz="3200" b="1" i="1" smtClean="0">
                            <a:solidFill>
                              <a:srgbClr val="FF0000"/>
                            </a:solidFill>
                            <a:latin typeface="Cambria Math"/>
                          </a:rPr>
                          <m:t>𝟑</m:t>
                        </m:r>
                      </m:sup>
                    </m:sSup>
                    <m:r>
                      <a:rPr lang="en-IN" sz="3200" b="1" i="1">
                        <a:solidFill>
                          <a:srgbClr val="FF0000"/>
                        </a:solidFill>
                        <a:latin typeface="Cambria Math"/>
                      </a:rPr>
                      <m:t> : </m:t>
                    </m:r>
                    <m:sSup>
                      <m:sSupPr>
                        <m:ctrlPr>
                          <a:rPr lang="en-IN" sz="3200" b="1" i="1">
                            <a:solidFill>
                              <a:srgbClr val="FF0000"/>
                            </a:solidFill>
                            <a:latin typeface="Cambria Math" panose="02040503050406030204" pitchFamily="18" charset="0"/>
                          </a:rPr>
                        </m:ctrlPr>
                      </m:sSupPr>
                      <m:e>
                        <m:r>
                          <a:rPr lang="en-IN" sz="3200" b="1" i="1">
                            <a:solidFill>
                              <a:srgbClr val="FF0000"/>
                            </a:solidFill>
                            <a:latin typeface="Cambria Math"/>
                          </a:rPr>
                          <m:t>𝟓</m:t>
                        </m:r>
                      </m:e>
                      <m:sup>
                        <m:r>
                          <a:rPr lang="en-IN" sz="3200" b="1" i="1" smtClean="0">
                            <a:solidFill>
                              <a:srgbClr val="FF0000"/>
                            </a:solidFill>
                            <a:latin typeface="Cambria Math"/>
                          </a:rPr>
                          <m:t>𝟑</m:t>
                        </m:r>
                      </m:sup>
                    </m:sSup>
                  </m:oMath>
                </a14:m>
                <a:endParaRPr lang="en-IN" sz="3200" dirty="0">
                  <a:solidFill>
                    <a:schemeClr val="tx1"/>
                  </a:solidFill>
                </a:endParaRPr>
              </a:p>
              <a:p>
                <a:pPr marL="0" indent="0">
                  <a:buNone/>
                </a:pPr>
                <a:r>
                  <a:rPr lang="en-IN" sz="3200" dirty="0">
                    <a:solidFill>
                      <a:schemeClr val="tx1"/>
                    </a:solidFill>
                  </a:rPr>
                  <a:t>				      </a:t>
                </a:r>
                <a:r>
                  <a:rPr lang="en-IN" sz="3200" b="1" dirty="0">
                    <a:solidFill>
                      <a:srgbClr val="00B050"/>
                    </a:solidFill>
                  </a:rPr>
                  <a:t>= 64 : 125</a:t>
                </a:r>
              </a:p>
              <a:p>
                <a:pPr marL="0" indent="0">
                  <a:buNone/>
                </a:pPr>
                <a:endParaRPr lang="en-IN" b="1" dirty="0"/>
              </a:p>
            </p:txBody>
          </p:sp>
        </mc:Choice>
        <mc:Fallback xmlns="">
          <p:sp>
            <p:nvSpPr>
              <p:cNvPr id="2" name="Content Placeholder 1"/>
              <p:cNvSpPr>
                <a:spLocks noGrp="1" noRot="1" noChangeAspect="1" noMove="1" noResize="1" noEditPoints="1" noAdjustHandles="1" noChangeArrowheads="1" noChangeShapeType="1" noTextEdit="1"/>
              </p:cNvSpPr>
              <p:nvPr>
                <p:ph idx="1"/>
              </p:nvPr>
            </p:nvSpPr>
            <p:spPr>
              <a:xfrm>
                <a:off x="699247" y="2248347"/>
                <a:ext cx="8193233" cy="4276997"/>
              </a:xfrm>
              <a:blipFill rotWithShape="1">
                <a:blip r:embed="rId2"/>
                <a:stretch>
                  <a:fillRect l="-1935" t="-2282" r="-149"/>
                </a:stretch>
              </a:blipFill>
            </p:spPr>
            <p:txBody>
              <a:bodyPr/>
              <a:lstStyle/>
              <a:p>
                <a:r>
                  <a:rPr lang="en-US">
                    <a:noFill/>
                  </a:rPr>
                  <a:t> </a:t>
                </a:r>
              </a:p>
            </p:txBody>
          </p:sp>
        </mc:Fallback>
      </mc:AlternateContent>
      <p:sp>
        <p:nvSpPr>
          <p:cNvPr id="3" name="Title 2"/>
          <p:cNvSpPr>
            <a:spLocks noGrp="1"/>
          </p:cNvSpPr>
          <p:nvPr>
            <p:ph type="title"/>
          </p:nvPr>
        </p:nvSpPr>
        <p:spPr/>
        <p:txBody>
          <a:bodyPr/>
          <a:lstStyle/>
          <a:p>
            <a:pPr algn="l"/>
            <a:r>
              <a:rPr lang="en-IN" b="1" dirty="0">
                <a:solidFill>
                  <a:srgbClr val="00B050"/>
                </a:solidFill>
                <a:latin typeface="Times New Roman" panose="02020603050405020304" pitchFamily="18" charset="0"/>
                <a:cs typeface="Times New Roman" panose="02020603050405020304" pitchFamily="18" charset="0"/>
              </a:rPr>
              <a:t>3) Triplicate Ratio</a:t>
            </a:r>
            <a:r>
              <a:rPr lang="en-IN" dirty="0"/>
              <a:t> </a:t>
            </a:r>
          </a:p>
        </p:txBody>
      </p:sp>
    </p:spTree>
    <p:extLst>
      <p:ext uri="{BB962C8B-B14F-4D97-AF65-F5344CB8AC3E}">
        <p14:creationId xmlns:p14="http://schemas.microsoft.com/office/powerpoint/2010/main" val="40971411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2">
                                            <p:txEl>
                                              <p:pRg st="1" end="1"/>
                                            </p:txEl>
                                          </p:spTgt>
                                        </p:tgtEl>
                                        <p:attrNameLst>
                                          <p:attrName>style.visibility</p:attrName>
                                        </p:attrNameLst>
                                      </p:cBhvr>
                                      <p:to>
                                        <p:strVal val="visible"/>
                                      </p:to>
                                    </p:set>
                                    <p:animEffect transition="in" filter="fade">
                                      <p:cBhvr>
                                        <p:cTn id="7" dur="500"/>
                                        <p:tgtEl>
                                          <p:spTgt spid="2">
                                            <p:txEl>
                                              <p:pRg st="1" end="1"/>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2">
                                            <p:txEl>
                                              <p:pRg st="3" end="3"/>
                                            </p:txEl>
                                          </p:spTgt>
                                        </p:tgtEl>
                                        <p:attrNameLst>
                                          <p:attrName>style.visibility</p:attrName>
                                        </p:attrNameLst>
                                      </p:cBhvr>
                                      <p:to>
                                        <p:strVal val="visible"/>
                                      </p:to>
                                    </p:set>
                                    <p:animEffect transition="in" filter="fade">
                                      <p:cBhvr>
                                        <p:cTn id="12" dur="500"/>
                                        <p:tgtEl>
                                          <p:spTgt spid="2">
                                            <p:txEl>
                                              <p:pRg st="3" end="3"/>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nodeType="clickEffect">
                                  <p:stCondLst>
                                    <p:cond delay="0"/>
                                  </p:stCondLst>
                                  <p:childTnLst>
                                    <p:set>
                                      <p:cBhvr>
                                        <p:cTn id="16" dur="1" fill="hold">
                                          <p:stCondLst>
                                            <p:cond delay="0"/>
                                          </p:stCondLst>
                                        </p:cTn>
                                        <p:tgtEl>
                                          <p:spTgt spid="2">
                                            <p:txEl>
                                              <p:pRg st="4" end="4"/>
                                            </p:txEl>
                                          </p:spTgt>
                                        </p:tgtEl>
                                        <p:attrNameLst>
                                          <p:attrName>style.visibility</p:attrName>
                                        </p:attrNameLst>
                                      </p:cBhvr>
                                      <p:to>
                                        <p:strVal val="visible"/>
                                      </p:to>
                                    </p:set>
                                    <p:animEffect transition="in" filter="fade">
                                      <p:cBhvr>
                                        <p:cTn id="17" dur="500"/>
                                        <p:tgtEl>
                                          <p:spTgt spid="2">
                                            <p:txEl>
                                              <p:pRg st="4" end="4"/>
                                            </p:txEl>
                                          </p:spTgt>
                                        </p:tgtEl>
                                      </p:cBhvr>
                                    </p:animEffect>
                                  </p:childTnLst>
                                </p:cTn>
                              </p:par>
                              <p:par>
                                <p:cTn id="18" presetID="10" presetClass="entr" presetSubtype="0" fill="hold" nodeType="withEffect">
                                  <p:stCondLst>
                                    <p:cond delay="0"/>
                                  </p:stCondLst>
                                  <p:childTnLst>
                                    <p:set>
                                      <p:cBhvr>
                                        <p:cTn id="19" dur="1" fill="hold">
                                          <p:stCondLst>
                                            <p:cond delay="0"/>
                                          </p:stCondLst>
                                        </p:cTn>
                                        <p:tgtEl>
                                          <p:spTgt spid="2">
                                            <p:txEl>
                                              <p:pRg st="5" end="5"/>
                                            </p:txEl>
                                          </p:spTgt>
                                        </p:tgtEl>
                                        <p:attrNameLst>
                                          <p:attrName>style.visibility</p:attrName>
                                        </p:attrNameLst>
                                      </p:cBhvr>
                                      <p:to>
                                        <p:strVal val="visible"/>
                                      </p:to>
                                    </p:set>
                                    <p:animEffect transition="in" filter="fade">
                                      <p:cBhvr>
                                        <p:cTn id="20" dur="500"/>
                                        <p:tgtEl>
                                          <p:spTgt spid="2">
                                            <p:txEl>
                                              <p:pRg st="5" end="5"/>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2" name="Content Placeholder 1"/>
              <p:cNvSpPr>
                <a:spLocks noGrp="1"/>
              </p:cNvSpPr>
              <p:nvPr>
                <p:ph idx="1"/>
              </p:nvPr>
            </p:nvSpPr>
            <p:spPr>
              <a:xfrm>
                <a:off x="699247" y="2248347"/>
                <a:ext cx="8049217" cy="4349005"/>
              </a:xfrm>
            </p:spPr>
            <p:txBody>
              <a:bodyPr/>
              <a:lstStyle/>
              <a:p>
                <a:pPr marL="0" indent="0">
                  <a:buNone/>
                </a:pPr>
                <a:r>
                  <a:rPr lang="en-IN" sz="3200" b="1" i="1" dirty="0">
                    <a:solidFill>
                      <a:srgbClr val="FF0000"/>
                    </a:solidFill>
                    <a:latin typeface="Cambria Math"/>
                    <a:sym typeface="Wingdings" panose="05000000000000000000" pitchFamily="2" charset="2"/>
                  </a:rPr>
                  <a:t>(</a:t>
                </a:r>
                <a14:m>
                  <m:oMath xmlns:m="http://schemas.openxmlformats.org/officeDocument/2006/math">
                    <m:r>
                      <a:rPr lang="en-IN" sz="3200" b="1" i="1" dirty="0">
                        <a:solidFill>
                          <a:srgbClr val="FF0000"/>
                        </a:solidFill>
                        <a:latin typeface="Cambria Math"/>
                        <a:sym typeface="Wingdings" panose="05000000000000000000" pitchFamily="2" charset="2"/>
                      </a:rPr>
                      <m:t>𝑪𝒖𝒃𝒆</m:t>
                    </m:r>
                    <m:r>
                      <a:rPr lang="en-IN" sz="3200" b="1" i="1" dirty="0">
                        <a:solidFill>
                          <a:srgbClr val="FF0000"/>
                        </a:solidFill>
                        <a:latin typeface="Cambria Math"/>
                        <a:sym typeface="Wingdings" panose="05000000000000000000" pitchFamily="2" charset="2"/>
                      </a:rPr>
                      <m:t> </m:t>
                    </m:r>
                    <m:r>
                      <a:rPr lang="en-IN" sz="3200" b="1" i="1" dirty="0">
                        <a:solidFill>
                          <a:srgbClr val="FF0000"/>
                        </a:solidFill>
                        <a:latin typeface="Cambria Math"/>
                        <a:sym typeface="Wingdings" panose="05000000000000000000" pitchFamily="2" charset="2"/>
                      </a:rPr>
                      <m:t>𝒓𝒐𝒐𝒕𝒔</m:t>
                    </m:r>
                  </m:oMath>
                </a14:m>
                <a:r>
                  <a:rPr lang="en-IN" sz="3200" b="1" i="1" dirty="0">
                    <a:solidFill>
                      <a:srgbClr val="FF0000"/>
                    </a:solidFill>
                  </a:rPr>
                  <a:t>) </a:t>
                </a:r>
              </a:p>
              <a:p>
                <a:pPr marL="0" indent="0">
                  <a:buNone/>
                </a:pPr>
                <a:r>
                  <a:rPr lang="en-IN" sz="3200" dirty="0">
                    <a:solidFill>
                      <a:schemeClr val="tx1"/>
                    </a:solidFill>
                  </a:rPr>
                  <a:t>If the normal ratio is </a:t>
                </a:r>
                <a:r>
                  <a:rPr lang="en-IN" sz="3200" b="1" i="1" dirty="0">
                    <a:solidFill>
                      <a:schemeClr val="tx1"/>
                    </a:solidFill>
                  </a:rPr>
                  <a:t>a : b</a:t>
                </a:r>
                <a:r>
                  <a:rPr lang="en-IN" sz="3200" dirty="0">
                    <a:solidFill>
                      <a:schemeClr val="tx1"/>
                    </a:solidFill>
                  </a:rPr>
                  <a:t>, then its sub-triplicate ratio is </a:t>
                </a:r>
                <a14:m>
                  <m:oMath xmlns:m="http://schemas.openxmlformats.org/officeDocument/2006/math">
                    <m:rad>
                      <m:radPr>
                        <m:ctrlPr>
                          <a:rPr lang="en-IN" sz="3200" b="1" i="1" dirty="0" smtClean="0">
                            <a:solidFill>
                              <a:srgbClr val="FF0000"/>
                            </a:solidFill>
                            <a:latin typeface="Cambria Math" panose="02040503050406030204" pitchFamily="18" charset="0"/>
                          </a:rPr>
                        </m:ctrlPr>
                      </m:radPr>
                      <m:deg>
                        <m:r>
                          <m:rPr>
                            <m:brk m:alnAt="7"/>
                          </m:rPr>
                          <a:rPr lang="en-IN" sz="3200" b="1" i="1" dirty="0" smtClean="0">
                            <a:solidFill>
                              <a:srgbClr val="FF0000"/>
                            </a:solidFill>
                            <a:latin typeface="Cambria Math"/>
                          </a:rPr>
                          <m:t>𝟑</m:t>
                        </m:r>
                      </m:deg>
                      <m:e>
                        <m:r>
                          <a:rPr lang="en-IN" sz="3200" b="1" i="1" dirty="0" smtClean="0">
                            <a:solidFill>
                              <a:srgbClr val="FF0000"/>
                            </a:solidFill>
                            <a:latin typeface="Cambria Math"/>
                          </a:rPr>
                          <m:t>𝒂</m:t>
                        </m:r>
                        <m:r>
                          <a:rPr lang="en-IN" sz="3200" b="1" i="1" dirty="0" smtClean="0">
                            <a:solidFill>
                              <a:srgbClr val="FF0000"/>
                            </a:solidFill>
                            <a:latin typeface="Cambria Math"/>
                          </a:rPr>
                          <m:t> </m:t>
                        </m:r>
                      </m:e>
                    </m:rad>
                    <m:r>
                      <a:rPr lang="en-IN" sz="3200" b="1" i="1" dirty="0" smtClean="0">
                        <a:solidFill>
                          <a:srgbClr val="FF0000"/>
                        </a:solidFill>
                        <a:latin typeface="Cambria Math"/>
                      </a:rPr>
                      <m:t> :</m:t>
                    </m:r>
                    <m:rad>
                      <m:radPr>
                        <m:ctrlPr>
                          <a:rPr lang="en-IN" sz="3200" b="1" i="1" dirty="0">
                            <a:solidFill>
                              <a:srgbClr val="FF0000"/>
                            </a:solidFill>
                            <a:latin typeface="Cambria Math" panose="02040503050406030204" pitchFamily="18" charset="0"/>
                          </a:rPr>
                        </m:ctrlPr>
                      </m:radPr>
                      <m:deg>
                        <m:r>
                          <m:rPr>
                            <m:brk m:alnAt="7"/>
                          </m:rPr>
                          <a:rPr lang="en-IN" sz="3200" b="1" i="1" dirty="0">
                            <a:solidFill>
                              <a:srgbClr val="FF0000"/>
                            </a:solidFill>
                            <a:latin typeface="Cambria Math"/>
                          </a:rPr>
                          <m:t>𝟑</m:t>
                        </m:r>
                      </m:deg>
                      <m:e>
                        <m:r>
                          <a:rPr lang="en-IN" sz="3200" b="1" i="1" dirty="0" smtClean="0">
                            <a:solidFill>
                              <a:srgbClr val="FF0000"/>
                            </a:solidFill>
                            <a:latin typeface="Cambria Math"/>
                          </a:rPr>
                          <m:t>𝒃</m:t>
                        </m:r>
                        <m:r>
                          <a:rPr lang="en-IN" sz="3200" b="1" i="1" dirty="0">
                            <a:solidFill>
                              <a:srgbClr val="FF0000"/>
                            </a:solidFill>
                            <a:latin typeface="Cambria Math"/>
                          </a:rPr>
                          <m:t> </m:t>
                        </m:r>
                      </m:e>
                    </m:rad>
                  </m:oMath>
                </a14:m>
                <a:endParaRPr lang="en-IN" sz="3200" b="1" i="1" dirty="0">
                  <a:solidFill>
                    <a:srgbClr val="FF0000"/>
                  </a:solidFill>
                </a:endParaRPr>
              </a:p>
              <a:p>
                <a:pPr marL="0" indent="0">
                  <a:buNone/>
                </a:pPr>
                <a:endParaRPr lang="en-IN" sz="3200" b="1" i="1" dirty="0">
                  <a:solidFill>
                    <a:srgbClr val="FF0000"/>
                  </a:solidFill>
                </a:endParaRPr>
              </a:p>
              <a:p>
                <a:pPr marL="0" indent="0">
                  <a:buNone/>
                </a:pPr>
                <a:r>
                  <a:rPr lang="en-IN" sz="3200" dirty="0">
                    <a:solidFill>
                      <a:schemeClr val="tx1"/>
                    </a:solidFill>
                  </a:rPr>
                  <a:t>Eg) Find the Sub-Triplicate ratio of 8 : 27?</a:t>
                </a:r>
              </a:p>
              <a:p>
                <a:pPr marL="0" indent="0">
                  <a:buNone/>
                </a:pPr>
                <a:r>
                  <a:rPr lang="en-IN" sz="3200" dirty="0">
                    <a:solidFill>
                      <a:schemeClr val="tx1"/>
                    </a:solidFill>
                  </a:rPr>
                  <a:t>					     = </a:t>
                </a:r>
                <a14:m>
                  <m:oMath xmlns:m="http://schemas.openxmlformats.org/officeDocument/2006/math">
                    <m:rad>
                      <m:radPr>
                        <m:ctrlPr>
                          <a:rPr lang="en-IN" sz="3200" b="1" i="1" dirty="0">
                            <a:solidFill>
                              <a:srgbClr val="FF0000"/>
                            </a:solidFill>
                            <a:latin typeface="Cambria Math" panose="02040503050406030204" pitchFamily="18" charset="0"/>
                          </a:rPr>
                        </m:ctrlPr>
                      </m:radPr>
                      <m:deg>
                        <m:r>
                          <m:rPr>
                            <m:brk m:alnAt="7"/>
                          </m:rPr>
                          <a:rPr lang="en-IN" sz="3200" b="1" i="1" dirty="0">
                            <a:solidFill>
                              <a:srgbClr val="FF0000"/>
                            </a:solidFill>
                            <a:latin typeface="Cambria Math"/>
                          </a:rPr>
                          <m:t>𝟑</m:t>
                        </m:r>
                      </m:deg>
                      <m:e>
                        <m:r>
                          <a:rPr lang="en-IN" sz="3200" b="1" i="1" dirty="0" smtClean="0">
                            <a:solidFill>
                              <a:srgbClr val="FF0000"/>
                            </a:solidFill>
                            <a:latin typeface="Cambria Math"/>
                          </a:rPr>
                          <m:t>𝟖</m:t>
                        </m:r>
                        <m:r>
                          <a:rPr lang="en-IN" sz="3200" b="1" i="1" dirty="0">
                            <a:solidFill>
                              <a:srgbClr val="FF0000"/>
                            </a:solidFill>
                            <a:latin typeface="Cambria Math"/>
                          </a:rPr>
                          <m:t> </m:t>
                        </m:r>
                      </m:e>
                    </m:rad>
                    <m:r>
                      <a:rPr lang="en-IN" sz="3200" b="1" i="1" dirty="0">
                        <a:solidFill>
                          <a:srgbClr val="FF0000"/>
                        </a:solidFill>
                        <a:latin typeface="Cambria Math"/>
                      </a:rPr>
                      <m:t> :</m:t>
                    </m:r>
                    <m:rad>
                      <m:radPr>
                        <m:ctrlPr>
                          <a:rPr lang="en-IN" sz="3200" b="1" i="1" dirty="0">
                            <a:solidFill>
                              <a:srgbClr val="FF0000"/>
                            </a:solidFill>
                            <a:latin typeface="Cambria Math" panose="02040503050406030204" pitchFamily="18" charset="0"/>
                          </a:rPr>
                        </m:ctrlPr>
                      </m:radPr>
                      <m:deg>
                        <m:r>
                          <m:rPr>
                            <m:brk m:alnAt="7"/>
                          </m:rPr>
                          <a:rPr lang="en-IN" sz="3200" b="1" i="1" dirty="0">
                            <a:solidFill>
                              <a:srgbClr val="FF0000"/>
                            </a:solidFill>
                            <a:latin typeface="Cambria Math"/>
                          </a:rPr>
                          <m:t>𝟑</m:t>
                        </m:r>
                      </m:deg>
                      <m:e>
                        <m:r>
                          <a:rPr lang="en-IN" sz="3200" b="1" i="1" dirty="0" smtClean="0">
                            <a:solidFill>
                              <a:srgbClr val="FF0000"/>
                            </a:solidFill>
                            <a:latin typeface="Cambria Math"/>
                          </a:rPr>
                          <m:t>𝟐𝟕</m:t>
                        </m:r>
                        <m:r>
                          <a:rPr lang="en-IN" sz="3200" b="1" i="1" dirty="0">
                            <a:solidFill>
                              <a:srgbClr val="FF0000"/>
                            </a:solidFill>
                            <a:latin typeface="Cambria Math"/>
                          </a:rPr>
                          <m:t> </m:t>
                        </m:r>
                      </m:e>
                    </m:rad>
                  </m:oMath>
                </a14:m>
                <a:endParaRPr lang="en-IN" sz="3200" dirty="0">
                  <a:solidFill>
                    <a:schemeClr val="tx1"/>
                  </a:solidFill>
                </a:endParaRPr>
              </a:p>
              <a:p>
                <a:pPr marL="0" indent="0">
                  <a:buNone/>
                </a:pPr>
                <a:r>
                  <a:rPr lang="en-IN" sz="3200" dirty="0">
                    <a:solidFill>
                      <a:schemeClr val="tx1"/>
                    </a:solidFill>
                  </a:rPr>
                  <a:t>				 	     </a:t>
                </a:r>
                <a:r>
                  <a:rPr lang="en-IN" sz="3200" b="1" dirty="0">
                    <a:solidFill>
                      <a:srgbClr val="00B050"/>
                    </a:solidFill>
                  </a:rPr>
                  <a:t>= 2 : 3</a:t>
                </a:r>
              </a:p>
              <a:p>
                <a:pPr marL="0" indent="0">
                  <a:buNone/>
                </a:pPr>
                <a:endParaRPr lang="en-IN" dirty="0"/>
              </a:p>
            </p:txBody>
          </p:sp>
        </mc:Choice>
        <mc:Fallback xmlns="">
          <p:sp>
            <p:nvSpPr>
              <p:cNvPr id="2" name="Content Placeholder 1"/>
              <p:cNvSpPr>
                <a:spLocks noGrp="1" noRot="1" noChangeAspect="1" noMove="1" noResize="1" noEditPoints="1" noAdjustHandles="1" noChangeArrowheads="1" noChangeShapeType="1" noTextEdit="1"/>
              </p:cNvSpPr>
              <p:nvPr>
                <p:ph idx="1"/>
              </p:nvPr>
            </p:nvSpPr>
            <p:spPr>
              <a:xfrm>
                <a:off x="699247" y="2248347"/>
                <a:ext cx="8049217" cy="4349005"/>
              </a:xfrm>
              <a:blipFill rotWithShape="1">
                <a:blip r:embed="rId2"/>
                <a:stretch>
                  <a:fillRect l="-1970" t="-2244"/>
                </a:stretch>
              </a:blipFill>
            </p:spPr>
            <p:txBody>
              <a:bodyPr/>
              <a:lstStyle/>
              <a:p>
                <a:r>
                  <a:rPr lang="en-US">
                    <a:noFill/>
                  </a:rPr>
                  <a:t> </a:t>
                </a:r>
              </a:p>
            </p:txBody>
          </p:sp>
        </mc:Fallback>
      </mc:AlternateContent>
      <p:sp>
        <p:nvSpPr>
          <p:cNvPr id="3" name="Title 2"/>
          <p:cNvSpPr>
            <a:spLocks noGrp="1"/>
          </p:cNvSpPr>
          <p:nvPr>
            <p:ph type="title"/>
          </p:nvPr>
        </p:nvSpPr>
        <p:spPr/>
        <p:txBody>
          <a:bodyPr/>
          <a:lstStyle/>
          <a:p>
            <a:pPr algn="l"/>
            <a:r>
              <a:rPr lang="en-IN" b="1" dirty="0">
                <a:solidFill>
                  <a:srgbClr val="00B050"/>
                </a:solidFill>
              </a:rPr>
              <a:t>4) Sub-Triplicate Ratio</a:t>
            </a:r>
            <a:r>
              <a:rPr lang="en-IN" dirty="0"/>
              <a:t> </a:t>
            </a:r>
          </a:p>
        </p:txBody>
      </p:sp>
    </p:spTree>
    <p:extLst>
      <p:ext uri="{BB962C8B-B14F-4D97-AF65-F5344CB8AC3E}">
        <p14:creationId xmlns:p14="http://schemas.microsoft.com/office/powerpoint/2010/main" val="81555546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2">
                                            <p:txEl>
                                              <p:pRg st="1" end="1"/>
                                            </p:txEl>
                                          </p:spTgt>
                                        </p:tgtEl>
                                        <p:attrNameLst>
                                          <p:attrName>style.visibility</p:attrName>
                                        </p:attrNameLst>
                                      </p:cBhvr>
                                      <p:to>
                                        <p:strVal val="visible"/>
                                      </p:to>
                                    </p:set>
                                    <p:animEffect transition="in" filter="fade">
                                      <p:cBhvr>
                                        <p:cTn id="7" dur="500"/>
                                        <p:tgtEl>
                                          <p:spTgt spid="2">
                                            <p:txEl>
                                              <p:pRg st="1" end="1"/>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2">
                                            <p:txEl>
                                              <p:pRg st="3" end="3"/>
                                            </p:txEl>
                                          </p:spTgt>
                                        </p:tgtEl>
                                        <p:attrNameLst>
                                          <p:attrName>style.visibility</p:attrName>
                                        </p:attrNameLst>
                                      </p:cBhvr>
                                      <p:to>
                                        <p:strVal val="visible"/>
                                      </p:to>
                                    </p:set>
                                    <p:animEffect transition="in" filter="fade">
                                      <p:cBhvr>
                                        <p:cTn id="12" dur="500"/>
                                        <p:tgtEl>
                                          <p:spTgt spid="2">
                                            <p:txEl>
                                              <p:pRg st="3" end="3"/>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nodeType="clickEffect">
                                  <p:stCondLst>
                                    <p:cond delay="0"/>
                                  </p:stCondLst>
                                  <p:childTnLst>
                                    <p:set>
                                      <p:cBhvr>
                                        <p:cTn id="16" dur="1" fill="hold">
                                          <p:stCondLst>
                                            <p:cond delay="0"/>
                                          </p:stCondLst>
                                        </p:cTn>
                                        <p:tgtEl>
                                          <p:spTgt spid="2">
                                            <p:txEl>
                                              <p:pRg st="4" end="4"/>
                                            </p:txEl>
                                          </p:spTgt>
                                        </p:tgtEl>
                                        <p:attrNameLst>
                                          <p:attrName>style.visibility</p:attrName>
                                        </p:attrNameLst>
                                      </p:cBhvr>
                                      <p:to>
                                        <p:strVal val="visible"/>
                                      </p:to>
                                    </p:set>
                                    <p:animEffect transition="in" filter="fade">
                                      <p:cBhvr>
                                        <p:cTn id="17" dur="500"/>
                                        <p:tgtEl>
                                          <p:spTgt spid="2">
                                            <p:txEl>
                                              <p:pRg st="4" end="4"/>
                                            </p:txEl>
                                          </p:spTgt>
                                        </p:tgtEl>
                                      </p:cBhvr>
                                    </p:animEffect>
                                  </p:childTnLst>
                                </p:cTn>
                              </p:par>
                              <p:par>
                                <p:cTn id="18" presetID="10" presetClass="entr" presetSubtype="0" fill="hold" nodeType="withEffect">
                                  <p:stCondLst>
                                    <p:cond delay="0"/>
                                  </p:stCondLst>
                                  <p:childTnLst>
                                    <p:set>
                                      <p:cBhvr>
                                        <p:cTn id="19" dur="1" fill="hold">
                                          <p:stCondLst>
                                            <p:cond delay="0"/>
                                          </p:stCondLst>
                                        </p:cTn>
                                        <p:tgtEl>
                                          <p:spTgt spid="2">
                                            <p:txEl>
                                              <p:pRg st="5" end="5"/>
                                            </p:txEl>
                                          </p:spTgt>
                                        </p:tgtEl>
                                        <p:attrNameLst>
                                          <p:attrName>style.visibility</p:attrName>
                                        </p:attrNameLst>
                                      </p:cBhvr>
                                      <p:to>
                                        <p:strVal val="visible"/>
                                      </p:to>
                                    </p:set>
                                    <p:animEffect transition="in" filter="fade">
                                      <p:cBhvr>
                                        <p:cTn id="20" dur="500"/>
                                        <p:tgtEl>
                                          <p:spTgt spid="2">
                                            <p:txEl>
                                              <p:pRg st="5" end="5"/>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2" name="Content Placeholder 1"/>
              <p:cNvSpPr>
                <a:spLocks noGrp="1"/>
              </p:cNvSpPr>
              <p:nvPr>
                <p:ph idx="1"/>
              </p:nvPr>
            </p:nvSpPr>
            <p:spPr>
              <a:xfrm>
                <a:off x="699247" y="2248347"/>
                <a:ext cx="8265241" cy="4421013"/>
              </a:xfrm>
            </p:spPr>
            <p:txBody>
              <a:bodyPr>
                <a:noAutofit/>
              </a:bodyPr>
              <a:lstStyle/>
              <a:p>
                <a:pPr marL="0" indent="0">
                  <a:buNone/>
                </a:pPr>
                <a:r>
                  <a:rPr lang="en-IN" sz="2800" b="1" i="1" dirty="0">
                    <a:solidFill>
                      <a:srgbClr val="FF0000"/>
                    </a:solidFill>
                    <a:latin typeface="Cambria Math"/>
                    <a:sym typeface="Wingdings" panose="05000000000000000000" pitchFamily="2" charset="2"/>
                  </a:rPr>
                  <a:t>(</a:t>
                </a:r>
                <a14:m>
                  <m:oMath xmlns:m="http://schemas.openxmlformats.org/officeDocument/2006/math">
                    <m:r>
                      <a:rPr lang="en-IN" sz="2800" b="1" i="1" dirty="0">
                        <a:solidFill>
                          <a:srgbClr val="FF0000"/>
                        </a:solidFill>
                        <a:latin typeface="Cambria Math"/>
                        <a:sym typeface="Wingdings" panose="05000000000000000000" pitchFamily="2" charset="2"/>
                      </a:rPr>
                      <m:t>𝑹𝒆𝒄𝒊𝒑𝒓𝒐𝒄𝒂𝒍</m:t>
                    </m:r>
                    <m:r>
                      <a:rPr lang="en-IN" sz="2800" b="1" i="1" dirty="0">
                        <a:solidFill>
                          <a:srgbClr val="FF0000"/>
                        </a:solidFill>
                        <a:latin typeface="Cambria Math"/>
                        <a:sym typeface="Wingdings" panose="05000000000000000000" pitchFamily="2" charset="2"/>
                      </a:rPr>
                      <m:t>  </m:t>
                    </m:r>
                    <m:r>
                      <a:rPr lang="en-IN" sz="2800" b="1" i="1" dirty="0">
                        <a:solidFill>
                          <a:srgbClr val="FF0000"/>
                        </a:solidFill>
                        <a:latin typeface="Cambria Math"/>
                        <a:sym typeface="Wingdings" panose="05000000000000000000" pitchFamily="2" charset="2"/>
                      </a:rPr>
                      <m:t>𝒐𝒇</m:t>
                    </m:r>
                    <m:r>
                      <a:rPr lang="en-IN" sz="2800" b="1" i="1" dirty="0">
                        <a:solidFill>
                          <a:srgbClr val="FF0000"/>
                        </a:solidFill>
                        <a:latin typeface="Cambria Math"/>
                        <a:sym typeface="Wingdings" panose="05000000000000000000" pitchFamily="2" charset="2"/>
                      </a:rPr>
                      <m:t> </m:t>
                    </m:r>
                    <m:r>
                      <a:rPr lang="en-IN" sz="2800" b="1" i="1" dirty="0">
                        <a:solidFill>
                          <a:srgbClr val="FF0000"/>
                        </a:solidFill>
                        <a:latin typeface="Cambria Math"/>
                        <a:sym typeface="Wingdings" panose="05000000000000000000" pitchFamily="2" charset="2"/>
                      </a:rPr>
                      <m:t>𝒈𝒊𝒗𝒆𝒏</m:t>
                    </m:r>
                    <m:r>
                      <a:rPr lang="en-IN" sz="2800" b="1" i="1" dirty="0">
                        <a:solidFill>
                          <a:srgbClr val="FF0000"/>
                        </a:solidFill>
                        <a:latin typeface="Cambria Math"/>
                        <a:sym typeface="Wingdings" panose="05000000000000000000" pitchFamily="2" charset="2"/>
                      </a:rPr>
                      <m:t> </m:t>
                    </m:r>
                    <m:r>
                      <a:rPr lang="en-IN" sz="2800" b="1" i="1" dirty="0">
                        <a:solidFill>
                          <a:srgbClr val="FF0000"/>
                        </a:solidFill>
                        <a:latin typeface="Cambria Math"/>
                        <a:sym typeface="Wingdings" panose="05000000000000000000" pitchFamily="2" charset="2"/>
                      </a:rPr>
                      <m:t>𝒓𝒂𝒕𝒊𝒐</m:t>
                    </m:r>
                  </m:oMath>
                </a14:m>
                <a:r>
                  <a:rPr lang="en-IN" sz="2800" b="1" i="1" dirty="0">
                    <a:solidFill>
                      <a:srgbClr val="FF0000"/>
                    </a:solidFill>
                  </a:rPr>
                  <a:t>) </a:t>
                </a:r>
                <a:endParaRPr lang="en-IN" sz="2800" b="1" dirty="0">
                  <a:solidFill>
                    <a:srgbClr val="00B050"/>
                  </a:solidFill>
                  <a:latin typeface="Times New Roman" panose="02020603050405020304" pitchFamily="18" charset="0"/>
                  <a:cs typeface="Times New Roman" panose="02020603050405020304" pitchFamily="18" charset="0"/>
                </a:endParaRPr>
              </a:p>
              <a:p>
                <a:pPr marL="0" indent="0">
                  <a:buNone/>
                </a:pPr>
                <a:r>
                  <a:rPr lang="en-IN" sz="3200" dirty="0">
                    <a:solidFill>
                      <a:schemeClr val="tx1"/>
                    </a:solidFill>
                  </a:rPr>
                  <a:t>If the normal ratio is </a:t>
                </a:r>
                <a:r>
                  <a:rPr lang="en-IN" sz="3200" b="1" i="1" dirty="0">
                    <a:solidFill>
                      <a:schemeClr val="tx1"/>
                    </a:solidFill>
                  </a:rPr>
                  <a:t>a : b</a:t>
                </a:r>
                <a:r>
                  <a:rPr lang="en-IN" sz="3200" dirty="0">
                    <a:solidFill>
                      <a:schemeClr val="tx1"/>
                    </a:solidFill>
                  </a:rPr>
                  <a:t>, then its inverse ratio is </a:t>
                </a:r>
                <a14:m>
                  <m:oMath xmlns:m="http://schemas.openxmlformats.org/officeDocument/2006/math">
                    <m:f>
                      <m:fPr>
                        <m:ctrlPr>
                          <a:rPr lang="en-IN" sz="4000" b="1" i="1" smtClean="0">
                            <a:solidFill>
                              <a:srgbClr val="FF0000"/>
                            </a:solidFill>
                            <a:latin typeface="Cambria Math" panose="02040503050406030204" pitchFamily="18" charset="0"/>
                          </a:rPr>
                        </m:ctrlPr>
                      </m:fPr>
                      <m:num>
                        <m:r>
                          <a:rPr lang="en-IN" sz="4000" b="1" i="1" smtClean="0">
                            <a:solidFill>
                              <a:srgbClr val="FF0000"/>
                            </a:solidFill>
                            <a:latin typeface="Cambria Math"/>
                          </a:rPr>
                          <m:t>𝟏</m:t>
                        </m:r>
                      </m:num>
                      <m:den>
                        <m:r>
                          <a:rPr lang="en-IN" sz="4000" b="1" i="1" smtClean="0">
                            <a:solidFill>
                              <a:srgbClr val="FF0000"/>
                            </a:solidFill>
                            <a:latin typeface="Cambria Math"/>
                          </a:rPr>
                          <m:t>𝒂</m:t>
                        </m:r>
                      </m:den>
                    </m:f>
                  </m:oMath>
                </a14:m>
                <a:r>
                  <a:rPr lang="en-IN" sz="4000" b="1" i="1" dirty="0">
                    <a:solidFill>
                      <a:srgbClr val="FF0000"/>
                    </a:solidFill>
                  </a:rPr>
                  <a:t> : </a:t>
                </a:r>
                <a14:m>
                  <m:oMath xmlns:m="http://schemas.openxmlformats.org/officeDocument/2006/math">
                    <m:f>
                      <m:fPr>
                        <m:ctrlPr>
                          <a:rPr lang="en-IN" sz="4000" b="1" i="1" smtClean="0">
                            <a:solidFill>
                              <a:srgbClr val="FF0000"/>
                            </a:solidFill>
                            <a:latin typeface="Cambria Math" panose="02040503050406030204" pitchFamily="18" charset="0"/>
                          </a:rPr>
                        </m:ctrlPr>
                      </m:fPr>
                      <m:num>
                        <m:r>
                          <a:rPr lang="en-IN" sz="4000" b="1" i="1" smtClean="0">
                            <a:solidFill>
                              <a:srgbClr val="FF0000"/>
                            </a:solidFill>
                            <a:latin typeface="Cambria Math"/>
                          </a:rPr>
                          <m:t>𝟏</m:t>
                        </m:r>
                      </m:num>
                      <m:den>
                        <m:r>
                          <a:rPr lang="en-IN" sz="4000" b="1" i="1" smtClean="0">
                            <a:solidFill>
                              <a:srgbClr val="FF0000"/>
                            </a:solidFill>
                            <a:latin typeface="Cambria Math"/>
                          </a:rPr>
                          <m:t>𝒃</m:t>
                        </m:r>
                      </m:den>
                    </m:f>
                  </m:oMath>
                </a14:m>
                <a:r>
                  <a:rPr lang="en-IN" sz="3200" b="1" i="1" dirty="0">
                    <a:solidFill>
                      <a:srgbClr val="FF0000"/>
                    </a:solidFill>
                  </a:rPr>
                  <a:t> = </a:t>
                </a:r>
                <a14:m>
                  <m:oMath xmlns:m="http://schemas.openxmlformats.org/officeDocument/2006/math">
                    <m:r>
                      <a:rPr lang="en-IN" sz="3200" b="1" i="1" dirty="0" smtClean="0">
                        <a:solidFill>
                          <a:srgbClr val="FF0000"/>
                        </a:solidFill>
                        <a:latin typeface="Cambria Math"/>
                      </a:rPr>
                      <m:t>(</m:t>
                    </m:r>
                    <m:r>
                      <a:rPr lang="en-IN" sz="3200" b="1" i="1" dirty="0" smtClean="0">
                        <a:solidFill>
                          <a:srgbClr val="FF0000"/>
                        </a:solidFill>
                        <a:latin typeface="Cambria Math"/>
                      </a:rPr>
                      <m:t>𝒃</m:t>
                    </m:r>
                    <m:r>
                      <a:rPr lang="en-IN" sz="3200" b="1" i="1" dirty="0" smtClean="0">
                        <a:solidFill>
                          <a:srgbClr val="FF0000"/>
                        </a:solidFill>
                        <a:latin typeface="Cambria Math"/>
                      </a:rPr>
                      <m:t> : </m:t>
                    </m:r>
                    <m:r>
                      <a:rPr lang="en-IN" sz="3200" b="1" i="1" dirty="0" smtClean="0">
                        <a:solidFill>
                          <a:srgbClr val="FF0000"/>
                        </a:solidFill>
                        <a:latin typeface="Cambria Math"/>
                      </a:rPr>
                      <m:t>𝒂</m:t>
                    </m:r>
                    <m:r>
                      <a:rPr lang="en-IN" sz="3200" b="1" i="1" dirty="0" smtClean="0">
                        <a:solidFill>
                          <a:srgbClr val="FF0000"/>
                        </a:solidFill>
                        <a:latin typeface="Cambria Math"/>
                      </a:rPr>
                      <m:t>)</m:t>
                    </m:r>
                  </m:oMath>
                </a14:m>
                <a:endParaRPr lang="en-IN" sz="3200" b="1" i="1" dirty="0">
                  <a:solidFill>
                    <a:srgbClr val="FF0000"/>
                  </a:solidFill>
                </a:endParaRPr>
              </a:p>
              <a:p>
                <a:pPr marL="0" indent="0">
                  <a:buNone/>
                </a:pPr>
                <a:r>
                  <a:rPr lang="en-IN" sz="3200" b="1" dirty="0">
                    <a:solidFill>
                      <a:schemeClr val="tx1"/>
                    </a:solidFill>
                  </a:rPr>
                  <a:t>Eg: Find the inverse ratio of 3 : 4?</a:t>
                </a:r>
              </a:p>
              <a:p>
                <a:pPr marL="0" indent="0">
                  <a:buNone/>
                </a:pPr>
                <a:r>
                  <a:rPr lang="en-IN" sz="3200" b="1" i="1" dirty="0">
                    <a:solidFill>
                      <a:srgbClr val="FF0000"/>
                    </a:solidFill>
                  </a:rPr>
                  <a:t>                                                </a:t>
                </a:r>
                <a:r>
                  <a:rPr lang="en-IN" sz="3600" b="1" i="1" dirty="0">
                    <a:solidFill>
                      <a:srgbClr val="FF0000"/>
                    </a:solidFill>
                  </a:rPr>
                  <a:t>= </a:t>
                </a:r>
                <a14:m>
                  <m:oMath xmlns:m="http://schemas.openxmlformats.org/officeDocument/2006/math">
                    <m:f>
                      <m:fPr>
                        <m:ctrlPr>
                          <a:rPr lang="en-IN" sz="3600" b="1" i="1" smtClean="0">
                            <a:solidFill>
                              <a:srgbClr val="FF0000"/>
                            </a:solidFill>
                            <a:latin typeface="Cambria Math" panose="02040503050406030204" pitchFamily="18" charset="0"/>
                          </a:rPr>
                        </m:ctrlPr>
                      </m:fPr>
                      <m:num>
                        <m:r>
                          <a:rPr lang="en-IN" sz="3600" b="1" i="1" smtClean="0">
                            <a:solidFill>
                              <a:srgbClr val="FF0000"/>
                            </a:solidFill>
                            <a:latin typeface="Cambria Math"/>
                          </a:rPr>
                          <m:t>𝟏</m:t>
                        </m:r>
                      </m:num>
                      <m:den>
                        <m:r>
                          <a:rPr lang="en-IN" sz="3600" b="1" i="1" smtClean="0">
                            <a:solidFill>
                              <a:srgbClr val="FF0000"/>
                            </a:solidFill>
                            <a:latin typeface="Cambria Math"/>
                          </a:rPr>
                          <m:t>𝟑</m:t>
                        </m:r>
                      </m:den>
                    </m:f>
                  </m:oMath>
                </a14:m>
                <a:r>
                  <a:rPr lang="en-IN" sz="3600" b="1" i="1" dirty="0">
                    <a:solidFill>
                      <a:srgbClr val="FF0000"/>
                    </a:solidFill>
                  </a:rPr>
                  <a:t> </a:t>
                </a:r>
                <a:r>
                  <a:rPr lang="en-IN" sz="3600" b="1" dirty="0">
                    <a:solidFill>
                      <a:srgbClr val="FF0000"/>
                    </a:solidFill>
                    <a:latin typeface="Times New Roman" panose="02020603050405020304" pitchFamily="18" charset="0"/>
                    <a:cs typeface="Times New Roman" panose="02020603050405020304" pitchFamily="18" charset="0"/>
                  </a:rPr>
                  <a:t>:</a:t>
                </a:r>
                <a:r>
                  <a:rPr lang="en-IN" sz="3600" b="1" i="1" dirty="0">
                    <a:solidFill>
                      <a:srgbClr val="FF0000"/>
                    </a:solidFill>
                  </a:rPr>
                  <a:t> </a:t>
                </a:r>
                <a14:m>
                  <m:oMath xmlns:m="http://schemas.openxmlformats.org/officeDocument/2006/math">
                    <m:f>
                      <m:fPr>
                        <m:ctrlPr>
                          <a:rPr lang="en-IN" sz="3600" b="1" i="1" smtClean="0">
                            <a:solidFill>
                              <a:srgbClr val="FF0000"/>
                            </a:solidFill>
                            <a:latin typeface="Cambria Math" panose="02040503050406030204" pitchFamily="18" charset="0"/>
                          </a:rPr>
                        </m:ctrlPr>
                      </m:fPr>
                      <m:num>
                        <m:r>
                          <a:rPr lang="en-IN" sz="3600" b="1" i="1" smtClean="0">
                            <a:solidFill>
                              <a:srgbClr val="FF0000"/>
                            </a:solidFill>
                            <a:latin typeface="Cambria Math"/>
                          </a:rPr>
                          <m:t>𝟏</m:t>
                        </m:r>
                      </m:num>
                      <m:den>
                        <m:r>
                          <a:rPr lang="en-IN" sz="3600" b="1" i="1" smtClean="0">
                            <a:solidFill>
                              <a:srgbClr val="FF0000"/>
                            </a:solidFill>
                            <a:latin typeface="Cambria Math"/>
                          </a:rPr>
                          <m:t>𝟒</m:t>
                        </m:r>
                      </m:den>
                    </m:f>
                  </m:oMath>
                </a14:m>
                <a:endParaRPr lang="en-IN" sz="3200" b="1" i="1" dirty="0">
                  <a:solidFill>
                    <a:srgbClr val="FF0000"/>
                  </a:solidFill>
                </a:endParaRPr>
              </a:p>
              <a:p>
                <a:pPr marL="0" indent="0">
                  <a:buNone/>
                </a:pPr>
                <a:r>
                  <a:rPr lang="en-IN" sz="3200" dirty="0">
                    <a:solidFill>
                      <a:srgbClr val="FF0000"/>
                    </a:solidFill>
                    <a:latin typeface="Times New Roman" panose="02020603050405020304" pitchFamily="18" charset="0"/>
                    <a:cs typeface="Times New Roman" panose="02020603050405020304" pitchFamily="18" charset="0"/>
                  </a:rPr>
                  <a:t>	</a:t>
                </a:r>
                <a:r>
                  <a:rPr lang="en-IN" sz="3200" b="1" dirty="0">
                    <a:solidFill>
                      <a:srgbClr val="FF0000"/>
                    </a:solidFill>
                    <a:latin typeface="Times New Roman" panose="02020603050405020304" pitchFamily="18" charset="0"/>
                    <a:cs typeface="Times New Roman" panose="02020603050405020304" pitchFamily="18" charset="0"/>
                  </a:rPr>
                  <a:t>                                      </a:t>
                </a:r>
                <a14:m>
                  <m:oMath xmlns:m="http://schemas.openxmlformats.org/officeDocument/2006/math">
                    <m:r>
                      <a:rPr lang="en-IN" sz="3200" b="0" i="0" dirty="0" smtClean="0">
                        <a:solidFill>
                          <a:srgbClr val="FF0000"/>
                        </a:solidFill>
                        <a:latin typeface="Cambria Math"/>
                        <a:cs typeface="Times New Roman" panose="02020603050405020304" pitchFamily="18" charset="0"/>
                      </a:rPr>
                      <m:t>=</m:t>
                    </m:r>
                  </m:oMath>
                </a14:m>
                <a:r>
                  <a:rPr lang="en-IN" sz="3200" b="1" dirty="0">
                    <a:solidFill>
                      <a:srgbClr val="FF0000"/>
                    </a:solidFill>
                    <a:latin typeface="Times New Roman" panose="02020603050405020304" pitchFamily="18" charset="0"/>
                    <a:cs typeface="Times New Roman" panose="02020603050405020304" pitchFamily="18" charset="0"/>
                  </a:rPr>
                  <a:t> 4 : 3</a:t>
                </a:r>
                <a:endParaRPr lang="en-IN" sz="3200" b="1" dirty="0"/>
              </a:p>
            </p:txBody>
          </p:sp>
        </mc:Choice>
        <mc:Fallback xmlns="">
          <p:sp>
            <p:nvSpPr>
              <p:cNvPr id="2" name="Content Placeholder 1"/>
              <p:cNvSpPr>
                <a:spLocks noGrp="1" noRot="1" noChangeAspect="1" noMove="1" noResize="1" noEditPoints="1" noAdjustHandles="1" noChangeArrowheads="1" noChangeShapeType="1" noTextEdit="1"/>
              </p:cNvSpPr>
              <p:nvPr>
                <p:ph idx="1"/>
              </p:nvPr>
            </p:nvSpPr>
            <p:spPr>
              <a:xfrm>
                <a:off x="699247" y="2248347"/>
                <a:ext cx="8265241" cy="4421013"/>
              </a:xfrm>
              <a:blipFill rotWithShape="1">
                <a:blip r:embed="rId2"/>
                <a:stretch>
                  <a:fillRect l="-1917" t="-1793"/>
                </a:stretch>
              </a:blipFill>
            </p:spPr>
            <p:txBody>
              <a:bodyPr/>
              <a:lstStyle/>
              <a:p>
                <a:r>
                  <a:rPr lang="en-US">
                    <a:noFill/>
                  </a:rPr>
                  <a:t> </a:t>
                </a:r>
              </a:p>
            </p:txBody>
          </p:sp>
        </mc:Fallback>
      </mc:AlternateContent>
      <p:sp>
        <p:nvSpPr>
          <p:cNvPr id="3" name="Title 2"/>
          <p:cNvSpPr>
            <a:spLocks noGrp="1"/>
          </p:cNvSpPr>
          <p:nvPr>
            <p:ph type="title"/>
          </p:nvPr>
        </p:nvSpPr>
        <p:spPr/>
        <p:txBody>
          <a:bodyPr/>
          <a:lstStyle/>
          <a:p>
            <a:pPr algn="l"/>
            <a:r>
              <a:rPr lang="en-IN" b="1" dirty="0">
                <a:solidFill>
                  <a:srgbClr val="00B050"/>
                </a:solidFill>
                <a:latin typeface="Times New Roman" panose="02020603050405020304" pitchFamily="18" charset="0"/>
                <a:cs typeface="Times New Roman" panose="02020603050405020304" pitchFamily="18" charset="0"/>
              </a:rPr>
              <a:t>5) Inverse Ratio</a:t>
            </a:r>
            <a:r>
              <a:rPr lang="en-IN" dirty="0"/>
              <a:t> </a:t>
            </a:r>
          </a:p>
        </p:txBody>
      </p:sp>
    </p:spTree>
    <p:extLst>
      <p:ext uri="{BB962C8B-B14F-4D97-AF65-F5344CB8AC3E}">
        <p14:creationId xmlns:p14="http://schemas.microsoft.com/office/powerpoint/2010/main" val="49008150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2">
                                            <p:txEl>
                                              <p:pRg st="2" end="2"/>
                                            </p:txEl>
                                          </p:spTgt>
                                        </p:tgtEl>
                                        <p:attrNameLst>
                                          <p:attrName>style.visibility</p:attrName>
                                        </p:attrNameLst>
                                      </p:cBhvr>
                                      <p:to>
                                        <p:strVal val="visible"/>
                                      </p:to>
                                    </p:set>
                                    <p:animEffect transition="in" filter="fade">
                                      <p:cBhvr>
                                        <p:cTn id="7" dur="500"/>
                                        <p:tgtEl>
                                          <p:spTgt spid="2">
                                            <p:txEl>
                                              <p:pRg st="2" end="2"/>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2">
                                            <p:txEl>
                                              <p:pRg st="3" end="3"/>
                                            </p:txEl>
                                          </p:spTgt>
                                        </p:tgtEl>
                                        <p:attrNameLst>
                                          <p:attrName>style.visibility</p:attrName>
                                        </p:attrNameLst>
                                      </p:cBhvr>
                                      <p:to>
                                        <p:strVal val="visible"/>
                                      </p:to>
                                    </p:set>
                                    <p:animEffect transition="in" filter="fade">
                                      <p:cBhvr>
                                        <p:cTn id="12" dur="500"/>
                                        <p:tgtEl>
                                          <p:spTgt spid="2">
                                            <p:txEl>
                                              <p:pRg st="3" end="3"/>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nodeType="clickEffect">
                                  <p:stCondLst>
                                    <p:cond delay="0"/>
                                  </p:stCondLst>
                                  <p:childTnLst>
                                    <p:set>
                                      <p:cBhvr>
                                        <p:cTn id="16" dur="1" fill="hold">
                                          <p:stCondLst>
                                            <p:cond delay="0"/>
                                          </p:stCondLst>
                                        </p:cTn>
                                        <p:tgtEl>
                                          <p:spTgt spid="2">
                                            <p:txEl>
                                              <p:pRg st="4" end="4"/>
                                            </p:txEl>
                                          </p:spTgt>
                                        </p:tgtEl>
                                        <p:attrNameLst>
                                          <p:attrName>style.visibility</p:attrName>
                                        </p:attrNameLst>
                                      </p:cBhvr>
                                      <p:to>
                                        <p:strVal val="visible"/>
                                      </p:to>
                                    </p:set>
                                    <p:animEffect transition="in" filter="fade">
                                      <p:cBhvr>
                                        <p:cTn id="17" dur="500"/>
                                        <p:tgtEl>
                                          <p:spTgt spid="2">
                                            <p:txEl>
                                              <p:pRg st="4" end="4"/>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2" name="Content Placeholder 1"/>
              <p:cNvSpPr>
                <a:spLocks noGrp="1"/>
              </p:cNvSpPr>
              <p:nvPr>
                <p:ph idx="1"/>
              </p:nvPr>
            </p:nvSpPr>
            <p:spPr>
              <a:xfrm>
                <a:off x="699247" y="2248347"/>
                <a:ext cx="7745505" cy="4349005"/>
              </a:xfrm>
            </p:spPr>
            <p:txBody>
              <a:bodyPr>
                <a:normAutofit fontScale="92500"/>
              </a:bodyPr>
              <a:lstStyle/>
              <a:p>
                <a:pPr marL="0" indent="0">
                  <a:buNone/>
                </a:pPr>
                <a:r>
                  <a:rPr lang="en-IN" sz="3800" b="1" dirty="0" err="1">
                    <a:solidFill>
                      <a:schemeClr val="tx1"/>
                    </a:solidFill>
                  </a:rPr>
                  <a:t>Eg</a:t>
                </a:r>
                <a:r>
                  <a:rPr lang="en-IN" sz="3800" b="1" dirty="0">
                    <a:solidFill>
                      <a:schemeClr val="tx1"/>
                    </a:solidFill>
                  </a:rPr>
                  <a:t>) Find the Inverse Ratio of 1 : 2 : 3?</a:t>
                </a:r>
              </a:p>
              <a:p>
                <a:pPr marL="0" indent="0">
                  <a:buNone/>
                </a:pPr>
                <a:endParaRPr lang="en-IN" sz="3800" b="1" dirty="0">
                  <a:solidFill>
                    <a:schemeClr val="tx1"/>
                  </a:solidFill>
                </a:endParaRPr>
              </a:p>
              <a:p>
                <a:pPr marL="0" indent="0">
                  <a:buNone/>
                </a:pPr>
                <a:r>
                  <a:rPr lang="en-IN" sz="3800" b="1" dirty="0">
                    <a:solidFill>
                      <a:schemeClr val="tx1"/>
                    </a:solidFill>
                  </a:rPr>
                  <a:t>				</a:t>
                </a:r>
                <a:r>
                  <a:rPr lang="en-IN" sz="4700" b="1" dirty="0">
                    <a:solidFill>
                      <a:schemeClr val="tx1"/>
                    </a:solidFill>
                  </a:rPr>
                  <a:t>= </a:t>
                </a:r>
                <a14:m>
                  <m:oMath xmlns:m="http://schemas.openxmlformats.org/officeDocument/2006/math">
                    <m:f>
                      <m:fPr>
                        <m:ctrlPr>
                          <a:rPr lang="en-IN" sz="4700" b="1" i="1" smtClean="0">
                            <a:solidFill>
                              <a:schemeClr val="tx1"/>
                            </a:solidFill>
                            <a:latin typeface="Cambria Math" panose="02040503050406030204" pitchFamily="18" charset="0"/>
                          </a:rPr>
                        </m:ctrlPr>
                      </m:fPr>
                      <m:num>
                        <m:r>
                          <a:rPr lang="en-IN" sz="4700" b="1" i="1" smtClean="0">
                            <a:solidFill>
                              <a:schemeClr val="tx1"/>
                            </a:solidFill>
                            <a:latin typeface="Cambria Math"/>
                          </a:rPr>
                          <m:t>𝟏</m:t>
                        </m:r>
                      </m:num>
                      <m:den>
                        <m:r>
                          <a:rPr lang="en-IN" sz="4700" b="1" i="1" smtClean="0">
                            <a:solidFill>
                              <a:schemeClr val="tx1"/>
                            </a:solidFill>
                            <a:latin typeface="Cambria Math"/>
                          </a:rPr>
                          <m:t>𝟏</m:t>
                        </m:r>
                      </m:den>
                    </m:f>
                  </m:oMath>
                </a14:m>
                <a:r>
                  <a:rPr lang="en-IN" sz="4700" b="1" dirty="0">
                    <a:solidFill>
                      <a:schemeClr val="tx1"/>
                    </a:solidFill>
                  </a:rPr>
                  <a:t> : </a:t>
                </a:r>
                <a14:m>
                  <m:oMath xmlns:m="http://schemas.openxmlformats.org/officeDocument/2006/math">
                    <m:f>
                      <m:fPr>
                        <m:ctrlPr>
                          <a:rPr lang="en-IN" sz="4700" b="1" i="1">
                            <a:solidFill>
                              <a:schemeClr val="tx1"/>
                            </a:solidFill>
                            <a:latin typeface="Cambria Math" panose="02040503050406030204" pitchFamily="18" charset="0"/>
                          </a:rPr>
                        </m:ctrlPr>
                      </m:fPr>
                      <m:num>
                        <m:r>
                          <a:rPr lang="en-IN" sz="4700" b="1" i="1" smtClean="0">
                            <a:solidFill>
                              <a:schemeClr val="tx1"/>
                            </a:solidFill>
                            <a:latin typeface="Cambria Math"/>
                          </a:rPr>
                          <m:t>𝟏</m:t>
                        </m:r>
                      </m:num>
                      <m:den>
                        <m:r>
                          <a:rPr lang="en-IN" sz="4700" b="1" i="1" smtClean="0">
                            <a:solidFill>
                              <a:schemeClr val="tx1"/>
                            </a:solidFill>
                            <a:latin typeface="Cambria Math"/>
                          </a:rPr>
                          <m:t>𝟐</m:t>
                        </m:r>
                      </m:den>
                    </m:f>
                  </m:oMath>
                </a14:m>
                <a:r>
                  <a:rPr lang="en-IN" sz="4700" b="1" dirty="0">
                    <a:solidFill>
                      <a:schemeClr val="tx1"/>
                    </a:solidFill>
                  </a:rPr>
                  <a:t> : </a:t>
                </a:r>
                <a14:m>
                  <m:oMath xmlns:m="http://schemas.openxmlformats.org/officeDocument/2006/math">
                    <m:f>
                      <m:fPr>
                        <m:ctrlPr>
                          <a:rPr lang="en-IN" sz="4700" b="1" i="1">
                            <a:solidFill>
                              <a:schemeClr val="tx1"/>
                            </a:solidFill>
                            <a:latin typeface="Cambria Math" panose="02040503050406030204" pitchFamily="18" charset="0"/>
                          </a:rPr>
                        </m:ctrlPr>
                      </m:fPr>
                      <m:num>
                        <m:r>
                          <a:rPr lang="en-IN" sz="4700" b="1" i="1" smtClean="0">
                            <a:solidFill>
                              <a:schemeClr val="tx1"/>
                            </a:solidFill>
                            <a:latin typeface="Cambria Math"/>
                          </a:rPr>
                          <m:t>𝟏</m:t>
                        </m:r>
                      </m:num>
                      <m:den>
                        <m:r>
                          <a:rPr lang="en-IN" sz="4700" b="1" i="1" smtClean="0">
                            <a:solidFill>
                              <a:schemeClr val="tx1"/>
                            </a:solidFill>
                            <a:latin typeface="Cambria Math"/>
                          </a:rPr>
                          <m:t>𝟑</m:t>
                        </m:r>
                      </m:den>
                    </m:f>
                  </m:oMath>
                </a14:m>
                <a:r>
                  <a:rPr lang="en-IN" sz="4700" b="1" dirty="0">
                    <a:solidFill>
                      <a:schemeClr val="tx1"/>
                    </a:solidFill>
                  </a:rPr>
                  <a:t> </a:t>
                </a:r>
              </a:p>
              <a:p>
                <a:pPr marL="0" indent="0">
                  <a:buNone/>
                </a:pPr>
                <a:endParaRPr lang="en-IN" sz="3800" b="1" dirty="0">
                  <a:solidFill>
                    <a:schemeClr val="tx1"/>
                  </a:solidFill>
                </a:endParaRPr>
              </a:p>
              <a:p>
                <a:pPr marL="0" indent="0">
                  <a:buNone/>
                </a:pPr>
                <a:r>
                  <a:rPr lang="en-IN" sz="3800" b="1" dirty="0">
                    <a:solidFill>
                      <a:schemeClr val="tx1"/>
                    </a:solidFill>
                  </a:rPr>
                  <a:t>				</a:t>
                </a:r>
                <a:r>
                  <a:rPr lang="en-IN" sz="4700" b="1" dirty="0">
                    <a:solidFill>
                      <a:srgbClr val="00B050"/>
                    </a:solidFill>
                  </a:rPr>
                  <a:t>= 6 : 3 : 2</a:t>
                </a:r>
              </a:p>
              <a:p>
                <a:pPr marL="0" indent="0">
                  <a:buNone/>
                </a:pPr>
                <a:r>
                  <a:rPr lang="en-IN" b="1" dirty="0">
                    <a:solidFill>
                      <a:schemeClr val="tx1"/>
                    </a:solidFill>
                  </a:rPr>
                  <a:t>	</a:t>
                </a:r>
              </a:p>
            </p:txBody>
          </p:sp>
        </mc:Choice>
        <mc:Fallback xmlns="">
          <p:sp>
            <p:nvSpPr>
              <p:cNvPr id="2" name="Content Placeholder 1"/>
              <p:cNvSpPr>
                <a:spLocks noGrp="1" noRot="1" noChangeAspect="1" noMove="1" noResize="1" noEditPoints="1" noAdjustHandles="1" noChangeArrowheads="1" noChangeShapeType="1" noTextEdit="1"/>
              </p:cNvSpPr>
              <p:nvPr>
                <p:ph idx="1"/>
              </p:nvPr>
            </p:nvSpPr>
            <p:spPr>
              <a:xfrm>
                <a:off x="699247" y="2248347"/>
                <a:ext cx="7745505" cy="4349005"/>
              </a:xfrm>
              <a:blipFill rotWithShape="1">
                <a:blip r:embed="rId2"/>
                <a:stretch>
                  <a:fillRect l="-2362" t="-2244" r="-945"/>
                </a:stretch>
              </a:blipFill>
            </p:spPr>
            <p:txBody>
              <a:bodyPr/>
              <a:lstStyle/>
              <a:p>
                <a:r>
                  <a:rPr lang="en-US">
                    <a:noFill/>
                  </a:rPr>
                  <a:t> </a:t>
                </a:r>
              </a:p>
            </p:txBody>
          </p:sp>
        </mc:Fallback>
      </mc:AlternateContent>
      <p:sp>
        <p:nvSpPr>
          <p:cNvPr id="3" name="Title 2"/>
          <p:cNvSpPr>
            <a:spLocks noGrp="1"/>
          </p:cNvSpPr>
          <p:nvPr>
            <p:ph type="title"/>
          </p:nvPr>
        </p:nvSpPr>
        <p:spPr/>
        <p:txBody>
          <a:bodyPr/>
          <a:lstStyle/>
          <a:p>
            <a:pPr algn="l"/>
            <a:r>
              <a:rPr lang="en-IN" b="1" dirty="0">
                <a:solidFill>
                  <a:srgbClr val="00B050"/>
                </a:solidFill>
              </a:rPr>
              <a:t>5) Inverse Ratio…</a:t>
            </a:r>
            <a:r>
              <a:rPr lang="en-IN" dirty="0"/>
              <a:t> </a:t>
            </a:r>
          </a:p>
        </p:txBody>
      </p:sp>
    </p:spTree>
    <p:extLst>
      <p:ext uri="{BB962C8B-B14F-4D97-AF65-F5344CB8AC3E}">
        <p14:creationId xmlns:p14="http://schemas.microsoft.com/office/powerpoint/2010/main" val="181308140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nodeType="withEffect">
                                  <p:stCondLst>
                                    <p:cond delay="0"/>
                                  </p:stCondLst>
                                  <p:childTnLst>
                                    <p:set>
                                      <p:cBhvr>
                                        <p:cTn id="6" dur="1" fill="hold">
                                          <p:stCondLst>
                                            <p:cond delay="0"/>
                                          </p:stCondLst>
                                        </p:cTn>
                                        <p:tgtEl>
                                          <p:spTgt spid="2">
                                            <p:txEl>
                                              <p:pRg st="0" end="0"/>
                                            </p:txEl>
                                          </p:spTgt>
                                        </p:tgtEl>
                                        <p:attrNameLst>
                                          <p:attrName>style.visibility</p:attrName>
                                        </p:attrNameLst>
                                      </p:cBhvr>
                                      <p:to>
                                        <p:strVal val="visible"/>
                                      </p:to>
                                    </p:set>
                                    <p:animEffect transition="in" filter="fade">
                                      <p:cBhvr>
                                        <p:cTn id="7" dur="500"/>
                                        <p:tgtEl>
                                          <p:spTgt spid="2">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2">
                                            <p:txEl>
                                              <p:pRg st="2" end="2"/>
                                            </p:txEl>
                                          </p:spTgt>
                                        </p:tgtEl>
                                        <p:attrNameLst>
                                          <p:attrName>style.visibility</p:attrName>
                                        </p:attrNameLst>
                                      </p:cBhvr>
                                      <p:to>
                                        <p:strVal val="visible"/>
                                      </p:to>
                                    </p:set>
                                    <p:animEffect transition="in" filter="fade">
                                      <p:cBhvr>
                                        <p:cTn id="12" dur="500"/>
                                        <p:tgtEl>
                                          <p:spTgt spid="2">
                                            <p:txEl>
                                              <p:pRg st="2" end="2"/>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nodeType="clickEffect">
                                  <p:stCondLst>
                                    <p:cond delay="0"/>
                                  </p:stCondLst>
                                  <p:childTnLst>
                                    <p:set>
                                      <p:cBhvr>
                                        <p:cTn id="16" dur="1" fill="hold">
                                          <p:stCondLst>
                                            <p:cond delay="0"/>
                                          </p:stCondLst>
                                        </p:cTn>
                                        <p:tgtEl>
                                          <p:spTgt spid="2">
                                            <p:txEl>
                                              <p:pRg st="4" end="4"/>
                                            </p:txEl>
                                          </p:spTgt>
                                        </p:tgtEl>
                                        <p:attrNameLst>
                                          <p:attrName>style.visibility</p:attrName>
                                        </p:attrNameLst>
                                      </p:cBhvr>
                                      <p:to>
                                        <p:strVal val="visible"/>
                                      </p:to>
                                    </p:set>
                                    <p:animEffect transition="in" filter="fade">
                                      <p:cBhvr>
                                        <p:cTn id="17" dur="500"/>
                                        <p:tgtEl>
                                          <p:spTgt spid="2">
                                            <p:txEl>
                                              <p:pRg st="4" end="4"/>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p:cNvSpPr>
            <a:spLocks noGrp="1"/>
          </p:cNvSpPr>
          <p:nvPr>
            <p:ph idx="1"/>
          </p:nvPr>
        </p:nvSpPr>
        <p:spPr>
          <a:xfrm>
            <a:off x="395537" y="2248347"/>
            <a:ext cx="8496944" cy="4349005"/>
          </a:xfrm>
        </p:spPr>
        <p:txBody>
          <a:bodyPr>
            <a:noAutofit/>
          </a:bodyPr>
          <a:lstStyle/>
          <a:p>
            <a:pPr marL="0" indent="0">
              <a:buNone/>
            </a:pPr>
            <a:r>
              <a:rPr lang="en-IN" sz="3000" b="1" i="1" dirty="0">
                <a:solidFill>
                  <a:srgbClr val="FF0000"/>
                </a:solidFill>
              </a:rPr>
              <a:t>(Product of all 1</a:t>
            </a:r>
            <a:r>
              <a:rPr lang="en-IN" sz="3000" b="1" i="1" baseline="30000" dirty="0">
                <a:solidFill>
                  <a:srgbClr val="FF0000"/>
                </a:solidFill>
              </a:rPr>
              <a:t>st</a:t>
            </a:r>
            <a:r>
              <a:rPr lang="en-IN" sz="3000" b="1" i="1" dirty="0">
                <a:solidFill>
                  <a:srgbClr val="FF0000"/>
                </a:solidFill>
              </a:rPr>
              <a:t> term) : (Product of all 2</a:t>
            </a:r>
            <a:r>
              <a:rPr lang="en-IN" sz="3000" b="1" i="1" baseline="30000" dirty="0">
                <a:solidFill>
                  <a:srgbClr val="FF0000"/>
                </a:solidFill>
              </a:rPr>
              <a:t>nd</a:t>
            </a:r>
            <a:r>
              <a:rPr lang="en-IN" sz="3000" b="1" i="1" dirty="0">
                <a:solidFill>
                  <a:srgbClr val="FF0000"/>
                </a:solidFill>
              </a:rPr>
              <a:t> term)</a:t>
            </a:r>
          </a:p>
          <a:p>
            <a:pPr marL="0" indent="0">
              <a:buNone/>
            </a:pPr>
            <a:r>
              <a:rPr lang="en-IN" sz="3200" b="1" dirty="0">
                <a:solidFill>
                  <a:srgbClr val="00B050"/>
                </a:solidFill>
              </a:rPr>
              <a:t>	</a:t>
            </a:r>
          </a:p>
          <a:p>
            <a:pPr marL="0" indent="0">
              <a:buNone/>
            </a:pPr>
            <a:r>
              <a:rPr lang="en-IN" sz="3200" b="1" dirty="0" err="1">
                <a:solidFill>
                  <a:schemeClr val="tx1"/>
                </a:solidFill>
              </a:rPr>
              <a:t>Eg</a:t>
            </a:r>
            <a:r>
              <a:rPr lang="en-IN" sz="3200" b="1" dirty="0">
                <a:solidFill>
                  <a:schemeClr val="tx1"/>
                </a:solidFill>
              </a:rPr>
              <a:t>) Find the compound ratio of (a : b) (c : d) (e : f)</a:t>
            </a:r>
          </a:p>
          <a:p>
            <a:pPr marL="0" indent="0">
              <a:buNone/>
            </a:pPr>
            <a:r>
              <a:rPr lang="en-IN" sz="3200" b="1" dirty="0">
                <a:solidFill>
                  <a:schemeClr val="tx1"/>
                </a:solidFill>
              </a:rPr>
              <a:t>          </a:t>
            </a:r>
            <a:r>
              <a:rPr lang="en-IN" sz="3200" b="1" dirty="0">
                <a:solidFill>
                  <a:srgbClr val="00B050"/>
                </a:solidFill>
              </a:rPr>
              <a:t>= (ace : bdf)</a:t>
            </a:r>
          </a:p>
        </p:txBody>
      </p:sp>
      <p:sp>
        <p:nvSpPr>
          <p:cNvPr id="3" name="Title 2"/>
          <p:cNvSpPr>
            <a:spLocks noGrp="1"/>
          </p:cNvSpPr>
          <p:nvPr>
            <p:ph type="title"/>
          </p:nvPr>
        </p:nvSpPr>
        <p:spPr/>
        <p:txBody>
          <a:bodyPr/>
          <a:lstStyle/>
          <a:p>
            <a:pPr algn="l"/>
            <a:r>
              <a:rPr lang="en-IN" b="1" dirty="0">
                <a:solidFill>
                  <a:srgbClr val="00B050"/>
                </a:solidFill>
              </a:rPr>
              <a:t>6) Compound Ratio</a:t>
            </a:r>
            <a:r>
              <a:rPr lang="en-IN" dirty="0"/>
              <a:t> </a:t>
            </a:r>
          </a:p>
        </p:txBody>
      </p:sp>
    </p:spTree>
    <p:extLst>
      <p:ext uri="{BB962C8B-B14F-4D97-AF65-F5344CB8AC3E}">
        <p14:creationId xmlns:p14="http://schemas.microsoft.com/office/powerpoint/2010/main" val="55142074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2">
                                            <p:txEl>
                                              <p:pRg st="0" end="0"/>
                                            </p:txEl>
                                          </p:spTgt>
                                        </p:tgtEl>
                                        <p:attrNameLst>
                                          <p:attrName>style.visibility</p:attrName>
                                        </p:attrNameLst>
                                      </p:cBhvr>
                                      <p:to>
                                        <p:strVal val="visible"/>
                                      </p:to>
                                    </p:set>
                                    <p:animEffect transition="in" filter="fade">
                                      <p:cBhvr>
                                        <p:cTn id="7" dur="500"/>
                                        <p:tgtEl>
                                          <p:spTgt spid="2">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2">
                                            <p:txEl>
                                              <p:pRg st="2" end="2"/>
                                            </p:txEl>
                                          </p:spTgt>
                                        </p:tgtEl>
                                        <p:attrNameLst>
                                          <p:attrName>style.visibility</p:attrName>
                                        </p:attrNameLst>
                                      </p:cBhvr>
                                      <p:to>
                                        <p:strVal val="visible"/>
                                      </p:to>
                                    </p:set>
                                    <p:animEffect transition="in" filter="fade">
                                      <p:cBhvr>
                                        <p:cTn id="12" dur="500"/>
                                        <p:tgtEl>
                                          <p:spTgt spid="2">
                                            <p:txEl>
                                              <p:pRg st="2" end="2"/>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nodeType="clickEffect">
                                  <p:stCondLst>
                                    <p:cond delay="0"/>
                                  </p:stCondLst>
                                  <p:childTnLst>
                                    <p:set>
                                      <p:cBhvr>
                                        <p:cTn id="16" dur="1" fill="hold">
                                          <p:stCondLst>
                                            <p:cond delay="0"/>
                                          </p:stCondLst>
                                        </p:cTn>
                                        <p:tgtEl>
                                          <p:spTgt spid="2">
                                            <p:txEl>
                                              <p:pRg st="3" end="3"/>
                                            </p:txEl>
                                          </p:spTgt>
                                        </p:tgtEl>
                                        <p:attrNameLst>
                                          <p:attrName>style.visibility</p:attrName>
                                        </p:attrNameLst>
                                      </p:cBhvr>
                                      <p:to>
                                        <p:strVal val="visible"/>
                                      </p:to>
                                    </p:set>
                                    <p:animEffect transition="in" filter="fade">
                                      <p:cBhvr>
                                        <p:cTn id="17" dur="500"/>
                                        <p:tgtEl>
                                          <p:spTgt spid="2">
                                            <p:txEl>
                                              <p:pRg st="3" end="3"/>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3" name="Content Placeholder 2"/>
              <p:cNvSpPr>
                <a:spLocks noGrp="1"/>
              </p:cNvSpPr>
              <p:nvPr>
                <p:ph idx="1"/>
              </p:nvPr>
            </p:nvSpPr>
            <p:spPr/>
            <p:txBody>
              <a:bodyPr>
                <a:normAutofit lnSpcReduction="10000"/>
              </a:bodyPr>
              <a:lstStyle/>
              <a:p>
                <a:r>
                  <a:rPr lang="en-IN" sz="3200" dirty="0"/>
                  <a:t> 	</a:t>
                </a:r>
                <a:r>
                  <a:rPr lang="en-IN" sz="3200" b="1" dirty="0">
                    <a:solidFill>
                      <a:srgbClr val="00B050"/>
                    </a:solidFill>
                  </a:rPr>
                  <a:t>Equalities of Ratio.</a:t>
                </a:r>
              </a:p>
              <a:p>
                <a:endParaRPr lang="en-IN" sz="3200" b="1" dirty="0">
                  <a:solidFill>
                    <a:srgbClr val="00B050"/>
                  </a:solidFill>
                </a:endParaRPr>
              </a:p>
              <a:p>
                <a:r>
                  <a:rPr lang="en-IN" sz="3200" dirty="0"/>
                  <a:t>	If (a : b) = (c : d), we can also write   	this as</a:t>
                </a:r>
              </a:p>
              <a:p>
                <a:pPr marL="0" indent="0">
                  <a:buNone/>
                </a:pPr>
                <a:r>
                  <a:rPr lang="en-IN" sz="3200" dirty="0"/>
                  <a:t>           </a:t>
                </a:r>
                <a:r>
                  <a:rPr lang="en-IN" sz="3200" b="1" dirty="0"/>
                  <a:t>  </a:t>
                </a:r>
                <a14:m>
                  <m:oMath xmlns:m="http://schemas.openxmlformats.org/officeDocument/2006/math">
                    <m:d>
                      <m:dPr>
                        <m:ctrlPr>
                          <a:rPr lang="en-IN" sz="3200" b="1" i="1" dirty="0" smtClean="0">
                            <a:solidFill>
                              <a:srgbClr val="FF0000"/>
                            </a:solidFill>
                            <a:latin typeface="Cambria Math" panose="02040503050406030204" pitchFamily="18" charset="0"/>
                          </a:rPr>
                        </m:ctrlPr>
                      </m:dPr>
                      <m:e>
                        <m:r>
                          <a:rPr lang="en-IN" sz="3200" b="1" i="1" dirty="0" smtClean="0">
                            <a:solidFill>
                              <a:srgbClr val="FF0000"/>
                            </a:solidFill>
                            <a:latin typeface="Cambria Math"/>
                          </a:rPr>
                          <m:t>𝒂</m:t>
                        </m:r>
                        <m:r>
                          <a:rPr lang="en-IN" sz="3200" b="1" i="1" dirty="0" smtClean="0">
                            <a:solidFill>
                              <a:srgbClr val="FF0000"/>
                            </a:solidFill>
                            <a:latin typeface="Cambria Math"/>
                          </a:rPr>
                          <m:t> :</m:t>
                        </m:r>
                        <m:r>
                          <a:rPr lang="en-IN" sz="3200" b="1" i="1" dirty="0" smtClean="0">
                            <a:solidFill>
                              <a:srgbClr val="FF0000"/>
                            </a:solidFill>
                            <a:latin typeface="Cambria Math"/>
                          </a:rPr>
                          <m:t>𝒃</m:t>
                        </m:r>
                      </m:e>
                    </m:d>
                    <m:r>
                      <a:rPr lang="en-IN" sz="3200" b="1" i="1" dirty="0" smtClean="0">
                        <a:solidFill>
                          <a:srgbClr val="FF0000"/>
                        </a:solidFill>
                        <a:latin typeface="Cambria Math"/>
                      </a:rPr>
                      <m:t> : : </m:t>
                    </m:r>
                    <m:d>
                      <m:dPr>
                        <m:ctrlPr>
                          <a:rPr lang="en-IN" sz="3200" b="1" i="1" dirty="0" smtClean="0">
                            <a:solidFill>
                              <a:srgbClr val="FF0000"/>
                            </a:solidFill>
                            <a:latin typeface="Cambria Math" panose="02040503050406030204" pitchFamily="18" charset="0"/>
                          </a:rPr>
                        </m:ctrlPr>
                      </m:dPr>
                      <m:e>
                        <m:r>
                          <a:rPr lang="en-IN" sz="3200" b="1" i="1" dirty="0" smtClean="0">
                            <a:solidFill>
                              <a:srgbClr val="FF0000"/>
                            </a:solidFill>
                            <a:latin typeface="Cambria Math"/>
                          </a:rPr>
                          <m:t>𝒄</m:t>
                        </m:r>
                        <m:r>
                          <a:rPr lang="en-IN" sz="3200" b="1" i="1" dirty="0" smtClean="0">
                            <a:solidFill>
                              <a:srgbClr val="FF0000"/>
                            </a:solidFill>
                            <a:latin typeface="Cambria Math"/>
                          </a:rPr>
                          <m:t> : </m:t>
                        </m:r>
                        <m:r>
                          <a:rPr lang="en-IN" sz="3200" b="1" i="1" dirty="0">
                            <a:solidFill>
                              <a:srgbClr val="FF0000"/>
                            </a:solidFill>
                            <a:latin typeface="Cambria Math"/>
                          </a:rPr>
                          <m:t>𝒅</m:t>
                        </m:r>
                      </m:e>
                    </m:d>
                  </m:oMath>
                </a14:m>
                <a:endParaRPr lang="en-IN" sz="3200" b="1" dirty="0">
                  <a:solidFill>
                    <a:srgbClr val="FF0000"/>
                  </a:solidFill>
                </a:endParaRPr>
              </a:p>
              <a:p>
                <a:pPr marL="0" indent="0">
                  <a:buNone/>
                </a:pPr>
                <a:endParaRPr lang="en-IN" sz="3200" dirty="0">
                  <a:solidFill>
                    <a:srgbClr val="FF0000"/>
                  </a:solidFill>
                </a:endParaRPr>
              </a:p>
              <a:p>
                <a:r>
                  <a:rPr lang="en-IN" sz="3200" dirty="0"/>
                  <a:t>	Then  </a:t>
                </a:r>
                <a:r>
                  <a:rPr lang="en-IN" sz="3200" b="1" dirty="0">
                    <a:solidFill>
                      <a:srgbClr val="00B050"/>
                    </a:solidFill>
                  </a:rPr>
                  <a:t>a, b, c and d </a:t>
                </a:r>
                <a:r>
                  <a:rPr lang="en-IN" sz="3200" dirty="0"/>
                  <a:t>are in </a:t>
                </a:r>
                <a:r>
                  <a:rPr lang="en-IN" sz="3200" b="1" dirty="0">
                    <a:solidFill>
                      <a:srgbClr val="00B050"/>
                    </a:solidFill>
                  </a:rPr>
                  <a:t>proportion.</a:t>
                </a:r>
              </a:p>
            </p:txBody>
          </p:sp>
        </mc:Choice>
        <mc:Fallback xmlns="">
          <p:sp>
            <p:nvSpPr>
              <p:cNvPr id="3" name="Content Placeholder 2"/>
              <p:cNvSpPr>
                <a:spLocks noGrp="1" noRot="1" noChangeAspect="1" noMove="1" noResize="1" noEditPoints="1" noAdjustHandles="1" noChangeArrowheads="1" noChangeShapeType="1" noTextEdit="1"/>
              </p:cNvSpPr>
              <p:nvPr>
                <p:ph idx="1"/>
              </p:nvPr>
            </p:nvSpPr>
            <p:spPr>
              <a:blipFill rotWithShape="1">
                <a:blip r:embed="rId2"/>
                <a:stretch>
                  <a:fillRect l="-1811" t="-3302" r="-1969"/>
                </a:stretch>
              </a:blipFill>
            </p:spPr>
            <p:txBody>
              <a:bodyPr/>
              <a:lstStyle/>
              <a:p>
                <a:r>
                  <a:rPr lang="en-IN">
                    <a:noFill/>
                  </a:rPr>
                  <a:t> </a:t>
                </a:r>
              </a:p>
            </p:txBody>
          </p:sp>
        </mc:Fallback>
      </mc:AlternateContent>
      <p:sp>
        <p:nvSpPr>
          <p:cNvPr id="2" name="Title 1"/>
          <p:cNvSpPr>
            <a:spLocks noGrp="1"/>
          </p:cNvSpPr>
          <p:nvPr>
            <p:ph type="title"/>
          </p:nvPr>
        </p:nvSpPr>
        <p:spPr/>
        <p:txBody>
          <a:bodyPr>
            <a:normAutofit/>
          </a:bodyPr>
          <a:lstStyle/>
          <a:p>
            <a:pPr algn="l"/>
            <a:r>
              <a:rPr lang="en-IN" b="1" dirty="0"/>
              <a:t>Proportion</a:t>
            </a:r>
          </a:p>
        </p:txBody>
      </p:sp>
    </p:spTree>
    <p:extLst>
      <p:ext uri="{BB962C8B-B14F-4D97-AF65-F5344CB8AC3E}">
        <p14:creationId xmlns:p14="http://schemas.microsoft.com/office/powerpoint/2010/main" val="387036840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fade">
                                      <p:cBhvr>
                                        <p:cTn id="7" dur="500"/>
                                        <p:tgtEl>
                                          <p:spTgt spid="3">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3">
                                            <p:txEl>
                                              <p:pRg st="2" end="2"/>
                                            </p:txEl>
                                          </p:spTgt>
                                        </p:tgtEl>
                                        <p:attrNameLst>
                                          <p:attrName>style.visibility</p:attrName>
                                        </p:attrNameLst>
                                      </p:cBhvr>
                                      <p:to>
                                        <p:strVal val="visible"/>
                                      </p:to>
                                    </p:set>
                                    <p:animEffect transition="in" filter="fade">
                                      <p:cBhvr>
                                        <p:cTn id="12" dur="500"/>
                                        <p:tgtEl>
                                          <p:spTgt spid="3">
                                            <p:txEl>
                                              <p:pRg st="2" end="2"/>
                                            </p:txEl>
                                          </p:spTgt>
                                        </p:tgtEl>
                                      </p:cBhvr>
                                    </p:animEffect>
                                  </p:childTnLst>
                                </p:cTn>
                              </p:par>
                              <p:par>
                                <p:cTn id="13" presetID="10" presetClass="entr" presetSubtype="0" fill="hold" nodeType="withEffect">
                                  <p:stCondLst>
                                    <p:cond delay="0"/>
                                  </p:stCondLst>
                                  <p:childTnLst>
                                    <p:set>
                                      <p:cBhvr>
                                        <p:cTn id="14" dur="1" fill="hold">
                                          <p:stCondLst>
                                            <p:cond delay="0"/>
                                          </p:stCondLst>
                                        </p:cTn>
                                        <p:tgtEl>
                                          <p:spTgt spid="3">
                                            <p:txEl>
                                              <p:pRg st="3" end="3"/>
                                            </p:txEl>
                                          </p:spTgt>
                                        </p:tgtEl>
                                        <p:attrNameLst>
                                          <p:attrName>style.visibility</p:attrName>
                                        </p:attrNameLst>
                                      </p:cBhvr>
                                      <p:to>
                                        <p:strVal val="visible"/>
                                      </p:to>
                                    </p:set>
                                    <p:animEffect transition="in" filter="fade">
                                      <p:cBhvr>
                                        <p:cTn id="15" dur="500"/>
                                        <p:tgtEl>
                                          <p:spTgt spid="3">
                                            <p:txEl>
                                              <p:pRg st="3" end="3"/>
                                            </p:txEl>
                                          </p:spTgt>
                                        </p:tgtEl>
                                      </p:cBhvr>
                                    </p:animEffect>
                                  </p:childTnLst>
                                </p:cTn>
                              </p:par>
                            </p:childTnLst>
                          </p:cTn>
                        </p:par>
                      </p:childTnLst>
                    </p:cTn>
                  </p:par>
                  <p:par>
                    <p:cTn id="16" fill="hold">
                      <p:stCondLst>
                        <p:cond delay="indefinite"/>
                      </p:stCondLst>
                      <p:childTnLst>
                        <p:par>
                          <p:cTn id="17" fill="hold">
                            <p:stCondLst>
                              <p:cond delay="0"/>
                            </p:stCondLst>
                            <p:childTnLst>
                              <p:par>
                                <p:cTn id="18" presetID="10" presetClass="entr" presetSubtype="0" fill="hold" nodeType="clickEffect">
                                  <p:stCondLst>
                                    <p:cond delay="0"/>
                                  </p:stCondLst>
                                  <p:childTnLst>
                                    <p:set>
                                      <p:cBhvr>
                                        <p:cTn id="19" dur="1" fill="hold">
                                          <p:stCondLst>
                                            <p:cond delay="0"/>
                                          </p:stCondLst>
                                        </p:cTn>
                                        <p:tgtEl>
                                          <p:spTgt spid="3">
                                            <p:txEl>
                                              <p:pRg st="5" end="5"/>
                                            </p:txEl>
                                          </p:spTgt>
                                        </p:tgtEl>
                                        <p:attrNameLst>
                                          <p:attrName>style.visibility</p:attrName>
                                        </p:attrNameLst>
                                      </p:cBhvr>
                                      <p:to>
                                        <p:strVal val="visible"/>
                                      </p:to>
                                    </p:set>
                                    <p:animEffect transition="in" filter="fade">
                                      <p:cBhvr>
                                        <p:cTn id="20" dur="500"/>
                                        <p:tgtEl>
                                          <p:spTgt spid="3">
                                            <p:txEl>
                                              <p:pRg st="5" end="5"/>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2" name="Content Placeholder 1"/>
              <p:cNvSpPr>
                <a:spLocks noGrp="1"/>
              </p:cNvSpPr>
              <p:nvPr>
                <p:ph idx="1"/>
              </p:nvPr>
            </p:nvSpPr>
            <p:spPr>
              <a:xfrm>
                <a:off x="323529" y="2132856"/>
                <a:ext cx="8568952" cy="4320479"/>
              </a:xfrm>
            </p:spPr>
            <p:txBody>
              <a:bodyPr>
                <a:normAutofit fontScale="92500" lnSpcReduction="10000"/>
              </a:bodyPr>
              <a:lstStyle/>
              <a:p>
                <a:pPr marL="0" indent="0">
                  <a:buNone/>
                </a:pPr>
                <a:endParaRPr lang="en-IN" sz="3000" dirty="0"/>
              </a:p>
              <a:p>
                <a:r>
                  <a:rPr lang="en-IN" sz="3000" dirty="0"/>
                  <a:t>If </a:t>
                </a:r>
                <a14:m>
                  <m:oMath xmlns:m="http://schemas.openxmlformats.org/officeDocument/2006/math">
                    <m:d>
                      <m:dPr>
                        <m:ctrlPr>
                          <a:rPr lang="en-IN" sz="3000" b="1" i="1" dirty="0">
                            <a:solidFill>
                              <a:srgbClr val="FF0000"/>
                            </a:solidFill>
                            <a:latin typeface="Cambria Math" panose="02040503050406030204" pitchFamily="18" charset="0"/>
                          </a:rPr>
                        </m:ctrlPr>
                      </m:dPr>
                      <m:e>
                        <m:r>
                          <a:rPr lang="en-IN" sz="3000" b="1" i="1" dirty="0">
                            <a:solidFill>
                              <a:srgbClr val="FF0000"/>
                            </a:solidFill>
                            <a:latin typeface="Cambria Math"/>
                          </a:rPr>
                          <m:t>𝒂</m:t>
                        </m:r>
                        <m:r>
                          <a:rPr lang="en-IN" sz="3000" b="1" i="1" dirty="0">
                            <a:solidFill>
                              <a:srgbClr val="FF0000"/>
                            </a:solidFill>
                            <a:latin typeface="Cambria Math"/>
                          </a:rPr>
                          <m:t> :</m:t>
                        </m:r>
                        <m:r>
                          <a:rPr lang="en-IN" sz="3000" b="1" i="1" dirty="0">
                            <a:solidFill>
                              <a:srgbClr val="FF0000"/>
                            </a:solidFill>
                            <a:latin typeface="Cambria Math"/>
                          </a:rPr>
                          <m:t>𝒃</m:t>
                        </m:r>
                      </m:e>
                    </m:d>
                    <m:r>
                      <a:rPr lang="en-IN" sz="3000" b="1" i="1" dirty="0" smtClean="0">
                        <a:solidFill>
                          <a:srgbClr val="FF0000"/>
                        </a:solidFill>
                        <a:latin typeface="Cambria Math"/>
                      </a:rPr>
                      <m:t>=</m:t>
                    </m:r>
                    <m:r>
                      <a:rPr lang="en-IN" sz="3000" b="1" i="1" dirty="0">
                        <a:solidFill>
                          <a:srgbClr val="FF0000"/>
                        </a:solidFill>
                        <a:latin typeface="Cambria Math"/>
                      </a:rPr>
                      <m:t> </m:t>
                    </m:r>
                    <m:d>
                      <m:dPr>
                        <m:ctrlPr>
                          <a:rPr lang="en-IN" sz="3000" b="1" i="1" dirty="0">
                            <a:solidFill>
                              <a:srgbClr val="FF0000"/>
                            </a:solidFill>
                            <a:latin typeface="Cambria Math" panose="02040503050406030204" pitchFamily="18" charset="0"/>
                          </a:rPr>
                        </m:ctrlPr>
                      </m:dPr>
                      <m:e>
                        <m:r>
                          <a:rPr lang="en-IN" sz="3000" b="1" i="1" dirty="0">
                            <a:solidFill>
                              <a:srgbClr val="FF0000"/>
                            </a:solidFill>
                            <a:latin typeface="Cambria Math"/>
                          </a:rPr>
                          <m:t>𝒄</m:t>
                        </m:r>
                        <m:r>
                          <a:rPr lang="en-IN" sz="3000" b="1" i="1" dirty="0">
                            <a:solidFill>
                              <a:srgbClr val="FF0000"/>
                            </a:solidFill>
                            <a:latin typeface="Cambria Math"/>
                          </a:rPr>
                          <m:t> : </m:t>
                        </m:r>
                        <m:r>
                          <a:rPr lang="en-IN" sz="3000" b="1" i="1" dirty="0">
                            <a:solidFill>
                              <a:srgbClr val="FF0000"/>
                            </a:solidFill>
                            <a:latin typeface="Cambria Math"/>
                          </a:rPr>
                          <m:t>𝒅</m:t>
                        </m:r>
                      </m:e>
                    </m:d>
                  </m:oMath>
                </a14:m>
                <a:r>
                  <a:rPr lang="en-IN" sz="3000" dirty="0"/>
                  <a:t> , then</a:t>
                </a:r>
              </a:p>
              <a:p>
                <a:pPr marL="0" indent="0">
                  <a:buNone/>
                </a:pPr>
                <a:r>
                  <a:rPr lang="en-IN" sz="3000" b="1" i="1" dirty="0">
                    <a:solidFill>
                      <a:srgbClr val="FF0000"/>
                    </a:solidFill>
                  </a:rPr>
                  <a:t>      </a:t>
                </a:r>
              </a:p>
              <a:p>
                <a:pPr marL="0" indent="0">
                  <a:buNone/>
                </a:pPr>
                <a:endParaRPr lang="en-IN" sz="3000" b="1" i="1" dirty="0">
                  <a:solidFill>
                    <a:srgbClr val="FF0000"/>
                  </a:solidFill>
                </a:endParaRPr>
              </a:p>
              <a:p>
                <a:pPr marL="0" indent="0">
                  <a:buNone/>
                </a:pPr>
                <a:r>
                  <a:rPr lang="en-IN" sz="3000" b="1" i="1" dirty="0">
                    <a:solidFill>
                      <a:srgbClr val="FF0000"/>
                    </a:solidFill>
                  </a:rPr>
                  <a:t>(Product of Means = Product of Extremes) </a:t>
                </a:r>
              </a:p>
              <a:p>
                <a:pPr marL="0" indent="0">
                  <a:buNone/>
                </a:pPr>
                <a:endParaRPr lang="en-IN" sz="3000" dirty="0">
                  <a:solidFill>
                    <a:schemeClr val="tx1"/>
                  </a:solidFill>
                </a:endParaRPr>
              </a:p>
              <a:p>
                <a:pPr marL="0" indent="0">
                  <a:buNone/>
                </a:pPr>
                <a:r>
                  <a:rPr lang="en-IN" sz="3000" dirty="0" err="1">
                    <a:solidFill>
                      <a:schemeClr val="tx1"/>
                    </a:solidFill>
                  </a:rPr>
                  <a:t>Eg</a:t>
                </a:r>
                <a:r>
                  <a:rPr lang="en-IN" sz="3000" dirty="0">
                    <a:solidFill>
                      <a:schemeClr val="tx1"/>
                    </a:solidFill>
                  </a:rPr>
                  <a:t>) If </a:t>
                </a:r>
                <a14:m>
                  <m:oMath xmlns:m="http://schemas.openxmlformats.org/officeDocument/2006/math">
                    <m:r>
                      <a:rPr lang="en-IN" sz="3000" i="1" dirty="0" smtClean="0">
                        <a:solidFill>
                          <a:schemeClr val="tx1"/>
                        </a:solidFill>
                        <a:latin typeface="Cambria Math"/>
                      </a:rPr>
                      <m:t>10 : 20</m:t>
                    </m:r>
                    <m:r>
                      <a:rPr lang="en-IN" sz="3000" b="0" i="1" dirty="0" smtClean="0">
                        <a:solidFill>
                          <a:schemeClr val="tx1"/>
                        </a:solidFill>
                        <a:latin typeface="Cambria Math"/>
                      </a:rPr>
                      <m:t>=</m:t>
                    </m:r>
                    <m:r>
                      <a:rPr lang="en-IN" sz="3000" i="1" dirty="0" smtClean="0">
                        <a:solidFill>
                          <a:schemeClr val="tx1"/>
                        </a:solidFill>
                        <a:latin typeface="Cambria Math"/>
                      </a:rPr>
                      <m:t> 40 : 80</m:t>
                    </m:r>
                  </m:oMath>
                </a14:m>
                <a:r>
                  <a:rPr lang="en-IN" sz="3000" dirty="0">
                    <a:solidFill>
                      <a:schemeClr val="tx1"/>
                    </a:solidFill>
                  </a:rPr>
                  <a:t>, then</a:t>
                </a:r>
                <a:endParaRPr lang="en-IN" sz="3000" b="1" dirty="0">
                  <a:solidFill>
                    <a:srgbClr val="00B050"/>
                  </a:solidFill>
                </a:endParaRPr>
              </a:p>
              <a:p>
                <a:pPr marL="0" indent="0">
                  <a:buNone/>
                </a:pPr>
                <a:r>
                  <a:rPr lang="en-IN" sz="3000" b="1" dirty="0">
                    <a:solidFill>
                      <a:srgbClr val="00B050"/>
                    </a:solidFill>
                  </a:rPr>
                  <a:t>	20 </a:t>
                </a:r>
                <a14:m>
                  <m:oMath xmlns:m="http://schemas.openxmlformats.org/officeDocument/2006/math">
                    <m:r>
                      <a:rPr lang="en-IN" sz="3000" b="1" i="1" smtClean="0">
                        <a:solidFill>
                          <a:srgbClr val="00B050"/>
                        </a:solidFill>
                        <a:latin typeface="Cambria Math"/>
                        <a:ea typeface="Cambria Math"/>
                      </a:rPr>
                      <m:t>×</m:t>
                    </m:r>
                  </m:oMath>
                </a14:m>
                <a:r>
                  <a:rPr lang="en-IN" sz="3000" b="1" dirty="0">
                    <a:solidFill>
                      <a:srgbClr val="00B050"/>
                    </a:solidFill>
                  </a:rPr>
                  <a:t> 40 = 10 </a:t>
                </a:r>
                <a14:m>
                  <m:oMath xmlns:m="http://schemas.openxmlformats.org/officeDocument/2006/math">
                    <m:r>
                      <a:rPr lang="en-IN" sz="3000" b="1" i="1" smtClean="0">
                        <a:solidFill>
                          <a:srgbClr val="00B050"/>
                        </a:solidFill>
                        <a:latin typeface="Cambria Math"/>
                        <a:ea typeface="Cambria Math"/>
                      </a:rPr>
                      <m:t>×</m:t>
                    </m:r>
                  </m:oMath>
                </a14:m>
                <a:r>
                  <a:rPr lang="en-IN" sz="3000" b="1" dirty="0">
                    <a:solidFill>
                      <a:srgbClr val="00B050"/>
                    </a:solidFill>
                  </a:rPr>
                  <a:t> 80</a:t>
                </a:r>
              </a:p>
              <a:p>
                <a:pPr marL="0" indent="0">
                  <a:buNone/>
                </a:pPr>
                <a:r>
                  <a:rPr lang="en-IN" sz="3000" b="1" dirty="0">
                    <a:solidFill>
                      <a:srgbClr val="00B050"/>
                    </a:solidFill>
                  </a:rPr>
                  <a:t>	     800   =   800</a:t>
                </a:r>
              </a:p>
              <a:p>
                <a:pPr marL="0" indent="0">
                  <a:buNone/>
                </a:pPr>
                <a:endParaRPr lang="en-IN" dirty="0"/>
              </a:p>
            </p:txBody>
          </p:sp>
        </mc:Choice>
        <mc:Fallback xmlns="">
          <p:sp>
            <p:nvSpPr>
              <p:cNvPr id="2" name="Content Placeholder 1"/>
              <p:cNvSpPr>
                <a:spLocks noGrp="1" noRot="1" noChangeAspect="1" noMove="1" noResize="1" noEditPoints="1" noAdjustHandles="1" noChangeArrowheads="1" noChangeShapeType="1" noTextEdit="1"/>
              </p:cNvSpPr>
              <p:nvPr>
                <p:ph idx="1"/>
              </p:nvPr>
            </p:nvSpPr>
            <p:spPr>
              <a:xfrm>
                <a:off x="323529" y="2132856"/>
                <a:ext cx="8568952" cy="4320479"/>
              </a:xfrm>
              <a:blipFill rotWithShape="1">
                <a:blip r:embed="rId2"/>
                <a:stretch>
                  <a:fillRect l="-1422" b="-1693"/>
                </a:stretch>
              </a:blipFill>
            </p:spPr>
            <p:txBody>
              <a:bodyPr/>
              <a:lstStyle/>
              <a:p>
                <a:r>
                  <a:rPr lang="en-US">
                    <a:noFill/>
                  </a:rPr>
                  <a:t> </a:t>
                </a:r>
              </a:p>
            </p:txBody>
          </p:sp>
        </mc:Fallback>
      </mc:AlternateContent>
      <p:sp>
        <p:nvSpPr>
          <p:cNvPr id="3" name="Title 2"/>
          <p:cNvSpPr>
            <a:spLocks noGrp="1"/>
          </p:cNvSpPr>
          <p:nvPr>
            <p:ph type="title"/>
          </p:nvPr>
        </p:nvSpPr>
        <p:spPr/>
        <p:txBody>
          <a:bodyPr/>
          <a:lstStyle/>
          <a:p>
            <a:pPr algn="l"/>
            <a:r>
              <a:rPr lang="en-IN" b="1" dirty="0"/>
              <a:t>Proportion</a:t>
            </a:r>
          </a:p>
        </p:txBody>
      </p:sp>
      <p:sp>
        <p:nvSpPr>
          <p:cNvPr id="4" name="Curved Up Arrow 3"/>
          <p:cNvSpPr/>
          <p:nvPr/>
        </p:nvSpPr>
        <p:spPr>
          <a:xfrm>
            <a:off x="1403648" y="3212976"/>
            <a:ext cx="2376264" cy="432048"/>
          </a:xfrm>
          <a:prstGeom prst="curvedUpArrow">
            <a:avLst>
              <a:gd name="adj1" fmla="val 25000"/>
              <a:gd name="adj2" fmla="val 61463"/>
              <a:gd name="adj3" fmla="val 25000"/>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tx1"/>
              </a:solidFill>
            </a:endParaRPr>
          </a:p>
        </p:txBody>
      </p:sp>
      <p:sp>
        <p:nvSpPr>
          <p:cNvPr id="5" name="Curved Down Arrow 4"/>
          <p:cNvSpPr/>
          <p:nvPr/>
        </p:nvSpPr>
        <p:spPr>
          <a:xfrm>
            <a:off x="1979712" y="2348880"/>
            <a:ext cx="1152128" cy="360040"/>
          </a:xfrm>
          <a:prstGeom prst="curvedDown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tx1"/>
              </a:solidFill>
            </a:endParaRPr>
          </a:p>
        </p:txBody>
      </p:sp>
    </p:spTree>
    <p:extLst>
      <p:ext uri="{BB962C8B-B14F-4D97-AF65-F5344CB8AC3E}">
        <p14:creationId xmlns:p14="http://schemas.microsoft.com/office/powerpoint/2010/main" val="1140989625"/>
      </p:ext>
    </p:extLst>
  </p:cSld>
  <p:clrMapOvr>
    <a:masterClrMapping/>
  </p:clrMapOvr>
  <p:transition spd="slow">
    <p:push dir="u"/>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2">
                                            <p:txEl>
                                              <p:pRg st="1" end="1"/>
                                            </p:txEl>
                                          </p:spTgt>
                                        </p:tgtEl>
                                        <p:attrNameLst>
                                          <p:attrName>style.visibility</p:attrName>
                                        </p:attrNameLst>
                                      </p:cBhvr>
                                      <p:to>
                                        <p:strVal val="visible"/>
                                      </p:to>
                                    </p:set>
                                    <p:animEffect transition="in" filter="fade">
                                      <p:cBhvr>
                                        <p:cTn id="7" dur="500"/>
                                        <p:tgtEl>
                                          <p:spTgt spid="2">
                                            <p:txEl>
                                              <p:pRg st="1" end="1"/>
                                            </p:txEl>
                                          </p:spTgt>
                                        </p:tgtEl>
                                      </p:cBhvr>
                                    </p:animEffect>
                                  </p:childTnLst>
                                </p:cTn>
                              </p:par>
                            </p:childTnLst>
                          </p:cTn>
                        </p:par>
                      </p:childTnLst>
                    </p:cTn>
                  </p:par>
                  <p:par>
                    <p:cTn id="8" fill="hold">
                      <p:stCondLst>
                        <p:cond delay="indefinite"/>
                      </p:stCondLst>
                      <p:childTnLst>
                        <p:par>
                          <p:cTn id="9" fill="hold">
                            <p:stCondLst>
                              <p:cond delay="0"/>
                            </p:stCondLst>
                            <p:childTnLst>
                              <p:par>
                                <p:cTn id="10" presetID="1" presetClass="entr" presetSubtype="0" fill="hold" grpId="0" nodeType="clickEffect">
                                  <p:stCondLst>
                                    <p:cond delay="0"/>
                                  </p:stCondLst>
                                  <p:childTnLst>
                                    <p:set>
                                      <p:cBhvr>
                                        <p:cTn id="11" dur="1" fill="hold">
                                          <p:stCondLst>
                                            <p:cond delay="0"/>
                                          </p:stCondLst>
                                        </p:cTn>
                                        <p:tgtEl>
                                          <p:spTgt spid="5"/>
                                        </p:tgtEl>
                                        <p:attrNameLst>
                                          <p:attrName>style.visibility</p:attrName>
                                        </p:attrNameLst>
                                      </p:cBhvr>
                                      <p:to>
                                        <p:strVal val="visible"/>
                                      </p:to>
                                    </p:set>
                                  </p:childTnLst>
                                </p:cTn>
                              </p:par>
                            </p:childTnLst>
                          </p:cTn>
                        </p:par>
                      </p:childTnLst>
                    </p:cTn>
                  </p:par>
                  <p:par>
                    <p:cTn id="12" fill="hold">
                      <p:stCondLst>
                        <p:cond delay="indefinite"/>
                      </p:stCondLst>
                      <p:childTnLst>
                        <p:par>
                          <p:cTn id="13" fill="hold">
                            <p:stCondLst>
                              <p:cond delay="0"/>
                            </p:stCondLst>
                            <p:childTnLst>
                              <p:par>
                                <p:cTn id="14" presetID="16" presetClass="entr" presetSubtype="21" fill="hold" grpId="0" nodeType="clickEffect">
                                  <p:stCondLst>
                                    <p:cond delay="0"/>
                                  </p:stCondLst>
                                  <p:childTnLst>
                                    <p:set>
                                      <p:cBhvr>
                                        <p:cTn id="15" dur="1" fill="hold">
                                          <p:stCondLst>
                                            <p:cond delay="0"/>
                                          </p:stCondLst>
                                        </p:cTn>
                                        <p:tgtEl>
                                          <p:spTgt spid="4"/>
                                        </p:tgtEl>
                                        <p:attrNameLst>
                                          <p:attrName>style.visibility</p:attrName>
                                        </p:attrNameLst>
                                      </p:cBhvr>
                                      <p:to>
                                        <p:strVal val="visible"/>
                                      </p:to>
                                    </p:set>
                                    <p:animEffect transition="in" filter="barn(inVertical)">
                                      <p:cBhvr>
                                        <p:cTn id="16" dur="500"/>
                                        <p:tgtEl>
                                          <p:spTgt spid="4"/>
                                        </p:tgtEl>
                                      </p:cBhvr>
                                    </p:animEffect>
                                  </p:childTnLst>
                                </p:cTn>
                              </p:par>
                            </p:childTnLst>
                          </p:cTn>
                        </p:par>
                      </p:childTnLst>
                    </p:cTn>
                  </p:par>
                  <p:par>
                    <p:cTn id="17" fill="hold">
                      <p:stCondLst>
                        <p:cond delay="indefinite"/>
                      </p:stCondLst>
                      <p:childTnLst>
                        <p:par>
                          <p:cTn id="18" fill="hold">
                            <p:stCondLst>
                              <p:cond delay="0"/>
                            </p:stCondLst>
                            <p:childTnLst>
                              <p:par>
                                <p:cTn id="19" presetID="10" presetClass="entr" presetSubtype="0" fill="hold" nodeType="clickEffect">
                                  <p:stCondLst>
                                    <p:cond delay="0"/>
                                  </p:stCondLst>
                                  <p:childTnLst>
                                    <p:set>
                                      <p:cBhvr>
                                        <p:cTn id="20" dur="1" fill="hold">
                                          <p:stCondLst>
                                            <p:cond delay="0"/>
                                          </p:stCondLst>
                                        </p:cTn>
                                        <p:tgtEl>
                                          <p:spTgt spid="2">
                                            <p:txEl>
                                              <p:pRg st="4" end="4"/>
                                            </p:txEl>
                                          </p:spTgt>
                                        </p:tgtEl>
                                        <p:attrNameLst>
                                          <p:attrName>style.visibility</p:attrName>
                                        </p:attrNameLst>
                                      </p:cBhvr>
                                      <p:to>
                                        <p:strVal val="visible"/>
                                      </p:to>
                                    </p:set>
                                    <p:animEffect transition="in" filter="fade">
                                      <p:cBhvr>
                                        <p:cTn id="21" dur="500"/>
                                        <p:tgtEl>
                                          <p:spTgt spid="2">
                                            <p:txEl>
                                              <p:pRg st="4" end="4"/>
                                            </p:txEl>
                                          </p:spTgt>
                                        </p:tgtEl>
                                      </p:cBhvr>
                                    </p:animEffect>
                                  </p:childTnLst>
                                </p:cTn>
                              </p:par>
                            </p:childTnLst>
                          </p:cTn>
                        </p:par>
                      </p:childTnLst>
                    </p:cTn>
                  </p:par>
                  <p:par>
                    <p:cTn id="22" fill="hold">
                      <p:stCondLst>
                        <p:cond delay="indefinite"/>
                      </p:stCondLst>
                      <p:childTnLst>
                        <p:par>
                          <p:cTn id="23" fill="hold">
                            <p:stCondLst>
                              <p:cond delay="0"/>
                            </p:stCondLst>
                            <p:childTnLst>
                              <p:par>
                                <p:cTn id="24" presetID="10" presetClass="entr" presetSubtype="0" fill="hold" nodeType="clickEffect">
                                  <p:stCondLst>
                                    <p:cond delay="0"/>
                                  </p:stCondLst>
                                  <p:childTnLst>
                                    <p:set>
                                      <p:cBhvr>
                                        <p:cTn id="25" dur="1" fill="hold">
                                          <p:stCondLst>
                                            <p:cond delay="0"/>
                                          </p:stCondLst>
                                        </p:cTn>
                                        <p:tgtEl>
                                          <p:spTgt spid="2">
                                            <p:txEl>
                                              <p:pRg st="6" end="6"/>
                                            </p:txEl>
                                          </p:spTgt>
                                        </p:tgtEl>
                                        <p:attrNameLst>
                                          <p:attrName>style.visibility</p:attrName>
                                        </p:attrNameLst>
                                      </p:cBhvr>
                                      <p:to>
                                        <p:strVal val="visible"/>
                                      </p:to>
                                    </p:set>
                                    <p:animEffect transition="in" filter="fade">
                                      <p:cBhvr>
                                        <p:cTn id="26" dur="500"/>
                                        <p:tgtEl>
                                          <p:spTgt spid="2">
                                            <p:txEl>
                                              <p:pRg st="6" end="6"/>
                                            </p:txEl>
                                          </p:spTgt>
                                        </p:tgtEl>
                                      </p:cBhvr>
                                    </p:animEffect>
                                  </p:childTnLst>
                                </p:cTn>
                              </p:par>
                            </p:childTnLst>
                          </p:cTn>
                        </p:par>
                      </p:childTnLst>
                    </p:cTn>
                  </p:par>
                  <p:par>
                    <p:cTn id="27" fill="hold">
                      <p:stCondLst>
                        <p:cond delay="indefinite"/>
                      </p:stCondLst>
                      <p:childTnLst>
                        <p:par>
                          <p:cTn id="28" fill="hold">
                            <p:stCondLst>
                              <p:cond delay="0"/>
                            </p:stCondLst>
                            <p:childTnLst>
                              <p:par>
                                <p:cTn id="29" presetID="10" presetClass="entr" presetSubtype="0" fill="hold" nodeType="clickEffect">
                                  <p:stCondLst>
                                    <p:cond delay="0"/>
                                  </p:stCondLst>
                                  <p:childTnLst>
                                    <p:set>
                                      <p:cBhvr>
                                        <p:cTn id="30" dur="1" fill="hold">
                                          <p:stCondLst>
                                            <p:cond delay="0"/>
                                          </p:stCondLst>
                                        </p:cTn>
                                        <p:tgtEl>
                                          <p:spTgt spid="2">
                                            <p:txEl>
                                              <p:pRg st="7" end="7"/>
                                            </p:txEl>
                                          </p:spTgt>
                                        </p:tgtEl>
                                        <p:attrNameLst>
                                          <p:attrName>style.visibility</p:attrName>
                                        </p:attrNameLst>
                                      </p:cBhvr>
                                      <p:to>
                                        <p:strVal val="visible"/>
                                      </p:to>
                                    </p:set>
                                    <p:animEffect transition="in" filter="fade">
                                      <p:cBhvr>
                                        <p:cTn id="31" dur="500"/>
                                        <p:tgtEl>
                                          <p:spTgt spid="2">
                                            <p:txEl>
                                              <p:pRg st="7" end="7"/>
                                            </p:txEl>
                                          </p:spTgt>
                                        </p:tgtEl>
                                      </p:cBhvr>
                                    </p:animEffect>
                                  </p:childTnLst>
                                </p:cTn>
                              </p:par>
                            </p:childTnLst>
                          </p:cTn>
                        </p:par>
                      </p:childTnLst>
                    </p:cTn>
                  </p:par>
                  <p:par>
                    <p:cTn id="32" fill="hold">
                      <p:stCondLst>
                        <p:cond delay="indefinite"/>
                      </p:stCondLst>
                      <p:childTnLst>
                        <p:par>
                          <p:cTn id="33" fill="hold">
                            <p:stCondLst>
                              <p:cond delay="0"/>
                            </p:stCondLst>
                            <p:childTnLst>
                              <p:par>
                                <p:cTn id="34" presetID="10" presetClass="entr" presetSubtype="0" fill="hold" nodeType="clickEffect">
                                  <p:stCondLst>
                                    <p:cond delay="0"/>
                                  </p:stCondLst>
                                  <p:childTnLst>
                                    <p:set>
                                      <p:cBhvr>
                                        <p:cTn id="35" dur="1" fill="hold">
                                          <p:stCondLst>
                                            <p:cond delay="0"/>
                                          </p:stCondLst>
                                        </p:cTn>
                                        <p:tgtEl>
                                          <p:spTgt spid="2">
                                            <p:txEl>
                                              <p:pRg st="8" end="8"/>
                                            </p:txEl>
                                          </p:spTgt>
                                        </p:tgtEl>
                                        <p:attrNameLst>
                                          <p:attrName>style.visibility</p:attrName>
                                        </p:attrNameLst>
                                      </p:cBhvr>
                                      <p:to>
                                        <p:strVal val="visible"/>
                                      </p:to>
                                    </p:set>
                                    <p:animEffect transition="in" filter="fade">
                                      <p:cBhvr>
                                        <p:cTn id="36" dur="500"/>
                                        <p:tgtEl>
                                          <p:spTgt spid="2">
                                            <p:txEl>
                                              <p:pRg st="8" end="8"/>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animBg="1"/>
      <p:bldP spid="5" grpId="0" animBg="1"/>
    </p:bld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IN" sz="7200" b="1" dirty="0"/>
              <a:t>Basic Problems </a:t>
            </a:r>
            <a:endParaRPr lang="en-IN" sz="7200" dirty="0"/>
          </a:p>
        </p:txBody>
      </p:sp>
      <p:sp>
        <p:nvSpPr>
          <p:cNvPr id="3" name="Text Placeholder 2"/>
          <p:cNvSpPr>
            <a:spLocks noGrp="1"/>
          </p:cNvSpPr>
          <p:nvPr>
            <p:ph type="body" idx="1"/>
          </p:nvPr>
        </p:nvSpPr>
        <p:spPr/>
        <p:txBody>
          <a:bodyPr/>
          <a:lstStyle/>
          <a:p>
            <a:r>
              <a:rPr lang="en-IN" dirty="0"/>
              <a:t> </a:t>
            </a:r>
          </a:p>
        </p:txBody>
      </p:sp>
    </p:spTree>
    <p:extLst>
      <p:ext uri="{BB962C8B-B14F-4D97-AF65-F5344CB8AC3E}">
        <p14:creationId xmlns:p14="http://schemas.microsoft.com/office/powerpoint/2010/main" val="2213839663"/>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699247" y="2248347"/>
            <a:ext cx="8121225" cy="3877815"/>
          </a:xfrm>
        </p:spPr>
        <p:txBody>
          <a:bodyPr>
            <a:normAutofit/>
          </a:bodyPr>
          <a:lstStyle/>
          <a:p>
            <a:pPr marL="0" lvl="0" indent="0">
              <a:buNone/>
            </a:pPr>
            <a:r>
              <a:rPr lang="en-US" sz="4000" b="1" dirty="0">
                <a:solidFill>
                  <a:srgbClr val="FF0000"/>
                </a:solidFill>
                <a:latin typeface="Times New Roman" panose="02020603050405020304" pitchFamily="18" charset="0"/>
                <a:cs typeface="Times New Roman" panose="02020603050405020304" pitchFamily="18" charset="0"/>
              </a:rPr>
              <a:t>A : B = 3 : 4 </a:t>
            </a:r>
            <a:r>
              <a:rPr lang="en-US" sz="4000" dirty="0">
                <a:solidFill>
                  <a:srgbClr val="FF0000"/>
                </a:solidFill>
                <a:latin typeface="Times New Roman" panose="02020603050405020304" pitchFamily="18" charset="0"/>
                <a:cs typeface="Times New Roman" panose="02020603050405020304" pitchFamily="18" charset="0"/>
              </a:rPr>
              <a:t>and</a:t>
            </a:r>
            <a:r>
              <a:rPr lang="en-US" sz="4000" b="1" dirty="0">
                <a:solidFill>
                  <a:srgbClr val="FF0000"/>
                </a:solidFill>
                <a:latin typeface="Times New Roman" panose="02020603050405020304" pitchFamily="18" charset="0"/>
                <a:cs typeface="Times New Roman" panose="02020603050405020304" pitchFamily="18" charset="0"/>
              </a:rPr>
              <a:t> B : C = 4 : 5 </a:t>
            </a:r>
          </a:p>
          <a:p>
            <a:pPr marL="0" lvl="0" indent="0">
              <a:buNone/>
            </a:pPr>
            <a:r>
              <a:rPr lang="en-US" sz="4000" b="1" dirty="0">
                <a:solidFill>
                  <a:srgbClr val="FF0000"/>
                </a:solidFill>
                <a:latin typeface="Times New Roman" panose="02020603050405020304" pitchFamily="18" charset="0"/>
                <a:cs typeface="Times New Roman" panose="02020603050405020304" pitchFamily="18" charset="0"/>
              </a:rPr>
              <a:t>then find A : B : C</a:t>
            </a:r>
          </a:p>
          <a:p>
            <a:pPr marL="0" lvl="0" indent="0">
              <a:buNone/>
            </a:pPr>
            <a:endParaRPr lang="en-IN" sz="4000" b="1" dirty="0">
              <a:latin typeface="Times New Roman" panose="02020603050405020304" pitchFamily="18" charset="0"/>
              <a:cs typeface="Times New Roman" panose="02020603050405020304" pitchFamily="18" charset="0"/>
            </a:endParaRPr>
          </a:p>
          <a:p>
            <a:pPr marL="0" indent="0">
              <a:buNone/>
            </a:pPr>
            <a:r>
              <a:rPr lang="en-US" sz="4000" b="1" dirty="0">
                <a:latin typeface="Times New Roman" panose="02020603050405020304" pitchFamily="18" charset="0"/>
                <a:cs typeface="Times New Roman" panose="02020603050405020304" pitchFamily="18" charset="0"/>
              </a:rPr>
              <a:t>       a)3:4:5			b)5:4:3		 	c)6:8:9			d)3:4:9</a:t>
            </a:r>
            <a:endParaRPr lang="en-IN" sz="4000" b="1" dirty="0">
              <a:latin typeface="Times New Roman" panose="02020603050405020304" pitchFamily="18" charset="0"/>
              <a:cs typeface="Times New Roman" panose="02020603050405020304" pitchFamily="18" charset="0"/>
            </a:endParaRPr>
          </a:p>
          <a:p>
            <a:pPr marL="0" indent="0">
              <a:buNone/>
            </a:pPr>
            <a:endParaRPr lang="en-IN" sz="4000" dirty="0">
              <a:latin typeface="Times New Roman" panose="02020603050405020304" pitchFamily="18" charset="0"/>
              <a:cs typeface="Times New Roman" panose="02020603050405020304" pitchFamily="18" charset="0"/>
            </a:endParaRPr>
          </a:p>
        </p:txBody>
      </p:sp>
      <p:sp>
        <p:nvSpPr>
          <p:cNvPr id="2" name="Title 1"/>
          <p:cNvSpPr>
            <a:spLocks noGrp="1"/>
          </p:cNvSpPr>
          <p:nvPr>
            <p:ph type="title"/>
          </p:nvPr>
        </p:nvSpPr>
        <p:spPr/>
        <p:txBody>
          <a:bodyPr/>
          <a:lstStyle/>
          <a:p>
            <a:pPr algn="l"/>
            <a:r>
              <a:rPr lang="en-IN" b="1" dirty="0"/>
              <a:t>Q.1)</a:t>
            </a:r>
          </a:p>
        </p:txBody>
      </p:sp>
    </p:spTree>
    <p:extLst>
      <p:ext uri="{BB962C8B-B14F-4D97-AF65-F5344CB8AC3E}">
        <p14:creationId xmlns:p14="http://schemas.microsoft.com/office/powerpoint/2010/main" val="3211543792"/>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p:cNvSpPr>
            <a:spLocks noGrp="1"/>
          </p:cNvSpPr>
          <p:nvPr>
            <p:ph idx="1"/>
          </p:nvPr>
        </p:nvSpPr>
        <p:spPr>
          <a:xfrm>
            <a:off x="683568" y="2204864"/>
            <a:ext cx="7745505" cy="3877815"/>
          </a:xfrm>
        </p:spPr>
        <p:txBody>
          <a:bodyPr/>
          <a:lstStyle/>
          <a:p>
            <a:pPr marL="0" indent="0">
              <a:buNone/>
            </a:pPr>
            <a:r>
              <a:rPr lang="en-IN" b="1" dirty="0"/>
              <a:t> </a:t>
            </a:r>
          </a:p>
        </p:txBody>
      </p:sp>
      <p:sp>
        <p:nvSpPr>
          <p:cNvPr id="3" name="Title 2"/>
          <p:cNvSpPr>
            <a:spLocks noGrp="1"/>
          </p:cNvSpPr>
          <p:nvPr>
            <p:ph type="title"/>
          </p:nvPr>
        </p:nvSpPr>
        <p:spPr/>
        <p:txBody>
          <a:bodyPr/>
          <a:lstStyle/>
          <a:p>
            <a:pPr algn="l"/>
            <a:r>
              <a:rPr lang="en-IN" b="1" dirty="0"/>
              <a:t>Q.1)Explanation</a:t>
            </a:r>
          </a:p>
        </p:txBody>
      </p:sp>
      <p:sp>
        <p:nvSpPr>
          <p:cNvPr id="4" name="TextBox 3"/>
          <p:cNvSpPr txBox="1"/>
          <p:nvPr/>
        </p:nvSpPr>
        <p:spPr>
          <a:xfrm>
            <a:off x="1547664" y="2297770"/>
            <a:ext cx="3024336" cy="369332"/>
          </a:xfrm>
          <a:prstGeom prst="rect">
            <a:avLst/>
          </a:prstGeom>
          <a:noFill/>
          <a:ln>
            <a:noFill/>
          </a:ln>
        </p:spPr>
        <p:txBody>
          <a:bodyPr wrap="square" rtlCol="0">
            <a:spAutoFit/>
          </a:bodyPr>
          <a:lstStyle/>
          <a:p>
            <a:r>
              <a:rPr lang="en-IN" b="1" dirty="0"/>
              <a:t>A        :           B          :         C</a:t>
            </a:r>
          </a:p>
        </p:txBody>
      </p:sp>
      <p:sp>
        <p:nvSpPr>
          <p:cNvPr id="5" name="TextBox 4"/>
          <p:cNvSpPr txBox="1"/>
          <p:nvPr/>
        </p:nvSpPr>
        <p:spPr>
          <a:xfrm>
            <a:off x="1547664" y="2819502"/>
            <a:ext cx="1656184" cy="369332"/>
          </a:xfrm>
          <a:prstGeom prst="rect">
            <a:avLst/>
          </a:prstGeom>
          <a:noFill/>
          <a:ln>
            <a:noFill/>
          </a:ln>
        </p:spPr>
        <p:txBody>
          <a:bodyPr wrap="square" rtlCol="0">
            <a:spAutoFit/>
          </a:bodyPr>
          <a:lstStyle/>
          <a:p>
            <a:r>
              <a:rPr lang="en-IN" b="1" dirty="0"/>
              <a:t>3         :           4          </a:t>
            </a:r>
          </a:p>
        </p:txBody>
      </p:sp>
      <p:sp>
        <p:nvSpPr>
          <p:cNvPr id="6" name="TextBox 5"/>
          <p:cNvSpPr txBox="1"/>
          <p:nvPr/>
        </p:nvSpPr>
        <p:spPr>
          <a:xfrm>
            <a:off x="2843808" y="3432412"/>
            <a:ext cx="1728192" cy="369332"/>
          </a:xfrm>
          <a:prstGeom prst="rect">
            <a:avLst/>
          </a:prstGeom>
          <a:noFill/>
          <a:ln>
            <a:noFill/>
          </a:ln>
        </p:spPr>
        <p:txBody>
          <a:bodyPr wrap="square" rtlCol="0">
            <a:spAutoFit/>
          </a:bodyPr>
          <a:lstStyle/>
          <a:p>
            <a:r>
              <a:rPr lang="en-IN" b="1" dirty="0"/>
              <a:t>4          :         5</a:t>
            </a:r>
          </a:p>
        </p:txBody>
      </p:sp>
      <p:sp>
        <p:nvSpPr>
          <p:cNvPr id="7" name="Oval 6"/>
          <p:cNvSpPr/>
          <p:nvPr/>
        </p:nvSpPr>
        <p:spPr>
          <a:xfrm>
            <a:off x="2771800" y="2819502"/>
            <a:ext cx="504056" cy="1113554"/>
          </a:xfrm>
          <a:prstGeom prst="ellipse">
            <a:avLst/>
          </a:prstGeom>
          <a:noFill/>
          <a:ln w="5715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b="1"/>
          </a:p>
        </p:txBody>
      </p:sp>
      <p:sp>
        <p:nvSpPr>
          <p:cNvPr id="8" name="TextBox 7"/>
          <p:cNvSpPr txBox="1"/>
          <p:nvPr/>
        </p:nvSpPr>
        <p:spPr>
          <a:xfrm>
            <a:off x="1545458" y="4293096"/>
            <a:ext cx="3024336" cy="369332"/>
          </a:xfrm>
          <a:prstGeom prst="rect">
            <a:avLst/>
          </a:prstGeom>
          <a:noFill/>
          <a:ln>
            <a:noFill/>
          </a:ln>
        </p:spPr>
        <p:txBody>
          <a:bodyPr wrap="square" rtlCol="0">
            <a:spAutoFit/>
          </a:bodyPr>
          <a:lstStyle/>
          <a:p>
            <a:r>
              <a:rPr lang="en-IN" b="1" dirty="0"/>
              <a:t>3        :           4          :         5</a:t>
            </a:r>
          </a:p>
        </p:txBody>
      </p:sp>
      <p:cxnSp>
        <p:nvCxnSpPr>
          <p:cNvPr id="10" name="Straight Connector 9"/>
          <p:cNvCxnSpPr/>
          <p:nvPr/>
        </p:nvCxnSpPr>
        <p:spPr>
          <a:xfrm>
            <a:off x="1403648" y="4077072"/>
            <a:ext cx="3384376" cy="0"/>
          </a:xfrm>
          <a:prstGeom prst="line">
            <a:avLst/>
          </a:prstGeom>
          <a:ln w="57150">
            <a:solidFill>
              <a:srgbClr val="00B050"/>
            </a:solidFill>
          </a:ln>
        </p:spPr>
        <p:style>
          <a:lnRef idx="1">
            <a:schemeClr val="accent1"/>
          </a:lnRef>
          <a:fillRef idx="0">
            <a:schemeClr val="accent1"/>
          </a:fillRef>
          <a:effectRef idx="0">
            <a:schemeClr val="accent1"/>
          </a:effectRef>
          <a:fontRef idx="minor">
            <a:schemeClr val="tx1"/>
          </a:fontRef>
        </p:style>
      </p:cxnSp>
      <p:cxnSp>
        <p:nvCxnSpPr>
          <p:cNvPr id="11" name="Straight Connector 10"/>
          <p:cNvCxnSpPr/>
          <p:nvPr/>
        </p:nvCxnSpPr>
        <p:spPr>
          <a:xfrm>
            <a:off x="1403648" y="4797152"/>
            <a:ext cx="3384376" cy="0"/>
          </a:xfrm>
          <a:prstGeom prst="line">
            <a:avLst/>
          </a:prstGeom>
          <a:ln w="57150">
            <a:solidFill>
              <a:srgbClr val="00B050"/>
            </a:solidFill>
          </a:ln>
        </p:spPr>
        <p:style>
          <a:lnRef idx="1">
            <a:schemeClr val="accent1"/>
          </a:lnRef>
          <a:fillRef idx="0">
            <a:schemeClr val="accent1"/>
          </a:fillRef>
          <a:effectRef idx="0">
            <a:schemeClr val="accent1"/>
          </a:effectRef>
          <a:fontRef idx="minor">
            <a:schemeClr val="tx1"/>
          </a:fontRef>
        </p:style>
      </p:cxnSp>
      <p:sp>
        <p:nvSpPr>
          <p:cNvPr id="12" name="TextBox 11"/>
          <p:cNvSpPr txBox="1"/>
          <p:nvPr/>
        </p:nvSpPr>
        <p:spPr>
          <a:xfrm>
            <a:off x="1979712" y="5517232"/>
            <a:ext cx="4716524" cy="707886"/>
          </a:xfrm>
          <a:prstGeom prst="rect">
            <a:avLst/>
          </a:prstGeom>
          <a:noFill/>
        </p:spPr>
        <p:txBody>
          <a:bodyPr wrap="square" rtlCol="0">
            <a:spAutoFit/>
          </a:bodyPr>
          <a:lstStyle/>
          <a:p>
            <a:r>
              <a:rPr lang="en-IN" sz="4000" b="1" dirty="0">
                <a:solidFill>
                  <a:srgbClr val="00B050"/>
                </a:solidFill>
              </a:rPr>
              <a:t>A : B : C = 3 : 4 : 5</a:t>
            </a:r>
          </a:p>
        </p:txBody>
      </p:sp>
    </p:spTree>
    <p:extLst>
      <p:ext uri="{BB962C8B-B14F-4D97-AF65-F5344CB8AC3E}">
        <p14:creationId xmlns:p14="http://schemas.microsoft.com/office/powerpoint/2010/main" val="318089036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5"/>
                                        </p:tgtEl>
                                        <p:attrNameLst>
                                          <p:attrName>style.visibility</p:attrName>
                                        </p:attrNameLst>
                                      </p:cBhvr>
                                      <p:to>
                                        <p:strVal val="visible"/>
                                      </p:to>
                                    </p:set>
                                  </p:childTnLst>
                                </p:cTn>
                              </p:par>
                              <p:par>
                                <p:cTn id="11" presetID="1" presetClass="entr" presetSubtype="0" fill="hold" grpId="0" nodeType="withEffect">
                                  <p:stCondLst>
                                    <p:cond delay="0"/>
                                  </p:stCondLst>
                                  <p:childTnLst>
                                    <p:set>
                                      <p:cBhvr>
                                        <p:cTn id="12" dur="1" fill="hold">
                                          <p:stCondLst>
                                            <p:cond delay="0"/>
                                          </p:stCondLst>
                                        </p:cTn>
                                        <p:tgtEl>
                                          <p:spTgt spid="6"/>
                                        </p:tgtEl>
                                        <p:attrNameLst>
                                          <p:attrName>style.visibility</p:attrName>
                                        </p:attrNameLst>
                                      </p:cBhvr>
                                      <p:to>
                                        <p:strVal val="visible"/>
                                      </p:to>
                                    </p:set>
                                  </p:childTnLst>
                                </p:cTn>
                              </p:par>
                            </p:childTnLst>
                          </p:cTn>
                        </p:par>
                      </p:childTnLst>
                    </p:cTn>
                  </p:par>
                  <p:par>
                    <p:cTn id="13" fill="hold">
                      <p:stCondLst>
                        <p:cond delay="indefinite"/>
                      </p:stCondLst>
                      <p:childTnLst>
                        <p:par>
                          <p:cTn id="14" fill="hold">
                            <p:stCondLst>
                              <p:cond delay="0"/>
                            </p:stCondLst>
                            <p:childTnLst>
                              <p:par>
                                <p:cTn id="15" presetID="1" presetClass="entr" presetSubtype="0" fill="hold" nodeType="clickEffect">
                                  <p:stCondLst>
                                    <p:cond delay="0"/>
                                  </p:stCondLst>
                                  <p:childTnLst>
                                    <p:set>
                                      <p:cBhvr>
                                        <p:cTn id="16" dur="1" fill="hold">
                                          <p:stCondLst>
                                            <p:cond delay="0"/>
                                          </p:stCondLst>
                                        </p:cTn>
                                        <p:tgtEl>
                                          <p:spTgt spid="10"/>
                                        </p:tgtEl>
                                        <p:attrNameLst>
                                          <p:attrName>style.visibility</p:attrName>
                                        </p:attrNameLst>
                                      </p:cBhvr>
                                      <p:to>
                                        <p:strVal val="visible"/>
                                      </p:to>
                                    </p:set>
                                  </p:childTnLst>
                                </p:cTn>
                              </p:par>
                            </p:childTnLst>
                          </p:cTn>
                        </p:par>
                      </p:childTnLst>
                    </p:cTn>
                  </p:par>
                  <p:par>
                    <p:cTn id="17" fill="hold">
                      <p:stCondLst>
                        <p:cond delay="indefinite"/>
                      </p:stCondLst>
                      <p:childTnLst>
                        <p:par>
                          <p:cTn id="18" fill="hold">
                            <p:stCondLst>
                              <p:cond delay="0"/>
                            </p:stCondLst>
                            <p:childTnLst>
                              <p:par>
                                <p:cTn id="19" presetID="1" presetClass="entr" presetSubtype="0" fill="hold" grpId="0" nodeType="clickEffect">
                                  <p:stCondLst>
                                    <p:cond delay="0"/>
                                  </p:stCondLst>
                                  <p:childTnLst>
                                    <p:set>
                                      <p:cBhvr>
                                        <p:cTn id="20" dur="1" fill="hold">
                                          <p:stCondLst>
                                            <p:cond delay="0"/>
                                          </p:stCondLst>
                                        </p:cTn>
                                        <p:tgtEl>
                                          <p:spTgt spid="7"/>
                                        </p:tgtEl>
                                        <p:attrNameLst>
                                          <p:attrName>style.visibility</p:attrName>
                                        </p:attrNameLst>
                                      </p:cBhvr>
                                      <p:to>
                                        <p:strVal val="visible"/>
                                      </p:to>
                                    </p:set>
                                  </p:childTnLst>
                                </p:cTn>
                              </p:par>
                            </p:childTnLst>
                          </p:cTn>
                        </p:par>
                      </p:childTnLst>
                    </p:cTn>
                  </p:par>
                  <p:par>
                    <p:cTn id="21" fill="hold">
                      <p:stCondLst>
                        <p:cond delay="indefinite"/>
                      </p:stCondLst>
                      <p:childTnLst>
                        <p:par>
                          <p:cTn id="22" fill="hold">
                            <p:stCondLst>
                              <p:cond delay="0"/>
                            </p:stCondLst>
                            <p:childTnLst>
                              <p:par>
                                <p:cTn id="23" presetID="1" presetClass="entr" presetSubtype="0" fill="hold" grpId="0" nodeType="clickEffect">
                                  <p:stCondLst>
                                    <p:cond delay="0"/>
                                  </p:stCondLst>
                                  <p:childTnLst>
                                    <p:set>
                                      <p:cBhvr>
                                        <p:cTn id="24" dur="1" fill="hold">
                                          <p:stCondLst>
                                            <p:cond delay="0"/>
                                          </p:stCondLst>
                                        </p:cTn>
                                        <p:tgtEl>
                                          <p:spTgt spid="8"/>
                                        </p:tgtEl>
                                        <p:attrNameLst>
                                          <p:attrName>style.visibility</p:attrName>
                                        </p:attrNameLst>
                                      </p:cBhvr>
                                      <p:to>
                                        <p:strVal val="visible"/>
                                      </p:to>
                                    </p:set>
                                  </p:childTnLst>
                                </p:cTn>
                              </p:par>
                              <p:par>
                                <p:cTn id="25" presetID="1" presetClass="entr" presetSubtype="0" fill="hold" nodeType="withEffect">
                                  <p:stCondLst>
                                    <p:cond delay="0"/>
                                  </p:stCondLst>
                                  <p:childTnLst>
                                    <p:set>
                                      <p:cBhvr>
                                        <p:cTn id="26" dur="1" fill="hold">
                                          <p:stCondLst>
                                            <p:cond delay="0"/>
                                          </p:stCondLst>
                                        </p:cTn>
                                        <p:tgtEl>
                                          <p:spTgt spid="11"/>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0" presetClass="entr" presetSubtype="0" fill="hold" grpId="0" nodeType="clickEffect">
                                  <p:stCondLst>
                                    <p:cond delay="0"/>
                                  </p:stCondLst>
                                  <p:childTnLst>
                                    <p:set>
                                      <p:cBhvr>
                                        <p:cTn id="30" dur="1" fill="hold">
                                          <p:stCondLst>
                                            <p:cond delay="0"/>
                                          </p:stCondLst>
                                        </p:cTn>
                                        <p:tgtEl>
                                          <p:spTgt spid="12"/>
                                        </p:tgtEl>
                                        <p:attrNameLst>
                                          <p:attrName>style.visibility</p:attrName>
                                        </p:attrNameLst>
                                      </p:cBhvr>
                                      <p:to>
                                        <p:strVal val="visible"/>
                                      </p:to>
                                    </p:set>
                                    <p:animEffect transition="in" filter="fade">
                                      <p:cBhvr>
                                        <p:cTn id="31" dur="500"/>
                                        <p:tgtEl>
                                          <p:spTgt spid="1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P spid="5" grpId="0"/>
      <p:bldP spid="6" grpId="0"/>
      <p:bldP spid="7" grpId="0" animBg="1"/>
      <p:bldP spid="8" grpId="0"/>
      <p:bldP spid="12" grpId="0"/>
    </p:bld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p:cNvSpPr>
            <a:spLocks noGrp="1"/>
          </p:cNvSpPr>
          <p:nvPr>
            <p:ph idx="1"/>
          </p:nvPr>
        </p:nvSpPr>
        <p:spPr/>
        <p:txBody>
          <a:bodyPr>
            <a:normAutofit/>
          </a:bodyPr>
          <a:lstStyle/>
          <a:p>
            <a:pPr marL="0" lvl="0" indent="0">
              <a:buNone/>
            </a:pPr>
            <a:r>
              <a:rPr lang="en-US" sz="4000" b="1" dirty="0">
                <a:solidFill>
                  <a:srgbClr val="FF0000"/>
                </a:solidFill>
                <a:latin typeface="Times New Roman" panose="02020603050405020304" pitchFamily="18" charset="0"/>
                <a:cs typeface="Times New Roman" panose="02020603050405020304" pitchFamily="18" charset="0"/>
              </a:rPr>
              <a:t>A : B = 2 : 3 </a:t>
            </a:r>
            <a:r>
              <a:rPr lang="en-US" sz="4000" dirty="0">
                <a:solidFill>
                  <a:srgbClr val="FF0000"/>
                </a:solidFill>
                <a:latin typeface="Times New Roman" panose="02020603050405020304" pitchFamily="18" charset="0"/>
                <a:cs typeface="Times New Roman" panose="02020603050405020304" pitchFamily="18" charset="0"/>
              </a:rPr>
              <a:t>and</a:t>
            </a:r>
            <a:r>
              <a:rPr lang="en-US" sz="4000" b="1" dirty="0">
                <a:solidFill>
                  <a:srgbClr val="FF0000"/>
                </a:solidFill>
                <a:latin typeface="Times New Roman" panose="02020603050405020304" pitchFamily="18" charset="0"/>
                <a:cs typeface="Times New Roman" panose="02020603050405020304" pitchFamily="18" charset="0"/>
              </a:rPr>
              <a:t> B : C =  6 : 5 </a:t>
            </a:r>
          </a:p>
          <a:p>
            <a:pPr marL="0" lvl="0" indent="0">
              <a:buNone/>
            </a:pPr>
            <a:r>
              <a:rPr lang="en-US" sz="4000" b="1" dirty="0">
                <a:solidFill>
                  <a:srgbClr val="FF0000"/>
                </a:solidFill>
                <a:latin typeface="Times New Roman" panose="02020603050405020304" pitchFamily="18" charset="0"/>
                <a:cs typeface="Times New Roman" panose="02020603050405020304" pitchFamily="18" charset="0"/>
              </a:rPr>
              <a:t>then find A : B : C</a:t>
            </a:r>
          </a:p>
          <a:p>
            <a:pPr marL="0" lvl="0" indent="0">
              <a:buNone/>
            </a:pPr>
            <a:endParaRPr lang="en-IN" sz="4000" b="1" dirty="0">
              <a:latin typeface="Times New Roman" panose="02020603050405020304" pitchFamily="18" charset="0"/>
              <a:cs typeface="Times New Roman" panose="02020603050405020304" pitchFamily="18" charset="0"/>
            </a:endParaRPr>
          </a:p>
          <a:p>
            <a:pPr marL="0" indent="0">
              <a:buNone/>
            </a:pPr>
            <a:r>
              <a:rPr lang="en-US" sz="4000" b="1" dirty="0">
                <a:latin typeface="Times New Roman" panose="02020603050405020304" pitchFamily="18" charset="0"/>
                <a:cs typeface="Times New Roman" panose="02020603050405020304" pitchFamily="18" charset="0"/>
              </a:rPr>
              <a:t>       a)2:6:5			b)5:6:5		 	c)4:3:5			d)4:6:5</a:t>
            </a:r>
            <a:endParaRPr lang="en-IN" sz="4000" b="1" dirty="0">
              <a:latin typeface="Times New Roman" panose="02020603050405020304" pitchFamily="18" charset="0"/>
              <a:cs typeface="Times New Roman" panose="02020603050405020304" pitchFamily="18" charset="0"/>
            </a:endParaRPr>
          </a:p>
          <a:p>
            <a:pPr marL="0" indent="0">
              <a:buNone/>
            </a:pPr>
            <a:endParaRPr lang="en-IN" sz="4000" dirty="0">
              <a:latin typeface="Times New Roman" panose="02020603050405020304" pitchFamily="18" charset="0"/>
              <a:cs typeface="Times New Roman" panose="02020603050405020304" pitchFamily="18" charset="0"/>
            </a:endParaRPr>
          </a:p>
          <a:p>
            <a:pPr marL="0" indent="0">
              <a:buNone/>
            </a:pPr>
            <a:endParaRPr lang="en-IN" sz="4000" dirty="0"/>
          </a:p>
        </p:txBody>
      </p:sp>
      <p:sp>
        <p:nvSpPr>
          <p:cNvPr id="3" name="Title 2"/>
          <p:cNvSpPr>
            <a:spLocks noGrp="1"/>
          </p:cNvSpPr>
          <p:nvPr>
            <p:ph type="title"/>
          </p:nvPr>
        </p:nvSpPr>
        <p:spPr/>
        <p:txBody>
          <a:bodyPr/>
          <a:lstStyle/>
          <a:p>
            <a:pPr algn="l"/>
            <a:r>
              <a:rPr lang="en-IN" b="1" dirty="0"/>
              <a:t>Q.2)</a:t>
            </a:r>
          </a:p>
        </p:txBody>
      </p:sp>
    </p:spTree>
    <p:extLst>
      <p:ext uri="{BB962C8B-B14F-4D97-AF65-F5344CB8AC3E}">
        <p14:creationId xmlns:p14="http://schemas.microsoft.com/office/powerpoint/2010/main" val="2943552487"/>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p:cNvSpPr>
            <a:spLocks noGrp="1"/>
          </p:cNvSpPr>
          <p:nvPr>
            <p:ph idx="1"/>
          </p:nvPr>
        </p:nvSpPr>
        <p:spPr>
          <a:xfrm>
            <a:off x="683568" y="2204864"/>
            <a:ext cx="7745505" cy="3877815"/>
          </a:xfrm>
        </p:spPr>
        <p:txBody>
          <a:bodyPr/>
          <a:lstStyle/>
          <a:p>
            <a:pPr marL="0" indent="0">
              <a:buNone/>
            </a:pPr>
            <a:r>
              <a:rPr lang="en-IN" b="1" dirty="0"/>
              <a:t> </a:t>
            </a:r>
          </a:p>
        </p:txBody>
      </p:sp>
      <p:sp>
        <p:nvSpPr>
          <p:cNvPr id="3" name="Title 2"/>
          <p:cNvSpPr>
            <a:spLocks noGrp="1"/>
          </p:cNvSpPr>
          <p:nvPr>
            <p:ph type="title"/>
          </p:nvPr>
        </p:nvSpPr>
        <p:spPr/>
        <p:txBody>
          <a:bodyPr/>
          <a:lstStyle/>
          <a:p>
            <a:pPr algn="l"/>
            <a:r>
              <a:rPr lang="en-IN" b="1" dirty="0">
                <a:solidFill>
                  <a:srgbClr val="00B050"/>
                </a:solidFill>
              </a:rPr>
              <a:t>Q.2)Explanation</a:t>
            </a:r>
          </a:p>
        </p:txBody>
      </p:sp>
      <p:sp>
        <p:nvSpPr>
          <p:cNvPr id="4" name="TextBox 3"/>
          <p:cNvSpPr txBox="1"/>
          <p:nvPr/>
        </p:nvSpPr>
        <p:spPr>
          <a:xfrm>
            <a:off x="1547664" y="2297770"/>
            <a:ext cx="3024336" cy="369332"/>
          </a:xfrm>
          <a:prstGeom prst="rect">
            <a:avLst/>
          </a:prstGeom>
          <a:noFill/>
          <a:ln>
            <a:noFill/>
          </a:ln>
        </p:spPr>
        <p:txBody>
          <a:bodyPr wrap="square" rtlCol="0">
            <a:spAutoFit/>
          </a:bodyPr>
          <a:lstStyle/>
          <a:p>
            <a:r>
              <a:rPr lang="en-IN" b="1" dirty="0"/>
              <a:t>A        :           B          :         C</a:t>
            </a:r>
          </a:p>
        </p:txBody>
      </p:sp>
      <p:sp>
        <p:nvSpPr>
          <p:cNvPr id="5" name="TextBox 4"/>
          <p:cNvSpPr txBox="1"/>
          <p:nvPr/>
        </p:nvSpPr>
        <p:spPr>
          <a:xfrm>
            <a:off x="1547664" y="2819502"/>
            <a:ext cx="1656184" cy="369332"/>
          </a:xfrm>
          <a:prstGeom prst="rect">
            <a:avLst/>
          </a:prstGeom>
          <a:noFill/>
          <a:ln>
            <a:noFill/>
          </a:ln>
        </p:spPr>
        <p:txBody>
          <a:bodyPr wrap="square" rtlCol="0">
            <a:spAutoFit/>
          </a:bodyPr>
          <a:lstStyle/>
          <a:p>
            <a:r>
              <a:rPr lang="en-IN" b="1" dirty="0"/>
              <a:t>2         :           3          </a:t>
            </a:r>
          </a:p>
        </p:txBody>
      </p:sp>
      <p:sp>
        <p:nvSpPr>
          <p:cNvPr id="6" name="TextBox 5"/>
          <p:cNvSpPr txBox="1"/>
          <p:nvPr/>
        </p:nvSpPr>
        <p:spPr>
          <a:xfrm>
            <a:off x="2843808" y="3432412"/>
            <a:ext cx="1728192" cy="369332"/>
          </a:xfrm>
          <a:prstGeom prst="rect">
            <a:avLst/>
          </a:prstGeom>
          <a:noFill/>
          <a:ln>
            <a:noFill/>
          </a:ln>
        </p:spPr>
        <p:txBody>
          <a:bodyPr wrap="square" rtlCol="0">
            <a:spAutoFit/>
          </a:bodyPr>
          <a:lstStyle/>
          <a:p>
            <a:r>
              <a:rPr lang="en-IN" b="1" dirty="0"/>
              <a:t>6           :         5</a:t>
            </a:r>
          </a:p>
        </p:txBody>
      </p:sp>
      <p:sp>
        <p:nvSpPr>
          <p:cNvPr id="7" name="Oval 6"/>
          <p:cNvSpPr/>
          <p:nvPr/>
        </p:nvSpPr>
        <p:spPr>
          <a:xfrm>
            <a:off x="2771800" y="2819502"/>
            <a:ext cx="504056" cy="1113554"/>
          </a:xfrm>
          <a:prstGeom prst="ellipse">
            <a:avLst/>
          </a:prstGeom>
          <a:noFill/>
          <a:ln w="5715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b="1"/>
          </a:p>
        </p:txBody>
      </p:sp>
      <p:sp>
        <p:nvSpPr>
          <p:cNvPr id="8" name="TextBox 7"/>
          <p:cNvSpPr txBox="1"/>
          <p:nvPr/>
        </p:nvSpPr>
        <p:spPr>
          <a:xfrm>
            <a:off x="1545458" y="4293096"/>
            <a:ext cx="3242566" cy="369332"/>
          </a:xfrm>
          <a:prstGeom prst="rect">
            <a:avLst/>
          </a:prstGeom>
          <a:noFill/>
          <a:ln>
            <a:noFill/>
          </a:ln>
        </p:spPr>
        <p:txBody>
          <a:bodyPr wrap="square" rtlCol="0">
            <a:spAutoFit/>
          </a:bodyPr>
          <a:lstStyle/>
          <a:p>
            <a:r>
              <a:rPr lang="en-IN" b="1" dirty="0"/>
              <a:t>12        :           18         :        15</a:t>
            </a:r>
          </a:p>
        </p:txBody>
      </p:sp>
      <p:cxnSp>
        <p:nvCxnSpPr>
          <p:cNvPr id="10" name="Straight Connector 9"/>
          <p:cNvCxnSpPr/>
          <p:nvPr/>
        </p:nvCxnSpPr>
        <p:spPr>
          <a:xfrm>
            <a:off x="1403648" y="4077072"/>
            <a:ext cx="3384376" cy="0"/>
          </a:xfrm>
          <a:prstGeom prst="line">
            <a:avLst/>
          </a:prstGeom>
          <a:ln w="57150">
            <a:solidFill>
              <a:srgbClr val="00B050"/>
            </a:solidFill>
          </a:ln>
        </p:spPr>
        <p:style>
          <a:lnRef idx="1">
            <a:schemeClr val="accent1"/>
          </a:lnRef>
          <a:fillRef idx="0">
            <a:schemeClr val="accent1"/>
          </a:fillRef>
          <a:effectRef idx="0">
            <a:schemeClr val="accent1"/>
          </a:effectRef>
          <a:fontRef idx="minor">
            <a:schemeClr val="tx1"/>
          </a:fontRef>
        </p:style>
      </p:cxnSp>
      <p:cxnSp>
        <p:nvCxnSpPr>
          <p:cNvPr id="11" name="Straight Connector 10"/>
          <p:cNvCxnSpPr/>
          <p:nvPr/>
        </p:nvCxnSpPr>
        <p:spPr>
          <a:xfrm>
            <a:off x="1403648" y="4797152"/>
            <a:ext cx="3384376" cy="0"/>
          </a:xfrm>
          <a:prstGeom prst="line">
            <a:avLst/>
          </a:prstGeom>
          <a:ln w="57150">
            <a:solidFill>
              <a:srgbClr val="00B050"/>
            </a:solidFill>
          </a:ln>
        </p:spPr>
        <p:style>
          <a:lnRef idx="1">
            <a:schemeClr val="accent1"/>
          </a:lnRef>
          <a:fillRef idx="0">
            <a:schemeClr val="accent1"/>
          </a:fillRef>
          <a:effectRef idx="0">
            <a:schemeClr val="accent1"/>
          </a:effectRef>
          <a:fontRef idx="minor">
            <a:schemeClr val="tx1"/>
          </a:fontRef>
        </p:style>
      </p:cxnSp>
      <p:sp>
        <p:nvSpPr>
          <p:cNvPr id="12" name="TextBox 11"/>
          <p:cNvSpPr txBox="1"/>
          <p:nvPr/>
        </p:nvSpPr>
        <p:spPr>
          <a:xfrm>
            <a:off x="3563888" y="2793347"/>
            <a:ext cx="1402986" cy="369332"/>
          </a:xfrm>
          <a:prstGeom prst="rect">
            <a:avLst/>
          </a:prstGeom>
          <a:noFill/>
          <a:ln>
            <a:noFill/>
          </a:ln>
        </p:spPr>
        <p:txBody>
          <a:bodyPr wrap="square" rtlCol="0">
            <a:spAutoFit/>
          </a:bodyPr>
          <a:lstStyle/>
          <a:p>
            <a:r>
              <a:rPr lang="en-IN" b="1" dirty="0"/>
              <a:t>:         3          </a:t>
            </a:r>
          </a:p>
        </p:txBody>
      </p:sp>
      <p:sp>
        <p:nvSpPr>
          <p:cNvPr id="13" name="TextBox 12"/>
          <p:cNvSpPr txBox="1"/>
          <p:nvPr/>
        </p:nvSpPr>
        <p:spPr>
          <a:xfrm>
            <a:off x="1403648" y="3492285"/>
            <a:ext cx="1080120" cy="369332"/>
          </a:xfrm>
          <a:prstGeom prst="rect">
            <a:avLst/>
          </a:prstGeom>
          <a:noFill/>
          <a:ln>
            <a:noFill/>
          </a:ln>
        </p:spPr>
        <p:txBody>
          <a:bodyPr wrap="square" rtlCol="0">
            <a:spAutoFit/>
          </a:bodyPr>
          <a:lstStyle/>
          <a:p>
            <a:r>
              <a:rPr lang="en-IN" b="1" dirty="0"/>
              <a:t>  6         :   </a:t>
            </a:r>
          </a:p>
        </p:txBody>
      </p:sp>
      <p:cxnSp>
        <p:nvCxnSpPr>
          <p:cNvPr id="14" name="Straight Arrow Connector 13"/>
          <p:cNvCxnSpPr>
            <a:stCxn id="7" idx="7"/>
          </p:cNvCxnSpPr>
          <p:nvPr/>
        </p:nvCxnSpPr>
        <p:spPr>
          <a:xfrm>
            <a:off x="3202039" y="2982578"/>
            <a:ext cx="793897" cy="10795"/>
          </a:xfrm>
          <a:prstGeom prst="straightConnector1">
            <a:avLst/>
          </a:prstGeom>
          <a:ln w="38100">
            <a:solidFill>
              <a:srgbClr val="FF0000"/>
            </a:solidFill>
            <a:tailEnd type="arrow"/>
          </a:ln>
        </p:spPr>
        <p:style>
          <a:lnRef idx="1">
            <a:schemeClr val="accent1"/>
          </a:lnRef>
          <a:fillRef idx="0">
            <a:schemeClr val="accent1"/>
          </a:fillRef>
          <a:effectRef idx="0">
            <a:schemeClr val="accent1"/>
          </a:effectRef>
          <a:fontRef idx="minor">
            <a:schemeClr val="tx1"/>
          </a:fontRef>
        </p:style>
      </p:cxnSp>
      <p:cxnSp>
        <p:nvCxnSpPr>
          <p:cNvPr id="16" name="Straight Arrow Connector 15"/>
          <p:cNvCxnSpPr/>
          <p:nvPr/>
        </p:nvCxnSpPr>
        <p:spPr>
          <a:xfrm flipH="1">
            <a:off x="1835696" y="3676951"/>
            <a:ext cx="936105" cy="10795"/>
          </a:xfrm>
          <a:prstGeom prst="straightConnector1">
            <a:avLst/>
          </a:prstGeom>
          <a:ln w="38100">
            <a:solidFill>
              <a:srgbClr val="FF0000"/>
            </a:solidFill>
            <a:tailEnd type="arrow"/>
          </a:ln>
        </p:spPr>
        <p:style>
          <a:lnRef idx="1">
            <a:schemeClr val="accent1"/>
          </a:lnRef>
          <a:fillRef idx="0">
            <a:schemeClr val="accent1"/>
          </a:fillRef>
          <a:effectRef idx="0">
            <a:schemeClr val="accent1"/>
          </a:effectRef>
          <a:fontRef idx="minor">
            <a:schemeClr val="tx1"/>
          </a:fontRef>
        </p:style>
      </p:cxnSp>
      <p:sp>
        <p:nvSpPr>
          <p:cNvPr id="19" name="Down Arrow 18"/>
          <p:cNvSpPr/>
          <p:nvPr/>
        </p:nvSpPr>
        <p:spPr>
          <a:xfrm>
            <a:off x="3023828" y="4797152"/>
            <a:ext cx="153731" cy="360040"/>
          </a:xfrm>
          <a:prstGeom prst="downArrow">
            <a:avLst/>
          </a:prstGeom>
          <a:noFill/>
          <a:ln w="3810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b="1"/>
          </a:p>
        </p:txBody>
      </p:sp>
      <p:sp>
        <p:nvSpPr>
          <p:cNvPr id="20" name="TextBox 19"/>
          <p:cNvSpPr txBox="1"/>
          <p:nvPr/>
        </p:nvSpPr>
        <p:spPr>
          <a:xfrm>
            <a:off x="1474553" y="5197903"/>
            <a:ext cx="3242566" cy="369332"/>
          </a:xfrm>
          <a:prstGeom prst="rect">
            <a:avLst/>
          </a:prstGeom>
          <a:noFill/>
          <a:ln>
            <a:noFill/>
          </a:ln>
        </p:spPr>
        <p:txBody>
          <a:bodyPr wrap="square" rtlCol="0">
            <a:spAutoFit/>
          </a:bodyPr>
          <a:lstStyle/>
          <a:p>
            <a:r>
              <a:rPr lang="en-IN" b="1" dirty="0"/>
              <a:t>  4          :           6         :         5</a:t>
            </a:r>
          </a:p>
        </p:txBody>
      </p:sp>
      <p:sp>
        <p:nvSpPr>
          <p:cNvPr id="9" name="TextBox 8"/>
          <p:cNvSpPr txBox="1"/>
          <p:nvPr/>
        </p:nvSpPr>
        <p:spPr>
          <a:xfrm>
            <a:off x="1691680" y="5733256"/>
            <a:ext cx="4608512" cy="646331"/>
          </a:xfrm>
          <a:prstGeom prst="rect">
            <a:avLst/>
          </a:prstGeom>
          <a:noFill/>
        </p:spPr>
        <p:txBody>
          <a:bodyPr wrap="square" rtlCol="0">
            <a:spAutoFit/>
          </a:bodyPr>
          <a:lstStyle/>
          <a:p>
            <a:r>
              <a:rPr lang="en-IN" sz="3600" b="1" dirty="0">
                <a:solidFill>
                  <a:srgbClr val="00B050"/>
                </a:solidFill>
              </a:rPr>
              <a:t>A : B : C = 4 : 6 : 5</a:t>
            </a:r>
            <a:r>
              <a:rPr lang="en-IN" dirty="0"/>
              <a:t> </a:t>
            </a:r>
          </a:p>
        </p:txBody>
      </p:sp>
    </p:spTree>
    <p:extLst>
      <p:ext uri="{BB962C8B-B14F-4D97-AF65-F5344CB8AC3E}">
        <p14:creationId xmlns:p14="http://schemas.microsoft.com/office/powerpoint/2010/main" val="413690178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5"/>
                                        </p:tgtEl>
                                        <p:attrNameLst>
                                          <p:attrName>style.visibility</p:attrName>
                                        </p:attrNameLst>
                                      </p:cBhvr>
                                      <p:to>
                                        <p:strVal val="visible"/>
                                      </p:to>
                                    </p:set>
                                  </p:childTnLst>
                                </p:cTn>
                              </p:par>
                              <p:par>
                                <p:cTn id="9" presetID="1" presetClass="entr" presetSubtype="0" fill="hold" grpId="0" nodeType="withEffect">
                                  <p:stCondLst>
                                    <p:cond delay="0"/>
                                  </p:stCondLst>
                                  <p:childTnLst>
                                    <p:set>
                                      <p:cBhvr>
                                        <p:cTn id="10" dur="1" fill="hold">
                                          <p:stCondLst>
                                            <p:cond delay="0"/>
                                          </p:stCondLst>
                                        </p:cTn>
                                        <p:tgtEl>
                                          <p:spTgt spid="6"/>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0" presetClass="entr" presetSubtype="0" fill="hold" grpId="0" nodeType="clickEffect">
                                  <p:stCondLst>
                                    <p:cond delay="0"/>
                                  </p:stCondLst>
                                  <p:childTnLst>
                                    <p:set>
                                      <p:cBhvr>
                                        <p:cTn id="14" dur="1" fill="hold">
                                          <p:stCondLst>
                                            <p:cond delay="0"/>
                                          </p:stCondLst>
                                        </p:cTn>
                                        <p:tgtEl>
                                          <p:spTgt spid="7"/>
                                        </p:tgtEl>
                                        <p:attrNameLst>
                                          <p:attrName>style.visibility</p:attrName>
                                        </p:attrNameLst>
                                      </p:cBhvr>
                                      <p:to>
                                        <p:strVal val="visible"/>
                                      </p:to>
                                    </p:set>
                                    <p:animEffect transition="in" filter="fade">
                                      <p:cBhvr>
                                        <p:cTn id="15" dur="500"/>
                                        <p:tgtEl>
                                          <p:spTgt spid="7"/>
                                        </p:tgtEl>
                                      </p:cBhvr>
                                    </p:animEffect>
                                  </p:childTnLst>
                                </p:cTn>
                              </p:par>
                            </p:childTnLst>
                          </p:cTn>
                        </p:par>
                      </p:childTnLst>
                    </p:cTn>
                  </p:par>
                  <p:par>
                    <p:cTn id="16" fill="hold">
                      <p:stCondLst>
                        <p:cond delay="indefinite"/>
                      </p:stCondLst>
                      <p:childTnLst>
                        <p:par>
                          <p:cTn id="17" fill="hold">
                            <p:stCondLst>
                              <p:cond delay="0"/>
                            </p:stCondLst>
                            <p:childTnLst>
                              <p:par>
                                <p:cTn id="18" presetID="10" presetClass="entr" presetSubtype="0" fill="hold" nodeType="clickEffect">
                                  <p:stCondLst>
                                    <p:cond delay="0"/>
                                  </p:stCondLst>
                                  <p:childTnLst>
                                    <p:set>
                                      <p:cBhvr>
                                        <p:cTn id="19" dur="1" fill="hold">
                                          <p:stCondLst>
                                            <p:cond delay="0"/>
                                          </p:stCondLst>
                                        </p:cTn>
                                        <p:tgtEl>
                                          <p:spTgt spid="14"/>
                                        </p:tgtEl>
                                        <p:attrNameLst>
                                          <p:attrName>style.visibility</p:attrName>
                                        </p:attrNameLst>
                                      </p:cBhvr>
                                      <p:to>
                                        <p:strVal val="visible"/>
                                      </p:to>
                                    </p:set>
                                    <p:animEffect transition="in" filter="fade">
                                      <p:cBhvr>
                                        <p:cTn id="20" dur="500"/>
                                        <p:tgtEl>
                                          <p:spTgt spid="14"/>
                                        </p:tgtEl>
                                      </p:cBhvr>
                                    </p:animEffect>
                                  </p:childTnLst>
                                </p:cTn>
                              </p:par>
                              <p:par>
                                <p:cTn id="21" presetID="10" presetClass="entr" presetSubtype="0" fill="hold" grpId="0" nodeType="withEffect">
                                  <p:stCondLst>
                                    <p:cond delay="0"/>
                                  </p:stCondLst>
                                  <p:childTnLst>
                                    <p:set>
                                      <p:cBhvr>
                                        <p:cTn id="22" dur="1" fill="hold">
                                          <p:stCondLst>
                                            <p:cond delay="0"/>
                                          </p:stCondLst>
                                        </p:cTn>
                                        <p:tgtEl>
                                          <p:spTgt spid="12"/>
                                        </p:tgtEl>
                                        <p:attrNameLst>
                                          <p:attrName>style.visibility</p:attrName>
                                        </p:attrNameLst>
                                      </p:cBhvr>
                                      <p:to>
                                        <p:strVal val="visible"/>
                                      </p:to>
                                    </p:set>
                                    <p:animEffect transition="in" filter="fade">
                                      <p:cBhvr>
                                        <p:cTn id="23" dur="500"/>
                                        <p:tgtEl>
                                          <p:spTgt spid="12"/>
                                        </p:tgtEl>
                                      </p:cBhvr>
                                    </p:animEffect>
                                  </p:childTnLst>
                                </p:cTn>
                              </p:par>
                            </p:childTnLst>
                          </p:cTn>
                        </p:par>
                      </p:childTnLst>
                    </p:cTn>
                  </p:par>
                  <p:par>
                    <p:cTn id="24" fill="hold">
                      <p:stCondLst>
                        <p:cond delay="indefinite"/>
                      </p:stCondLst>
                      <p:childTnLst>
                        <p:par>
                          <p:cTn id="25" fill="hold">
                            <p:stCondLst>
                              <p:cond delay="0"/>
                            </p:stCondLst>
                            <p:childTnLst>
                              <p:par>
                                <p:cTn id="26" presetID="10" presetClass="entr" presetSubtype="0" fill="hold" nodeType="clickEffect">
                                  <p:stCondLst>
                                    <p:cond delay="0"/>
                                  </p:stCondLst>
                                  <p:childTnLst>
                                    <p:set>
                                      <p:cBhvr>
                                        <p:cTn id="27" dur="1" fill="hold">
                                          <p:stCondLst>
                                            <p:cond delay="0"/>
                                          </p:stCondLst>
                                        </p:cTn>
                                        <p:tgtEl>
                                          <p:spTgt spid="16"/>
                                        </p:tgtEl>
                                        <p:attrNameLst>
                                          <p:attrName>style.visibility</p:attrName>
                                        </p:attrNameLst>
                                      </p:cBhvr>
                                      <p:to>
                                        <p:strVal val="visible"/>
                                      </p:to>
                                    </p:set>
                                    <p:animEffect transition="in" filter="fade">
                                      <p:cBhvr>
                                        <p:cTn id="28" dur="500"/>
                                        <p:tgtEl>
                                          <p:spTgt spid="16"/>
                                        </p:tgtEl>
                                      </p:cBhvr>
                                    </p:animEffect>
                                  </p:childTnLst>
                                </p:cTn>
                              </p:par>
                              <p:par>
                                <p:cTn id="29" presetID="10" presetClass="entr" presetSubtype="0" fill="hold" grpId="0" nodeType="withEffect">
                                  <p:stCondLst>
                                    <p:cond delay="0"/>
                                  </p:stCondLst>
                                  <p:childTnLst>
                                    <p:set>
                                      <p:cBhvr>
                                        <p:cTn id="30" dur="1" fill="hold">
                                          <p:stCondLst>
                                            <p:cond delay="0"/>
                                          </p:stCondLst>
                                        </p:cTn>
                                        <p:tgtEl>
                                          <p:spTgt spid="13"/>
                                        </p:tgtEl>
                                        <p:attrNameLst>
                                          <p:attrName>style.visibility</p:attrName>
                                        </p:attrNameLst>
                                      </p:cBhvr>
                                      <p:to>
                                        <p:strVal val="visible"/>
                                      </p:to>
                                    </p:set>
                                    <p:animEffect transition="in" filter="fade">
                                      <p:cBhvr>
                                        <p:cTn id="31" dur="500"/>
                                        <p:tgtEl>
                                          <p:spTgt spid="13"/>
                                        </p:tgtEl>
                                      </p:cBhvr>
                                    </p:animEffect>
                                  </p:childTnLst>
                                </p:cTn>
                              </p:par>
                            </p:childTnLst>
                          </p:cTn>
                        </p:par>
                      </p:childTnLst>
                    </p:cTn>
                  </p:par>
                  <p:par>
                    <p:cTn id="32" fill="hold">
                      <p:stCondLst>
                        <p:cond delay="indefinite"/>
                      </p:stCondLst>
                      <p:childTnLst>
                        <p:par>
                          <p:cTn id="33" fill="hold">
                            <p:stCondLst>
                              <p:cond delay="0"/>
                            </p:stCondLst>
                            <p:childTnLst>
                              <p:par>
                                <p:cTn id="34" presetID="1" presetClass="entr" presetSubtype="0" fill="hold" nodeType="clickEffect">
                                  <p:stCondLst>
                                    <p:cond delay="0"/>
                                  </p:stCondLst>
                                  <p:childTnLst>
                                    <p:set>
                                      <p:cBhvr>
                                        <p:cTn id="35" dur="1" fill="hold">
                                          <p:stCondLst>
                                            <p:cond delay="0"/>
                                          </p:stCondLst>
                                        </p:cTn>
                                        <p:tgtEl>
                                          <p:spTgt spid="10"/>
                                        </p:tgtEl>
                                        <p:attrNameLst>
                                          <p:attrName>style.visibility</p:attrName>
                                        </p:attrNameLst>
                                      </p:cBhvr>
                                      <p:to>
                                        <p:strVal val="visible"/>
                                      </p:to>
                                    </p:set>
                                  </p:childTnLst>
                                </p:cTn>
                              </p:par>
                              <p:par>
                                <p:cTn id="36" presetID="1" presetClass="entr" presetSubtype="0" fill="hold" grpId="0" nodeType="withEffect">
                                  <p:stCondLst>
                                    <p:cond delay="0"/>
                                  </p:stCondLst>
                                  <p:childTnLst>
                                    <p:set>
                                      <p:cBhvr>
                                        <p:cTn id="37" dur="1" fill="hold">
                                          <p:stCondLst>
                                            <p:cond delay="0"/>
                                          </p:stCondLst>
                                        </p:cTn>
                                        <p:tgtEl>
                                          <p:spTgt spid="8"/>
                                        </p:tgtEl>
                                        <p:attrNameLst>
                                          <p:attrName>style.visibility</p:attrName>
                                        </p:attrNameLst>
                                      </p:cBhvr>
                                      <p:to>
                                        <p:strVal val="visible"/>
                                      </p:to>
                                    </p:set>
                                  </p:childTnLst>
                                </p:cTn>
                              </p:par>
                              <p:par>
                                <p:cTn id="38" presetID="1" presetClass="entr" presetSubtype="0" fill="hold" nodeType="withEffect">
                                  <p:stCondLst>
                                    <p:cond delay="0"/>
                                  </p:stCondLst>
                                  <p:childTnLst>
                                    <p:set>
                                      <p:cBhvr>
                                        <p:cTn id="39" dur="1" fill="hold">
                                          <p:stCondLst>
                                            <p:cond delay="0"/>
                                          </p:stCondLst>
                                        </p:cTn>
                                        <p:tgtEl>
                                          <p:spTgt spid="11"/>
                                        </p:tgtEl>
                                        <p:attrNameLst>
                                          <p:attrName>style.visibility</p:attrName>
                                        </p:attrNameLst>
                                      </p:cBhvr>
                                      <p:to>
                                        <p:strVal val="visible"/>
                                      </p:to>
                                    </p:set>
                                  </p:childTnLst>
                                </p:cTn>
                              </p:par>
                            </p:childTnLst>
                          </p:cTn>
                        </p:par>
                      </p:childTnLst>
                    </p:cTn>
                  </p:par>
                  <p:par>
                    <p:cTn id="40" fill="hold">
                      <p:stCondLst>
                        <p:cond delay="indefinite"/>
                      </p:stCondLst>
                      <p:childTnLst>
                        <p:par>
                          <p:cTn id="41" fill="hold">
                            <p:stCondLst>
                              <p:cond delay="0"/>
                            </p:stCondLst>
                            <p:childTnLst>
                              <p:par>
                                <p:cTn id="42" presetID="10" presetClass="entr" presetSubtype="0" fill="hold" grpId="0" nodeType="clickEffect">
                                  <p:stCondLst>
                                    <p:cond delay="0"/>
                                  </p:stCondLst>
                                  <p:childTnLst>
                                    <p:set>
                                      <p:cBhvr>
                                        <p:cTn id="43" dur="1" fill="hold">
                                          <p:stCondLst>
                                            <p:cond delay="0"/>
                                          </p:stCondLst>
                                        </p:cTn>
                                        <p:tgtEl>
                                          <p:spTgt spid="20"/>
                                        </p:tgtEl>
                                        <p:attrNameLst>
                                          <p:attrName>style.visibility</p:attrName>
                                        </p:attrNameLst>
                                      </p:cBhvr>
                                      <p:to>
                                        <p:strVal val="visible"/>
                                      </p:to>
                                    </p:set>
                                    <p:animEffect transition="in" filter="fade">
                                      <p:cBhvr>
                                        <p:cTn id="44" dur="500"/>
                                        <p:tgtEl>
                                          <p:spTgt spid="20"/>
                                        </p:tgtEl>
                                      </p:cBhvr>
                                    </p:animEffect>
                                  </p:childTnLst>
                                </p:cTn>
                              </p:par>
                              <p:par>
                                <p:cTn id="45" presetID="10" presetClass="entr" presetSubtype="0" fill="hold" grpId="0" nodeType="withEffect">
                                  <p:stCondLst>
                                    <p:cond delay="0"/>
                                  </p:stCondLst>
                                  <p:childTnLst>
                                    <p:set>
                                      <p:cBhvr>
                                        <p:cTn id="46" dur="1" fill="hold">
                                          <p:stCondLst>
                                            <p:cond delay="0"/>
                                          </p:stCondLst>
                                        </p:cTn>
                                        <p:tgtEl>
                                          <p:spTgt spid="19"/>
                                        </p:tgtEl>
                                        <p:attrNameLst>
                                          <p:attrName>style.visibility</p:attrName>
                                        </p:attrNameLst>
                                      </p:cBhvr>
                                      <p:to>
                                        <p:strVal val="visible"/>
                                      </p:to>
                                    </p:set>
                                    <p:animEffect transition="in" filter="fade">
                                      <p:cBhvr>
                                        <p:cTn id="47" dur="500"/>
                                        <p:tgtEl>
                                          <p:spTgt spid="19"/>
                                        </p:tgtEl>
                                      </p:cBhvr>
                                    </p:animEffect>
                                  </p:childTnLst>
                                </p:cTn>
                              </p:par>
                            </p:childTnLst>
                          </p:cTn>
                        </p:par>
                      </p:childTnLst>
                    </p:cTn>
                  </p:par>
                  <p:par>
                    <p:cTn id="48" fill="hold">
                      <p:stCondLst>
                        <p:cond delay="indefinite"/>
                      </p:stCondLst>
                      <p:childTnLst>
                        <p:par>
                          <p:cTn id="49" fill="hold">
                            <p:stCondLst>
                              <p:cond delay="0"/>
                            </p:stCondLst>
                            <p:childTnLst>
                              <p:par>
                                <p:cTn id="50" presetID="10" presetClass="entr" presetSubtype="0" fill="hold" grpId="0" nodeType="clickEffect">
                                  <p:stCondLst>
                                    <p:cond delay="0"/>
                                  </p:stCondLst>
                                  <p:childTnLst>
                                    <p:set>
                                      <p:cBhvr>
                                        <p:cTn id="51" dur="1" fill="hold">
                                          <p:stCondLst>
                                            <p:cond delay="0"/>
                                          </p:stCondLst>
                                        </p:cTn>
                                        <p:tgtEl>
                                          <p:spTgt spid="9"/>
                                        </p:tgtEl>
                                        <p:attrNameLst>
                                          <p:attrName>style.visibility</p:attrName>
                                        </p:attrNameLst>
                                      </p:cBhvr>
                                      <p:to>
                                        <p:strVal val="visible"/>
                                      </p:to>
                                    </p:set>
                                    <p:animEffect transition="in" filter="fade">
                                      <p:cBhvr>
                                        <p:cTn id="52" dur="500"/>
                                        <p:tgtEl>
                                          <p:spTgt spid="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P spid="5" grpId="0"/>
      <p:bldP spid="6" grpId="0"/>
      <p:bldP spid="7" grpId="0" animBg="1"/>
      <p:bldP spid="8" grpId="0"/>
      <p:bldP spid="12" grpId="0"/>
      <p:bldP spid="13" grpId="0"/>
      <p:bldP spid="19" grpId="0" animBg="1"/>
      <p:bldP spid="20" grpId="0"/>
      <p:bldP spid="9" grpId="0"/>
    </p:bld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3" name="Content Placeholder 2"/>
              <p:cNvSpPr>
                <a:spLocks noGrp="1"/>
              </p:cNvSpPr>
              <p:nvPr>
                <p:ph idx="1"/>
              </p:nvPr>
            </p:nvSpPr>
            <p:spPr>
              <a:xfrm>
                <a:off x="699247" y="2248347"/>
                <a:ext cx="8049217" cy="3877815"/>
              </a:xfrm>
            </p:spPr>
            <p:txBody>
              <a:bodyPr>
                <a:normAutofit/>
              </a:bodyPr>
              <a:lstStyle/>
              <a:p>
                <a:pPr marL="0" lvl="0" indent="0" algn="just">
                  <a:buNone/>
                </a:pPr>
                <a:r>
                  <a:rPr lang="en-US" sz="4000" b="1" dirty="0">
                    <a:solidFill>
                      <a:srgbClr val="FF0000"/>
                    </a:solidFill>
                    <a:latin typeface="Times New Roman" panose="02020603050405020304" pitchFamily="18" charset="0"/>
                    <a:cs typeface="Times New Roman" panose="02020603050405020304" pitchFamily="18" charset="0"/>
                  </a:rPr>
                  <a:t>If </a:t>
                </a:r>
                <a14:m>
                  <m:oMath xmlns:m="http://schemas.openxmlformats.org/officeDocument/2006/math">
                    <m:r>
                      <a:rPr lang="en-US" sz="4000" b="1" i="1" dirty="0" smtClean="0">
                        <a:solidFill>
                          <a:srgbClr val="FF0000"/>
                        </a:solidFill>
                        <a:latin typeface="Cambria Math"/>
                        <a:cs typeface="Times New Roman" panose="02020603050405020304" pitchFamily="18" charset="0"/>
                      </a:rPr>
                      <m:t>𝒂</m:t>
                    </m:r>
                    <m:r>
                      <a:rPr lang="en-US" sz="4000" b="1" i="1" dirty="0" smtClean="0">
                        <a:solidFill>
                          <a:srgbClr val="FF0000"/>
                        </a:solidFill>
                        <a:latin typeface="Cambria Math"/>
                        <a:cs typeface="Times New Roman" panose="02020603050405020304" pitchFamily="18" charset="0"/>
                      </a:rPr>
                      <m:t> :</m:t>
                    </m:r>
                    <m:r>
                      <a:rPr lang="en-US" sz="4000" b="1" i="1" dirty="0" smtClean="0">
                        <a:solidFill>
                          <a:srgbClr val="FF0000"/>
                        </a:solidFill>
                        <a:latin typeface="Cambria Math"/>
                        <a:cs typeface="Times New Roman" panose="02020603050405020304" pitchFamily="18" charset="0"/>
                      </a:rPr>
                      <m:t>𝒃</m:t>
                    </m:r>
                    <m:r>
                      <a:rPr lang="en-US" sz="4000" b="1" i="1" dirty="0" smtClean="0">
                        <a:solidFill>
                          <a:srgbClr val="FF0000"/>
                        </a:solidFill>
                        <a:latin typeface="Cambria Math"/>
                        <a:cs typeface="Times New Roman" panose="02020603050405020304" pitchFamily="18" charset="0"/>
                      </a:rPr>
                      <m:t>=</m:t>
                    </m:r>
                    <m:r>
                      <a:rPr lang="en-US" sz="4000" b="1" i="1" dirty="0" smtClean="0">
                        <a:solidFill>
                          <a:srgbClr val="FF0000"/>
                        </a:solidFill>
                        <a:latin typeface="Cambria Math"/>
                        <a:cs typeface="Times New Roman" panose="02020603050405020304" pitchFamily="18" charset="0"/>
                      </a:rPr>
                      <m:t>𝟖</m:t>
                    </m:r>
                    <m:r>
                      <a:rPr lang="en-US" sz="4000" b="1" i="1" dirty="0" smtClean="0">
                        <a:solidFill>
                          <a:srgbClr val="FF0000"/>
                        </a:solidFill>
                        <a:latin typeface="Cambria Math"/>
                        <a:cs typeface="Times New Roman" panose="02020603050405020304" pitchFamily="18" charset="0"/>
                      </a:rPr>
                      <m:t> :</m:t>
                    </m:r>
                    <m:r>
                      <a:rPr lang="en-US" sz="4000" b="1" i="1" dirty="0" smtClean="0">
                        <a:solidFill>
                          <a:srgbClr val="FF0000"/>
                        </a:solidFill>
                        <a:latin typeface="Cambria Math"/>
                        <a:cs typeface="Times New Roman" panose="02020603050405020304" pitchFamily="18" charset="0"/>
                      </a:rPr>
                      <m:t>𝟏𝟓</m:t>
                    </m:r>
                    <m:r>
                      <a:rPr lang="en-US" sz="4000" b="1" i="1" dirty="0" smtClean="0">
                        <a:solidFill>
                          <a:srgbClr val="FF0000"/>
                        </a:solidFill>
                        <a:latin typeface="Cambria Math"/>
                        <a:cs typeface="Times New Roman" panose="02020603050405020304" pitchFamily="18" charset="0"/>
                      </a:rPr>
                      <m:t>,  </m:t>
                    </m:r>
                    <m:r>
                      <a:rPr lang="en-US" sz="4000" b="1" i="1" dirty="0" smtClean="0">
                        <a:solidFill>
                          <a:srgbClr val="FF0000"/>
                        </a:solidFill>
                        <a:latin typeface="Cambria Math"/>
                        <a:cs typeface="Times New Roman" panose="02020603050405020304" pitchFamily="18" charset="0"/>
                      </a:rPr>
                      <m:t>𝒃</m:t>
                    </m:r>
                    <m:r>
                      <a:rPr lang="en-US" sz="4000" b="1" i="1" dirty="0" smtClean="0">
                        <a:solidFill>
                          <a:srgbClr val="FF0000"/>
                        </a:solidFill>
                        <a:latin typeface="Cambria Math"/>
                        <a:cs typeface="Times New Roman" panose="02020603050405020304" pitchFamily="18" charset="0"/>
                      </a:rPr>
                      <m:t> :</m:t>
                    </m:r>
                    <m:r>
                      <a:rPr lang="en-US" sz="4000" b="1" i="1" dirty="0" smtClean="0">
                        <a:solidFill>
                          <a:srgbClr val="FF0000"/>
                        </a:solidFill>
                        <a:latin typeface="Cambria Math"/>
                        <a:cs typeface="Times New Roman" panose="02020603050405020304" pitchFamily="18" charset="0"/>
                      </a:rPr>
                      <m:t>𝒄</m:t>
                    </m:r>
                    <m:r>
                      <a:rPr lang="en-US" sz="4000" b="1" i="1" dirty="0" smtClean="0">
                        <a:solidFill>
                          <a:srgbClr val="FF0000"/>
                        </a:solidFill>
                        <a:latin typeface="Cambria Math"/>
                        <a:cs typeface="Times New Roman" panose="02020603050405020304" pitchFamily="18" charset="0"/>
                      </a:rPr>
                      <m:t>=</m:t>
                    </m:r>
                    <m:r>
                      <a:rPr lang="en-US" sz="4000" b="1" i="1" dirty="0" smtClean="0">
                        <a:solidFill>
                          <a:srgbClr val="FF0000"/>
                        </a:solidFill>
                        <a:latin typeface="Cambria Math"/>
                        <a:cs typeface="Times New Roman" panose="02020603050405020304" pitchFamily="18" charset="0"/>
                      </a:rPr>
                      <m:t>𝟓</m:t>
                    </m:r>
                    <m:r>
                      <a:rPr lang="en-US" sz="4000" b="1" i="1" dirty="0" smtClean="0">
                        <a:solidFill>
                          <a:srgbClr val="FF0000"/>
                        </a:solidFill>
                        <a:latin typeface="Cambria Math"/>
                        <a:cs typeface="Times New Roman" panose="02020603050405020304" pitchFamily="18" charset="0"/>
                      </a:rPr>
                      <m:t> :</m:t>
                    </m:r>
                    <m:r>
                      <a:rPr lang="en-US" sz="4000" b="1" i="1" dirty="0" smtClean="0">
                        <a:solidFill>
                          <a:srgbClr val="FF0000"/>
                        </a:solidFill>
                        <a:latin typeface="Cambria Math"/>
                        <a:cs typeface="Times New Roman" panose="02020603050405020304" pitchFamily="18" charset="0"/>
                      </a:rPr>
                      <m:t>𝟖</m:t>
                    </m:r>
                    <m:r>
                      <a:rPr lang="en-US" sz="4000" b="1" i="1" dirty="0" smtClean="0">
                        <a:solidFill>
                          <a:srgbClr val="FF0000"/>
                        </a:solidFill>
                        <a:latin typeface="Cambria Math"/>
                        <a:cs typeface="Times New Roman" panose="02020603050405020304" pitchFamily="18" charset="0"/>
                      </a:rPr>
                      <m:t> </m:t>
                    </m:r>
                  </m:oMath>
                </a14:m>
                <a:r>
                  <a:rPr lang="en-US" sz="4000" b="1" dirty="0">
                    <a:solidFill>
                      <a:srgbClr val="FF0000"/>
                    </a:solidFill>
                    <a:latin typeface="Times New Roman" panose="02020603050405020304" pitchFamily="18" charset="0"/>
                    <a:cs typeface="Times New Roman" panose="02020603050405020304" pitchFamily="18" charset="0"/>
                  </a:rPr>
                  <a:t>and </a:t>
                </a:r>
                <a14:m>
                  <m:oMath xmlns:m="http://schemas.openxmlformats.org/officeDocument/2006/math">
                    <m:r>
                      <a:rPr lang="en-US" sz="4000" b="1" i="1" dirty="0" smtClean="0">
                        <a:solidFill>
                          <a:srgbClr val="FF0000"/>
                        </a:solidFill>
                        <a:latin typeface="Cambria Math"/>
                        <a:cs typeface="Times New Roman" panose="02020603050405020304" pitchFamily="18" charset="0"/>
                      </a:rPr>
                      <m:t>𝒄</m:t>
                    </m:r>
                    <m:r>
                      <a:rPr lang="en-US" sz="4000" b="1" i="1" dirty="0" smtClean="0">
                        <a:solidFill>
                          <a:srgbClr val="FF0000"/>
                        </a:solidFill>
                        <a:latin typeface="Cambria Math"/>
                        <a:cs typeface="Times New Roman" panose="02020603050405020304" pitchFamily="18" charset="0"/>
                      </a:rPr>
                      <m:t> : </m:t>
                    </m:r>
                    <m:r>
                      <a:rPr lang="en-US" sz="4000" b="1" i="1" dirty="0" smtClean="0">
                        <a:solidFill>
                          <a:srgbClr val="FF0000"/>
                        </a:solidFill>
                        <a:latin typeface="Cambria Math"/>
                        <a:cs typeface="Times New Roman" panose="02020603050405020304" pitchFamily="18" charset="0"/>
                      </a:rPr>
                      <m:t>𝒅</m:t>
                    </m:r>
                    <m:r>
                      <a:rPr lang="en-US" sz="4000" b="1" i="1" dirty="0" smtClean="0">
                        <a:solidFill>
                          <a:srgbClr val="FF0000"/>
                        </a:solidFill>
                        <a:latin typeface="Cambria Math"/>
                        <a:cs typeface="Times New Roman" panose="02020603050405020304" pitchFamily="18" charset="0"/>
                      </a:rPr>
                      <m:t>=</m:t>
                    </m:r>
                    <m:r>
                      <a:rPr lang="en-US" sz="4000" b="1" i="1" dirty="0" smtClean="0">
                        <a:solidFill>
                          <a:srgbClr val="FF0000"/>
                        </a:solidFill>
                        <a:latin typeface="Cambria Math"/>
                        <a:cs typeface="Times New Roman" panose="02020603050405020304" pitchFamily="18" charset="0"/>
                      </a:rPr>
                      <m:t>𝟒</m:t>
                    </m:r>
                    <m:r>
                      <a:rPr lang="en-US" sz="4000" b="1" i="1" dirty="0" smtClean="0">
                        <a:solidFill>
                          <a:srgbClr val="FF0000"/>
                        </a:solidFill>
                        <a:latin typeface="Cambria Math"/>
                        <a:cs typeface="Times New Roman" panose="02020603050405020304" pitchFamily="18" charset="0"/>
                      </a:rPr>
                      <m:t> :</m:t>
                    </m:r>
                    <m:r>
                      <a:rPr lang="en-US" sz="4000" b="1" i="1" dirty="0" smtClean="0">
                        <a:solidFill>
                          <a:srgbClr val="FF0000"/>
                        </a:solidFill>
                        <a:latin typeface="Cambria Math"/>
                        <a:cs typeface="Times New Roman" panose="02020603050405020304" pitchFamily="18" charset="0"/>
                      </a:rPr>
                      <m:t>𝟓</m:t>
                    </m:r>
                  </m:oMath>
                </a14:m>
                <a:r>
                  <a:rPr lang="en-US" sz="4000" b="1" dirty="0">
                    <a:solidFill>
                      <a:srgbClr val="FF0000"/>
                    </a:solidFill>
                    <a:latin typeface="Times New Roman" panose="02020603050405020304" pitchFamily="18" charset="0"/>
                    <a:cs typeface="Times New Roman" panose="02020603050405020304" pitchFamily="18" charset="0"/>
                  </a:rPr>
                  <a:t>, then </a:t>
                </a:r>
                <a14:m>
                  <m:oMath xmlns:m="http://schemas.openxmlformats.org/officeDocument/2006/math">
                    <m:r>
                      <a:rPr lang="en-US" sz="4000" b="1" i="1" dirty="0" smtClean="0">
                        <a:solidFill>
                          <a:srgbClr val="FF0000"/>
                        </a:solidFill>
                        <a:latin typeface="Cambria Math"/>
                        <a:cs typeface="Times New Roman" panose="02020603050405020304" pitchFamily="18" charset="0"/>
                      </a:rPr>
                      <m:t>𝒂</m:t>
                    </m:r>
                    <m:r>
                      <a:rPr lang="en-US" sz="4000" b="1" i="1" dirty="0" smtClean="0">
                        <a:solidFill>
                          <a:srgbClr val="FF0000"/>
                        </a:solidFill>
                        <a:latin typeface="Cambria Math"/>
                        <a:cs typeface="Times New Roman" panose="02020603050405020304" pitchFamily="18" charset="0"/>
                      </a:rPr>
                      <m:t> :</m:t>
                    </m:r>
                    <m:r>
                      <a:rPr lang="en-US" sz="4000" b="1" i="1" dirty="0" smtClean="0">
                        <a:solidFill>
                          <a:srgbClr val="FF0000"/>
                        </a:solidFill>
                        <a:latin typeface="Cambria Math"/>
                        <a:cs typeface="Times New Roman" panose="02020603050405020304" pitchFamily="18" charset="0"/>
                      </a:rPr>
                      <m:t>𝒅</m:t>
                    </m:r>
                    <m:r>
                      <a:rPr lang="en-US" sz="4000" b="1" i="1" dirty="0" smtClean="0">
                        <a:solidFill>
                          <a:srgbClr val="FF0000"/>
                        </a:solidFill>
                        <a:latin typeface="Cambria Math"/>
                        <a:cs typeface="Times New Roman" panose="02020603050405020304" pitchFamily="18" charset="0"/>
                      </a:rPr>
                      <m:t> </m:t>
                    </m:r>
                  </m:oMath>
                </a14:m>
                <a:r>
                  <a:rPr lang="en-US" sz="4000" b="1" dirty="0">
                    <a:solidFill>
                      <a:srgbClr val="FF0000"/>
                    </a:solidFill>
                    <a:latin typeface="Times New Roman" panose="02020603050405020304" pitchFamily="18" charset="0"/>
                    <a:cs typeface="Times New Roman" panose="02020603050405020304" pitchFamily="18" charset="0"/>
                  </a:rPr>
                  <a:t>is equal to:</a:t>
                </a:r>
              </a:p>
              <a:p>
                <a:pPr marL="0" lvl="0" indent="0" algn="just">
                  <a:buNone/>
                </a:pPr>
                <a:endParaRPr lang="en-IN" sz="4000" b="1" dirty="0">
                  <a:solidFill>
                    <a:srgbClr val="FF0000"/>
                  </a:solidFill>
                  <a:latin typeface="Times New Roman" panose="02020603050405020304" pitchFamily="18" charset="0"/>
                  <a:cs typeface="Times New Roman" panose="02020603050405020304" pitchFamily="18" charset="0"/>
                </a:endParaRPr>
              </a:p>
              <a:p>
                <a:pPr marL="0" indent="0" algn="just">
                  <a:buNone/>
                </a:pPr>
                <a:r>
                  <a:rPr lang="en-US" sz="3600" b="1" dirty="0">
                    <a:latin typeface="Times New Roman" panose="02020603050405020304" pitchFamily="18" charset="0"/>
                    <a:cs typeface="Times New Roman" panose="02020603050405020304" pitchFamily="18" charset="0"/>
                  </a:rPr>
                  <a:t>        a)2 : 7			b)4 : 15	</a:t>
                </a:r>
              </a:p>
              <a:p>
                <a:pPr marL="0" indent="0" algn="just">
                  <a:buNone/>
                </a:pPr>
                <a:r>
                  <a:rPr lang="en-US" sz="3600" b="1" dirty="0">
                    <a:latin typeface="Times New Roman" panose="02020603050405020304" pitchFamily="18" charset="0"/>
                    <a:cs typeface="Times New Roman" panose="02020603050405020304" pitchFamily="18" charset="0"/>
                  </a:rPr>
                  <a:t>	c)8 : 15			d)15 : 4</a:t>
                </a:r>
                <a:endParaRPr lang="en-IN" sz="3600" b="1" dirty="0">
                  <a:latin typeface="Times New Roman" panose="02020603050405020304" pitchFamily="18" charset="0"/>
                  <a:cs typeface="Times New Roman" panose="02020603050405020304" pitchFamily="18" charset="0"/>
                </a:endParaRPr>
              </a:p>
              <a:p>
                <a:pPr marL="0" indent="0" algn="just">
                  <a:buNone/>
                </a:pPr>
                <a:endParaRPr lang="en-IN" sz="3600" dirty="0">
                  <a:latin typeface="Times New Roman" panose="02020603050405020304" pitchFamily="18" charset="0"/>
                  <a:cs typeface="Times New Roman" panose="02020603050405020304" pitchFamily="18" charset="0"/>
                </a:endParaRPr>
              </a:p>
            </p:txBody>
          </p:sp>
        </mc:Choice>
        <mc:Fallback xmlns="">
          <p:sp>
            <p:nvSpPr>
              <p:cNvPr id="3" name="Content Placeholder 2"/>
              <p:cNvSpPr>
                <a:spLocks noGrp="1" noRot="1" noChangeAspect="1" noMove="1" noResize="1" noEditPoints="1" noAdjustHandles="1" noChangeArrowheads="1" noChangeShapeType="1" noTextEdit="1"/>
              </p:cNvSpPr>
              <p:nvPr>
                <p:ph idx="1"/>
              </p:nvPr>
            </p:nvSpPr>
            <p:spPr>
              <a:xfrm>
                <a:off x="699247" y="2248347"/>
                <a:ext cx="8049217" cy="3877815"/>
              </a:xfrm>
              <a:blipFill rotWithShape="1">
                <a:blip r:embed="rId2"/>
                <a:stretch>
                  <a:fillRect l="-2727" t="-2830" r="-2652"/>
                </a:stretch>
              </a:blipFill>
            </p:spPr>
            <p:txBody>
              <a:bodyPr/>
              <a:lstStyle/>
              <a:p>
                <a:r>
                  <a:rPr lang="en-IN">
                    <a:noFill/>
                  </a:rPr>
                  <a:t> </a:t>
                </a:r>
              </a:p>
            </p:txBody>
          </p:sp>
        </mc:Fallback>
      </mc:AlternateContent>
      <p:sp>
        <p:nvSpPr>
          <p:cNvPr id="2" name="Title 1"/>
          <p:cNvSpPr>
            <a:spLocks noGrp="1"/>
          </p:cNvSpPr>
          <p:nvPr>
            <p:ph type="title"/>
          </p:nvPr>
        </p:nvSpPr>
        <p:spPr/>
        <p:txBody>
          <a:bodyPr/>
          <a:lstStyle/>
          <a:p>
            <a:pPr algn="l"/>
            <a:r>
              <a:rPr lang="en-IN" b="1" dirty="0"/>
              <a:t>Q.3)</a:t>
            </a:r>
            <a:endParaRPr lang="en-IN" dirty="0"/>
          </a:p>
        </p:txBody>
      </p:sp>
    </p:spTree>
    <p:extLst>
      <p:ext uri="{BB962C8B-B14F-4D97-AF65-F5344CB8AC3E}">
        <p14:creationId xmlns:p14="http://schemas.microsoft.com/office/powerpoint/2010/main" val="2994929753"/>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p:cNvSpPr>
            <a:spLocks noGrp="1"/>
          </p:cNvSpPr>
          <p:nvPr>
            <p:ph idx="1"/>
          </p:nvPr>
        </p:nvSpPr>
        <p:spPr>
          <a:xfrm>
            <a:off x="683568" y="2204864"/>
            <a:ext cx="7745505" cy="4437510"/>
          </a:xfrm>
        </p:spPr>
        <p:txBody>
          <a:bodyPr/>
          <a:lstStyle/>
          <a:p>
            <a:pPr marL="0" indent="0">
              <a:buNone/>
            </a:pPr>
            <a:r>
              <a:rPr lang="en-IN" b="1" dirty="0"/>
              <a:t> </a:t>
            </a:r>
          </a:p>
        </p:txBody>
      </p:sp>
      <p:sp>
        <p:nvSpPr>
          <p:cNvPr id="3" name="Title 2"/>
          <p:cNvSpPr>
            <a:spLocks noGrp="1"/>
          </p:cNvSpPr>
          <p:nvPr>
            <p:ph type="title"/>
          </p:nvPr>
        </p:nvSpPr>
        <p:spPr/>
        <p:txBody>
          <a:bodyPr/>
          <a:lstStyle/>
          <a:p>
            <a:pPr algn="l"/>
            <a:r>
              <a:rPr lang="en-IN" b="1" dirty="0">
                <a:solidFill>
                  <a:srgbClr val="00B050"/>
                </a:solidFill>
              </a:rPr>
              <a:t>Q.3)Explanation</a:t>
            </a:r>
          </a:p>
        </p:txBody>
      </p:sp>
      <p:sp>
        <p:nvSpPr>
          <p:cNvPr id="4" name="TextBox 3"/>
          <p:cNvSpPr txBox="1"/>
          <p:nvPr/>
        </p:nvSpPr>
        <p:spPr>
          <a:xfrm>
            <a:off x="1547664" y="2204864"/>
            <a:ext cx="3672408" cy="523220"/>
          </a:xfrm>
          <a:prstGeom prst="rect">
            <a:avLst/>
          </a:prstGeom>
          <a:noFill/>
          <a:ln>
            <a:noFill/>
          </a:ln>
        </p:spPr>
        <p:txBody>
          <a:bodyPr wrap="square" rtlCol="0">
            <a:spAutoFit/>
          </a:bodyPr>
          <a:lstStyle/>
          <a:p>
            <a:r>
              <a:rPr lang="en-IN" sz="2800" b="1" dirty="0"/>
              <a:t>A   :    B    :    C    :     D</a:t>
            </a:r>
          </a:p>
        </p:txBody>
      </p:sp>
      <p:sp>
        <p:nvSpPr>
          <p:cNvPr id="5" name="TextBox 4"/>
          <p:cNvSpPr txBox="1"/>
          <p:nvPr/>
        </p:nvSpPr>
        <p:spPr>
          <a:xfrm>
            <a:off x="1547664" y="2819502"/>
            <a:ext cx="1836204" cy="523220"/>
          </a:xfrm>
          <a:prstGeom prst="rect">
            <a:avLst/>
          </a:prstGeom>
          <a:noFill/>
          <a:ln>
            <a:noFill/>
          </a:ln>
        </p:spPr>
        <p:txBody>
          <a:bodyPr wrap="square" rtlCol="0">
            <a:spAutoFit/>
          </a:bodyPr>
          <a:lstStyle/>
          <a:p>
            <a:r>
              <a:rPr lang="en-IN" sz="2800" b="1" dirty="0"/>
              <a:t>8    :    15          </a:t>
            </a:r>
          </a:p>
        </p:txBody>
      </p:sp>
      <p:sp>
        <p:nvSpPr>
          <p:cNvPr id="6" name="TextBox 5"/>
          <p:cNvSpPr txBox="1"/>
          <p:nvPr/>
        </p:nvSpPr>
        <p:spPr>
          <a:xfrm>
            <a:off x="2627233" y="3452884"/>
            <a:ext cx="1532210" cy="523220"/>
          </a:xfrm>
          <a:prstGeom prst="rect">
            <a:avLst/>
          </a:prstGeom>
          <a:noFill/>
          <a:ln>
            <a:noFill/>
          </a:ln>
        </p:spPr>
        <p:txBody>
          <a:bodyPr wrap="square" rtlCol="0">
            <a:spAutoFit/>
          </a:bodyPr>
          <a:lstStyle/>
          <a:p>
            <a:r>
              <a:rPr lang="en-IN" sz="2800" b="1" dirty="0"/>
              <a:t>5    :     8</a:t>
            </a:r>
          </a:p>
        </p:txBody>
      </p:sp>
      <p:sp>
        <p:nvSpPr>
          <p:cNvPr id="7" name="Oval 6"/>
          <p:cNvSpPr/>
          <p:nvPr/>
        </p:nvSpPr>
        <p:spPr>
          <a:xfrm>
            <a:off x="2555776" y="2767853"/>
            <a:ext cx="504056" cy="1113554"/>
          </a:xfrm>
          <a:prstGeom prst="ellipse">
            <a:avLst/>
          </a:prstGeom>
          <a:noFill/>
          <a:ln w="5715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b="1"/>
          </a:p>
        </p:txBody>
      </p:sp>
      <p:sp>
        <p:nvSpPr>
          <p:cNvPr id="12" name="TextBox 11"/>
          <p:cNvSpPr txBox="1"/>
          <p:nvPr/>
        </p:nvSpPr>
        <p:spPr>
          <a:xfrm>
            <a:off x="3079322" y="2801410"/>
            <a:ext cx="2284765" cy="523220"/>
          </a:xfrm>
          <a:prstGeom prst="rect">
            <a:avLst/>
          </a:prstGeom>
          <a:noFill/>
          <a:ln>
            <a:noFill/>
          </a:ln>
        </p:spPr>
        <p:txBody>
          <a:bodyPr wrap="square" rtlCol="0">
            <a:spAutoFit/>
          </a:bodyPr>
          <a:lstStyle/>
          <a:p>
            <a:r>
              <a:rPr lang="en-IN" sz="2800" b="1" dirty="0">
                <a:solidFill>
                  <a:srgbClr val="C00000"/>
                </a:solidFill>
              </a:rPr>
              <a:t> :    15   :    15          </a:t>
            </a:r>
          </a:p>
        </p:txBody>
      </p:sp>
      <p:sp>
        <p:nvSpPr>
          <p:cNvPr id="13" name="TextBox 12"/>
          <p:cNvSpPr txBox="1"/>
          <p:nvPr/>
        </p:nvSpPr>
        <p:spPr>
          <a:xfrm>
            <a:off x="1331640" y="3429000"/>
            <a:ext cx="1080120" cy="523220"/>
          </a:xfrm>
          <a:prstGeom prst="rect">
            <a:avLst/>
          </a:prstGeom>
          <a:noFill/>
          <a:ln>
            <a:noFill/>
          </a:ln>
        </p:spPr>
        <p:txBody>
          <a:bodyPr wrap="square" rtlCol="0">
            <a:spAutoFit/>
          </a:bodyPr>
          <a:lstStyle/>
          <a:p>
            <a:r>
              <a:rPr lang="en-IN" sz="2800" b="1" dirty="0"/>
              <a:t>  </a:t>
            </a:r>
            <a:r>
              <a:rPr lang="en-IN" sz="2800" b="1" dirty="0">
                <a:solidFill>
                  <a:srgbClr val="C00000"/>
                </a:solidFill>
              </a:rPr>
              <a:t>5     :   </a:t>
            </a:r>
          </a:p>
        </p:txBody>
      </p:sp>
      <p:cxnSp>
        <p:nvCxnSpPr>
          <p:cNvPr id="14" name="Straight Arrow Connector 13"/>
          <p:cNvCxnSpPr/>
          <p:nvPr/>
        </p:nvCxnSpPr>
        <p:spPr>
          <a:xfrm>
            <a:off x="2986142" y="2924944"/>
            <a:ext cx="576969" cy="10795"/>
          </a:xfrm>
          <a:prstGeom prst="straightConnector1">
            <a:avLst/>
          </a:prstGeom>
          <a:ln w="38100">
            <a:solidFill>
              <a:srgbClr val="FF0000"/>
            </a:solidFill>
            <a:tailEnd type="arrow"/>
          </a:ln>
        </p:spPr>
        <p:style>
          <a:lnRef idx="1">
            <a:schemeClr val="accent1"/>
          </a:lnRef>
          <a:fillRef idx="0">
            <a:schemeClr val="accent1"/>
          </a:fillRef>
          <a:effectRef idx="0">
            <a:schemeClr val="accent1"/>
          </a:effectRef>
          <a:fontRef idx="minor">
            <a:schemeClr val="tx1"/>
          </a:fontRef>
        </p:style>
      </p:cxnSp>
      <p:cxnSp>
        <p:nvCxnSpPr>
          <p:cNvPr id="16" name="Straight Arrow Connector 15"/>
          <p:cNvCxnSpPr/>
          <p:nvPr/>
        </p:nvCxnSpPr>
        <p:spPr>
          <a:xfrm flipH="1">
            <a:off x="2123729" y="3868443"/>
            <a:ext cx="576063" cy="0"/>
          </a:xfrm>
          <a:prstGeom prst="straightConnector1">
            <a:avLst/>
          </a:prstGeom>
          <a:ln w="38100">
            <a:solidFill>
              <a:srgbClr val="FF0000"/>
            </a:solidFill>
            <a:tailEnd type="arrow"/>
          </a:ln>
        </p:spPr>
        <p:style>
          <a:lnRef idx="1">
            <a:schemeClr val="accent1"/>
          </a:lnRef>
          <a:fillRef idx="0">
            <a:schemeClr val="accent1"/>
          </a:fillRef>
          <a:effectRef idx="0">
            <a:schemeClr val="accent1"/>
          </a:effectRef>
          <a:fontRef idx="minor">
            <a:schemeClr val="tx1"/>
          </a:fontRef>
        </p:style>
      </p:cxnSp>
      <p:sp>
        <p:nvSpPr>
          <p:cNvPr id="17" name="TextBox 16"/>
          <p:cNvSpPr txBox="1"/>
          <p:nvPr/>
        </p:nvSpPr>
        <p:spPr>
          <a:xfrm>
            <a:off x="4159443" y="3415341"/>
            <a:ext cx="2284765" cy="523220"/>
          </a:xfrm>
          <a:prstGeom prst="rect">
            <a:avLst/>
          </a:prstGeom>
          <a:noFill/>
          <a:ln>
            <a:noFill/>
          </a:ln>
        </p:spPr>
        <p:txBody>
          <a:bodyPr wrap="square" rtlCol="0">
            <a:spAutoFit/>
          </a:bodyPr>
          <a:lstStyle/>
          <a:p>
            <a:r>
              <a:rPr lang="en-IN" sz="2800" b="1" dirty="0"/>
              <a:t> </a:t>
            </a:r>
            <a:r>
              <a:rPr lang="en-IN" sz="2800" b="1" dirty="0">
                <a:solidFill>
                  <a:srgbClr val="C00000"/>
                </a:solidFill>
              </a:rPr>
              <a:t>:     8          </a:t>
            </a:r>
          </a:p>
        </p:txBody>
      </p:sp>
      <p:sp>
        <p:nvSpPr>
          <p:cNvPr id="18" name="TextBox 17"/>
          <p:cNvSpPr txBox="1"/>
          <p:nvPr/>
        </p:nvSpPr>
        <p:spPr>
          <a:xfrm>
            <a:off x="3598989" y="4077072"/>
            <a:ext cx="1621084" cy="523220"/>
          </a:xfrm>
          <a:prstGeom prst="rect">
            <a:avLst/>
          </a:prstGeom>
          <a:noFill/>
          <a:ln>
            <a:noFill/>
          </a:ln>
        </p:spPr>
        <p:txBody>
          <a:bodyPr wrap="square" rtlCol="0">
            <a:spAutoFit/>
          </a:bodyPr>
          <a:lstStyle/>
          <a:p>
            <a:r>
              <a:rPr lang="en-IN" sz="2800" b="1" dirty="0"/>
              <a:t> 4     :     5          </a:t>
            </a:r>
          </a:p>
        </p:txBody>
      </p:sp>
      <p:sp>
        <p:nvSpPr>
          <p:cNvPr id="21" name="TextBox 20"/>
          <p:cNvSpPr txBox="1"/>
          <p:nvPr/>
        </p:nvSpPr>
        <p:spPr>
          <a:xfrm>
            <a:off x="1502191" y="4129916"/>
            <a:ext cx="2061697" cy="523220"/>
          </a:xfrm>
          <a:prstGeom prst="rect">
            <a:avLst/>
          </a:prstGeom>
          <a:noFill/>
          <a:ln>
            <a:noFill/>
          </a:ln>
        </p:spPr>
        <p:txBody>
          <a:bodyPr wrap="square" rtlCol="0">
            <a:spAutoFit/>
          </a:bodyPr>
          <a:lstStyle/>
          <a:p>
            <a:r>
              <a:rPr lang="en-IN" sz="2800" b="1" dirty="0">
                <a:solidFill>
                  <a:srgbClr val="C00000"/>
                </a:solidFill>
              </a:rPr>
              <a:t>4     :    4     :</a:t>
            </a:r>
          </a:p>
        </p:txBody>
      </p:sp>
      <p:sp>
        <p:nvSpPr>
          <p:cNvPr id="22" name="Oval 21"/>
          <p:cNvSpPr/>
          <p:nvPr/>
        </p:nvSpPr>
        <p:spPr>
          <a:xfrm>
            <a:off x="3623019" y="3429000"/>
            <a:ext cx="504056" cy="1113554"/>
          </a:xfrm>
          <a:prstGeom prst="ellipse">
            <a:avLst/>
          </a:prstGeom>
          <a:noFill/>
          <a:ln w="5715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b="1"/>
          </a:p>
        </p:txBody>
      </p:sp>
      <p:cxnSp>
        <p:nvCxnSpPr>
          <p:cNvPr id="23" name="Straight Arrow Connector 22"/>
          <p:cNvCxnSpPr/>
          <p:nvPr/>
        </p:nvCxnSpPr>
        <p:spPr>
          <a:xfrm>
            <a:off x="3995936" y="3501008"/>
            <a:ext cx="576969" cy="10795"/>
          </a:xfrm>
          <a:prstGeom prst="straightConnector1">
            <a:avLst/>
          </a:prstGeom>
          <a:ln w="38100">
            <a:solidFill>
              <a:srgbClr val="FF0000"/>
            </a:solidFill>
            <a:tailEnd type="arrow"/>
          </a:ln>
        </p:spPr>
        <p:style>
          <a:lnRef idx="1">
            <a:schemeClr val="accent1"/>
          </a:lnRef>
          <a:fillRef idx="0">
            <a:schemeClr val="accent1"/>
          </a:fillRef>
          <a:effectRef idx="0">
            <a:schemeClr val="accent1"/>
          </a:effectRef>
          <a:fontRef idx="minor">
            <a:schemeClr val="tx1"/>
          </a:fontRef>
        </p:style>
      </p:cxnSp>
      <p:cxnSp>
        <p:nvCxnSpPr>
          <p:cNvPr id="24" name="Straight Arrow Connector 23"/>
          <p:cNvCxnSpPr/>
          <p:nvPr/>
        </p:nvCxnSpPr>
        <p:spPr>
          <a:xfrm flipH="1">
            <a:off x="3259813" y="4542554"/>
            <a:ext cx="576063" cy="0"/>
          </a:xfrm>
          <a:prstGeom prst="straightConnector1">
            <a:avLst/>
          </a:prstGeom>
          <a:ln w="38100">
            <a:solidFill>
              <a:srgbClr val="FF0000"/>
            </a:solidFill>
            <a:tailEnd type="arrow"/>
          </a:ln>
        </p:spPr>
        <p:style>
          <a:lnRef idx="1">
            <a:schemeClr val="accent1"/>
          </a:lnRef>
          <a:fillRef idx="0">
            <a:schemeClr val="accent1"/>
          </a:fillRef>
          <a:effectRef idx="0">
            <a:schemeClr val="accent1"/>
          </a:effectRef>
          <a:fontRef idx="minor">
            <a:schemeClr val="tx1"/>
          </a:fontRef>
        </p:style>
      </p:cxnSp>
      <p:cxnSp>
        <p:nvCxnSpPr>
          <p:cNvPr id="26" name="Straight Connector 25"/>
          <p:cNvCxnSpPr/>
          <p:nvPr/>
        </p:nvCxnSpPr>
        <p:spPr>
          <a:xfrm>
            <a:off x="1043608" y="4797152"/>
            <a:ext cx="4680520" cy="0"/>
          </a:xfrm>
          <a:prstGeom prst="line">
            <a:avLst/>
          </a:prstGeom>
          <a:ln w="57150">
            <a:solidFill>
              <a:srgbClr val="00B050"/>
            </a:solidFill>
          </a:ln>
        </p:spPr>
        <p:style>
          <a:lnRef idx="1">
            <a:schemeClr val="accent1"/>
          </a:lnRef>
          <a:fillRef idx="0">
            <a:schemeClr val="accent1"/>
          </a:fillRef>
          <a:effectRef idx="0">
            <a:schemeClr val="accent1"/>
          </a:effectRef>
          <a:fontRef idx="minor">
            <a:schemeClr val="tx1"/>
          </a:fontRef>
        </p:style>
      </p:cxnSp>
      <p:cxnSp>
        <p:nvCxnSpPr>
          <p:cNvPr id="27" name="Straight Connector 26"/>
          <p:cNvCxnSpPr/>
          <p:nvPr/>
        </p:nvCxnSpPr>
        <p:spPr>
          <a:xfrm>
            <a:off x="1043608" y="5589240"/>
            <a:ext cx="4680520" cy="0"/>
          </a:xfrm>
          <a:prstGeom prst="line">
            <a:avLst/>
          </a:prstGeom>
          <a:ln w="57150">
            <a:solidFill>
              <a:srgbClr val="00B050"/>
            </a:solidFill>
          </a:ln>
        </p:spPr>
        <p:style>
          <a:lnRef idx="1">
            <a:schemeClr val="accent1"/>
          </a:lnRef>
          <a:fillRef idx="0">
            <a:schemeClr val="accent1"/>
          </a:fillRef>
          <a:effectRef idx="0">
            <a:schemeClr val="accent1"/>
          </a:effectRef>
          <a:fontRef idx="minor">
            <a:schemeClr val="tx1"/>
          </a:fontRef>
        </p:style>
      </p:cxnSp>
      <p:sp>
        <p:nvSpPr>
          <p:cNvPr id="28" name="TextBox 27"/>
          <p:cNvSpPr txBox="1"/>
          <p:nvPr/>
        </p:nvSpPr>
        <p:spPr>
          <a:xfrm>
            <a:off x="1547665" y="4922004"/>
            <a:ext cx="3816422" cy="523220"/>
          </a:xfrm>
          <a:prstGeom prst="rect">
            <a:avLst/>
          </a:prstGeom>
          <a:noFill/>
          <a:ln>
            <a:noFill/>
          </a:ln>
        </p:spPr>
        <p:txBody>
          <a:bodyPr wrap="square" rtlCol="0">
            <a:spAutoFit/>
          </a:bodyPr>
          <a:lstStyle/>
          <a:p>
            <a:r>
              <a:rPr lang="en-IN" sz="2800" b="1" dirty="0"/>
              <a:t>4                 :                15          </a:t>
            </a:r>
          </a:p>
        </p:txBody>
      </p:sp>
      <p:sp>
        <p:nvSpPr>
          <p:cNvPr id="30" name="Rounded Rectangle 29"/>
          <p:cNvSpPr/>
          <p:nvPr/>
        </p:nvSpPr>
        <p:spPr>
          <a:xfrm>
            <a:off x="1403648" y="2132856"/>
            <a:ext cx="648072" cy="2520280"/>
          </a:xfrm>
          <a:prstGeom prst="roundRect">
            <a:avLst/>
          </a:prstGeom>
          <a:noFill/>
          <a:ln w="57150">
            <a:solidFill>
              <a:srgbClr val="00B05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31" name="Rounded Rectangle 30"/>
          <p:cNvSpPr/>
          <p:nvPr/>
        </p:nvSpPr>
        <p:spPr>
          <a:xfrm>
            <a:off x="4653753" y="2132856"/>
            <a:ext cx="648072" cy="2520280"/>
          </a:xfrm>
          <a:prstGeom prst="roundRect">
            <a:avLst/>
          </a:prstGeom>
          <a:noFill/>
          <a:ln w="57150">
            <a:solidFill>
              <a:srgbClr val="00B05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cxnSp>
        <p:nvCxnSpPr>
          <p:cNvPr id="33" name="Straight Connector 32"/>
          <p:cNvCxnSpPr/>
          <p:nvPr/>
        </p:nvCxnSpPr>
        <p:spPr>
          <a:xfrm flipH="1">
            <a:off x="1549477" y="2866283"/>
            <a:ext cx="360040" cy="393474"/>
          </a:xfrm>
          <a:prstGeom prst="line">
            <a:avLst/>
          </a:prstGeom>
          <a:ln w="57150">
            <a:solidFill>
              <a:srgbClr val="FF0000"/>
            </a:solidFill>
          </a:ln>
        </p:spPr>
        <p:style>
          <a:lnRef idx="1">
            <a:schemeClr val="accent1"/>
          </a:lnRef>
          <a:fillRef idx="0">
            <a:schemeClr val="accent1"/>
          </a:fillRef>
          <a:effectRef idx="0">
            <a:schemeClr val="accent1"/>
          </a:effectRef>
          <a:fontRef idx="minor">
            <a:schemeClr val="tx1"/>
          </a:fontRef>
        </p:style>
      </p:cxnSp>
      <p:cxnSp>
        <p:nvCxnSpPr>
          <p:cNvPr id="34" name="Straight Connector 33"/>
          <p:cNvCxnSpPr/>
          <p:nvPr/>
        </p:nvCxnSpPr>
        <p:spPr>
          <a:xfrm flipH="1">
            <a:off x="4797769" y="3452884"/>
            <a:ext cx="360040" cy="393474"/>
          </a:xfrm>
          <a:prstGeom prst="line">
            <a:avLst/>
          </a:prstGeom>
          <a:ln w="57150">
            <a:solidFill>
              <a:srgbClr val="FF0000"/>
            </a:solidFill>
          </a:ln>
        </p:spPr>
        <p:style>
          <a:lnRef idx="1">
            <a:schemeClr val="accent1"/>
          </a:lnRef>
          <a:fillRef idx="0">
            <a:schemeClr val="accent1"/>
          </a:fillRef>
          <a:effectRef idx="0">
            <a:schemeClr val="accent1"/>
          </a:effectRef>
          <a:fontRef idx="minor">
            <a:schemeClr val="tx1"/>
          </a:fontRef>
        </p:style>
      </p:cxnSp>
      <p:cxnSp>
        <p:nvCxnSpPr>
          <p:cNvPr id="35" name="Straight Connector 34"/>
          <p:cNvCxnSpPr/>
          <p:nvPr/>
        </p:nvCxnSpPr>
        <p:spPr>
          <a:xfrm flipH="1">
            <a:off x="1494905" y="3479602"/>
            <a:ext cx="360040" cy="393474"/>
          </a:xfrm>
          <a:prstGeom prst="line">
            <a:avLst/>
          </a:prstGeom>
          <a:ln w="57150">
            <a:solidFill>
              <a:srgbClr val="FF0000"/>
            </a:solidFill>
          </a:ln>
        </p:spPr>
        <p:style>
          <a:lnRef idx="1">
            <a:schemeClr val="accent1"/>
          </a:lnRef>
          <a:fillRef idx="0">
            <a:schemeClr val="accent1"/>
          </a:fillRef>
          <a:effectRef idx="0">
            <a:schemeClr val="accent1"/>
          </a:effectRef>
          <a:fontRef idx="minor">
            <a:schemeClr val="tx1"/>
          </a:fontRef>
        </p:style>
      </p:cxnSp>
      <p:cxnSp>
        <p:nvCxnSpPr>
          <p:cNvPr id="36" name="Straight Connector 35"/>
          <p:cNvCxnSpPr/>
          <p:nvPr/>
        </p:nvCxnSpPr>
        <p:spPr>
          <a:xfrm flipH="1">
            <a:off x="4855021" y="4129339"/>
            <a:ext cx="360040" cy="393474"/>
          </a:xfrm>
          <a:prstGeom prst="line">
            <a:avLst/>
          </a:prstGeom>
          <a:ln w="57150">
            <a:solidFill>
              <a:srgbClr val="FF0000"/>
            </a:solidFill>
          </a:ln>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xmlns:a14="http://schemas.microsoft.com/office/drawing/2010/main">
        <mc:Choice Requires="a14">
          <p:sp>
            <p:nvSpPr>
              <p:cNvPr id="20" name="TextBox 19"/>
              <p:cNvSpPr txBox="1"/>
              <p:nvPr/>
            </p:nvSpPr>
            <p:spPr>
              <a:xfrm>
                <a:off x="1403648" y="5934488"/>
                <a:ext cx="4805287" cy="707886"/>
              </a:xfrm>
              <a:prstGeom prst="rect">
                <a:avLst/>
              </a:prstGeom>
              <a:noFill/>
            </p:spPr>
            <p:txBody>
              <a:bodyPr wrap="square" rtlCol="0">
                <a:spAutoFit/>
              </a:bodyPr>
              <a:lstStyle/>
              <a:p>
                <a14:m>
                  <m:oMath xmlns:m="http://schemas.openxmlformats.org/officeDocument/2006/math">
                    <m:r>
                      <a:rPr lang="en-IN" sz="4000" b="1" i="1" smtClean="0">
                        <a:solidFill>
                          <a:srgbClr val="FF0000"/>
                        </a:solidFill>
                        <a:latin typeface="Cambria Math"/>
                        <a:ea typeface="Cambria Math"/>
                      </a:rPr>
                      <m:t>∴ </m:t>
                    </m:r>
                    <m:r>
                      <a:rPr lang="en-IN" sz="4000" b="1" i="1" smtClean="0">
                        <a:solidFill>
                          <a:srgbClr val="00B050"/>
                        </a:solidFill>
                        <a:latin typeface="Cambria Math"/>
                        <a:ea typeface="Cambria Math"/>
                      </a:rPr>
                      <m:t> </m:t>
                    </m:r>
                  </m:oMath>
                </a14:m>
                <a:r>
                  <a:rPr lang="en-IN" sz="4000" b="1" dirty="0">
                    <a:solidFill>
                      <a:srgbClr val="00B050"/>
                    </a:solidFill>
                  </a:rPr>
                  <a:t>A : D = 4 : 15</a:t>
                </a:r>
              </a:p>
            </p:txBody>
          </p:sp>
        </mc:Choice>
        <mc:Fallback xmlns="">
          <p:sp>
            <p:nvSpPr>
              <p:cNvPr id="20" name="TextBox 19"/>
              <p:cNvSpPr txBox="1">
                <a:spLocks noRot="1" noChangeAspect="1" noMove="1" noResize="1" noEditPoints="1" noAdjustHandles="1" noChangeArrowheads="1" noChangeShapeType="1" noTextEdit="1"/>
              </p:cNvSpPr>
              <p:nvPr/>
            </p:nvSpPr>
            <p:spPr>
              <a:xfrm>
                <a:off x="1403648" y="5934488"/>
                <a:ext cx="4805287" cy="707886"/>
              </a:xfrm>
              <a:prstGeom prst="rect">
                <a:avLst/>
              </a:prstGeom>
              <a:blipFill rotWithShape="1">
                <a:blip r:embed="rId2"/>
                <a:stretch>
                  <a:fillRect t="-15517" b="-36207"/>
                </a:stretch>
              </a:blipFill>
            </p:spPr>
            <p:txBody>
              <a:bodyPr/>
              <a:lstStyle/>
              <a:p>
                <a:r>
                  <a:rPr lang="en-IN">
                    <a:noFill/>
                  </a:rPr>
                  <a:t> </a:t>
                </a:r>
              </a:p>
            </p:txBody>
          </p:sp>
        </mc:Fallback>
      </mc:AlternateContent>
    </p:spTree>
    <p:extLst>
      <p:ext uri="{BB962C8B-B14F-4D97-AF65-F5344CB8AC3E}">
        <p14:creationId xmlns:p14="http://schemas.microsoft.com/office/powerpoint/2010/main" val="67921687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fade">
                                      <p:cBhvr>
                                        <p:cTn id="7" dur="500"/>
                                        <p:tgtEl>
                                          <p:spTgt spid="4"/>
                                        </p:tgtEl>
                                      </p:cBhvr>
                                    </p:animEffect>
                                  </p:childTnLst>
                                </p:cTn>
                              </p:par>
                              <p:par>
                                <p:cTn id="8" presetID="10" presetClass="entr" presetSubtype="0" fill="hold" grpId="0" nodeType="withEffect">
                                  <p:stCondLst>
                                    <p:cond delay="0"/>
                                  </p:stCondLst>
                                  <p:childTnLst>
                                    <p:set>
                                      <p:cBhvr>
                                        <p:cTn id="9" dur="1" fill="hold">
                                          <p:stCondLst>
                                            <p:cond delay="0"/>
                                          </p:stCondLst>
                                        </p:cTn>
                                        <p:tgtEl>
                                          <p:spTgt spid="5"/>
                                        </p:tgtEl>
                                        <p:attrNameLst>
                                          <p:attrName>style.visibility</p:attrName>
                                        </p:attrNameLst>
                                      </p:cBhvr>
                                      <p:to>
                                        <p:strVal val="visible"/>
                                      </p:to>
                                    </p:set>
                                    <p:animEffect transition="in" filter="fade">
                                      <p:cBhvr>
                                        <p:cTn id="10" dur="500"/>
                                        <p:tgtEl>
                                          <p:spTgt spid="5"/>
                                        </p:tgtEl>
                                      </p:cBhvr>
                                    </p:animEffect>
                                  </p:childTnLst>
                                </p:cTn>
                              </p:par>
                              <p:par>
                                <p:cTn id="11" presetID="10" presetClass="entr" presetSubtype="0" fill="hold" grpId="0" nodeType="withEffect">
                                  <p:stCondLst>
                                    <p:cond delay="0"/>
                                  </p:stCondLst>
                                  <p:childTnLst>
                                    <p:set>
                                      <p:cBhvr>
                                        <p:cTn id="12" dur="1" fill="hold">
                                          <p:stCondLst>
                                            <p:cond delay="0"/>
                                          </p:stCondLst>
                                        </p:cTn>
                                        <p:tgtEl>
                                          <p:spTgt spid="6"/>
                                        </p:tgtEl>
                                        <p:attrNameLst>
                                          <p:attrName>style.visibility</p:attrName>
                                        </p:attrNameLst>
                                      </p:cBhvr>
                                      <p:to>
                                        <p:strVal val="visible"/>
                                      </p:to>
                                    </p:set>
                                    <p:animEffect transition="in" filter="fade">
                                      <p:cBhvr>
                                        <p:cTn id="13" dur="500"/>
                                        <p:tgtEl>
                                          <p:spTgt spid="6"/>
                                        </p:tgtEl>
                                      </p:cBhvr>
                                    </p:animEffect>
                                  </p:childTnLst>
                                </p:cTn>
                              </p:par>
                              <p:par>
                                <p:cTn id="14" presetID="10" presetClass="entr" presetSubtype="0" fill="hold" grpId="0" nodeType="withEffect">
                                  <p:stCondLst>
                                    <p:cond delay="0"/>
                                  </p:stCondLst>
                                  <p:childTnLst>
                                    <p:set>
                                      <p:cBhvr>
                                        <p:cTn id="15" dur="1" fill="hold">
                                          <p:stCondLst>
                                            <p:cond delay="0"/>
                                          </p:stCondLst>
                                        </p:cTn>
                                        <p:tgtEl>
                                          <p:spTgt spid="18"/>
                                        </p:tgtEl>
                                        <p:attrNameLst>
                                          <p:attrName>style.visibility</p:attrName>
                                        </p:attrNameLst>
                                      </p:cBhvr>
                                      <p:to>
                                        <p:strVal val="visible"/>
                                      </p:to>
                                    </p:set>
                                    <p:animEffect transition="in" filter="fade">
                                      <p:cBhvr>
                                        <p:cTn id="16" dur="500"/>
                                        <p:tgtEl>
                                          <p:spTgt spid="18"/>
                                        </p:tgtEl>
                                      </p:cBhvr>
                                    </p:animEffect>
                                  </p:childTnLst>
                                </p:cTn>
                              </p:par>
                            </p:childTnLst>
                          </p:cTn>
                        </p:par>
                      </p:childTnLst>
                    </p:cTn>
                  </p:par>
                  <p:par>
                    <p:cTn id="17" fill="hold">
                      <p:stCondLst>
                        <p:cond delay="indefinite"/>
                      </p:stCondLst>
                      <p:childTnLst>
                        <p:par>
                          <p:cTn id="18" fill="hold">
                            <p:stCondLst>
                              <p:cond delay="0"/>
                            </p:stCondLst>
                            <p:childTnLst>
                              <p:par>
                                <p:cTn id="19" presetID="10" presetClass="entr" presetSubtype="0" fill="hold" grpId="0" nodeType="clickEffect">
                                  <p:stCondLst>
                                    <p:cond delay="0"/>
                                  </p:stCondLst>
                                  <p:childTnLst>
                                    <p:set>
                                      <p:cBhvr>
                                        <p:cTn id="20" dur="1" fill="hold">
                                          <p:stCondLst>
                                            <p:cond delay="0"/>
                                          </p:stCondLst>
                                        </p:cTn>
                                        <p:tgtEl>
                                          <p:spTgt spid="7"/>
                                        </p:tgtEl>
                                        <p:attrNameLst>
                                          <p:attrName>style.visibility</p:attrName>
                                        </p:attrNameLst>
                                      </p:cBhvr>
                                      <p:to>
                                        <p:strVal val="visible"/>
                                      </p:to>
                                    </p:set>
                                    <p:animEffect transition="in" filter="fade">
                                      <p:cBhvr>
                                        <p:cTn id="21" dur="500"/>
                                        <p:tgtEl>
                                          <p:spTgt spid="7"/>
                                        </p:tgtEl>
                                      </p:cBhvr>
                                    </p:animEffect>
                                  </p:childTnLst>
                                </p:cTn>
                              </p:par>
                              <p:par>
                                <p:cTn id="22" presetID="10" presetClass="entr" presetSubtype="0" fill="hold" grpId="0" nodeType="withEffect">
                                  <p:stCondLst>
                                    <p:cond delay="0"/>
                                  </p:stCondLst>
                                  <p:childTnLst>
                                    <p:set>
                                      <p:cBhvr>
                                        <p:cTn id="23" dur="1" fill="hold">
                                          <p:stCondLst>
                                            <p:cond delay="0"/>
                                          </p:stCondLst>
                                        </p:cTn>
                                        <p:tgtEl>
                                          <p:spTgt spid="22"/>
                                        </p:tgtEl>
                                        <p:attrNameLst>
                                          <p:attrName>style.visibility</p:attrName>
                                        </p:attrNameLst>
                                      </p:cBhvr>
                                      <p:to>
                                        <p:strVal val="visible"/>
                                      </p:to>
                                    </p:set>
                                    <p:animEffect transition="in" filter="fade">
                                      <p:cBhvr>
                                        <p:cTn id="24" dur="500"/>
                                        <p:tgtEl>
                                          <p:spTgt spid="22"/>
                                        </p:tgtEl>
                                      </p:cBhvr>
                                    </p:animEffect>
                                  </p:childTnLst>
                                </p:cTn>
                              </p:par>
                            </p:childTnLst>
                          </p:cTn>
                        </p:par>
                      </p:childTnLst>
                    </p:cTn>
                  </p:par>
                  <p:par>
                    <p:cTn id="25" fill="hold">
                      <p:stCondLst>
                        <p:cond delay="indefinite"/>
                      </p:stCondLst>
                      <p:childTnLst>
                        <p:par>
                          <p:cTn id="26" fill="hold">
                            <p:stCondLst>
                              <p:cond delay="0"/>
                            </p:stCondLst>
                            <p:childTnLst>
                              <p:par>
                                <p:cTn id="27" presetID="10" presetClass="entr" presetSubtype="0" fill="hold" nodeType="clickEffect">
                                  <p:stCondLst>
                                    <p:cond delay="0"/>
                                  </p:stCondLst>
                                  <p:childTnLst>
                                    <p:set>
                                      <p:cBhvr>
                                        <p:cTn id="28" dur="1" fill="hold">
                                          <p:stCondLst>
                                            <p:cond delay="0"/>
                                          </p:stCondLst>
                                        </p:cTn>
                                        <p:tgtEl>
                                          <p:spTgt spid="14"/>
                                        </p:tgtEl>
                                        <p:attrNameLst>
                                          <p:attrName>style.visibility</p:attrName>
                                        </p:attrNameLst>
                                      </p:cBhvr>
                                      <p:to>
                                        <p:strVal val="visible"/>
                                      </p:to>
                                    </p:set>
                                    <p:animEffect transition="in" filter="fade">
                                      <p:cBhvr>
                                        <p:cTn id="29" dur="500"/>
                                        <p:tgtEl>
                                          <p:spTgt spid="14"/>
                                        </p:tgtEl>
                                      </p:cBhvr>
                                    </p:animEffect>
                                  </p:childTnLst>
                                </p:cTn>
                              </p:par>
                              <p:par>
                                <p:cTn id="30" presetID="10" presetClass="entr" presetSubtype="0" fill="hold" grpId="0" nodeType="withEffect">
                                  <p:stCondLst>
                                    <p:cond delay="0"/>
                                  </p:stCondLst>
                                  <p:childTnLst>
                                    <p:set>
                                      <p:cBhvr>
                                        <p:cTn id="31" dur="1" fill="hold">
                                          <p:stCondLst>
                                            <p:cond delay="0"/>
                                          </p:stCondLst>
                                        </p:cTn>
                                        <p:tgtEl>
                                          <p:spTgt spid="12"/>
                                        </p:tgtEl>
                                        <p:attrNameLst>
                                          <p:attrName>style.visibility</p:attrName>
                                        </p:attrNameLst>
                                      </p:cBhvr>
                                      <p:to>
                                        <p:strVal val="visible"/>
                                      </p:to>
                                    </p:set>
                                    <p:animEffect transition="in" filter="fade">
                                      <p:cBhvr>
                                        <p:cTn id="32" dur="500"/>
                                        <p:tgtEl>
                                          <p:spTgt spid="12"/>
                                        </p:tgtEl>
                                      </p:cBhvr>
                                    </p:animEffect>
                                  </p:childTnLst>
                                </p:cTn>
                              </p:par>
                            </p:childTnLst>
                          </p:cTn>
                        </p:par>
                      </p:childTnLst>
                    </p:cTn>
                  </p:par>
                  <p:par>
                    <p:cTn id="33" fill="hold">
                      <p:stCondLst>
                        <p:cond delay="indefinite"/>
                      </p:stCondLst>
                      <p:childTnLst>
                        <p:par>
                          <p:cTn id="34" fill="hold">
                            <p:stCondLst>
                              <p:cond delay="0"/>
                            </p:stCondLst>
                            <p:childTnLst>
                              <p:par>
                                <p:cTn id="35" presetID="10" presetClass="entr" presetSubtype="0" fill="hold" nodeType="clickEffect">
                                  <p:stCondLst>
                                    <p:cond delay="0"/>
                                  </p:stCondLst>
                                  <p:childTnLst>
                                    <p:set>
                                      <p:cBhvr>
                                        <p:cTn id="36" dur="1" fill="hold">
                                          <p:stCondLst>
                                            <p:cond delay="0"/>
                                          </p:stCondLst>
                                        </p:cTn>
                                        <p:tgtEl>
                                          <p:spTgt spid="23"/>
                                        </p:tgtEl>
                                        <p:attrNameLst>
                                          <p:attrName>style.visibility</p:attrName>
                                        </p:attrNameLst>
                                      </p:cBhvr>
                                      <p:to>
                                        <p:strVal val="visible"/>
                                      </p:to>
                                    </p:set>
                                    <p:animEffect transition="in" filter="fade">
                                      <p:cBhvr>
                                        <p:cTn id="37" dur="500"/>
                                        <p:tgtEl>
                                          <p:spTgt spid="23"/>
                                        </p:tgtEl>
                                      </p:cBhvr>
                                    </p:animEffect>
                                  </p:childTnLst>
                                </p:cTn>
                              </p:par>
                              <p:par>
                                <p:cTn id="38" presetID="10" presetClass="entr" presetSubtype="0" fill="hold" grpId="0" nodeType="withEffect">
                                  <p:stCondLst>
                                    <p:cond delay="0"/>
                                  </p:stCondLst>
                                  <p:childTnLst>
                                    <p:set>
                                      <p:cBhvr>
                                        <p:cTn id="39" dur="1" fill="hold">
                                          <p:stCondLst>
                                            <p:cond delay="0"/>
                                          </p:stCondLst>
                                        </p:cTn>
                                        <p:tgtEl>
                                          <p:spTgt spid="17"/>
                                        </p:tgtEl>
                                        <p:attrNameLst>
                                          <p:attrName>style.visibility</p:attrName>
                                        </p:attrNameLst>
                                      </p:cBhvr>
                                      <p:to>
                                        <p:strVal val="visible"/>
                                      </p:to>
                                    </p:set>
                                    <p:animEffect transition="in" filter="fade">
                                      <p:cBhvr>
                                        <p:cTn id="40" dur="500"/>
                                        <p:tgtEl>
                                          <p:spTgt spid="17"/>
                                        </p:tgtEl>
                                      </p:cBhvr>
                                    </p:animEffect>
                                  </p:childTnLst>
                                </p:cTn>
                              </p:par>
                            </p:childTnLst>
                          </p:cTn>
                        </p:par>
                      </p:childTnLst>
                    </p:cTn>
                  </p:par>
                  <p:par>
                    <p:cTn id="41" fill="hold">
                      <p:stCondLst>
                        <p:cond delay="indefinite"/>
                      </p:stCondLst>
                      <p:childTnLst>
                        <p:par>
                          <p:cTn id="42" fill="hold">
                            <p:stCondLst>
                              <p:cond delay="0"/>
                            </p:stCondLst>
                            <p:childTnLst>
                              <p:par>
                                <p:cTn id="43" presetID="10" presetClass="entr" presetSubtype="0" fill="hold" nodeType="clickEffect">
                                  <p:stCondLst>
                                    <p:cond delay="0"/>
                                  </p:stCondLst>
                                  <p:childTnLst>
                                    <p:set>
                                      <p:cBhvr>
                                        <p:cTn id="44" dur="1" fill="hold">
                                          <p:stCondLst>
                                            <p:cond delay="0"/>
                                          </p:stCondLst>
                                        </p:cTn>
                                        <p:tgtEl>
                                          <p:spTgt spid="16"/>
                                        </p:tgtEl>
                                        <p:attrNameLst>
                                          <p:attrName>style.visibility</p:attrName>
                                        </p:attrNameLst>
                                      </p:cBhvr>
                                      <p:to>
                                        <p:strVal val="visible"/>
                                      </p:to>
                                    </p:set>
                                    <p:animEffect transition="in" filter="fade">
                                      <p:cBhvr>
                                        <p:cTn id="45" dur="500"/>
                                        <p:tgtEl>
                                          <p:spTgt spid="16"/>
                                        </p:tgtEl>
                                      </p:cBhvr>
                                    </p:animEffect>
                                  </p:childTnLst>
                                </p:cTn>
                              </p:par>
                              <p:par>
                                <p:cTn id="46" presetID="10" presetClass="entr" presetSubtype="0" fill="hold" grpId="0" nodeType="withEffect">
                                  <p:stCondLst>
                                    <p:cond delay="0"/>
                                  </p:stCondLst>
                                  <p:childTnLst>
                                    <p:set>
                                      <p:cBhvr>
                                        <p:cTn id="47" dur="1" fill="hold">
                                          <p:stCondLst>
                                            <p:cond delay="0"/>
                                          </p:stCondLst>
                                        </p:cTn>
                                        <p:tgtEl>
                                          <p:spTgt spid="13"/>
                                        </p:tgtEl>
                                        <p:attrNameLst>
                                          <p:attrName>style.visibility</p:attrName>
                                        </p:attrNameLst>
                                      </p:cBhvr>
                                      <p:to>
                                        <p:strVal val="visible"/>
                                      </p:to>
                                    </p:set>
                                    <p:animEffect transition="in" filter="fade">
                                      <p:cBhvr>
                                        <p:cTn id="48" dur="500"/>
                                        <p:tgtEl>
                                          <p:spTgt spid="13"/>
                                        </p:tgtEl>
                                      </p:cBhvr>
                                    </p:animEffect>
                                  </p:childTnLst>
                                </p:cTn>
                              </p:par>
                            </p:childTnLst>
                          </p:cTn>
                        </p:par>
                      </p:childTnLst>
                    </p:cTn>
                  </p:par>
                  <p:par>
                    <p:cTn id="49" fill="hold">
                      <p:stCondLst>
                        <p:cond delay="indefinite"/>
                      </p:stCondLst>
                      <p:childTnLst>
                        <p:par>
                          <p:cTn id="50" fill="hold">
                            <p:stCondLst>
                              <p:cond delay="0"/>
                            </p:stCondLst>
                            <p:childTnLst>
                              <p:par>
                                <p:cTn id="51" presetID="10" presetClass="entr" presetSubtype="0" fill="hold" nodeType="clickEffect">
                                  <p:stCondLst>
                                    <p:cond delay="0"/>
                                  </p:stCondLst>
                                  <p:childTnLst>
                                    <p:set>
                                      <p:cBhvr>
                                        <p:cTn id="52" dur="1" fill="hold">
                                          <p:stCondLst>
                                            <p:cond delay="0"/>
                                          </p:stCondLst>
                                        </p:cTn>
                                        <p:tgtEl>
                                          <p:spTgt spid="24"/>
                                        </p:tgtEl>
                                        <p:attrNameLst>
                                          <p:attrName>style.visibility</p:attrName>
                                        </p:attrNameLst>
                                      </p:cBhvr>
                                      <p:to>
                                        <p:strVal val="visible"/>
                                      </p:to>
                                    </p:set>
                                    <p:animEffect transition="in" filter="fade">
                                      <p:cBhvr>
                                        <p:cTn id="53" dur="500"/>
                                        <p:tgtEl>
                                          <p:spTgt spid="24"/>
                                        </p:tgtEl>
                                      </p:cBhvr>
                                    </p:animEffect>
                                  </p:childTnLst>
                                </p:cTn>
                              </p:par>
                              <p:par>
                                <p:cTn id="54" presetID="10" presetClass="entr" presetSubtype="0" fill="hold" grpId="0" nodeType="withEffect">
                                  <p:stCondLst>
                                    <p:cond delay="0"/>
                                  </p:stCondLst>
                                  <p:childTnLst>
                                    <p:set>
                                      <p:cBhvr>
                                        <p:cTn id="55" dur="1" fill="hold">
                                          <p:stCondLst>
                                            <p:cond delay="0"/>
                                          </p:stCondLst>
                                        </p:cTn>
                                        <p:tgtEl>
                                          <p:spTgt spid="21"/>
                                        </p:tgtEl>
                                        <p:attrNameLst>
                                          <p:attrName>style.visibility</p:attrName>
                                        </p:attrNameLst>
                                      </p:cBhvr>
                                      <p:to>
                                        <p:strVal val="visible"/>
                                      </p:to>
                                    </p:set>
                                    <p:animEffect transition="in" filter="fade">
                                      <p:cBhvr>
                                        <p:cTn id="56" dur="500"/>
                                        <p:tgtEl>
                                          <p:spTgt spid="21"/>
                                        </p:tgtEl>
                                      </p:cBhvr>
                                    </p:animEffect>
                                  </p:childTnLst>
                                </p:cTn>
                              </p:par>
                            </p:childTnLst>
                          </p:cTn>
                        </p:par>
                      </p:childTnLst>
                    </p:cTn>
                  </p:par>
                  <p:par>
                    <p:cTn id="57" fill="hold">
                      <p:stCondLst>
                        <p:cond delay="indefinite"/>
                      </p:stCondLst>
                      <p:childTnLst>
                        <p:par>
                          <p:cTn id="58" fill="hold">
                            <p:stCondLst>
                              <p:cond delay="0"/>
                            </p:stCondLst>
                            <p:childTnLst>
                              <p:par>
                                <p:cTn id="59" presetID="10" presetClass="entr" presetSubtype="0" fill="hold" grpId="0" nodeType="clickEffect">
                                  <p:stCondLst>
                                    <p:cond delay="0"/>
                                  </p:stCondLst>
                                  <p:childTnLst>
                                    <p:set>
                                      <p:cBhvr>
                                        <p:cTn id="60" dur="1" fill="hold">
                                          <p:stCondLst>
                                            <p:cond delay="0"/>
                                          </p:stCondLst>
                                        </p:cTn>
                                        <p:tgtEl>
                                          <p:spTgt spid="31"/>
                                        </p:tgtEl>
                                        <p:attrNameLst>
                                          <p:attrName>style.visibility</p:attrName>
                                        </p:attrNameLst>
                                      </p:cBhvr>
                                      <p:to>
                                        <p:strVal val="visible"/>
                                      </p:to>
                                    </p:set>
                                    <p:animEffect transition="in" filter="fade">
                                      <p:cBhvr>
                                        <p:cTn id="61" dur="500"/>
                                        <p:tgtEl>
                                          <p:spTgt spid="31"/>
                                        </p:tgtEl>
                                      </p:cBhvr>
                                    </p:animEffect>
                                  </p:childTnLst>
                                </p:cTn>
                              </p:par>
                              <p:par>
                                <p:cTn id="62" presetID="10" presetClass="entr" presetSubtype="0" fill="hold" grpId="0" nodeType="withEffect">
                                  <p:stCondLst>
                                    <p:cond delay="0"/>
                                  </p:stCondLst>
                                  <p:childTnLst>
                                    <p:set>
                                      <p:cBhvr>
                                        <p:cTn id="63" dur="1" fill="hold">
                                          <p:stCondLst>
                                            <p:cond delay="0"/>
                                          </p:stCondLst>
                                        </p:cTn>
                                        <p:tgtEl>
                                          <p:spTgt spid="30"/>
                                        </p:tgtEl>
                                        <p:attrNameLst>
                                          <p:attrName>style.visibility</p:attrName>
                                        </p:attrNameLst>
                                      </p:cBhvr>
                                      <p:to>
                                        <p:strVal val="visible"/>
                                      </p:to>
                                    </p:set>
                                    <p:animEffect transition="in" filter="fade">
                                      <p:cBhvr>
                                        <p:cTn id="64" dur="500"/>
                                        <p:tgtEl>
                                          <p:spTgt spid="30"/>
                                        </p:tgtEl>
                                      </p:cBhvr>
                                    </p:animEffect>
                                  </p:childTnLst>
                                </p:cTn>
                              </p:par>
                              <p:par>
                                <p:cTn id="65" presetID="10" presetClass="entr" presetSubtype="0" fill="hold" nodeType="withEffect">
                                  <p:stCondLst>
                                    <p:cond delay="0"/>
                                  </p:stCondLst>
                                  <p:childTnLst>
                                    <p:set>
                                      <p:cBhvr>
                                        <p:cTn id="66" dur="1" fill="hold">
                                          <p:stCondLst>
                                            <p:cond delay="0"/>
                                          </p:stCondLst>
                                        </p:cTn>
                                        <p:tgtEl>
                                          <p:spTgt spid="26"/>
                                        </p:tgtEl>
                                        <p:attrNameLst>
                                          <p:attrName>style.visibility</p:attrName>
                                        </p:attrNameLst>
                                      </p:cBhvr>
                                      <p:to>
                                        <p:strVal val="visible"/>
                                      </p:to>
                                    </p:set>
                                    <p:animEffect transition="in" filter="fade">
                                      <p:cBhvr>
                                        <p:cTn id="67" dur="500"/>
                                        <p:tgtEl>
                                          <p:spTgt spid="26"/>
                                        </p:tgtEl>
                                      </p:cBhvr>
                                    </p:animEffect>
                                  </p:childTnLst>
                                </p:cTn>
                              </p:par>
                            </p:childTnLst>
                          </p:cTn>
                        </p:par>
                      </p:childTnLst>
                    </p:cTn>
                  </p:par>
                  <p:par>
                    <p:cTn id="68" fill="hold">
                      <p:stCondLst>
                        <p:cond delay="indefinite"/>
                      </p:stCondLst>
                      <p:childTnLst>
                        <p:par>
                          <p:cTn id="69" fill="hold">
                            <p:stCondLst>
                              <p:cond delay="0"/>
                            </p:stCondLst>
                            <p:childTnLst>
                              <p:par>
                                <p:cTn id="70" presetID="10" presetClass="entr" presetSubtype="0" fill="hold" nodeType="clickEffect">
                                  <p:stCondLst>
                                    <p:cond delay="0"/>
                                  </p:stCondLst>
                                  <p:childTnLst>
                                    <p:set>
                                      <p:cBhvr>
                                        <p:cTn id="71" dur="1" fill="hold">
                                          <p:stCondLst>
                                            <p:cond delay="0"/>
                                          </p:stCondLst>
                                        </p:cTn>
                                        <p:tgtEl>
                                          <p:spTgt spid="33"/>
                                        </p:tgtEl>
                                        <p:attrNameLst>
                                          <p:attrName>style.visibility</p:attrName>
                                        </p:attrNameLst>
                                      </p:cBhvr>
                                      <p:to>
                                        <p:strVal val="visible"/>
                                      </p:to>
                                    </p:set>
                                    <p:animEffect transition="in" filter="fade">
                                      <p:cBhvr>
                                        <p:cTn id="72" dur="500"/>
                                        <p:tgtEl>
                                          <p:spTgt spid="33"/>
                                        </p:tgtEl>
                                      </p:cBhvr>
                                    </p:animEffect>
                                  </p:childTnLst>
                                </p:cTn>
                              </p:par>
                              <p:par>
                                <p:cTn id="73" presetID="10" presetClass="entr" presetSubtype="0" fill="hold" nodeType="withEffect">
                                  <p:stCondLst>
                                    <p:cond delay="0"/>
                                  </p:stCondLst>
                                  <p:childTnLst>
                                    <p:set>
                                      <p:cBhvr>
                                        <p:cTn id="74" dur="1" fill="hold">
                                          <p:stCondLst>
                                            <p:cond delay="0"/>
                                          </p:stCondLst>
                                        </p:cTn>
                                        <p:tgtEl>
                                          <p:spTgt spid="34"/>
                                        </p:tgtEl>
                                        <p:attrNameLst>
                                          <p:attrName>style.visibility</p:attrName>
                                        </p:attrNameLst>
                                      </p:cBhvr>
                                      <p:to>
                                        <p:strVal val="visible"/>
                                      </p:to>
                                    </p:set>
                                    <p:animEffect transition="in" filter="fade">
                                      <p:cBhvr>
                                        <p:cTn id="75" dur="500"/>
                                        <p:tgtEl>
                                          <p:spTgt spid="34"/>
                                        </p:tgtEl>
                                      </p:cBhvr>
                                    </p:animEffect>
                                  </p:childTnLst>
                                </p:cTn>
                              </p:par>
                            </p:childTnLst>
                          </p:cTn>
                        </p:par>
                      </p:childTnLst>
                    </p:cTn>
                  </p:par>
                  <p:par>
                    <p:cTn id="76" fill="hold">
                      <p:stCondLst>
                        <p:cond delay="indefinite"/>
                      </p:stCondLst>
                      <p:childTnLst>
                        <p:par>
                          <p:cTn id="77" fill="hold">
                            <p:stCondLst>
                              <p:cond delay="0"/>
                            </p:stCondLst>
                            <p:childTnLst>
                              <p:par>
                                <p:cTn id="78" presetID="10" presetClass="entr" presetSubtype="0" fill="hold" nodeType="clickEffect">
                                  <p:stCondLst>
                                    <p:cond delay="0"/>
                                  </p:stCondLst>
                                  <p:childTnLst>
                                    <p:set>
                                      <p:cBhvr>
                                        <p:cTn id="79" dur="1" fill="hold">
                                          <p:stCondLst>
                                            <p:cond delay="0"/>
                                          </p:stCondLst>
                                        </p:cTn>
                                        <p:tgtEl>
                                          <p:spTgt spid="35"/>
                                        </p:tgtEl>
                                        <p:attrNameLst>
                                          <p:attrName>style.visibility</p:attrName>
                                        </p:attrNameLst>
                                      </p:cBhvr>
                                      <p:to>
                                        <p:strVal val="visible"/>
                                      </p:to>
                                    </p:set>
                                    <p:animEffect transition="in" filter="fade">
                                      <p:cBhvr>
                                        <p:cTn id="80" dur="500"/>
                                        <p:tgtEl>
                                          <p:spTgt spid="35"/>
                                        </p:tgtEl>
                                      </p:cBhvr>
                                    </p:animEffect>
                                  </p:childTnLst>
                                </p:cTn>
                              </p:par>
                              <p:par>
                                <p:cTn id="81" presetID="10" presetClass="entr" presetSubtype="0" fill="hold" nodeType="withEffect">
                                  <p:stCondLst>
                                    <p:cond delay="0"/>
                                  </p:stCondLst>
                                  <p:childTnLst>
                                    <p:set>
                                      <p:cBhvr>
                                        <p:cTn id="82" dur="1" fill="hold">
                                          <p:stCondLst>
                                            <p:cond delay="0"/>
                                          </p:stCondLst>
                                        </p:cTn>
                                        <p:tgtEl>
                                          <p:spTgt spid="36"/>
                                        </p:tgtEl>
                                        <p:attrNameLst>
                                          <p:attrName>style.visibility</p:attrName>
                                        </p:attrNameLst>
                                      </p:cBhvr>
                                      <p:to>
                                        <p:strVal val="visible"/>
                                      </p:to>
                                    </p:set>
                                    <p:animEffect transition="in" filter="fade">
                                      <p:cBhvr>
                                        <p:cTn id="83" dur="500"/>
                                        <p:tgtEl>
                                          <p:spTgt spid="36"/>
                                        </p:tgtEl>
                                      </p:cBhvr>
                                    </p:animEffect>
                                  </p:childTnLst>
                                </p:cTn>
                              </p:par>
                            </p:childTnLst>
                          </p:cTn>
                        </p:par>
                      </p:childTnLst>
                    </p:cTn>
                  </p:par>
                  <p:par>
                    <p:cTn id="84" fill="hold">
                      <p:stCondLst>
                        <p:cond delay="indefinite"/>
                      </p:stCondLst>
                      <p:childTnLst>
                        <p:par>
                          <p:cTn id="85" fill="hold">
                            <p:stCondLst>
                              <p:cond delay="0"/>
                            </p:stCondLst>
                            <p:childTnLst>
                              <p:par>
                                <p:cTn id="86" presetID="10" presetClass="entr" presetSubtype="0" fill="hold" grpId="0" nodeType="clickEffect">
                                  <p:stCondLst>
                                    <p:cond delay="0"/>
                                  </p:stCondLst>
                                  <p:childTnLst>
                                    <p:set>
                                      <p:cBhvr>
                                        <p:cTn id="87" dur="1" fill="hold">
                                          <p:stCondLst>
                                            <p:cond delay="0"/>
                                          </p:stCondLst>
                                        </p:cTn>
                                        <p:tgtEl>
                                          <p:spTgt spid="28"/>
                                        </p:tgtEl>
                                        <p:attrNameLst>
                                          <p:attrName>style.visibility</p:attrName>
                                        </p:attrNameLst>
                                      </p:cBhvr>
                                      <p:to>
                                        <p:strVal val="visible"/>
                                      </p:to>
                                    </p:set>
                                    <p:animEffect transition="in" filter="fade">
                                      <p:cBhvr>
                                        <p:cTn id="88" dur="500"/>
                                        <p:tgtEl>
                                          <p:spTgt spid="28"/>
                                        </p:tgtEl>
                                      </p:cBhvr>
                                    </p:animEffect>
                                  </p:childTnLst>
                                </p:cTn>
                              </p:par>
                              <p:par>
                                <p:cTn id="89" presetID="10" presetClass="entr" presetSubtype="0" fill="hold" nodeType="withEffect">
                                  <p:stCondLst>
                                    <p:cond delay="0"/>
                                  </p:stCondLst>
                                  <p:childTnLst>
                                    <p:set>
                                      <p:cBhvr>
                                        <p:cTn id="90" dur="1" fill="hold">
                                          <p:stCondLst>
                                            <p:cond delay="0"/>
                                          </p:stCondLst>
                                        </p:cTn>
                                        <p:tgtEl>
                                          <p:spTgt spid="27"/>
                                        </p:tgtEl>
                                        <p:attrNameLst>
                                          <p:attrName>style.visibility</p:attrName>
                                        </p:attrNameLst>
                                      </p:cBhvr>
                                      <p:to>
                                        <p:strVal val="visible"/>
                                      </p:to>
                                    </p:set>
                                    <p:animEffect transition="in" filter="fade">
                                      <p:cBhvr>
                                        <p:cTn id="91" dur="500"/>
                                        <p:tgtEl>
                                          <p:spTgt spid="27"/>
                                        </p:tgtEl>
                                      </p:cBhvr>
                                    </p:animEffect>
                                  </p:childTnLst>
                                </p:cTn>
                              </p:par>
                            </p:childTnLst>
                          </p:cTn>
                        </p:par>
                      </p:childTnLst>
                    </p:cTn>
                  </p:par>
                  <p:par>
                    <p:cTn id="92" fill="hold">
                      <p:stCondLst>
                        <p:cond delay="indefinite"/>
                      </p:stCondLst>
                      <p:childTnLst>
                        <p:par>
                          <p:cTn id="93" fill="hold">
                            <p:stCondLst>
                              <p:cond delay="0"/>
                            </p:stCondLst>
                            <p:childTnLst>
                              <p:par>
                                <p:cTn id="94" presetID="1" presetClass="entr" presetSubtype="0" fill="hold" grpId="0" nodeType="clickEffect">
                                  <p:stCondLst>
                                    <p:cond delay="0"/>
                                  </p:stCondLst>
                                  <p:childTnLst>
                                    <p:set>
                                      <p:cBhvr>
                                        <p:cTn id="95" dur="1" fill="hold">
                                          <p:stCondLst>
                                            <p:cond delay="0"/>
                                          </p:stCondLst>
                                        </p:cTn>
                                        <p:tgtEl>
                                          <p:spTgt spid="20"/>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P spid="5" grpId="0"/>
      <p:bldP spid="6" grpId="0"/>
      <p:bldP spid="7" grpId="0" animBg="1"/>
      <p:bldP spid="12" grpId="0"/>
      <p:bldP spid="13" grpId="0"/>
      <p:bldP spid="17" grpId="0"/>
      <p:bldP spid="18" grpId="0"/>
      <p:bldP spid="21" grpId="0"/>
      <p:bldP spid="22" grpId="0" animBg="1"/>
      <p:bldP spid="28" grpId="0"/>
      <p:bldP spid="30" grpId="0" animBg="1"/>
      <p:bldP spid="31" grpId="0" animBg="1"/>
      <p:bldP spid="20" grpId="0"/>
    </p:bld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normAutofit/>
          </a:bodyPr>
          <a:lstStyle/>
          <a:p>
            <a:pPr marL="0" indent="0">
              <a:buNone/>
            </a:pPr>
            <a:r>
              <a:rPr lang="en-IN" sz="4800" b="1" dirty="0">
                <a:solidFill>
                  <a:srgbClr val="FF0000"/>
                </a:solidFill>
                <a:latin typeface="Times New Roman" panose="02020603050405020304" pitchFamily="18" charset="0"/>
                <a:cs typeface="Times New Roman" panose="02020603050405020304" pitchFamily="18" charset="0"/>
              </a:rPr>
              <a:t>If 2A = 3B, then find A : B.</a:t>
            </a:r>
          </a:p>
          <a:p>
            <a:pPr marL="0" indent="0">
              <a:buNone/>
            </a:pPr>
            <a:endParaRPr lang="en-IN" sz="4800" b="1" dirty="0">
              <a:latin typeface="Times New Roman" panose="02020603050405020304" pitchFamily="18" charset="0"/>
              <a:cs typeface="Times New Roman" panose="02020603050405020304" pitchFamily="18" charset="0"/>
            </a:endParaRPr>
          </a:p>
          <a:p>
            <a:pPr marL="0" indent="0">
              <a:buNone/>
            </a:pPr>
            <a:r>
              <a:rPr lang="en-IN" sz="4800" b="1" dirty="0">
                <a:latin typeface="Times New Roman" panose="02020603050405020304" pitchFamily="18" charset="0"/>
                <a:cs typeface="Times New Roman" panose="02020603050405020304" pitchFamily="18" charset="0"/>
              </a:rPr>
              <a:t>  a)2 : 3			b)3 : 2</a:t>
            </a:r>
          </a:p>
        </p:txBody>
      </p:sp>
      <p:sp>
        <p:nvSpPr>
          <p:cNvPr id="2" name="Title 1"/>
          <p:cNvSpPr>
            <a:spLocks noGrp="1"/>
          </p:cNvSpPr>
          <p:nvPr>
            <p:ph type="title"/>
          </p:nvPr>
        </p:nvSpPr>
        <p:spPr/>
        <p:txBody>
          <a:bodyPr/>
          <a:lstStyle/>
          <a:p>
            <a:pPr algn="l"/>
            <a:r>
              <a:rPr lang="en-IN" b="1" dirty="0"/>
              <a:t>Q.4)</a:t>
            </a:r>
            <a:endParaRPr lang="en-IN" dirty="0"/>
          </a:p>
        </p:txBody>
      </p:sp>
    </p:spTree>
    <p:extLst>
      <p:ext uri="{BB962C8B-B14F-4D97-AF65-F5344CB8AC3E}">
        <p14:creationId xmlns:p14="http://schemas.microsoft.com/office/powerpoint/2010/main" val="2460987040"/>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2" name="Content Placeholder 1"/>
              <p:cNvSpPr>
                <a:spLocks noGrp="1"/>
              </p:cNvSpPr>
              <p:nvPr>
                <p:ph idx="1"/>
              </p:nvPr>
            </p:nvSpPr>
            <p:spPr>
              <a:xfrm>
                <a:off x="683568" y="2060848"/>
                <a:ext cx="7745505" cy="4493021"/>
              </a:xfrm>
            </p:spPr>
            <p:txBody>
              <a:bodyPr>
                <a:noAutofit/>
              </a:bodyPr>
              <a:lstStyle/>
              <a:p>
                <a:pPr marL="0" indent="0">
                  <a:buNone/>
                </a:pPr>
                <a:r>
                  <a:rPr lang="en-IN" sz="4000" b="1" dirty="0"/>
                  <a:t>	2A = 3B  </a:t>
                </a:r>
              </a:p>
              <a:p>
                <a:pPr marL="0" indent="0">
                  <a:buNone/>
                </a:pPr>
                <a:r>
                  <a:rPr lang="en-IN" sz="4000" b="1" dirty="0"/>
                  <a:t>	</a:t>
                </a:r>
                <a14:m>
                  <m:oMath xmlns:m="http://schemas.openxmlformats.org/officeDocument/2006/math">
                    <m:f>
                      <m:fPr>
                        <m:ctrlPr>
                          <a:rPr lang="en-IN" sz="4000" b="1" i="1" smtClean="0">
                            <a:latin typeface="Cambria Math" panose="02040503050406030204" pitchFamily="18" charset="0"/>
                          </a:rPr>
                        </m:ctrlPr>
                      </m:fPr>
                      <m:num>
                        <m:r>
                          <a:rPr lang="en-IN" sz="4000" b="1" i="1" smtClean="0">
                            <a:latin typeface="Cambria Math"/>
                          </a:rPr>
                          <m:t>𝟐</m:t>
                        </m:r>
                        <m:r>
                          <a:rPr lang="en-IN" sz="4000" b="1" i="1" smtClean="0">
                            <a:latin typeface="Cambria Math"/>
                          </a:rPr>
                          <m:t>𝑨</m:t>
                        </m:r>
                      </m:num>
                      <m:den>
                        <m:r>
                          <a:rPr lang="en-IN" sz="4000" b="1" i="1" smtClean="0">
                            <a:latin typeface="Cambria Math"/>
                          </a:rPr>
                          <m:t>𝑩</m:t>
                        </m:r>
                      </m:den>
                    </m:f>
                    <m:r>
                      <a:rPr lang="en-IN" sz="4000" b="1" i="1" smtClean="0">
                        <a:latin typeface="Cambria Math"/>
                      </a:rPr>
                      <m:t>=</m:t>
                    </m:r>
                    <m:r>
                      <a:rPr lang="en-IN" sz="4000" b="1" i="1" smtClean="0">
                        <a:latin typeface="Cambria Math"/>
                      </a:rPr>
                      <m:t>𝟑</m:t>
                    </m:r>
                  </m:oMath>
                </a14:m>
                <a:endParaRPr lang="en-IN" sz="3600" b="1" dirty="0"/>
              </a:p>
              <a:p>
                <a:pPr marL="0" indent="0">
                  <a:buNone/>
                </a:pPr>
                <a:r>
                  <a:rPr lang="en-IN" sz="4800" b="1" dirty="0"/>
                  <a:t>	</a:t>
                </a:r>
                <a14:m>
                  <m:oMath xmlns:m="http://schemas.openxmlformats.org/officeDocument/2006/math">
                    <m:f>
                      <m:fPr>
                        <m:ctrlPr>
                          <a:rPr lang="en-IN" sz="4800" b="1" i="1">
                            <a:latin typeface="Cambria Math" panose="02040503050406030204" pitchFamily="18" charset="0"/>
                          </a:rPr>
                        </m:ctrlPr>
                      </m:fPr>
                      <m:num>
                        <m:r>
                          <a:rPr lang="en-IN" sz="4800" b="1" i="1">
                            <a:latin typeface="Cambria Math"/>
                          </a:rPr>
                          <m:t>𝑨</m:t>
                        </m:r>
                      </m:num>
                      <m:den>
                        <m:r>
                          <a:rPr lang="en-IN" sz="4800" b="1" i="1">
                            <a:latin typeface="Cambria Math"/>
                          </a:rPr>
                          <m:t>𝑩</m:t>
                        </m:r>
                      </m:den>
                    </m:f>
                  </m:oMath>
                </a14:m>
                <a:r>
                  <a:rPr lang="en-IN" sz="4800" b="1" dirty="0"/>
                  <a:t> = </a:t>
                </a:r>
                <a14:m>
                  <m:oMath xmlns:m="http://schemas.openxmlformats.org/officeDocument/2006/math">
                    <m:f>
                      <m:fPr>
                        <m:ctrlPr>
                          <a:rPr lang="en-IN" sz="4800" b="1" i="1">
                            <a:latin typeface="Cambria Math" panose="02040503050406030204" pitchFamily="18" charset="0"/>
                          </a:rPr>
                        </m:ctrlPr>
                      </m:fPr>
                      <m:num>
                        <m:r>
                          <a:rPr lang="en-IN" sz="4800" b="1" i="1" smtClean="0">
                            <a:latin typeface="Cambria Math"/>
                          </a:rPr>
                          <m:t>𝟑</m:t>
                        </m:r>
                      </m:num>
                      <m:den>
                        <m:r>
                          <a:rPr lang="en-IN" sz="4800" b="1" i="1" smtClean="0">
                            <a:latin typeface="Cambria Math"/>
                          </a:rPr>
                          <m:t>𝟐</m:t>
                        </m:r>
                      </m:den>
                    </m:f>
                  </m:oMath>
                </a14:m>
                <a:endParaRPr lang="en-IN" sz="4000" b="1" dirty="0"/>
              </a:p>
              <a:p>
                <a:pPr marL="0" indent="0">
                  <a:buNone/>
                </a:pPr>
                <a:endParaRPr lang="en-IN" sz="1800" b="1" dirty="0"/>
              </a:p>
              <a:p>
                <a:pPr marL="0" indent="0">
                  <a:buNone/>
                </a:pPr>
                <a:r>
                  <a:rPr lang="en-IN" sz="4000" b="1" dirty="0">
                    <a:solidFill>
                      <a:srgbClr val="00B050"/>
                    </a:solidFill>
                  </a:rPr>
                  <a:t>	A : B = 3 : 2</a:t>
                </a:r>
              </a:p>
            </p:txBody>
          </p:sp>
        </mc:Choice>
        <mc:Fallback xmlns="">
          <p:sp>
            <p:nvSpPr>
              <p:cNvPr id="2" name="Content Placeholder 1"/>
              <p:cNvSpPr>
                <a:spLocks noGrp="1" noRot="1" noChangeAspect="1" noMove="1" noResize="1" noEditPoints="1" noAdjustHandles="1" noChangeArrowheads="1" noChangeShapeType="1" noTextEdit="1"/>
              </p:cNvSpPr>
              <p:nvPr>
                <p:ph idx="1"/>
              </p:nvPr>
            </p:nvSpPr>
            <p:spPr>
              <a:xfrm>
                <a:off x="683568" y="2060848"/>
                <a:ext cx="7745505" cy="4493021"/>
              </a:xfrm>
              <a:blipFill rotWithShape="1">
                <a:blip r:embed="rId2"/>
                <a:stretch>
                  <a:fillRect t="-2442"/>
                </a:stretch>
              </a:blipFill>
            </p:spPr>
            <p:txBody>
              <a:bodyPr/>
              <a:lstStyle/>
              <a:p>
                <a:r>
                  <a:rPr lang="en-IN">
                    <a:noFill/>
                  </a:rPr>
                  <a:t> </a:t>
                </a:r>
              </a:p>
            </p:txBody>
          </p:sp>
        </mc:Fallback>
      </mc:AlternateContent>
      <p:sp>
        <p:nvSpPr>
          <p:cNvPr id="3" name="Title 2"/>
          <p:cNvSpPr>
            <a:spLocks noGrp="1"/>
          </p:cNvSpPr>
          <p:nvPr>
            <p:ph type="title"/>
          </p:nvPr>
        </p:nvSpPr>
        <p:spPr/>
        <p:txBody>
          <a:bodyPr/>
          <a:lstStyle/>
          <a:p>
            <a:pPr algn="l"/>
            <a:r>
              <a:rPr lang="en-IN" b="1" dirty="0">
                <a:solidFill>
                  <a:srgbClr val="00B050"/>
                </a:solidFill>
              </a:rPr>
              <a:t>Q.4)Explanation</a:t>
            </a:r>
            <a:endParaRPr lang="en-IN" dirty="0">
              <a:solidFill>
                <a:srgbClr val="00B050"/>
              </a:solidFill>
            </a:endParaRPr>
          </a:p>
        </p:txBody>
      </p:sp>
    </p:spTree>
    <p:extLst>
      <p:ext uri="{BB962C8B-B14F-4D97-AF65-F5344CB8AC3E}">
        <p14:creationId xmlns:p14="http://schemas.microsoft.com/office/powerpoint/2010/main" val="78548744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2">
                                            <p:txEl>
                                              <p:pRg st="0" end="0"/>
                                            </p:txEl>
                                          </p:spTgt>
                                        </p:tgtEl>
                                        <p:attrNameLst>
                                          <p:attrName>style.visibility</p:attrName>
                                        </p:attrNameLst>
                                      </p:cBhvr>
                                      <p:to>
                                        <p:strVal val="visible"/>
                                      </p:to>
                                    </p:set>
                                    <p:animEffect transition="in" filter="fade">
                                      <p:cBhvr>
                                        <p:cTn id="7" dur="500"/>
                                        <p:tgtEl>
                                          <p:spTgt spid="2">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2">
                                            <p:txEl>
                                              <p:pRg st="1" end="1"/>
                                            </p:txEl>
                                          </p:spTgt>
                                        </p:tgtEl>
                                        <p:attrNameLst>
                                          <p:attrName>style.visibility</p:attrName>
                                        </p:attrNameLst>
                                      </p:cBhvr>
                                      <p:to>
                                        <p:strVal val="visible"/>
                                      </p:to>
                                    </p:set>
                                    <p:animEffect transition="in" filter="fade">
                                      <p:cBhvr>
                                        <p:cTn id="12" dur="500"/>
                                        <p:tgtEl>
                                          <p:spTgt spid="2">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grpId="0" nodeType="clickEffect">
                                  <p:stCondLst>
                                    <p:cond delay="0"/>
                                  </p:stCondLst>
                                  <p:childTnLst>
                                    <p:set>
                                      <p:cBhvr>
                                        <p:cTn id="16" dur="1" fill="hold">
                                          <p:stCondLst>
                                            <p:cond delay="0"/>
                                          </p:stCondLst>
                                        </p:cTn>
                                        <p:tgtEl>
                                          <p:spTgt spid="2">
                                            <p:txEl>
                                              <p:pRg st="2" end="2"/>
                                            </p:txEl>
                                          </p:spTgt>
                                        </p:tgtEl>
                                        <p:attrNameLst>
                                          <p:attrName>style.visibility</p:attrName>
                                        </p:attrNameLst>
                                      </p:cBhvr>
                                      <p:to>
                                        <p:strVal val="visible"/>
                                      </p:to>
                                    </p:set>
                                    <p:animEffect transition="in" filter="fade">
                                      <p:cBhvr>
                                        <p:cTn id="17" dur="500"/>
                                        <p:tgtEl>
                                          <p:spTgt spid="2">
                                            <p:txEl>
                                              <p:pRg st="2" end="2"/>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grpId="0" nodeType="clickEffect">
                                  <p:stCondLst>
                                    <p:cond delay="0"/>
                                  </p:stCondLst>
                                  <p:childTnLst>
                                    <p:set>
                                      <p:cBhvr>
                                        <p:cTn id="21" dur="1" fill="hold">
                                          <p:stCondLst>
                                            <p:cond delay="0"/>
                                          </p:stCondLst>
                                        </p:cTn>
                                        <p:tgtEl>
                                          <p:spTgt spid="2">
                                            <p:txEl>
                                              <p:pRg st="4" end="4"/>
                                            </p:txEl>
                                          </p:spTgt>
                                        </p:tgtEl>
                                        <p:attrNameLst>
                                          <p:attrName>style.visibility</p:attrName>
                                        </p:attrNameLst>
                                      </p:cBhvr>
                                      <p:to>
                                        <p:strVal val="visible"/>
                                      </p:to>
                                    </p:set>
                                    <p:animEffect transition="in" filter="fade">
                                      <p:cBhvr>
                                        <p:cTn id="22" dur="500"/>
                                        <p:tgtEl>
                                          <p:spTgt spid="2">
                                            <p:txEl>
                                              <p:pRg st="4" end="4"/>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build="p"/>
    </p:bld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p:cNvSpPr>
            <a:spLocks noGrp="1"/>
          </p:cNvSpPr>
          <p:nvPr>
            <p:ph idx="1"/>
          </p:nvPr>
        </p:nvSpPr>
        <p:spPr>
          <a:xfrm>
            <a:off x="467544" y="2248347"/>
            <a:ext cx="8496943" cy="3877815"/>
          </a:xfrm>
        </p:spPr>
        <p:txBody>
          <a:bodyPr/>
          <a:lstStyle/>
          <a:p>
            <a:pPr marL="0" lvl="0" indent="0">
              <a:buNone/>
            </a:pPr>
            <a:r>
              <a:rPr lang="en-US" sz="4400" b="1" dirty="0">
                <a:solidFill>
                  <a:srgbClr val="FF0000"/>
                </a:solidFill>
                <a:latin typeface="Times New Roman" panose="02020603050405020304" pitchFamily="18" charset="0"/>
                <a:cs typeface="Times New Roman" panose="02020603050405020304" pitchFamily="18" charset="0"/>
              </a:rPr>
              <a:t> If 2A = 3B = 4C, then A : B : C is?</a:t>
            </a:r>
          </a:p>
          <a:p>
            <a:pPr marL="0" lvl="0" indent="0">
              <a:buNone/>
            </a:pPr>
            <a:endParaRPr lang="en-IN" sz="2800" dirty="0">
              <a:latin typeface="Times New Roman" panose="02020603050405020304" pitchFamily="18" charset="0"/>
              <a:cs typeface="Times New Roman" panose="02020603050405020304" pitchFamily="18" charset="0"/>
            </a:endParaRPr>
          </a:p>
          <a:p>
            <a:pPr marL="0" indent="0">
              <a:buNone/>
            </a:pPr>
            <a:r>
              <a:rPr lang="en-US" sz="2800" dirty="0">
                <a:latin typeface="Times New Roman" panose="02020603050405020304" pitchFamily="18" charset="0"/>
                <a:cs typeface="Times New Roman" panose="02020603050405020304" pitchFamily="18" charset="0"/>
              </a:rPr>
              <a:t>       </a:t>
            </a:r>
            <a:r>
              <a:rPr lang="en-US" sz="3600" b="1" dirty="0">
                <a:latin typeface="Times New Roman" panose="02020603050405020304" pitchFamily="18" charset="0"/>
                <a:cs typeface="Times New Roman" panose="02020603050405020304" pitchFamily="18" charset="0"/>
              </a:rPr>
              <a:t>	</a:t>
            </a:r>
            <a:r>
              <a:rPr lang="en-US" sz="4000" b="1" dirty="0">
                <a:latin typeface="Times New Roman" panose="02020603050405020304" pitchFamily="18" charset="0"/>
                <a:cs typeface="Times New Roman" panose="02020603050405020304" pitchFamily="18" charset="0"/>
              </a:rPr>
              <a:t>a)2 : 3 : 4			b)4 : 3 : 2</a:t>
            </a:r>
          </a:p>
          <a:p>
            <a:pPr marL="0" indent="0">
              <a:buNone/>
            </a:pPr>
            <a:r>
              <a:rPr lang="en-US" sz="4000" b="1" dirty="0">
                <a:latin typeface="Times New Roman" panose="02020603050405020304" pitchFamily="18" charset="0"/>
                <a:cs typeface="Times New Roman" panose="02020603050405020304" pitchFamily="18" charset="0"/>
              </a:rPr>
              <a:t>	c)6 : 4 : 3			d)3 : 4 : 6</a:t>
            </a:r>
            <a:endParaRPr lang="en-IN" sz="4000" b="1" dirty="0">
              <a:latin typeface="Times New Roman" panose="02020603050405020304" pitchFamily="18" charset="0"/>
              <a:cs typeface="Times New Roman" panose="02020603050405020304" pitchFamily="18" charset="0"/>
            </a:endParaRPr>
          </a:p>
          <a:p>
            <a:pPr marL="0" indent="0">
              <a:buNone/>
            </a:pPr>
            <a:endParaRPr lang="en-IN" dirty="0"/>
          </a:p>
        </p:txBody>
      </p:sp>
      <p:sp>
        <p:nvSpPr>
          <p:cNvPr id="3" name="Title 2"/>
          <p:cNvSpPr>
            <a:spLocks noGrp="1"/>
          </p:cNvSpPr>
          <p:nvPr>
            <p:ph type="title"/>
          </p:nvPr>
        </p:nvSpPr>
        <p:spPr>
          <a:xfrm>
            <a:off x="467544" y="548680"/>
            <a:ext cx="7756263" cy="1054250"/>
          </a:xfrm>
        </p:spPr>
        <p:txBody>
          <a:bodyPr/>
          <a:lstStyle/>
          <a:p>
            <a:pPr algn="l"/>
            <a:r>
              <a:rPr lang="en-IN" b="1" dirty="0"/>
              <a:t>Q.5)</a:t>
            </a:r>
            <a:endParaRPr lang="en-IN" dirty="0"/>
          </a:p>
        </p:txBody>
      </p:sp>
    </p:spTree>
    <p:extLst>
      <p:ext uri="{BB962C8B-B14F-4D97-AF65-F5344CB8AC3E}">
        <p14:creationId xmlns:p14="http://schemas.microsoft.com/office/powerpoint/2010/main" val="951281939"/>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p:cNvSpPr>
            <a:spLocks noGrp="1"/>
          </p:cNvSpPr>
          <p:nvPr>
            <p:ph type="title"/>
          </p:nvPr>
        </p:nvSpPr>
        <p:spPr/>
        <p:txBody>
          <a:bodyPr/>
          <a:lstStyle/>
          <a:p>
            <a:pPr algn="l"/>
            <a:r>
              <a:rPr lang="en-IN" b="1" dirty="0">
                <a:solidFill>
                  <a:srgbClr val="00B050"/>
                </a:solidFill>
              </a:rPr>
              <a:t>Q.5) Explanation</a:t>
            </a:r>
          </a:p>
        </p:txBody>
      </p:sp>
      <p:sp>
        <p:nvSpPr>
          <p:cNvPr id="2" name="Content Placeholder 1"/>
          <p:cNvSpPr>
            <a:spLocks noGrp="1"/>
          </p:cNvSpPr>
          <p:nvPr>
            <p:ph sz="quarter" idx="13"/>
          </p:nvPr>
        </p:nvSpPr>
        <p:spPr/>
        <p:txBody>
          <a:bodyPr>
            <a:normAutofit/>
          </a:bodyPr>
          <a:lstStyle/>
          <a:p>
            <a:pPr marL="0" indent="0">
              <a:buNone/>
            </a:pPr>
            <a:r>
              <a:rPr lang="en-IN" sz="3200" b="1" dirty="0"/>
              <a:t>If 2A  =  3B then, </a:t>
            </a:r>
          </a:p>
          <a:p>
            <a:pPr marL="0" indent="0">
              <a:buNone/>
            </a:pPr>
            <a:r>
              <a:rPr lang="en-IN" sz="3200" b="1" dirty="0"/>
              <a:t>	</a:t>
            </a:r>
            <a:r>
              <a:rPr lang="en-IN" sz="3200" b="1" dirty="0">
                <a:solidFill>
                  <a:srgbClr val="00B050"/>
                </a:solidFill>
              </a:rPr>
              <a:t>A : B = 3 : 2</a:t>
            </a:r>
          </a:p>
          <a:p>
            <a:pPr marL="0" indent="0">
              <a:buNone/>
            </a:pPr>
            <a:endParaRPr lang="en-IN" sz="3200" b="1" dirty="0"/>
          </a:p>
          <a:p>
            <a:pPr marL="0" indent="0">
              <a:buNone/>
            </a:pPr>
            <a:r>
              <a:rPr lang="en-IN" sz="3200" b="1" dirty="0"/>
              <a:t>If 3B  = 4C then, </a:t>
            </a:r>
          </a:p>
          <a:p>
            <a:pPr marL="411480" lvl="1" indent="0">
              <a:buNone/>
            </a:pPr>
            <a:r>
              <a:rPr lang="en-IN" sz="3000" b="1" dirty="0">
                <a:solidFill>
                  <a:srgbClr val="00B050"/>
                </a:solidFill>
              </a:rPr>
              <a:t>	B : C =  4 : 3</a:t>
            </a:r>
          </a:p>
          <a:p>
            <a:pPr marL="0" indent="0">
              <a:buNone/>
            </a:pPr>
            <a:endParaRPr lang="en-IN" sz="3200" b="1" dirty="0"/>
          </a:p>
        </p:txBody>
      </p:sp>
      <p:sp>
        <p:nvSpPr>
          <p:cNvPr id="4" name="Content Placeholder 3"/>
          <p:cNvSpPr>
            <a:spLocks noGrp="1"/>
          </p:cNvSpPr>
          <p:nvPr>
            <p:ph sz="quarter" idx="14"/>
          </p:nvPr>
        </p:nvSpPr>
        <p:spPr/>
        <p:txBody>
          <a:bodyPr/>
          <a:lstStyle/>
          <a:p>
            <a:pPr marL="0" indent="0">
              <a:buNone/>
            </a:pPr>
            <a:r>
              <a:rPr lang="en-IN" dirty="0"/>
              <a:t> </a:t>
            </a:r>
          </a:p>
        </p:txBody>
      </p:sp>
      <p:sp>
        <p:nvSpPr>
          <p:cNvPr id="5" name="TextBox 4"/>
          <p:cNvSpPr txBox="1"/>
          <p:nvPr/>
        </p:nvSpPr>
        <p:spPr>
          <a:xfrm>
            <a:off x="4788024" y="2424015"/>
            <a:ext cx="3024336" cy="369332"/>
          </a:xfrm>
          <a:prstGeom prst="rect">
            <a:avLst/>
          </a:prstGeom>
          <a:noFill/>
          <a:ln>
            <a:noFill/>
          </a:ln>
        </p:spPr>
        <p:txBody>
          <a:bodyPr wrap="square" rtlCol="0">
            <a:spAutoFit/>
          </a:bodyPr>
          <a:lstStyle/>
          <a:p>
            <a:r>
              <a:rPr lang="en-IN" b="1" dirty="0"/>
              <a:t>A        :           B          :         C</a:t>
            </a:r>
          </a:p>
        </p:txBody>
      </p:sp>
      <p:sp>
        <p:nvSpPr>
          <p:cNvPr id="6" name="TextBox 5"/>
          <p:cNvSpPr txBox="1"/>
          <p:nvPr/>
        </p:nvSpPr>
        <p:spPr>
          <a:xfrm>
            <a:off x="4788024" y="2945747"/>
            <a:ext cx="1656184" cy="369332"/>
          </a:xfrm>
          <a:prstGeom prst="rect">
            <a:avLst/>
          </a:prstGeom>
          <a:noFill/>
          <a:ln>
            <a:noFill/>
          </a:ln>
        </p:spPr>
        <p:txBody>
          <a:bodyPr wrap="square" rtlCol="0">
            <a:spAutoFit/>
          </a:bodyPr>
          <a:lstStyle/>
          <a:p>
            <a:r>
              <a:rPr lang="en-IN" b="1" dirty="0"/>
              <a:t>3         :           2          </a:t>
            </a:r>
          </a:p>
        </p:txBody>
      </p:sp>
      <p:sp>
        <p:nvSpPr>
          <p:cNvPr id="7" name="TextBox 6"/>
          <p:cNvSpPr txBox="1"/>
          <p:nvPr/>
        </p:nvSpPr>
        <p:spPr>
          <a:xfrm>
            <a:off x="6084168" y="3558657"/>
            <a:ext cx="1728192" cy="369332"/>
          </a:xfrm>
          <a:prstGeom prst="rect">
            <a:avLst/>
          </a:prstGeom>
          <a:noFill/>
          <a:ln>
            <a:noFill/>
          </a:ln>
        </p:spPr>
        <p:txBody>
          <a:bodyPr wrap="square" rtlCol="0">
            <a:spAutoFit/>
          </a:bodyPr>
          <a:lstStyle/>
          <a:p>
            <a:r>
              <a:rPr lang="en-IN" b="1" dirty="0"/>
              <a:t>4           :         3</a:t>
            </a:r>
          </a:p>
        </p:txBody>
      </p:sp>
      <p:sp>
        <p:nvSpPr>
          <p:cNvPr id="8" name="Oval 7"/>
          <p:cNvSpPr/>
          <p:nvPr/>
        </p:nvSpPr>
        <p:spPr>
          <a:xfrm>
            <a:off x="6012160" y="2945747"/>
            <a:ext cx="504056" cy="1113554"/>
          </a:xfrm>
          <a:prstGeom prst="ellipse">
            <a:avLst/>
          </a:prstGeom>
          <a:noFill/>
          <a:ln w="5715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b="1"/>
          </a:p>
        </p:txBody>
      </p:sp>
      <p:sp>
        <p:nvSpPr>
          <p:cNvPr id="9" name="TextBox 8"/>
          <p:cNvSpPr txBox="1"/>
          <p:nvPr/>
        </p:nvSpPr>
        <p:spPr>
          <a:xfrm>
            <a:off x="4785818" y="4419341"/>
            <a:ext cx="3242566" cy="369332"/>
          </a:xfrm>
          <a:prstGeom prst="rect">
            <a:avLst/>
          </a:prstGeom>
          <a:noFill/>
          <a:ln>
            <a:noFill/>
          </a:ln>
        </p:spPr>
        <p:txBody>
          <a:bodyPr wrap="square" rtlCol="0">
            <a:spAutoFit/>
          </a:bodyPr>
          <a:lstStyle/>
          <a:p>
            <a:r>
              <a:rPr lang="en-IN" b="1" dirty="0"/>
              <a:t>12        :           8          :        6</a:t>
            </a:r>
          </a:p>
        </p:txBody>
      </p:sp>
      <p:cxnSp>
        <p:nvCxnSpPr>
          <p:cNvPr id="10" name="Straight Connector 9"/>
          <p:cNvCxnSpPr/>
          <p:nvPr/>
        </p:nvCxnSpPr>
        <p:spPr>
          <a:xfrm>
            <a:off x="4644008" y="4203317"/>
            <a:ext cx="3384376" cy="0"/>
          </a:xfrm>
          <a:prstGeom prst="line">
            <a:avLst/>
          </a:prstGeom>
          <a:ln w="57150">
            <a:solidFill>
              <a:srgbClr val="00B050"/>
            </a:solidFill>
          </a:ln>
        </p:spPr>
        <p:style>
          <a:lnRef idx="1">
            <a:schemeClr val="accent1"/>
          </a:lnRef>
          <a:fillRef idx="0">
            <a:schemeClr val="accent1"/>
          </a:fillRef>
          <a:effectRef idx="0">
            <a:schemeClr val="accent1"/>
          </a:effectRef>
          <a:fontRef idx="minor">
            <a:schemeClr val="tx1"/>
          </a:fontRef>
        </p:style>
      </p:cxnSp>
      <p:cxnSp>
        <p:nvCxnSpPr>
          <p:cNvPr id="11" name="Straight Connector 10"/>
          <p:cNvCxnSpPr/>
          <p:nvPr/>
        </p:nvCxnSpPr>
        <p:spPr>
          <a:xfrm>
            <a:off x="4644008" y="4923397"/>
            <a:ext cx="3384376" cy="0"/>
          </a:xfrm>
          <a:prstGeom prst="line">
            <a:avLst/>
          </a:prstGeom>
          <a:ln w="57150">
            <a:solidFill>
              <a:srgbClr val="00B050"/>
            </a:solidFill>
          </a:ln>
        </p:spPr>
        <p:style>
          <a:lnRef idx="1">
            <a:schemeClr val="accent1"/>
          </a:lnRef>
          <a:fillRef idx="0">
            <a:schemeClr val="accent1"/>
          </a:fillRef>
          <a:effectRef idx="0">
            <a:schemeClr val="accent1"/>
          </a:effectRef>
          <a:fontRef idx="minor">
            <a:schemeClr val="tx1"/>
          </a:fontRef>
        </p:style>
      </p:cxnSp>
      <p:sp>
        <p:nvSpPr>
          <p:cNvPr id="12" name="TextBox 11"/>
          <p:cNvSpPr txBox="1"/>
          <p:nvPr/>
        </p:nvSpPr>
        <p:spPr>
          <a:xfrm>
            <a:off x="6804248" y="2919592"/>
            <a:ext cx="1402986" cy="369332"/>
          </a:xfrm>
          <a:prstGeom prst="rect">
            <a:avLst/>
          </a:prstGeom>
          <a:noFill/>
          <a:ln>
            <a:noFill/>
          </a:ln>
        </p:spPr>
        <p:txBody>
          <a:bodyPr wrap="square" rtlCol="0">
            <a:spAutoFit/>
          </a:bodyPr>
          <a:lstStyle/>
          <a:p>
            <a:r>
              <a:rPr lang="en-IN" b="1" dirty="0"/>
              <a:t>:         2          </a:t>
            </a:r>
          </a:p>
        </p:txBody>
      </p:sp>
      <p:sp>
        <p:nvSpPr>
          <p:cNvPr id="13" name="TextBox 12"/>
          <p:cNvSpPr txBox="1"/>
          <p:nvPr/>
        </p:nvSpPr>
        <p:spPr>
          <a:xfrm>
            <a:off x="4644008" y="3618530"/>
            <a:ext cx="1080120" cy="369332"/>
          </a:xfrm>
          <a:prstGeom prst="rect">
            <a:avLst/>
          </a:prstGeom>
          <a:noFill/>
          <a:ln>
            <a:noFill/>
          </a:ln>
        </p:spPr>
        <p:txBody>
          <a:bodyPr wrap="square" rtlCol="0">
            <a:spAutoFit/>
          </a:bodyPr>
          <a:lstStyle/>
          <a:p>
            <a:r>
              <a:rPr lang="en-IN" b="1" dirty="0"/>
              <a:t>  4         :   </a:t>
            </a:r>
          </a:p>
        </p:txBody>
      </p:sp>
      <p:cxnSp>
        <p:nvCxnSpPr>
          <p:cNvPr id="14" name="Straight Arrow Connector 13"/>
          <p:cNvCxnSpPr>
            <a:stCxn id="8" idx="7"/>
          </p:cNvCxnSpPr>
          <p:nvPr/>
        </p:nvCxnSpPr>
        <p:spPr>
          <a:xfrm>
            <a:off x="6442399" y="3108823"/>
            <a:ext cx="793897" cy="10795"/>
          </a:xfrm>
          <a:prstGeom prst="straightConnector1">
            <a:avLst/>
          </a:prstGeom>
          <a:ln w="38100">
            <a:solidFill>
              <a:srgbClr val="FF0000"/>
            </a:solidFill>
            <a:tailEnd type="arrow"/>
          </a:ln>
        </p:spPr>
        <p:style>
          <a:lnRef idx="1">
            <a:schemeClr val="accent1"/>
          </a:lnRef>
          <a:fillRef idx="0">
            <a:schemeClr val="accent1"/>
          </a:fillRef>
          <a:effectRef idx="0">
            <a:schemeClr val="accent1"/>
          </a:effectRef>
          <a:fontRef idx="minor">
            <a:schemeClr val="tx1"/>
          </a:fontRef>
        </p:style>
      </p:cxnSp>
      <p:cxnSp>
        <p:nvCxnSpPr>
          <p:cNvPr id="15" name="Straight Arrow Connector 14"/>
          <p:cNvCxnSpPr/>
          <p:nvPr/>
        </p:nvCxnSpPr>
        <p:spPr>
          <a:xfrm flipH="1">
            <a:off x="5076056" y="3803196"/>
            <a:ext cx="936105" cy="10795"/>
          </a:xfrm>
          <a:prstGeom prst="straightConnector1">
            <a:avLst/>
          </a:prstGeom>
          <a:ln w="38100">
            <a:solidFill>
              <a:srgbClr val="FF0000"/>
            </a:solidFill>
            <a:tailEnd type="arrow"/>
          </a:ln>
        </p:spPr>
        <p:style>
          <a:lnRef idx="1">
            <a:schemeClr val="accent1"/>
          </a:lnRef>
          <a:fillRef idx="0">
            <a:schemeClr val="accent1"/>
          </a:fillRef>
          <a:effectRef idx="0">
            <a:schemeClr val="accent1"/>
          </a:effectRef>
          <a:fontRef idx="minor">
            <a:schemeClr val="tx1"/>
          </a:fontRef>
        </p:style>
      </p:cxnSp>
      <p:sp>
        <p:nvSpPr>
          <p:cNvPr id="16" name="Down Arrow 15"/>
          <p:cNvSpPr/>
          <p:nvPr/>
        </p:nvSpPr>
        <p:spPr>
          <a:xfrm>
            <a:off x="6264188" y="4923397"/>
            <a:ext cx="153731" cy="360040"/>
          </a:xfrm>
          <a:prstGeom prst="downArrow">
            <a:avLst/>
          </a:prstGeom>
          <a:noFill/>
          <a:ln w="3810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b="1"/>
          </a:p>
        </p:txBody>
      </p:sp>
      <p:sp>
        <p:nvSpPr>
          <p:cNvPr id="17" name="TextBox 16"/>
          <p:cNvSpPr txBox="1"/>
          <p:nvPr/>
        </p:nvSpPr>
        <p:spPr>
          <a:xfrm>
            <a:off x="4714913" y="5324148"/>
            <a:ext cx="3242566" cy="369332"/>
          </a:xfrm>
          <a:prstGeom prst="rect">
            <a:avLst/>
          </a:prstGeom>
          <a:noFill/>
          <a:ln>
            <a:noFill/>
          </a:ln>
        </p:spPr>
        <p:txBody>
          <a:bodyPr wrap="square" rtlCol="0">
            <a:spAutoFit/>
          </a:bodyPr>
          <a:lstStyle/>
          <a:p>
            <a:r>
              <a:rPr lang="en-IN" b="1" dirty="0"/>
              <a:t>  6          :           4         :         3</a:t>
            </a:r>
          </a:p>
        </p:txBody>
      </p:sp>
      <p:sp>
        <p:nvSpPr>
          <p:cNvPr id="18" name="TextBox 17"/>
          <p:cNvSpPr txBox="1"/>
          <p:nvPr/>
        </p:nvSpPr>
        <p:spPr>
          <a:xfrm>
            <a:off x="1619672" y="5945209"/>
            <a:ext cx="5328592" cy="584775"/>
          </a:xfrm>
          <a:prstGeom prst="rect">
            <a:avLst/>
          </a:prstGeom>
          <a:noFill/>
        </p:spPr>
        <p:txBody>
          <a:bodyPr wrap="square" rtlCol="0">
            <a:spAutoFit/>
          </a:bodyPr>
          <a:lstStyle/>
          <a:p>
            <a:r>
              <a:rPr lang="en-IN" sz="3200" b="1" dirty="0"/>
              <a:t>Then A : B : C </a:t>
            </a:r>
            <a:r>
              <a:rPr lang="en-IN" sz="3200" b="1" dirty="0">
                <a:solidFill>
                  <a:srgbClr val="00B050"/>
                </a:solidFill>
              </a:rPr>
              <a:t>= 6 : 4 : 3</a:t>
            </a:r>
          </a:p>
        </p:txBody>
      </p:sp>
    </p:spTree>
    <p:extLst>
      <p:ext uri="{BB962C8B-B14F-4D97-AF65-F5344CB8AC3E}">
        <p14:creationId xmlns:p14="http://schemas.microsoft.com/office/powerpoint/2010/main" val="285568894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2">
                                            <p:txEl>
                                              <p:pRg st="0" end="0"/>
                                            </p:txEl>
                                          </p:spTgt>
                                        </p:tgtEl>
                                        <p:attrNameLst>
                                          <p:attrName>style.visibility</p:attrName>
                                        </p:attrNameLst>
                                      </p:cBhvr>
                                      <p:to>
                                        <p:strVal val="visible"/>
                                      </p:to>
                                    </p:set>
                                    <p:animEffect transition="in" filter="fade">
                                      <p:cBhvr>
                                        <p:cTn id="7" dur="500"/>
                                        <p:tgtEl>
                                          <p:spTgt spid="2">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2">
                                            <p:txEl>
                                              <p:pRg st="1" end="1"/>
                                            </p:txEl>
                                          </p:spTgt>
                                        </p:tgtEl>
                                        <p:attrNameLst>
                                          <p:attrName>style.visibility</p:attrName>
                                        </p:attrNameLst>
                                      </p:cBhvr>
                                      <p:to>
                                        <p:strVal val="visible"/>
                                      </p:to>
                                    </p:set>
                                    <p:animEffect transition="in" filter="fade">
                                      <p:cBhvr>
                                        <p:cTn id="12" dur="500"/>
                                        <p:tgtEl>
                                          <p:spTgt spid="2">
                                            <p:txEl>
                                              <p:pRg st="1" end="1"/>
                                            </p:txEl>
                                          </p:spTgt>
                                        </p:tgtEl>
                                      </p:cBhvr>
                                    </p:animEffect>
                                  </p:childTnLst>
                                </p:cTn>
                              </p:par>
                              <p:par>
                                <p:cTn id="13" presetID="10" presetClass="entr" presetSubtype="0" fill="hold" nodeType="withEffect">
                                  <p:stCondLst>
                                    <p:cond delay="0"/>
                                  </p:stCondLst>
                                  <p:childTnLst>
                                    <p:set>
                                      <p:cBhvr>
                                        <p:cTn id="14" dur="1" fill="hold">
                                          <p:stCondLst>
                                            <p:cond delay="0"/>
                                          </p:stCondLst>
                                        </p:cTn>
                                        <p:tgtEl>
                                          <p:spTgt spid="2">
                                            <p:txEl>
                                              <p:pRg st="3" end="3"/>
                                            </p:txEl>
                                          </p:spTgt>
                                        </p:tgtEl>
                                        <p:attrNameLst>
                                          <p:attrName>style.visibility</p:attrName>
                                        </p:attrNameLst>
                                      </p:cBhvr>
                                      <p:to>
                                        <p:strVal val="visible"/>
                                      </p:to>
                                    </p:set>
                                    <p:animEffect transition="in" filter="fade">
                                      <p:cBhvr>
                                        <p:cTn id="15" dur="500"/>
                                        <p:tgtEl>
                                          <p:spTgt spid="2">
                                            <p:txEl>
                                              <p:pRg st="3" end="3"/>
                                            </p:txEl>
                                          </p:spTgt>
                                        </p:tgtEl>
                                      </p:cBhvr>
                                    </p:animEffect>
                                  </p:childTnLst>
                                </p:cTn>
                              </p:par>
                              <p:par>
                                <p:cTn id="16" presetID="10" presetClass="entr" presetSubtype="0" fill="hold" nodeType="withEffect">
                                  <p:stCondLst>
                                    <p:cond delay="0"/>
                                  </p:stCondLst>
                                  <p:childTnLst>
                                    <p:set>
                                      <p:cBhvr>
                                        <p:cTn id="17" dur="1" fill="hold">
                                          <p:stCondLst>
                                            <p:cond delay="0"/>
                                          </p:stCondLst>
                                        </p:cTn>
                                        <p:tgtEl>
                                          <p:spTgt spid="2">
                                            <p:txEl>
                                              <p:pRg st="4" end="4"/>
                                            </p:txEl>
                                          </p:spTgt>
                                        </p:tgtEl>
                                        <p:attrNameLst>
                                          <p:attrName>style.visibility</p:attrName>
                                        </p:attrNameLst>
                                      </p:cBhvr>
                                      <p:to>
                                        <p:strVal val="visible"/>
                                      </p:to>
                                    </p:set>
                                    <p:animEffect transition="in" filter="fade">
                                      <p:cBhvr>
                                        <p:cTn id="18" dur="500"/>
                                        <p:tgtEl>
                                          <p:spTgt spid="2">
                                            <p:txEl>
                                              <p:pRg st="4" end="4"/>
                                            </p:txEl>
                                          </p:spTgt>
                                        </p:tgtEl>
                                      </p:cBhvr>
                                    </p:animEffec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5"/>
                                        </p:tgtEl>
                                        <p:attrNameLst>
                                          <p:attrName>style.visibility</p:attrName>
                                        </p:attrNameLst>
                                      </p:cBhvr>
                                      <p:to>
                                        <p:strVal val="visible"/>
                                      </p:to>
                                    </p:set>
                                  </p:childTnLst>
                                </p:cTn>
                              </p:par>
                              <p:par>
                                <p:cTn id="23" presetID="1" presetClass="entr" presetSubtype="0" fill="hold" grpId="0" nodeType="withEffect">
                                  <p:stCondLst>
                                    <p:cond delay="0"/>
                                  </p:stCondLst>
                                  <p:childTnLst>
                                    <p:set>
                                      <p:cBhvr>
                                        <p:cTn id="24" dur="1" fill="hold">
                                          <p:stCondLst>
                                            <p:cond delay="0"/>
                                          </p:stCondLst>
                                        </p:cTn>
                                        <p:tgtEl>
                                          <p:spTgt spid="6"/>
                                        </p:tgtEl>
                                        <p:attrNameLst>
                                          <p:attrName>style.visibility</p:attrName>
                                        </p:attrNameLst>
                                      </p:cBhvr>
                                      <p:to>
                                        <p:strVal val="visible"/>
                                      </p:to>
                                    </p:set>
                                  </p:childTnLst>
                                </p:cTn>
                              </p:par>
                              <p:par>
                                <p:cTn id="25" presetID="1" presetClass="entr" presetSubtype="0" fill="hold" grpId="0" nodeType="withEffect">
                                  <p:stCondLst>
                                    <p:cond delay="0"/>
                                  </p:stCondLst>
                                  <p:childTnLst>
                                    <p:set>
                                      <p:cBhvr>
                                        <p:cTn id="26" dur="1" fill="hold">
                                          <p:stCondLst>
                                            <p:cond delay="0"/>
                                          </p:stCondLst>
                                        </p:cTn>
                                        <p:tgtEl>
                                          <p:spTgt spid="7"/>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0" presetClass="entr" presetSubtype="0" fill="hold" grpId="0" nodeType="clickEffect">
                                  <p:stCondLst>
                                    <p:cond delay="0"/>
                                  </p:stCondLst>
                                  <p:childTnLst>
                                    <p:set>
                                      <p:cBhvr>
                                        <p:cTn id="30" dur="1" fill="hold">
                                          <p:stCondLst>
                                            <p:cond delay="0"/>
                                          </p:stCondLst>
                                        </p:cTn>
                                        <p:tgtEl>
                                          <p:spTgt spid="8"/>
                                        </p:tgtEl>
                                        <p:attrNameLst>
                                          <p:attrName>style.visibility</p:attrName>
                                        </p:attrNameLst>
                                      </p:cBhvr>
                                      <p:to>
                                        <p:strVal val="visible"/>
                                      </p:to>
                                    </p:set>
                                    <p:animEffect transition="in" filter="fade">
                                      <p:cBhvr>
                                        <p:cTn id="31" dur="500"/>
                                        <p:tgtEl>
                                          <p:spTgt spid="8"/>
                                        </p:tgtEl>
                                      </p:cBhvr>
                                    </p:animEffect>
                                  </p:childTnLst>
                                </p:cTn>
                              </p:par>
                            </p:childTnLst>
                          </p:cTn>
                        </p:par>
                      </p:childTnLst>
                    </p:cTn>
                  </p:par>
                  <p:par>
                    <p:cTn id="32" fill="hold">
                      <p:stCondLst>
                        <p:cond delay="indefinite"/>
                      </p:stCondLst>
                      <p:childTnLst>
                        <p:par>
                          <p:cTn id="33" fill="hold">
                            <p:stCondLst>
                              <p:cond delay="0"/>
                            </p:stCondLst>
                            <p:childTnLst>
                              <p:par>
                                <p:cTn id="34" presetID="10" presetClass="entr" presetSubtype="0" fill="hold" nodeType="clickEffect">
                                  <p:stCondLst>
                                    <p:cond delay="0"/>
                                  </p:stCondLst>
                                  <p:childTnLst>
                                    <p:set>
                                      <p:cBhvr>
                                        <p:cTn id="35" dur="1" fill="hold">
                                          <p:stCondLst>
                                            <p:cond delay="0"/>
                                          </p:stCondLst>
                                        </p:cTn>
                                        <p:tgtEl>
                                          <p:spTgt spid="14"/>
                                        </p:tgtEl>
                                        <p:attrNameLst>
                                          <p:attrName>style.visibility</p:attrName>
                                        </p:attrNameLst>
                                      </p:cBhvr>
                                      <p:to>
                                        <p:strVal val="visible"/>
                                      </p:to>
                                    </p:set>
                                    <p:animEffect transition="in" filter="fade">
                                      <p:cBhvr>
                                        <p:cTn id="36" dur="500"/>
                                        <p:tgtEl>
                                          <p:spTgt spid="14"/>
                                        </p:tgtEl>
                                      </p:cBhvr>
                                    </p:animEffect>
                                  </p:childTnLst>
                                </p:cTn>
                              </p:par>
                              <p:par>
                                <p:cTn id="37" presetID="10" presetClass="entr" presetSubtype="0" fill="hold" grpId="0" nodeType="withEffect">
                                  <p:stCondLst>
                                    <p:cond delay="0"/>
                                  </p:stCondLst>
                                  <p:childTnLst>
                                    <p:set>
                                      <p:cBhvr>
                                        <p:cTn id="38" dur="1" fill="hold">
                                          <p:stCondLst>
                                            <p:cond delay="0"/>
                                          </p:stCondLst>
                                        </p:cTn>
                                        <p:tgtEl>
                                          <p:spTgt spid="12"/>
                                        </p:tgtEl>
                                        <p:attrNameLst>
                                          <p:attrName>style.visibility</p:attrName>
                                        </p:attrNameLst>
                                      </p:cBhvr>
                                      <p:to>
                                        <p:strVal val="visible"/>
                                      </p:to>
                                    </p:set>
                                    <p:animEffect transition="in" filter="fade">
                                      <p:cBhvr>
                                        <p:cTn id="39" dur="500"/>
                                        <p:tgtEl>
                                          <p:spTgt spid="12"/>
                                        </p:tgtEl>
                                      </p:cBhvr>
                                    </p:animEffect>
                                  </p:childTnLst>
                                </p:cTn>
                              </p:par>
                            </p:childTnLst>
                          </p:cTn>
                        </p:par>
                      </p:childTnLst>
                    </p:cTn>
                  </p:par>
                  <p:par>
                    <p:cTn id="40" fill="hold">
                      <p:stCondLst>
                        <p:cond delay="indefinite"/>
                      </p:stCondLst>
                      <p:childTnLst>
                        <p:par>
                          <p:cTn id="41" fill="hold">
                            <p:stCondLst>
                              <p:cond delay="0"/>
                            </p:stCondLst>
                            <p:childTnLst>
                              <p:par>
                                <p:cTn id="42" presetID="10" presetClass="entr" presetSubtype="0" fill="hold" nodeType="clickEffect">
                                  <p:stCondLst>
                                    <p:cond delay="0"/>
                                  </p:stCondLst>
                                  <p:childTnLst>
                                    <p:set>
                                      <p:cBhvr>
                                        <p:cTn id="43" dur="1" fill="hold">
                                          <p:stCondLst>
                                            <p:cond delay="0"/>
                                          </p:stCondLst>
                                        </p:cTn>
                                        <p:tgtEl>
                                          <p:spTgt spid="15"/>
                                        </p:tgtEl>
                                        <p:attrNameLst>
                                          <p:attrName>style.visibility</p:attrName>
                                        </p:attrNameLst>
                                      </p:cBhvr>
                                      <p:to>
                                        <p:strVal val="visible"/>
                                      </p:to>
                                    </p:set>
                                    <p:animEffect transition="in" filter="fade">
                                      <p:cBhvr>
                                        <p:cTn id="44" dur="500"/>
                                        <p:tgtEl>
                                          <p:spTgt spid="15"/>
                                        </p:tgtEl>
                                      </p:cBhvr>
                                    </p:animEffect>
                                  </p:childTnLst>
                                </p:cTn>
                              </p:par>
                              <p:par>
                                <p:cTn id="45" presetID="10" presetClass="entr" presetSubtype="0" fill="hold" grpId="0" nodeType="withEffect">
                                  <p:stCondLst>
                                    <p:cond delay="0"/>
                                  </p:stCondLst>
                                  <p:childTnLst>
                                    <p:set>
                                      <p:cBhvr>
                                        <p:cTn id="46" dur="1" fill="hold">
                                          <p:stCondLst>
                                            <p:cond delay="0"/>
                                          </p:stCondLst>
                                        </p:cTn>
                                        <p:tgtEl>
                                          <p:spTgt spid="13"/>
                                        </p:tgtEl>
                                        <p:attrNameLst>
                                          <p:attrName>style.visibility</p:attrName>
                                        </p:attrNameLst>
                                      </p:cBhvr>
                                      <p:to>
                                        <p:strVal val="visible"/>
                                      </p:to>
                                    </p:set>
                                    <p:animEffect transition="in" filter="fade">
                                      <p:cBhvr>
                                        <p:cTn id="47" dur="500"/>
                                        <p:tgtEl>
                                          <p:spTgt spid="13"/>
                                        </p:tgtEl>
                                      </p:cBhvr>
                                    </p:animEffect>
                                  </p:childTnLst>
                                </p:cTn>
                              </p:par>
                            </p:childTnLst>
                          </p:cTn>
                        </p:par>
                      </p:childTnLst>
                    </p:cTn>
                  </p:par>
                  <p:par>
                    <p:cTn id="48" fill="hold">
                      <p:stCondLst>
                        <p:cond delay="indefinite"/>
                      </p:stCondLst>
                      <p:childTnLst>
                        <p:par>
                          <p:cTn id="49" fill="hold">
                            <p:stCondLst>
                              <p:cond delay="0"/>
                            </p:stCondLst>
                            <p:childTnLst>
                              <p:par>
                                <p:cTn id="50" presetID="1" presetClass="entr" presetSubtype="0" fill="hold" nodeType="clickEffect">
                                  <p:stCondLst>
                                    <p:cond delay="0"/>
                                  </p:stCondLst>
                                  <p:childTnLst>
                                    <p:set>
                                      <p:cBhvr>
                                        <p:cTn id="51" dur="1" fill="hold">
                                          <p:stCondLst>
                                            <p:cond delay="0"/>
                                          </p:stCondLst>
                                        </p:cTn>
                                        <p:tgtEl>
                                          <p:spTgt spid="10"/>
                                        </p:tgtEl>
                                        <p:attrNameLst>
                                          <p:attrName>style.visibility</p:attrName>
                                        </p:attrNameLst>
                                      </p:cBhvr>
                                      <p:to>
                                        <p:strVal val="visible"/>
                                      </p:to>
                                    </p:set>
                                  </p:childTnLst>
                                </p:cTn>
                              </p:par>
                              <p:par>
                                <p:cTn id="52" presetID="1" presetClass="entr" presetSubtype="0" fill="hold" grpId="0" nodeType="withEffect">
                                  <p:stCondLst>
                                    <p:cond delay="0"/>
                                  </p:stCondLst>
                                  <p:childTnLst>
                                    <p:set>
                                      <p:cBhvr>
                                        <p:cTn id="53" dur="1" fill="hold">
                                          <p:stCondLst>
                                            <p:cond delay="0"/>
                                          </p:stCondLst>
                                        </p:cTn>
                                        <p:tgtEl>
                                          <p:spTgt spid="9"/>
                                        </p:tgtEl>
                                        <p:attrNameLst>
                                          <p:attrName>style.visibility</p:attrName>
                                        </p:attrNameLst>
                                      </p:cBhvr>
                                      <p:to>
                                        <p:strVal val="visible"/>
                                      </p:to>
                                    </p:set>
                                  </p:childTnLst>
                                </p:cTn>
                              </p:par>
                              <p:par>
                                <p:cTn id="54" presetID="1" presetClass="entr" presetSubtype="0" fill="hold" nodeType="withEffect">
                                  <p:stCondLst>
                                    <p:cond delay="0"/>
                                  </p:stCondLst>
                                  <p:childTnLst>
                                    <p:set>
                                      <p:cBhvr>
                                        <p:cTn id="55" dur="1" fill="hold">
                                          <p:stCondLst>
                                            <p:cond delay="0"/>
                                          </p:stCondLst>
                                        </p:cTn>
                                        <p:tgtEl>
                                          <p:spTgt spid="11"/>
                                        </p:tgtEl>
                                        <p:attrNameLst>
                                          <p:attrName>style.visibility</p:attrName>
                                        </p:attrNameLst>
                                      </p:cBhvr>
                                      <p:to>
                                        <p:strVal val="visible"/>
                                      </p:to>
                                    </p:set>
                                  </p:childTnLst>
                                </p:cTn>
                              </p:par>
                            </p:childTnLst>
                          </p:cTn>
                        </p:par>
                      </p:childTnLst>
                    </p:cTn>
                  </p:par>
                  <p:par>
                    <p:cTn id="56" fill="hold">
                      <p:stCondLst>
                        <p:cond delay="indefinite"/>
                      </p:stCondLst>
                      <p:childTnLst>
                        <p:par>
                          <p:cTn id="57" fill="hold">
                            <p:stCondLst>
                              <p:cond delay="0"/>
                            </p:stCondLst>
                            <p:childTnLst>
                              <p:par>
                                <p:cTn id="58" presetID="10" presetClass="entr" presetSubtype="0" fill="hold" grpId="0" nodeType="clickEffect">
                                  <p:stCondLst>
                                    <p:cond delay="0"/>
                                  </p:stCondLst>
                                  <p:childTnLst>
                                    <p:set>
                                      <p:cBhvr>
                                        <p:cTn id="59" dur="1" fill="hold">
                                          <p:stCondLst>
                                            <p:cond delay="0"/>
                                          </p:stCondLst>
                                        </p:cTn>
                                        <p:tgtEl>
                                          <p:spTgt spid="17"/>
                                        </p:tgtEl>
                                        <p:attrNameLst>
                                          <p:attrName>style.visibility</p:attrName>
                                        </p:attrNameLst>
                                      </p:cBhvr>
                                      <p:to>
                                        <p:strVal val="visible"/>
                                      </p:to>
                                    </p:set>
                                    <p:animEffect transition="in" filter="fade">
                                      <p:cBhvr>
                                        <p:cTn id="60" dur="500"/>
                                        <p:tgtEl>
                                          <p:spTgt spid="17"/>
                                        </p:tgtEl>
                                      </p:cBhvr>
                                    </p:animEffect>
                                  </p:childTnLst>
                                </p:cTn>
                              </p:par>
                              <p:par>
                                <p:cTn id="61" presetID="10" presetClass="entr" presetSubtype="0" fill="hold" grpId="0" nodeType="withEffect">
                                  <p:stCondLst>
                                    <p:cond delay="0"/>
                                  </p:stCondLst>
                                  <p:childTnLst>
                                    <p:set>
                                      <p:cBhvr>
                                        <p:cTn id="62" dur="1" fill="hold">
                                          <p:stCondLst>
                                            <p:cond delay="0"/>
                                          </p:stCondLst>
                                        </p:cTn>
                                        <p:tgtEl>
                                          <p:spTgt spid="16"/>
                                        </p:tgtEl>
                                        <p:attrNameLst>
                                          <p:attrName>style.visibility</p:attrName>
                                        </p:attrNameLst>
                                      </p:cBhvr>
                                      <p:to>
                                        <p:strVal val="visible"/>
                                      </p:to>
                                    </p:set>
                                    <p:animEffect transition="in" filter="fade">
                                      <p:cBhvr>
                                        <p:cTn id="63" dur="500"/>
                                        <p:tgtEl>
                                          <p:spTgt spid="16"/>
                                        </p:tgtEl>
                                      </p:cBhvr>
                                    </p:animEffect>
                                  </p:childTnLst>
                                </p:cTn>
                              </p:par>
                            </p:childTnLst>
                          </p:cTn>
                        </p:par>
                      </p:childTnLst>
                    </p:cTn>
                  </p:par>
                  <p:par>
                    <p:cTn id="64" fill="hold">
                      <p:stCondLst>
                        <p:cond delay="indefinite"/>
                      </p:stCondLst>
                      <p:childTnLst>
                        <p:par>
                          <p:cTn id="65" fill="hold">
                            <p:stCondLst>
                              <p:cond delay="0"/>
                            </p:stCondLst>
                            <p:childTnLst>
                              <p:par>
                                <p:cTn id="66" presetID="10" presetClass="entr" presetSubtype="0" fill="hold" grpId="0" nodeType="clickEffect">
                                  <p:stCondLst>
                                    <p:cond delay="0"/>
                                  </p:stCondLst>
                                  <p:childTnLst>
                                    <p:set>
                                      <p:cBhvr>
                                        <p:cTn id="67" dur="1" fill="hold">
                                          <p:stCondLst>
                                            <p:cond delay="0"/>
                                          </p:stCondLst>
                                        </p:cTn>
                                        <p:tgtEl>
                                          <p:spTgt spid="18"/>
                                        </p:tgtEl>
                                        <p:attrNameLst>
                                          <p:attrName>style.visibility</p:attrName>
                                        </p:attrNameLst>
                                      </p:cBhvr>
                                      <p:to>
                                        <p:strVal val="visible"/>
                                      </p:to>
                                    </p:set>
                                    <p:animEffect transition="in" filter="fade">
                                      <p:cBhvr>
                                        <p:cTn id="68" dur="500"/>
                                        <p:tgtEl>
                                          <p:spTgt spid="1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p:bldP spid="6" grpId="0"/>
      <p:bldP spid="7" grpId="0"/>
      <p:bldP spid="8" grpId="0" animBg="1"/>
      <p:bldP spid="9" grpId="0"/>
      <p:bldP spid="12" grpId="0"/>
      <p:bldP spid="13" grpId="0"/>
      <p:bldP spid="16" grpId="0" animBg="1"/>
      <p:bldP spid="17" grpId="0"/>
      <p:bldP spid="18" grpId="0"/>
    </p:bld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Content Placeholder 4"/>
          <p:cNvSpPr>
            <a:spLocks noGrp="1"/>
          </p:cNvSpPr>
          <p:nvPr>
            <p:ph idx="1"/>
          </p:nvPr>
        </p:nvSpPr>
        <p:spPr/>
        <p:txBody>
          <a:bodyPr>
            <a:normAutofit lnSpcReduction="10000"/>
          </a:bodyPr>
          <a:lstStyle/>
          <a:p>
            <a:pPr marL="0" indent="0" algn="just">
              <a:buNone/>
            </a:pPr>
            <a:r>
              <a:rPr lang="en-IN" sz="4000" b="1" dirty="0">
                <a:solidFill>
                  <a:srgbClr val="FF0000"/>
                </a:solidFill>
              </a:rPr>
              <a:t>If one fourth of A is equal to two fifth of B, then Find the ratio of A and B.</a:t>
            </a:r>
          </a:p>
          <a:p>
            <a:pPr marL="0" indent="0" algn="just">
              <a:buNone/>
            </a:pPr>
            <a:endParaRPr lang="en-IN" sz="4000" b="1" dirty="0"/>
          </a:p>
          <a:p>
            <a:pPr marL="0" indent="0" algn="just">
              <a:buNone/>
            </a:pPr>
            <a:r>
              <a:rPr lang="en-IN" sz="4000" b="1" dirty="0"/>
              <a:t>a)5 : 8				b)8 : 5</a:t>
            </a:r>
          </a:p>
          <a:p>
            <a:pPr marL="0" indent="0" algn="just">
              <a:buNone/>
            </a:pPr>
            <a:r>
              <a:rPr lang="en-IN" sz="4000" b="1" dirty="0"/>
              <a:t>c)6 : 5				d)8 : 3</a:t>
            </a:r>
          </a:p>
          <a:p>
            <a:pPr marL="0" indent="0" algn="just">
              <a:buNone/>
            </a:pPr>
            <a:endParaRPr lang="en-IN" sz="4000" b="1" dirty="0"/>
          </a:p>
        </p:txBody>
      </p:sp>
      <p:sp>
        <p:nvSpPr>
          <p:cNvPr id="2" name="Title 1"/>
          <p:cNvSpPr>
            <a:spLocks noGrp="1"/>
          </p:cNvSpPr>
          <p:nvPr>
            <p:ph type="title"/>
          </p:nvPr>
        </p:nvSpPr>
        <p:spPr/>
        <p:txBody>
          <a:bodyPr/>
          <a:lstStyle/>
          <a:p>
            <a:pPr algn="l"/>
            <a:r>
              <a:rPr lang="en-IN" b="1" dirty="0"/>
              <a:t>Q.6)</a:t>
            </a:r>
          </a:p>
        </p:txBody>
      </p:sp>
    </p:spTree>
    <p:extLst>
      <p:ext uri="{BB962C8B-B14F-4D97-AF65-F5344CB8AC3E}">
        <p14:creationId xmlns:p14="http://schemas.microsoft.com/office/powerpoint/2010/main" val="81462703"/>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2" name="Content Placeholder 1"/>
              <p:cNvSpPr>
                <a:spLocks noGrp="1"/>
              </p:cNvSpPr>
              <p:nvPr>
                <p:ph idx="1"/>
              </p:nvPr>
            </p:nvSpPr>
            <p:spPr>
              <a:xfrm>
                <a:off x="683568" y="2132856"/>
                <a:ext cx="7745505" cy="4392488"/>
              </a:xfrm>
            </p:spPr>
            <p:txBody>
              <a:bodyPr>
                <a:noAutofit/>
              </a:bodyPr>
              <a:lstStyle/>
              <a:p>
                <a:pPr marL="777240" lvl="2" indent="0">
                  <a:buNone/>
                </a:pPr>
                <a14:m>
                  <m:oMathPara xmlns:m="http://schemas.openxmlformats.org/officeDocument/2006/math">
                    <m:oMathParaPr>
                      <m:jc m:val="left"/>
                    </m:oMathParaPr>
                    <m:oMath xmlns:m="http://schemas.openxmlformats.org/officeDocument/2006/math">
                      <m:f>
                        <m:fPr>
                          <m:ctrlPr>
                            <a:rPr lang="en-IN" sz="2800" b="1" i="1" smtClean="0">
                              <a:latin typeface="Cambria Math" panose="02040503050406030204" pitchFamily="18" charset="0"/>
                            </a:rPr>
                          </m:ctrlPr>
                        </m:fPr>
                        <m:num>
                          <m:r>
                            <a:rPr lang="en-IN" sz="2800" b="1" i="1" smtClean="0">
                              <a:latin typeface="Cambria Math"/>
                            </a:rPr>
                            <m:t>𝟏</m:t>
                          </m:r>
                        </m:num>
                        <m:den>
                          <m:r>
                            <a:rPr lang="en-IN" sz="2800" b="1" i="1" smtClean="0">
                              <a:latin typeface="Cambria Math"/>
                            </a:rPr>
                            <m:t>𝟒</m:t>
                          </m:r>
                        </m:den>
                      </m:f>
                      <m:r>
                        <a:rPr lang="en-IN" sz="2800" b="1" i="1" smtClean="0">
                          <a:latin typeface="Cambria Math"/>
                        </a:rPr>
                        <m:t>𝑨</m:t>
                      </m:r>
                      <m:r>
                        <a:rPr lang="en-IN" sz="2800" b="1" i="1" smtClean="0">
                          <a:latin typeface="Cambria Math"/>
                        </a:rPr>
                        <m:t>= </m:t>
                      </m:r>
                      <m:f>
                        <m:fPr>
                          <m:ctrlPr>
                            <a:rPr lang="en-IN" sz="2800" b="1" i="1" smtClean="0">
                              <a:latin typeface="Cambria Math" panose="02040503050406030204" pitchFamily="18" charset="0"/>
                            </a:rPr>
                          </m:ctrlPr>
                        </m:fPr>
                        <m:num>
                          <m:r>
                            <a:rPr lang="en-IN" sz="2800" b="1" i="1" smtClean="0">
                              <a:latin typeface="Cambria Math"/>
                            </a:rPr>
                            <m:t>𝟐</m:t>
                          </m:r>
                        </m:num>
                        <m:den>
                          <m:r>
                            <a:rPr lang="en-IN" sz="2800" b="1" i="1" smtClean="0">
                              <a:latin typeface="Cambria Math"/>
                            </a:rPr>
                            <m:t>𝟓</m:t>
                          </m:r>
                        </m:den>
                      </m:f>
                      <m:r>
                        <a:rPr lang="en-IN" sz="2800" b="1" i="1" smtClean="0">
                          <a:latin typeface="Cambria Math"/>
                        </a:rPr>
                        <m:t>𝑩</m:t>
                      </m:r>
                    </m:oMath>
                  </m:oMathPara>
                </a14:m>
                <a:endParaRPr lang="en-IN" sz="2800" b="1" dirty="0"/>
              </a:p>
              <a:p>
                <a:pPr marL="777240" lvl="2" indent="0">
                  <a:buNone/>
                </a:pPr>
                <a:endParaRPr lang="en-IN" sz="2800" b="1" dirty="0"/>
              </a:p>
              <a:p>
                <a:pPr marL="777240" lvl="2" indent="0">
                  <a:buNone/>
                </a:pPr>
                <a14:m>
                  <m:oMathPara xmlns:m="http://schemas.openxmlformats.org/officeDocument/2006/math">
                    <m:oMathParaPr>
                      <m:jc m:val="left"/>
                    </m:oMathParaPr>
                    <m:oMath xmlns:m="http://schemas.openxmlformats.org/officeDocument/2006/math">
                      <m:f>
                        <m:fPr>
                          <m:ctrlPr>
                            <a:rPr lang="en-IN" sz="2800" b="1" i="1" smtClean="0">
                              <a:latin typeface="Cambria Math" panose="02040503050406030204" pitchFamily="18" charset="0"/>
                            </a:rPr>
                          </m:ctrlPr>
                        </m:fPr>
                        <m:num>
                          <m:r>
                            <a:rPr lang="en-IN" sz="2800" b="1" i="1" smtClean="0">
                              <a:latin typeface="Cambria Math"/>
                            </a:rPr>
                            <m:t>𝑨</m:t>
                          </m:r>
                        </m:num>
                        <m:den>
                          <m:r>
                            <a:rPr lang="en-IN" sz="2800" b="1" i="1" smtClean="0">
                              <a:latin typeface="Cambria Math"/>
                            </a:rPr>
                            <m:t>𝟒</m:t>
                          </m:r>
                        </m:den>
                      </m:f>
                      <m:r>
                        <a:rPr lang="en-IN" sz="2800" b="1" i="1" smtClean="0">
                          <a:latin typeface="Cambria Math"/>
                        </a:rPr>
                        <m:t>= </m:t>
                      </m:r>
                      <m:f>
                        <m:fPr>
                          <m:ctrlPr>
                            <a:rPr lang="en-IN" sz="2800" b="1" i="1" smtClean="0">
                              <a:latin typeface="Cambria Math" panose="02040503050406030204" pitchFamily="18" charset="0"/>
                            </a:rPr>
                          </m:ctrlPr>
                        </m:fPr>
                        <m:num>
                          <m:r>
                            <a:rPr lang="en-IN" sz="2800" b="1" i="1" smtClean="0">
                              <a:latin typeface="Cambria Math"/>
                            </a:rPr>
                            <m:t>𝟐</m:t>
                          </m:r>
                          <m:r>
                            <a:rPr lang="en-IN" sz="2800" b="1" i="1" smtClean="0">
                              <a:latin typeface="Cambria Math"/>
                            </a:rPr>
                            <m:t>𝑩</m:t>
                          </m:r>
                        </m:num>
                        <m:den>
                          <m:r>
                            <a:rPr lang="en-IN" sz="2800" b="1" i="1" smtClean="0">
                              <a:latin typeface="Cambria Math"/>
                            </a:rPr>
                            <m:t>𝟓</m:t>
                          </m:r>
                        </m:den>
                      </m:f>
                    </m:oMath>
                  </m:oMathPara>
                </a14:m>
                <a:endParaRPr lang="en-IN" sz="2800" b="1" dirty="0"/>
              </a:p>
              <a:p>
                <a:pPr marL="777240" lvl="2" indent="0">
                  <a:buNone/>
                </a:pPr>
                <a:r>
                  <a:rPr lang="en-IN" sz="2800" b="1" dirty="0"/>
                  <a:t> </a:t>
                </a:r>
              </a:p>
              <a:p>
                <a:pPr marL="777240" lvl="2" indent="0">
                  <a:buNone/>
                </a:pPr>
                <a:r>
                  <a:rPr lang="en-IN" sz="2800" b="1" dirty="0"/>
                  <a:t>5A = 8B</a:t>
                </a:r>
              </a:p>
              <a:p>
                <a:pPr marL="777240" lvl="2" indent="0">
                  <a:buNone/>
                </a:pPr>
                <a:endParaRPr lang="en-IN" sz="2800" b="1" dirty="0"/>
              </a:p>
              <a:p>
                <a:pPr marL="777240" lvl="2" indent="0">
                  <a:buNone/>
                </a:pPr>
                <a:r>
                  <a:rPr lang="en-IN" sz="2800" b="1" dirty="0">
                    <a:solidFill>
                      <a:srgbClr val="00B050"/>
                    </a:solidFill>
                  </a:rPr>
                  <a:t>A : B = 8 : 5</a:t>
                </a:r>
              </a:p>
            </p:txBody>
          </p:sp>
        </mc:Choice>
        <mc:Fallback xmlns="">
          <p:sp>
            <p:nvSpPr>
              <p:cNvPr id="2" name="Content Placeholder 1"/>
              <p:cNvSpPr>
                <a:spLocks noGrp="1" noRot="1" noChangeAspect="1" noMove="1" noResize="1" noEditPoints="1" noAdjustHandles="1" noChangeArrowheads="1" noChangeShapeType="1" noTextEdit="1"/>
              </p:cNvSpPr>
              <p:nvPr>
                <p:ph idx="1"/>
              </p:nvPr>
            </p:nvSpPr>
            <p:spPr>
              <a:xfrm>
                <a:off x="683568" y="2132856"/>
                <a:ext cx="7745505" cy="4392488"/>
              </a:xfrm>
              <a:blipFill rotWithShape="1">
                <a:blip r:embed="rId2"/>
                <a:stretch>
                  <a:fillRect b="-694"/>
                </a:stretch>
              </a:blipFill>
            </p:spPr>
            <p:txBody>
              <a:bodyPr/>
              <a:lstStyle/>
              <a:p>
                <a:r>
                  <a:rPr lang="en-IN">
                    <a:noFill/>
                  </a:rPr>
                  <a:t> </a:t>
                </a:r>
              </a:p>
            </p:txBody>
          </p:sp>
        </mc:Fallback>
      </mc:AlternateContent>
      <p:sp>
        <p:nvSpPr>
          <p:cNvPr id="3" name="Title 2"/>
          <p:cNvSpPr>
            <a:spLocks noGrp="1"/>
          </p:cNvSpPr>
          <p:nvPr>
            <p:ph type="title"/>
          </p:nvPr>
        </p:nvSpPr>
        <p:spPr/>
        <p:txBody>
          <a:bodyPr/>
          <a:lstStyle/>
          <a:p>
            <a:pPr algn="l"/>
            <a:r>
              <a:rPr lang="en-IN" b="1" dirty="0">
                <a:solidFill>
                  <a:srgbClr val="00B050"/>
                </a:solidFill>
              </a:rPr>
              <a:t>Q.6)Explanation</a:t>
            </a:r>
          </a:p>
        </p:txBody>
      </p:sp>
    </p:spTree>
    <p:extLst>
      <p:ext uri="{BB962C8B-B14F-4D97-AF65-F5344CB8AC3E}">
        <p14:creationId xmlns:p14="http://schemas.microsoft.com/office/powerpoint/2010/main" val="170010454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2">
                                            <p:txEl>
                                              <p:pRg st="0" end="0"/>
                                            </p:txEl>
                                          </p:spTgt>
                                        </p:tgtEl>
                                        <p:attrNameLst>
                                          <p:attrName>style.visibility</p:attrName>
                                        </p:attrNameLst>
                                      </p:cBhvr>
                                      <p:to>
                                        <p:strVal val="visible"/>
                                      </p:to>
                                    </p:set>
                                    <p:animEffect transition="in" filter="fade">
                                      <p:cBhvr>
                                        <p:cTn id="7" dur="500"/>
                                        <p:tgtEl>
                                          <p:spTgt spid="2">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2">
                                            <p:txEl>
                                              <p:pRg st="2" end="2"/>
                                            </p:txEl>
                                          </p:spTgt>
                                        </p:tgtEl>
                                        <p:attrNameLst>
                                          <p:attrName>style.visibility</p:attrName>
                                        </p:attrNameLst>
                                      </p:cBhvr>
                                      <p:to>
                                        <p:strVal val="visible"/>
                                      </p:to>
                                    </p:set>
                                    <p:animEffect transition="in" filter="fade">
                                      <p:cBhvr>
                                        <p:cTn id="12" dur="500"/>
                                        <p:tgtEl>
                                          <p:spTgt spid="2">
                                            <p:txEl>
                                              <p:pRg st="2" end="2"/>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nodeType="clickEffect">
                                  <p:stCondLst>
                                    <p:cond delay="0"/>
                                  </p:stCondLst>
                                  <p:childTnLst>
                                    <p:set>
                                      <p:cBhvr>
                                        <p:cTn id="16" dur="1" fill="hold">
                                          <p:stCondLst>
                                            <p:cond delay="0"/>
                                          </p:stCondLst>
                                        </p:cTn>
                                        <p:tgtEl>
                                          <p:spTgt spid="2">
                                            <p:txEl>
                                              <p:pRg st="4" end="4"/>
                                            </p:txEl>
                                          </p:spTgt>
                                        </p:tgtEl>
                                        <p:attrNameLst>
                                          <p:attrName>style.visibility</p:attrName>
                                        </p:attrNameLst>
                                      </p:cBhvr>
                                      <p:to>
                                        <p:strVal val="visible"/>
                                      </p:to>
                                    </p:set>
                                    <p:animEffect transition="in" filter="fade">
                                      <p:cBhvr>
                                        <p:cTn id="17" dur="500"/>
                                        <p:tgtEl>
                                          <p:spTgt spid="2">
                                            <p:txEl>
                                              <p:pRg st="4" end="4"/>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nodeType="clickEffect">
                                  <p:stCondLst>
                                    <p:cond delay="0"/>
                                  </p:stCondLst>
                                  <p:childTnLst>
                                    <p:set>
                                      <p:cBhvr>
                                        <p:cTn id="21" dur="1" fill="hold">
                                          <p:stCondLst>
                                            <p:cond delay="0"/>
                                          </p:stCondLst>
                                        </p:cTn>
                                        <p:tgtEl>
                                          <p:spTgt spid="2">
                                            <p:txEl>
                                              <p:pRg st="6" end="6"/>
                                            </p:txEl>
                                          </p:spTgt>
                                        </p:tgtEl>
                                        <p:attrNameLst>
                                          <p:attrName>style.visibility</p:attrName>
                                        </p:attrNameLst>
                                      </p:cBhvr>
                                      <p:to>
                                        <p:strVal val="visible"/>
                                      </p:to>
                                    </p:set>
                                    <p:animEffect transition="in" filter="fade">
                                      <p:cBhvr>
                                        <p:cTn id="22" dur="500"/>
                                        <p:tgtEl>
                                          <p:spTgt spid="2">
                                            <p:txEl>
                                              <p:pRg st="6" end="6"/>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p:cNvSpPr>
            <a:spLocks noGrp="1"/>
          </p:cNvSpPr>
          <p:nvPr>
            <p:ph idx="1"/>
          </p:nvPr>
        </p:nvSpPr>
        <p:spPr/>
        <p:txBody>
          <a:bodyPr/>
          <a:lstStyle/>
          <a:p>
            <a:pPr marL="0" indent="0">
              <a:buNone/>
            </a:pPr>
            <a:r>
              <a:rPr lang="en-IN" sz="3200" dirty="0"/>
              <a:t> </a:t>
            </a:r>
            <a:r>
              <a:rPr lang="en-IN" sz="3200" b="1" dirty="0">
                <a:solidFill>
                  <a:srgbClr val="00B050"/>
                </a:solidFill>
              </a:rPr>
              <a:t>Given : </a:t>
            </a:r>
          </a:p>
          <a:p>
            <a:pPr lvl="2"/>
            <a:r>
              <a:rPr lang="en-IN" sz="3200" dirty="0"/>
              <a:t>Total </a:t>
            </a:r>
          </a:p>
          <a:p>
            <a:pPr lvl="2"/>
            <a:r>
              <a:rPr lang="en-IN" sz="3200" dirty="0"/>
              <a:t>Ratio to Split the total</a:t>
            </a:r>
          </a:p>
          <a:p>
            <a:pPr marL="777240" lvl="2" indent="0">
              <a:buNone/>
            </a:pPr>
            <a:endParaRPr lang="en-IN" sz="2800" dirty="0"/>
          </a:p>
          <a:p>
            <a:pPr marL="0" indent="0">
              <a:buNone/>
            </a:pPr>
            <a:r>
              <a:rPr lang="en-IN" sz="3200" b="1" dirty="0">
                <a:solidFill>
                  <a:srgbClr val="00B050"/>
                </a:solidFill>
              </a:rPr>
              <a:t>Question:</a:t>
            </a:r>
          </a:p>
          <a:p>
            <a:pPr lvl="2"/>
            <a:r>
              <a:rPr lang="en-IN" sz="3200" dirty="0"/>
              <a:t>Individual Values </a:t>
            </a:r>
            <a:r>
              <a:rPr lang="en-IN" sz="2800" dirty="0"/>
              <a:t>	</a:t>
            </a:r>
            <a:r>
              <a:rPr lang="en-IN" dirty="0"/>
              <a:t>	</a:t>
            </a:r>
          </a:p>
        </p:txBody>
      </p:sp>
      <p:sp>
        <p:nvSpPr>
          <p:cNvPr id="3" name="Title 2"/>
          <p:cNvSpPr>
            <a:spLocks noGrp="1"/>
          </p:cNvSpPr>
          <p:nvPr>
            <p:ph type="title"/>
          </p:nvPr>
        </p:nvSpPr>
        <p:spPr/>
        <p:txBody>
          <a:bodyPr/>
          <a:lstStyle/>
          <a:p>
            <a:pPr algn="l"/>
            <a:r>
              <a:rPr lang="en-IN" b="1" dirty="0"/>
              <a:t>Type 1: Problems</a:t>
            </a:r>
          </a:p>
        </p:txBody>
      </p:sp>
    </p:spTree>
    <p:extLst>
      <p:ext uri="{BB962C8B-B14F-4D97-AF65-F5344CB8AC3E}">
        <p14:creationId xmlns:p14="http://schemas.microsoft.com/office/powerpoint/2010/main" val="328738920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2">
                                            <p:txEl>
                                              <p:pRg st="0" end="0"/>
                                            </p:txEl>
                                          </p:spTgt>
                                        </p:tgtEl>
                                        <p:attrNameLst>
                                          <p:attrName>style.visibility</p:attrName>
                                        </p:attrNameLst>
                                      </p:cBhvr>
                                      <p:to>
                                        <p:strVal val="visible"/>
                                      </p:to>
                                    </p:set>
                                    <p:animEffect transition="in" filter="fade">
                                      <p:cBhvr>
                                        <p:cTn id="7" dur="500"/>
                                        <p:tgtEl>
                                          <p:spTgt spid="2">
                                            <p:txEl>
                                              <p:pRg st="0" end="0"/>
                                            </p:txEl>
                                          </p:spTgt>
                                        </p:tgtEl>
                                      </p:cBhvr>
                                    </p:animEffect>
                                  </p:childTnLst>
                                </p:cTn>
                              </p:par>
                              <p:par>
                                <p:cTn id="8" presetID="10" presetClass="entr" presetSubtype="0" fill="hold" nodeType="withEffect">
                                  <p:stCondLst>
                                    <p:cond delay="0"/>
                                  </p:stCondLst>
                                  <p:childTnLst>
                                    <p:set>
                                      <p:cBhvr>
                                        <p:cTn id="9" dur="1" fill="hold">
                                          <p:stCondLst>
                                            <p:cond delay="0"/>
                                          </p:stCondLst>
                                        </p:cTn>
                                        <p:tgtEl>
                                          <p:spTgt spid="2">
                                            <p:txEl>
                                              <p:pRg st="1" end="1"/>
                                            </p:txEl>
                                          </p:spTgt>
                                        </p:tgtEl>
                                        <p:attrNameLst>
                                          <p:attrName>style.visibility</p:attrName>
                                        </p:attrNameLst>
                                      </p:cBhvr>
                                      <p:to>
                                        <p:strVal val="visible"/>
                                      </p:to>
                                    </p:set>
                                    <p:animEffect transition="in" filter="fade">
                                      <p:cBhvr>
                                        <p:cTn id="10" dur="500"/>
                                        <p:tgtEl>
                                          <p:spTgt spid="2">
                                            <p:txEl>
                                              <p:pRg st="1" end="1"/>
                                            </p:txEl>
                                          </p:spTgt>
                                        </p:tgtEl>
                                      </p:cBhvr>
                                    </p:animEffect>
                                  </p:childTnLst>
                                </p:cTn>
                              </p:par>
                              <p:par>
                                <p:cTn id="11" presetID="10" presetClass="entr" presetSubtype="0" fill="hold" nodeType="withEffect">
                                  <p:stCondLst>
                                    <p:cond delay="0"/>
                                  </p:stCondLst>
                                  <p:childTnLst>
                                    <p:set>
                                      <p:cBhvr>
                                        <p:cTn id="12" dur="1" fill="hold">
                                          <p:stCondLst>
                                            <p:cond delay="0"/>
                                          </p:stCondLst>
                                        </p:cTn>
                                        <p:tgtEl>
                                          <p:spTgt spid="2">
                                            <p:txEl>
                                              <p:pRg st="2" end="2"/>
                                            </p:txEl>
                                          </p:spTgt>
                                        </p:tgtEl>
                                        <p:attrNameLst>
                                          <p:attrName>style.visibility</p:attrName>
                                        </p:attrNameLst>
                                      </p:cBhvr>
                                      <p:to>
                                        <p:strVal val="visible"/>
                                      </p:to>
                                    </p:set>
                                    <p:animEffect transition="in" filter="fade">
                                      <p:cBhvr>
                                        <p:cTn id="13" dur="500"/>
                                        <p:tgtEl>
                                          <p:spTgt spid="2">
                                            <p:txEl>
                                              <p:pRg st="2" end="2"/>
                                            </p:txEl>
                                          </p:spTgt>
                                        </p:tgtEl>
                                      </p:cBhvr>
                                    </p:animEffect>
                                  </p:childTnLst>
                                </p:cTn>
                              </p:par>
                            </p:childTnLst>
                          </p:cTn>
                        </p:par>
                      </p:childTnLst>
                    </p:cTn>
                  </p:par>
                  <p:par>
                    <p:cTn id="14" fill="hold">
                      <p:stCondLst>
                        <p:cond delay="indefinite"/>
                      </p:stCondLst>
                      <p:childTnLst>
                        <p:par>
                          <p:cTn id="15" fill="hold">
                            <p:stCondLst>
                              <p:cond delay="0"/>
                            </p:stCondLst>
                            <p:childTnLst>
                              <p:par>
                                <p:cTn id="16" presetID="10" presetClass="entr" presetSubtype="0" fill="hold" nodeType="clickEffect">
                                  <p:stCondLst>
                                    <p:cond delay="0"/>
                                  </p:stCondLst>
                                  <p:childTnLst>
                                    <p:set>
                                      <p:cBhvr>
                                        <p:cTn id="17" dur="1" fill="hold">
                                          <p:stCondLst>
                                            <p:cond delay="0"/>
                                          </p:stCondLst>
                                        </p:cTn>
                                        <p:tgtEl>
                                          <p:spTgt spid="2">
                                            <p:txEl>
                                              <p:pRg st="4" end="4"/>
                                            </p:txEl>
                                          </p:spTgt>
                                        </p:tgtEl>
                                        <p:attrNameLst>
                                          <p:attrName>style.visibility</p:attrName>
                                        </p:attrNameLst>
                                      </p:cBhvr>
                                      <p:to>
                                        <p:strVal val="visible"/>
                                      </p:to>
                                    </p:set>
                                    <p:animEffect transition="in" filter="fade">
                                      <p:cBhvr>
                                        <p:cTn id="18" dur="500"/>
                                        <p:tgtEl>
                                          <p:spTgt spid="2">
                                            <p:txEl>
                                              <p:pRg st="4" end="4"/>
                                            </p:txEl>
                                          </p:spTgt>
                                        </p:tgtEl>
                                      </p:cBhvr>
                                    </p:animEffect>
                                  </p:childTnLst>
                                </p:cTn>
                              </p:par>
                              <p:par>
                                <p:cTn id="19" presetID="10" presetClass="entr" presetSubtype="0" fill="hold" nodeType="withEffect">
                                  <p:stCondLst>
                                    <p:cond delay="0"/>
                                  </p:stCondLst>
                                  <p:childTnLst>
                                    <p:set>
                                      <p:cBhvr>
                                        <p:cTn id="20" dur="1" fill="hold">
                                          <p:stCondLst>
                                            <p:cond delay="0"/>
                                          </p:stCondLst>
                                        </p:cTn>
                                        <p:tgtEl>
                                          <p:spTgt spid="2">
                                            <p:txEl>
                                              <p:pRg st="5" end="5"/>
                                            </p:txEl>
                                          </p:spTgt>
                                        </p:tgtEl>
                                        <p:attrNameLst>
                                          <p:attrName>style.visibility</p:attrName>
                                        </p:attrNameLst>
                                      </p:cBhvr>
                                      <p:to>
                                        <p:strVal val="visible"/>
                                      </p:to>
                                    </p:set>
                                    <p:animEffect transition="in" filter="fade">
                                      <p:cBhvr>
                                        <p:cTn id="21" dur="500"/>
                                        <p:tgtEl>
                                          <p:spTgt spid="2">
                                            <p:txEl>
                                              <p:pRg st="5" end="5"/>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699247" y="2248347"/>
            <a:ext cx="8121225" cy="4349005"/>
          </a:xfrm>
        </p:spPr>
        <p:txBody>
          <a:bodyPr>
            <a:normAutofit/>
          </a:bodyPr>
          <a:lstStyle/>
          <a:p>
            <a:pPr marL="0" lvl="0" indent="0" algn="just">
              <a:buNone/>
            </a:pPr>
            <a:r>
              <a:rPr lang="en-US" sz="3600" b="1" dirty="0">
                <a:solidFill>
                  <a:srgbClr val="FF0000"/>
                </a:solidFill>
                <a:latin typeface="Times New Roman" panose="02020603050405020304" pitchFamily="18" charset="0"/>
                <a:cs typeface="Times New Roman" panose="02020603050405020304" pitchFamily="18" charset="0"/>
              </a:rPr>
              <a:t>In a parking there are 180 vehicles (Cars and Bikes). Cars and bikes are in the ratio of  4 : 5. Find the total number of bikes in 	that parking?</a:t>
            </a:r>
            <a:endParaRPr lang="en-IN" sz="3600" b="1" dirty="0">
              <a:solidFill>
                <a:srgbClr val="FF0000"/>
              </a:solidFill>
              <a:latin typeface="Times New Roman" panose="02020603050405020304" pitchFamily="18" charset="0"/>
              <a:cs typeface="Times New Roman" panose="02020603050405020304" pitchFamily="18" charset="0"/>
            </a:endParaRPr>
          </a:p>
          <a:p>
            <a:pPr marL="0" indent="0">
              <a:buNone/>
            </a:pPr>
            <a:r>
              <a:rPr lang="en-US" sz="3200" dirty="0">
                <a:latin typeface="Times New Roman" panose="02020603050405020304" pitchFamily="18" charset="0"/>
                <a:cs typeface="Times New Roman" panose="02020603050405020304" pitchFamily="18" charset="0"/>
              </a:rPr>
              <a:t>	a)80				b)100</a:t>
            </a:r>
            <a:r>
              <a:rPr lang="en-US" sz="3200" b="1" dirty="0">
                <a:latin typeface="Times New Roman" panose="02020603050405020304" pitchFamily="18" charset="0"/>
                <a:cs typeface="Times New Roman" panose="02020603050405020304" pitchFamily="18" charset="0"/>
              </a:rPr>
              <a:t>	</a:t>
            </a:r>
          </a:p>
          <a:p>
            <a:pPr marL="0" indent="0">
              <a:buNone/>
            </a:pPr>
            <a:r>
              <a:rPr lang="en-US" sz="3200" b="1" dirty="0">
                <a:latin typeface="Times New Roman" panose="02020603050405020304" pitchFamily="18" charset="0"/>
                <a:cs typeface="Times New Roman" panose="02020603050405020304" pitchFamily="18" charset="0"/>
              </a:rPr>
              <a:t>	</a:t>
            </a:r>
            <a:r>
              <a:rPr lang="en-US" sz="3200" dirty="0">
                <a:latin typeface="Times New Roman" panose="02020603050405020304" pitchFamily="18" charset="0"/>
                <a:cs typeface="Times New Roman" panose="02020603050405020304" pitchFamily="18" charset="0"/>
              </a:rPr>
              <a:t>c)120			d)90</a:t>
            </a:r>
            <a:endParaRPr lang="en-IN" sz="3200" dirty="0">
              <a:latin typeface="Times New Roman" panose="02020603050405020304" pitchFamily="18" charset="0"/>
              <a:cs typeface="Times New Roman" panose="02020603050405020304" pitchFamily="18" charset="0"/>
            </a:endParaRPr>
          </a:p>
          <a:p>
            <a:pPr marL="0" indent="0">
              <a:buNone/>
            </a:pPr>
            <a:endParaRPr lang="en-IN" sz="3200" dirty="0">
              <a:latin typeface="Times New Roman" panose="02020603050405020304" pitchFamily="18" charset="0"/>
              <a:cs typeface="Times New Roman" panose="02020603050405020304" pitchFamily="18" charset="0"/>
            </a:endParaRPr>
          </a:p>
        </p:txBody>
      </p:sp>
      <p:sp>
        <p:nvSpPr>
          <p:cNvPr id="2" name="Title 1"/>
          <p:cNvSpPr>
            <a:spLocks noGrp="1"/>
          </p:cNvSpPr>
          <p:nvPr>
            <p:ph type="title"/>
          </p:nvPr>
        </p:nvSpPr>
        <p:spPr/>
        <p:txBody>
          <a:bodyPr/>
          <a:lstStyle/>
          <a:p>
            <a:pPr algn="l"/>
            <a:r>
              <a:rPr lang="en-IN" b="1" dirty="0">
                <a:solidFill>
                  <a:srgbClr val="FF0000"/>
                </a:solidFill>
                <a:latin typeface="Times New Roman" panose="02020603050405020304" pitchFamily="18" charset="0"/>
                <a:cs typeface="Times New Roman" panose="02020603050405020304" pitchFamily="18" charset="0"/>
              </a:rPr>
              <a:t>Q.7)</a:t>
            </a:r>
            <a:r>
              <a:rPr lang="en-IN" dirty="0"/>
              <a:t> </a:t>
            </a:r>
          </a:p>
        </p:txBody>
      </p:sp>
    </p:spTree>
    <p:extLst>
      <p:ext uri="{BB962C8B-B14F-4D97-AF65-F5344CB8AC3E}">
        <p14:creationId xmlns:p14="http://schemas.microsoft.com/office/powerpoint/2010/main" val="3852636216"/>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p:cNvSpPr>
            <a:spLocks noGrp="1"/>
          </p:cNvSpPr>
          <p:nvPr>
            <p:ph idx="1"/>
          </p:nvPr>
        </p:nvSpPr>
        <p:spPr>
          <a:xfrm>
            <a:off x="699247" y="2097669"/>
            <a:ext cx="7745505" cy="4028494"/>
          </a:xfrm>
        </p:spPr>
        <p:txBody>
          <a:bodyPr/>
          <a:lstStyle/>
          <a:p>
            <a:pPr marL="0" indent="0">
              <a:buNone/>
            </a:pPr>
            <a:r>
              <a:rPr lang="en-IN" dirty="0"/>
              <a:t>	</a:t>
            </a:r>
          </a:p>
        </p:txBody>
      </p:sp>
      <p:sp>
        <p:nvSpPr>
          <p:cNvPr id="3" name="Title 2"/>
          <p:cNvSpPr>
            <a:spLocks noGrp="1"/>
          </p:cNvSpPr>
          <p:nvPr>
            <p:ph type="title"/>
          </p:nvPr>
        </p:nvSpPr>
        <p:spPr/>
        <p:txBody>
          <a:bodyPr/>
          <a:lstStyle/>
          <a:p>
            <a:pPr algn="l"/>
            <a:r>
              <a:rPr lang="en-IN" b="1" dirty="0">
                <a:solidFill>
                  <a:srgbClr val="00B050"/>
                </a:solidFill>
              </a:rPr>
              <a:t>Q.7) Explanation</a:t>
            </a:r>
            <a:endParaRPr lang="en-IN" dirty="0"/>
          </a:p>
        </p:txBody>
      </p:sp>
      <p:sp>
        <p:nvSpPr>
          <p:cNvPr id="4" name="Rectangle 3"/>
          <p:cNvSpPr/>
          <p:nvPr/>
        </p:nvSpPr>
        <p:spPr>
          <a:xfrm>
            <a:off x="2265657" y="2467000"/>
            <a:ext cx="1728192" cy="792088"/>
          </a:xfrm>
          <a:prstGeom prst="rect">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IN" dirty="0">
                <a:solidFill>
                  <a:schemeClr val="tx1"/>
                </a:solidFill>
              </a:rPr>
              <a:t>180</a:t>
            </a:r>
          </a:p>
        </p:txBody>
      </p:sp>
      <p:sp>
        <p:nvSpPr>
          <p:cNvPr id="5" name="Rectangle 4"/>
          <p:cNvSpPr/>
          <p:nvPr/>
        </p:nvSpPr>
        <p:spPr>
          <a:xfrm>
            <a:off x="1259632" y="3916351"/>
            <a:ext cx="1368152" cy="720080"/>
          </a:xfrm>
          <a:prstGeom prst="rect">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IN" dirty="0">
                <a:solidFill>
                  <a:schemeClr val="tx1"/>
                </a:solidFill>
              </a:rPr>
              <a:t>4</a:t>
            </a:r>
          </a:p>
        </p:txBody>
      </p:sp>
      <p:sp>
        <p:nvSpPr>
          <p:cNvPr id="6" name="Rectangle 5"/>
          <p:cNvSpPr/>
          <p:nvPr/>
        </p:nvSpPr>
        <p:spPr>
          <a:xfrm>
            <a:off x="3635896" y="3916351"/>
            <a:ext cx="1368152" cy="720080"/>
          </a:xfrm>
          <a:prstGeom prst="rect">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IN" dirty="0">
                <a:solidFill>
                  <a:schemeClr val="tx1"/>
                </a:solidFill>
              </a:rPr>
              <a:t>5</a:t>
            </a:r>
          </a:p>
        </p:txBody>
      </p:sp>
      <p:sp>
        <p:nvSpPr>
          <p:cNvPr id="7" name="Rectangle 6"/>
          <p:cNvSpPr/>
          <p:nvPr/>
        </p:nvSpPr>
        <p:spPr>
          <a:xfrm>
            <a:off x="2953894" y="4098273"/>
            <a:ext cx="351719" cy="356236"/>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IN" sz="3200" dirty="0">
                <a:solidFill>
                  <a:schemeClr val="tx1"/>
                </a:solidFill>
              </a:rPr>
              <a:t>:</a:t>
            </a:r>
            <a:endParaRPr lang="en-IN" dirty="0">
              <a:solidFill>
                <a:schemeClr val="tx1"/>
              </a:solidFill>
            </a:endParaRPr>
          </a:p>
        </p:txBody>
      </p:sp>
      <mc:AlternateContent xmlns:mc="http://schemas.openxmlformats.org/markup-compatibility/2006" xmlns:a14="http://schemas.microsoft.com/office/drawing/2010/main">
        <mc:Choice Requires="a14">
          <p:sp>
            <p:nvSpPr>
              <p:cNvPr id="9" name="TextBox 8"/>
              <p:cNvSpPr txBox="1"/>
              <p:nvPr/>
            </p:nvSpPr>
            <p:spPr>
              <a:xfrm>
                <a:off x="3383868" y="5085184"/>
                <a:ext cx="3780420" cy="1163011"/>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f>
                        <m:fPr>
                          <m:ctrlPr>
                            <a:rPr lang="en-IN" sz="2400" i="1" smtClean="0">
                              <a:latin typeface="Cambria Math" panose="02040503050406030204" pitchFamily="18" charset="0"/>
                            </a:rPr>
                          </m:ctrlPr>
                        </m:fPr>
                        <m:num>
                          <m:r>
                            <a:rPr lang="en-IN" sz="2400" b="0" i="1" smtClean="0">
                              <a:latin typeface="Cambria Math"/>
                            </a:rPr>
                            <m:t>5</m:t>
                          </m:r>
                        </m:num>
                        <m:den>
                          <m:r>
                            <a:rPr lang="en-IN" sz="2400" b="0" i="1" smtClean="0">
                              <a:latin typeface="Cambria Math"/>
                            </a:rPr>
                            <m:t>9</m:t>
                          </m:r>
                        </m:den>
                      </m:f>
                      <m:r>
                        <a:rPr lang="en-IN" sz="2400" b="0" i="1" smtClean="0">
                          <a:latin typeface="Cambria Math"/>
                        </a:rPr>
                        <m:t> </m:t>
                      </m:r>
                      <m:r>
                        <a:rPr lang="en-IN" sz="2400" b="0" i="1" smtClean="0">
                          <a:latin typeface="Cambria Math"/>
                          <a:ea typeface="Cambria Math"/>
                        </a:rPr>
                        <m:t>×180=</m:t>
                      </m:r>
                      <m:r>
                        <a:rPr lang="en-IN" sz="2400" b="1" i="1" smtClean="0">
                          <a:solidFill>
                            <a:srgbClr val="00B050"/>
                          </a:solidFill>
                          <a:latin typeface="Cambria Math"/>
                          <a:ea typeface="Cambria Math"/>
                        </a:rPr>
                        <m:t>𝟏𝟎𝟎</m:t>
                      </m:r>
                      <m:r>
                        <a:rPr lang="en-IN" sz="2400" b="1" i="1" smtClean="0">
                          <a:solidFill>
                            <a:srgbClr val="00B050"/>
                          </a:solidFill>
                          <a:latin typeface="Cambria Math"/>
                          <a:ea typeface="Cambria Math"/>
                        </a:rPr>
                        <m:t> </m:t>
                      </m:r>
                      <m:r>
                        <a:rPr lang="en-IN" sz="2400" b="1" i="1" smtClean="0">
                          <a:solidFill>
                            <a:srgbClr val="00B050"/>
                          </a:solidFill>
                          <a:latin typeface="Cambria Math"/>
                          <a:ea typeface="Cambria Math"/>
                        </a:rPr>
                        <m:t>𝑩𝒊𝒌𝒆𝒔</m:t>
                      </m:r>
                    </m:oMath>
                  </m:oMathPara>
                </a14:m>
                <a:endParaRPr lang="en-IN" sz="2400" b="1" dirty="0">
                  <a:solidFill>
                    <a:srgbClr val="00B050"/>
                  </a:solidFill>
                  <a:ea typeface="Cambria Math"/>
                </a:endParaRPr>
              </a:p>
              <a:p>
                <a:endParaRPr lang="en-IN" sz="2400" b="1" dirty="0">
                  <a:solidFill>
                    <a:srgbClr val="00B050"/>
                  </a:solidFill>
                </a:endParaRPr>
              </a:p>
            </p:txBody>
          </p:sp>
        </mc:Choice>
        <mc:Fallback xmlns="">
          <p:sp>
            <p:nvSpPr>
              <p:cNvPr id="9" name="TextBox 8"/>
              <p:cNvSpPr txBox="1">
                <a:spLocks noRot="1" noChangeAspect="1" noMove="1" noResize="1" noEditPoints="1" noAdjustHandles="1" noChangeArrowheads="1" noChangeShapeType="1" noTextEdit="1"/>
              </p:cNvSpPr>
              <p:nvPr/>
            </p:nvSpPr>
            <p:spPr>
              <a:xfrm>
                <a:off x="3383868" y="5085184"/>
                <a:ext cx="3780420" cy="1163011"/>
              </a:xfrm>
              <a:prstGeom prst="rect">
                <a:avLst/>
              </a:prstGeom>
              <a:blipFill rotWithShape="1">
                <a:blip r:embed="rId2"/>
                <a:stretch>
                  <a:fillRect/>
                </a:stretch>
              </a:blipFill>
            </p:spPr>
            <p:txBody>
              <a:bodyPr/>
              <a:lstStyle/>
              <a:p>
                <a:r>
                  <a:rPr lang="en-IN">
                    <a:noFill/>
                  </a:rPr>
                  <a:t> </a:t>
                </a:r>
              </a:p>
            </p:txBody>
          </p:sp>
        </mc:Fallback>
      </mc:AlternateContent>
      <p:cxnSp>
        <p:nvCxnSpPr>
          <p:cNvPr id="11" name="Straight Arrow Connector 10"/>
          <p:cNvCxnSpPr>
            <a:stCxn id="4" idx="2"/>
            <a:endCxn id="5" idx="0"/>
          </p:cNvCxnSpPr>
          <p:nvPr/>
        </p:nvCxnSpPr>
        <p:spPr>
          <a:xfrm flipH="1">
            <a:off x="1943708" y="3259088"/>
            <a:ext cx="1186045" cy="657263"/>
          </a:xfrm>
          <a:prstGeom prst="straightConnector1">
            <a:avLst/>
          </a:prstGeom>
          <a:ln w="38100">
            <a:solidFill>
              <a:srgbClr val="C00000"/>
            </a:solidFill>
            <a:tailEnd type="arrow"/>
          </a:ln>
        </p:spPr>
        <p:style>
          <a:lnRef idx="1">
            <a:schemeClr val="accent1"/>
          </a:lnRef>
          <a:fillRef idx="0">
            <a:schemeClr val="accent1"/>
          </a:fillRef>
          <a:effectRef idx="0">
            <a:schemeClr val="accent1"/>
          </a:effectRef>
          <a:fontRef idx="minor">
            <a:schemeClr val="tx1"/>
          </a:fontRef>
        </p:style>
      </p:cxnSp>
      <p:cxnSp>
        <p:nvCxnSpPr>
          <p:cNvPr id="13" name="Straight Arrow Connector 12"/>
          <p:cNvCxnSpPr>
            <a:stCxn id="4" idx="2"/>
            <a:endCxn id="6" idx="0"/>
          </p:cNvCxnSpPr>
          <p:nvPr/>
        </p:nvCxnSpPr>
        <p:spPr>
          <a:xfrm>
            <a:off x="3129753" y="3259088"/>
            <a:ext cx="1190219" cy="657263"/>
          </a:xfrm>
          <a:prstGeom prst="straightConnector1">
            <a:avLst/>
          </a:prstGeom>
          <a:ln w="38100">
            <a:solidFill>
              <a:srgbClr val="C00000"/>
            </a:solidFill>
            <a:tailEnd type="arrow"/>
          </a:ln>
        </p:spPr>
        <p:style>
          <a:lnRef idx="1">
            <a:schemeClr val="accent1"/>
          </a:lnRef>
          <a:fillRef idx="0">
            <a:schemeClr val="accent1"/>
          </a:fillRef>
          <a:effectRef idx="0">
            <a:schemeClr val="accent1"/>
          </a:effectRef>
          <a:fontRef idx="minor">
            <a:schemeClr val="tx1"/>
          </a:fontRef>
        </p:style>
      </p:cxnSp>
      <p:sp>
        <p:nvSpPr>
          <p:cNvPr id="8" name="TextBox 7"/>
          <p:cNvSpPr txBox="1"/>
          <p:nvPr/>
        </p:nvSpPr>
        <p:spPr>
          <a:xfrm>
            <a:off x="1547664" y="4626388"/>
            <a:ext cx="792088" cy="369332"/>
          </a:xfrm>
          <a:prstGeom prst="rect">
            <a:avLst/>
          </a:prstGeom>
          <a:noFill/>
        </p:spPr>
        <p:txBody>
          <a:bodyPr wrap="square" rtlCol="0">
            <a:spAutoFit/>
          </a:bodyPr>
          <a:lstStyle/>
          <a:p>
            <a:r>
              <a:rPr lang="en-IN" b="1" dirty="0"/>
              <a:t>Cars</a:t>
            </a:r>
          </a:p>
        </p:txBody>
      </p:sp>
      <p:sp>
        <p:nvSpPr>
          <p:cNvPr id="12" name="TextBox 11"/>
          <p:cNvSpPr txBox="1"/>
          <p:nvPr/>
        </p:nvSpPr>
        <p:spPr>
          <a:xfrm>
            <a:off x="3976308" y="4643844"/>
            <a:ext cx="792088" cy="369332"/>
          </a:xfrm>
          <a:prstGeom prst="rect">
            <a:avLst/>
          </a:prstGeom>
          <a:noFill/>
        </p:spPr>
        <p:txBody>
          <a:bodyPr wrap="square" rtlCol="0">
            <a:spAutoFit/>
          </a:bodyPr>
          <a:lstStyle/>
          <a:p>
            <a:r>
              <a:rPr lang="en-IN" b="1" dirty="0"/>
              <a:t>Bikes</a:t>
            </a:r>
          </a:p>
        </p:txBody>
      </p:sp>
      <p:sp>
        <p:nvSpPr>
          <p:cNvPr id="14" name="TextBox 13"/>
          <p:cNvSpPr txBox="1"/>
          <p:nvPr/>
        </p:nvSpPr>
        <p:spPr>
          <a:xfrm>
            <a:off x="2339752" y="2097668"/>
            <a:ext cx="1756402" cy="369332"/>
          </a:xfrm>
          <a:prstGeom prst="rect">
            <a:avLst/>
          </a:prstGeom>
          <a:noFill/>
        </p:spPr>
        <p:txBody>
          <a:bodyPr wrap="square" rtlCol="0">
            <a:spAutoFit/>
          </a:bodyPr>
          <a:lstStyle/>
          <a:p>
            <a:r>
              <a:rPr lang="en-IN" b="1" dirty="0"/>
              <a:t>Total</a:t>
            </a:r>
            <a:r>
              <a:rPr lang="en-IN" dirty="0"/>
              <a:t> </a:t>
            </a:r>
            <a:r>
              <a:rPr lang="en-IN" b="1" dirty="0"/>
              <a:t>Vehicles</a:t>
            </a:r>
          </a:p>
        </p:txBody>
      </p:sp>
    </p:spTree>
    <p:extLst>
      <p:ext uri="{BB962C8B-B14F-4D97-AF65-F5344CB8AC3E}">
        <p14:creationId xmlns:p14="http://schemas.microsoft.com/office/powerpoint/2010/main" val="238652263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14"/>
                                        </p:tgtEl>
                                        <p:attrNameLst>
                                          <p:attrName>style.visibility</p:attrName>
                                        </p:attrNameLst>
                                      </p:cBhvr>
                                      <p:to>
                                        <p:strVal val="visible"/>
                                      </p:to>
                                    </p:set>
                                    <p:animEffect transition="in" filter="fade">
                                      <p:cBhvr>
                                        <p:cTn id="7" dur="500"/>
                                        <p:tgtEl>
                                          <p:spTgt spid="14"/>
                                        </p:tgtEl>
                                      </p:cBhvr>
                                    </p:animEffect>
                                  </p:childTnLst>
                                </p:cTn>
                              </p:par>
                              <p:par>
                                <p:cTn id="8" presetID="10" presetClass="entr" presetSubtype="0" fill="hold" grpId="0" nodeType="withEffect">
                                  <p:stCondLst>
                                    <p:cond delay="0"/>
                                  </p:stCondLst>
                                  <p:childTnLst>
                                    <p:set>
                                      <p:cBhvr>
                                        <p:cTn id="9" dur="1" fill="hold">
                                          <p:stCondLst>
                                            <p:cond delay="0"/>
                                          </p:stCondLst>
                                        </p:cTn>
                                        <p:tgtEl>
                                          <p:spTgt spid="4"/>
                                        </p:tgtEl>
                                        <p:attrNameLst>
                                          <p:attrName>style.visibility</p:attrName>
                                        </p:attrNameLst>
                                      </p:cBhvr>
                                      <p:to>
                                        <p:strVal val="visible"/>
                                      </p:to>
                                    </p:set>
                                    <p:animEffect transition="in" filter="fade">
                                      <p:cBhvr>
                                        <p:cTn id="10" dur="500"/>
                                        <p:tgtEl>
                                          <p:spTgt spid="4"/>
                                        </p:tgtEl>
                                      </p:cBhvr>
                                    </p:animEffect>
                                  </p:childTnLst>
                                </p:cTn>
                              </p:par>
                              <p:par>
                                <p:cTn id="11" presetID="10" presetClass="entr" presetSubtype="0" fill="hold" nodeType="withEffect">
                                  <p:stCondLst>
                                    <p:cond delay="0"/>
                                  </p:stCondLst>
                                  <p:childTnLst>
                                    <p:set>
                                      <p:cBhvr>
                                        <p:cTn id="12" dur="1" fill="hold">
                                          <p:stCondLst>
                                            <p:cond delay="0"/>
                                          </p:stCondLst>
                                        </p:cTn>
                                        <p:tgtEl>
                                          <p:spTgt spid="11"/>
                                        </p:tgtEl>
                                        <p:attrNameLst>
                                          <p:attrName>style.visibility</p:attrName>
                                        </p:attrNameLst>
                                      </p:cBhvr>
                                      <p:to>
                                        <p:strVal val="visible"/>
                                      </p:to>
                                    </p:set>
                                    <p:animEffect transition="in" filter="fade">
                                      <p:cBhvr>
                                        <p:cTn id="13" dur="500"/>
                                        <p:tgtEl>
                                          <p:spTgt spid="11"/>
                                        </p:tgtEl>
                                      </p:cBhvr>
                                    </p:animEffect>
                                  </p:childTnLst>
                                </p:cTn>
                              </p:par>
                              <p:par>
                                <p:cTn id="14" presetID="10" presetClass="entr" presetSubtype="0" fill="hold" nodeType="withEffect">
                                  <p:stCondLst>
                                    <p:cond delay="0"/>
                                  </p:stCondLst>
                                  <p:childTnLst>
                                    <p:set>
                                      <p:cBhvr>
                                        <p:cTn id="15" dur="1" fill="hold">
                                          <p:stCondLst>
                                            <p:cond delay="0"/>
                                          </p:stCondLst>
                                        </p:cTn>
                                        <p:tgtEl>
                                          <p:spTgt spid="13"/>
                                        </p:tgtEl>
                                        <p:attrNameLst>
                                          <p:attrName>style.visibility</p:attrName>
                                        </p:attrNameLst>
                                      </p:cBhvr>
                                      <p:to>
                                        <p:strVal val="visible"/>
                                      </p:to>
                                    </p:set>
                                    <p:animEffect transition="in" filter="fade">
                                      <p:cBhvr>
                                        <p:cTn id="16" dur="500"/>
                                        <p:tgtEl>
                                          <p:spTgt spid="13"/>
                                        </p:tgtEl>
                                      </p:cBhvr>
                                    </p:animEffect>
                                  </p:childTnLst>
                                </p:cTn>
                              </p:par>
                              <p:par>
                                <p:cTn id="17" presetID="10" presetClass="entr" presetSubtype="0" fill="hold" grpId="0" nodeType="withEffect">
                                  <p:stCondLst>
                                    <p:cond delay="0"/>
                                  </p:stCondLst>
                                  <p:childTnLst>
                                    <p:set>
                                      <p:cBhvr>
                                        <p:cTn id="18" dur="1" fill="hold">
                                          <p:stCondLst>
                                            <p:cond delay="0"/>
                                          </p:stCondLst>
                                        </p:cTn>
                                        <p:tgtEl>
                                          <p:spTgt spid="5"/>
                                        </p:tgtEl>
                                        <p:attrNameLst>
                                          <p:attrName>style.visibility</p:attrName>
                                        </p:attrNameLst>
                                      </p:cBhvr>
                                      <p:to>
                                        <p:strVal val="visible"/>
                                      </p:to>
                                    </p:set>
                                    <p:animEffect transition="in" filter="fade">
                                      <p:cBhvr>
                                        <p:cTn id="19" dur="500"/>
                                        <p:tgtEl>
                                          <p:spTgt spid="5"/>
                                        </p:tgtEl>
                                      </p:cBhvr>
                                    </p:animEffect>
                                  </p:childTnLst>
                                </p:cTn>
                              </p:par>
                              <p:par>
                                <p:cTn id="20" presetID="10" presetClass="entr" presetSubtype="0" fill="hold" grpId="0" nodeType="withEffect">
                                  <p:stCondLst>
                                    <p:cond delay="0"/>
                                  </p:stCondLst>
                                  <p:childTnLst>
                                    <p:set>
                                      <p:cBhvr>
                                        <p:cTn id="21" dur="1" fill="hold">
                                          <p:stCondLst>
                                            <p:cond delay="0"/>
                                          </p:stCondLst>
                                        </p:cTn>
                                        <p:tgtEl>
                                          <p:spTgt spid="8"/>
                                        </p:tgtEl>
                                        <p:attrNameLst>
                                          <p:attrName>style.visibility</p:attrName>
                                        </p:attrNameLst>
                                      </p:cBhvr>
                                      <p:to>
                                        <p:strVal val="visible"/>
                                      </p:to>
                                    </p:set>
                                    <p:animEffect transition="in" filter="fade">
                                      <p:cBhvr>
                                        <p:cTn id="22" dur="500"/>
                                        <p:tgtEl>
                                          <p:spTgt spid="8"/>
                                        </p:tgtEl>
                                      </p:cBhvr>
                                    </p:animEffect>
                                  </p:childTnLst>
                                </p:cTn>
                              </p:par>
                              <p:par>
                                <p:cTn id="23" presetID="10" presetClass="entr" presetSubtype="0" fill="hold" grpId="0" nodeType="withEffect">
                                  <p:stCondLst>
                                    <p:cond delay="0"/>
                                  </p:stCondLst>
                                  <p:childTnLst>
                                    <p:set>
                                      <p:cBhvr>
                                        <p:cTn id="24" dur="1" fill="hold">
                                          <p:stCondLst>
                                            <p:cond delay="0"/>
                                          </p:stCondLst>
                                        </p:cTn>
                                        <p:tgtEl>
                                          <p:spTgt spid="7"/>
                                        </p:tgtEl>
                                        <p:attrNameLst>
                                          <p:attrName>style.visibility</p:attrName>
                                        </p:attrNameLst>
                                      </p:cBhvr>
                                      <p:to>
                                        <p:strVal val="visible"/>
                                      </p:to>
                                    </p:set>
                                    <p:animEffect transition="in" filter="fade">
                                      <p:cBhvr>
                                        <p:cTn id="25" dur="500"/>
                                        <p:tgtEl>
                                          <p:spTgt spid="7"/>
                                        </p:tgtEl>
                                      </p:cBhvr>
                                    </p:animEffect>
                                  </p:childTnLst>
                                </p:cTn>
                              </p:par>
                              <p:par>
                                <p:cTn id="26" presetID="10" presetClass="entr" presetSubtype="0" fill="hold" grpId="0" nodeType="withEffect">
                                  <p:stCondLst>
                                    <p:cond delay="0"/>
                                  </p:stCondLst>
                                  <p:childTnLst>
                                    <p:set>
                                      <p:cBhvr>
                                        <p:cTn id="27" dur="1" fill="hold">
                                          <p:stCondLst>
                                            <p:cond delay="0"/>
                                          </p:stCondLst>
                                        </p:cTn>
                                        <p:tgtEl>
                                          <p:spTgt spid="6"/>
                                        </p:tgtEl>
                                        <p:attrNameLst>
                                          <p:attrName>style.visibility</p:attrName>
                                        </p:attrNameLst>
                                      </p:cBhvr>
                                      <p:to>
                                        <p:strVal val="visible"/>
                                      </p:to>
                                    </p:set>
                                    <p:animEffect transition="in" filter="fade">
                                      <p:cBhvr>
                                        <p:cTn id="28" dur="500"/>
                                        <p:tgtEl>
                                          <p:spTgt spid="6"/>
                                        </p:tgtEl>
                                      </p:cBhvr>
                                    </p:animEffect>
                                  </p:childTnLst>
                                </p:cTn>
                              </p:par>
                              <p:par>
                                <p:cTn id="29" presetID="10" presetClass="entr" presetSubtype="0" fill="hold" grpId="0" nodeType="withEffect">
                                  <p:stCondLst>
                                    <p:cond delay="0"/>
                                  </p:stCondLst>
                                  <p:childTnLst>
                                    <p:set>
                                      <p:cBhvr>
                                        <p:cTn id="30" dur="1" fill="hold">
                                          <p:stCondLst>
                                            <p:cond delay="0"/>
                                          </p:stCondLst>
                                        </p:cTn>
                                        <p:tgtEl>
                                          <p:spTgt spid="12"/>
                                        </p:tgtEl>
                                        <p:attrNameLst>
                                          <p:attrName>style.visibility</p:attrName>
                                        </p:attrNameLst>
                                      </p:cBhvr>
                                      <p:to>
                                        <p:strVal val="visible"/>
                                      </p:to>
                                    </p:set>
                                    <p:animEffect transition="in" filter="fade">
                                      <p:cBhvr>
                                        <p:cTn id="31" dur="500"/>
                                        <p:tgtEl>
                                          <p:spTgt spid="12"/>
                                        </p:tgtEl>
                                      </p:cBhvr>
                                    </p:animEffect>
                                  </p:childTnLst>
                                </p:cTn>
                              </p:par>
                            </p:childTnLst>
                          </p:cTn>
                        </p:par>
                      </p:childTnLst>
                    </p:cTn>
                  </p:par>
                  <p:par>
                    <p:cTn id="32" fill="hold">
                      <p:stCondLst>
                        <p:cond delay="indefinite"/>
                      </p:stCondLst>
                      <p:childTnLst>
                        <p:par>
                          <p:cTn id="33" fill="hold">
                            <p:stCondLst>
                              <p:cond delay="0"/>
                            </p:stCondLst>
                            <p:childTnLst>
                              <p:par>
                                <p:cTn id="34" presetID="10" presetClass="entr" presetSubtype="0" fill="hold" grpId="0" nodeType="clickEffect">
                                  <p:stCondLst>
                                    <p:cond delay="0"/>
                                  </p:stCondLst>
                                  <p:childTnLst>
                                    <p:set>
                                      <p:cBhvr>
                                        <p:cTn id="35" dur="1" fill="hold">
                                          <p:stCondLst>
                                            <p:cond delay="0"/>
                                          </p:stCondLst>
                                        </p:cTn>
                                        <p:tgtEl>
                                          <p:spTgt spid="9"/>
                                        </p:tgtEl>
                                        <p:attrNameLst>
                                          <p:attrName>style.visibility</p:attrName>
                                        </p:attrNameLst>
                                      </p:cBhvr>
                                      <p:to>
                                        <p:strVal val="visible"/>
                                      </p:to>
                                    </p:set>
                                    <p:animEffect transition="in" filter="fade">
                                      <p:cBhvr>
                                        <p:cTn id="36" dur="500"/>
                                        <p:tgtEl>
                                          <p:spTgt spid="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animBg="1"/>
      <p:bldP spid="5" grpId="0" animBg="1"/>
      <p:bldP spid="6" grpId="0" animBg="1"/>
      <p:bldP spid="7" grpId="0"/>
      <p:bldP spid="9" grpId="0"/>
      <p:bldP spid="8" grpId="0"/>
      <p:bldP spid="12" grpId="0"/>
      <p:bldP spid="14" grpId="0"/>
    </p:bldLst>
  </p:timing>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p:cNvSpPr>
            <a:spLocks noGrp="1"/>
          </p:cNvSpPr>
          <p:nvPr>
            <p:ph type="title"/>
          </p:nvPr>
        </p:nvSpPr>
        <p:spPr/>
        <p:txBody>
          <a:bodyPr/>
          <a:lstStyle/>
          <a:p>
            <a:pPr algn="l"/>
            <a:r>
              <a:rPr lang="en-IN" b="1" dirty="0">
                <a:solidFill>
                  <a:srgbClr val="00B050"/>
                </a:solidFill>
              </a:rPr>
              <a:t>Q.7) Explanation 	(Alternate Method)</a:t>
            </a:r>
            <a:endParaRPr lang="en-IN" dirty="0"/>
          </a:p>
        </p:txBody>
      </p:sp>
      <p:sp>
        <p:nvSpPr>
          <p:cNvPr id="2" name="Content Placeholder 1"/>
          <p:cNvSpPr>
            <a:spLocks noGrp="1"/>
          </p:cNvSpPr>
          <p:nvPr>
            <p:ph sz="quarter" idx="13"/>
          </p:nvPr>
        </p:nvSpPr>
        <p:spPr/>
        <p:txBody>
          <a:bodyPr/>
          <a:lstStyle/>
          <a:p>
            <a:pPr marL="0" indent="0">
              <a:buNone/>
            </a:pPr>
            <a:r>
              <a:rPr lang="en-IN" dirty="0"/>
              <a:t>	</a:t>
            </a:r>
          </a:p>
        </p:txBody>
      </p:sp>
      <p:sp>
        <p:nvSpPr>
          <p:cNvPr id="10" name="Content Placeholder 9"/>
          <p:cNvSpPr>
            <a:spLocks noGrp="1"/>
          </p:cNvSpPr>
          <p:nvPr>
            <p:ph sz="quarter" idx="14"/>
          </p:nvPr>
        </p:nvSpPr>
        <p:spPr>
          <a:xfrm>
            <a:off x="5315783" y="2282334"/>
            <a:ext cx="3803904" cy="3877056"/>
          </a:xfrm>
        </p:spPr>
        <p:txBody>
          <a:bodyPr/>
          <a:lstStyle/>
          <a:p>
            <a:pPr marL="0" indent="0">
              <a:buNone/>
            </a:pPr>
            <a:r>
              <a:rPr lang="en-IN" dirty="0"/>
              <a:t> </a:t>
            </a:r>
            <a:r>
              <a:rPr lang="en-IN" b="1" dirty="0"/>
              <a:t>4x + 5x = 180</a:t>
            </a:r>
          </a:p>
          <a:p>
            <a:pPr marL="0" indent="0">
              <a:buNone/>
            </a:pPr>
            <a:r>
              <a:rPr lang="en-IN" b="1" dirty="0"/>
              <a:t>          9x = 180</a:t>
            </a:r>
          </a:p>
          <a:p>
            <a:pPr marL="0" indent="0">
              <a:buNone/>
            </a:pPr>
            <a:r>
              <a:rPr lang="en-IN" b="1" dirty="0"/>
              <a:t>	x = 180/9 =&gt; 20</a:t>
            </a:r>
          </a:p>
          <a:p>
            <a:pPr marL="0" indent="0">
              <a:buNone/>
            </a:pPr>
            <a:r>
              <a:rPr lang="en-IN" b="1" dirty="0"/>
              <a:t>	</a:t>
            </a:r>
            <a:r>
              <a:rPr lang="en-IN" b="1" dirty="0">
                <a:solidFill>
                  <a:srgbClr val="00B050"/>
                </a:solidFill>
              </a:rPr>
              <a:t>x = 20</a:t>
            </a:r>
          </a:p>
          <a:p>
            <a:pPr marL="0" indent="0">
              <a:buNone/>
            </a:pPr>
            <a:endParaRPr lang="en-IN" b="1" dirty="0">
              <a:solidFill>
                <a:srgbClr val="00B050"/>
              </a:solidFill>
            </a:endParaRPr>
          </a:p>
          <a:p>
            <a:pPr marL="0" indent="0">
              <a:buNone/>
            </a:pPr>
            <a:r>
              <a:rPr lang="en-IN" b="1" dirty="0">
                <a:solidFill>
                  <a:srgbClr val="00B050"/>
                </a:solidFill>
              </a:rPr>
              <a:t>     Bikes = 5x</a:t>
            </a:r>
          </a:p>
          <a:p>
            <a:pPr marL="0" indent="0">
              <a:buNone/>
            </a:pPr>
            <a:r>
              <a:rPr lang="en-IN" b="1" dirty="0">
                <a:solidFill>
                  <a:srgbClr val="00B050"/>
                </a:solidFill>
              </a:rPr>
              <a:t>	    = 5(20) </a:t>
            </a:r>
          </a:p>
          <a:p>
            <a:pPr marL="0" indent="0">
              <a:buNone/>
            </a:pPr>
            <a:r>
              <a:rPr lang="en-IN" b="1" dirty="0">
                <a:solidFill>
                  <a:srgbClr val="00B050"/>
                </a:solidFill>
              </a:rPr>
              <a:t>	    = 100 bikes</a:t>
            </a:r>
          </a:p>
        </p:txBody>
      </p:sp>
      <p:sp>
        <p:nvSpPr>
          <p:cNvPr id="4" name="Rectangle 3"/>
          <p:cNvSpPr/>
          <p:nvPr/>
        </p:nvSpPr>
        <p:spPr>
          <a:xfrm>
            <a:off x="2265657" y="2467000"/>
            <a:ext cx="1728192" cy="792088"/>
          </a:xfrm>
          <a:prstGeom prst="rect">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IN" dirty="0">
                <a:solidFill>
                  <a:schemeClr val="tx1"/>
                </a:solidFill>
              </a:rPr>
              <a:t>180</a:t>
            </a:r>
          </a:p>
        </p:txBody>
      </p:sp>
      <p:sp>
        <p:nvSpPr>
          <p:cNvPr id="5" name="Rectangle 4"/>
          <p:cNvSpPr/>
          <p:nvPr/>
        </p:nvSpPr>
        <p:spPr>
          <a:xfrm>
            <a:off x="1259632" y="3916351"/>
            <a:ext cx="1368152" cy="720080"/>
          </a:xfrm>
          <a:prstGeom prst="rect">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IN" dirty="0">
                <a:solidFill>
                  <a:schemeClr val="tx1"/>
                </a:solidFill>
              </a:rPr>
              <a:t>4</a:t>
            </a:r>
          </a:p>
        </p:txBody>
      </p:sp>
      <p:sp>
        <p:nvSpPr>
          <p:cNvPr id="6" name="Rectangle 5"/>
          <p:cNvSpPr/>
          <p:nvPr/>
        </p:nvSpPr>
        <p:spPr>
          <a:xfrm>
            <a:off x="3635896" y="3916351"/>
            <a:ext cx="1368152" cy="720080"/>
          </a:xfrm>
          <a:prstGeom prst="rect">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IN" dirty="0">
                <a:solidFill>
                  <a:schemeClr val="tx1"/>
                </a:solidFill>
              </a:rPr>
              <a:t>5</a:t>
            </a:r>
          </a:p>
        </p:txBody>
      </p:sp>
      <p:sp>
        <p:nvSpPr>
          <p:cNvPr id="7" name="Rectangle 6"/>
          <p:cNvSpPr/>
          <p:nvPr/>
        </p:nvSpPr>
        <p:spPr>
          <a:xfrm>
            <a:off x="2953894" y="4098273"/>
            <a:ext cx="351719" cy="356236"/>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IN" sz="3200" dirty="0">
                <a:solidFill>
                  <a:schemeClr val="tx1"/>
                </a:solidFill>
              </a:rPr>
              <a:t>:</a:t>
            </a:r>
            <a:endParaRPr lang="en-IN" dirty="0">
              <a:solidFill>
                <a:schemeClr val="tx1"/>
              </a:solidFill>
            </a:endParaRPr>
          </a:p>
        </p:txBody>
      </p:sp>
      <p:sp>
        <p:nvSpPr>
          <p:cNvPr id="9" name="TextBox 8"/>
          <p:cNvSpPr txBox="1"/>
          <p:nvPr/>
        </p:nvSpPr>
        <p:spPr>
          <a:xfrm>
            <a:off x="1475656" y="4965627"/>
            <a:ext cx="880011" cy="461665"/>
          </a:xfrm>
          <a:prstGeom prst="rect">
            <a:avLst/>
          </a:prstGeom>
          <a:noFill/>
        </p:spPr>
        <p:txBody>
          <a:bodyPr wrap="square" rtlCol="0">
            <a:spAutoFit/>
          </a:bodyPr>
          <a:lstStyle/>
          <a:p>
            <a:pPr algn="ctr"/>
            <a:r>
              <a:rPr lang="en-IN" sz="2400" b="1" dirty="0"/>
              <a:t>4x</a:t>
            </a:r>
          </a:p>
        </p:txBody>
      </p:sp>
      <p:cxnSp>
        <p:nvCxnSpPr>
          <p:cNvPr id="11" name="Straight Arrow Connector 10"/>
          <p:cNvCxnSpPr>
            <a:stCxn id="4" idx="2"/>
            <a:endCxn id="5" idx="0"/>
          </p:cNvCxnSpPr>
          <p:nvPr/>
        </p:nvCxnSpPr>
        <p:spPr>
          <a:xfrm flipH="1">
            <a:off x="1943708" y="3259088"/>
            <a:ext cx="1186045" cy="657263"/>
          </a:xfrm>
          <a:prstGeom prst="straightConnector1">
            <a:avLst/>
          </a:prstGeom>
          <a:ln w="38100">
            <a:solidFill>
              <a:srgbClr val="C00000"/>
            </a:solidFill>
            <a:tailEnd type="arrow"/>
          </a:ln>
        </p:spPr>
        <p:style>
          <a:lnRef idx="1">
            <a:schemeClr val="accent1"/>
          </a:lnRef>
          <a:fillRef idx="0">
            <a:schemeClr val="accent1"/>
          </a:fillRef>
          <a:effectRef idx="0">
            <a:schemeClr val="accent1"/>
          </a:effectRef>
          <a:fontRef idx="minor">
            <a:schemeClr val="tx1"/>
          </a:fontRef>
        </p:style>
      </p:cxnSp>
      <p:cxnSp>
        <p:nvCxnSpPr>
          <p:cNvPr id="13" name="Straight Arrow Connector 12"/>
          <p:cNvCxnSpPr>
            <a:stCxn id="4" idx="2"/>
            <a:endCxn id="6" idx="0"/>
          </p:cNvCxnSpPr>
          <p:nvPr/>
        </p:nvCxnSpPr>
        <p:spPr>
          <a:xfrm>
            <a:off x="3129753" y="3259088"/>
            <a:ext cx="1190219" cy="657263"/>
          </a:xfrm>
          <a:prstGeom prst="straightConnector1">
            <a:avLst/>
          </a:prstGeom>
          <a:ln w="38100">
            <a:solidFill>
              <a:srgbClr val="C00000"/>
            </a:solidFill>
            <a:tailEnd type="arrow"/>
          </a:ln>
        </p:spPr>
        <p:style>
          <a:lnRef idx="1">
            <a:schemeClr val="accent1"/>
          </a:lnRef>
          <a:fillRef idx="0">
            <a:schemeClr val="accent1"/>
          </a:fillRef>
          <a:effectRef idx="0">
            <a:schemeClr val="accent1"/>
          </a:effectRef>
          <a:fontRef idx="minor">
            <a:schemeClr val="tx1"/>
          </a:fontRef>
        </p:style>
      </p:cxnSp>
      <p:sp>
        <p:nvSpPr>
          <p:cNvPr id="8" name="TextBox 7"/>
          <p:cNvSpPr txBox="1"/>
          <p:nvPr/>
        </p:nvSpPr>
        <p:spPr>
          <a:xfrm>
            <a:off x="1547664" y="4626388"/>
            <a:ext cx="792088" cy="369332"/>
          </a:xfrm>
          <a:prstGeom prst="rect">
            <a:avLst/>
          </a:prstGeom>
          <a:noFill/>
        </p:spPr>
        <p:txBody>
          <a:bodyPr wrap="square" rtlCol="0">
            <a:spAutoFit/>
          </a:bodyPr>
          <a:lstStyle/>
          <a:p>
            <a:r>
              <a:rPr lang="en-IN" b="1" dirty="0"/>
              <a:t>Cars</a:t>
            </a:r>
          </a:p>
        </p:txBody>
      </p:sp>
      <p:sp>
        <p:nvSpPr>
          <p:cNvPr id="12" name="TextBox 11"/>
          <p:cNvSpPr txBox="1"/>
          <p:nvPr/>
        </p:nvSpPr>
        <p:spPr>
          <a:xfrm>
            <a:off x="3976308" y="4643844"/>
            <a:ext cx="792088" cy="369332"/>
          </a:xfrm>
          <a:prstGeom prst="rect">
            <a:avLst/>
          </a:prstGeom>
          <a:noFill/>
        </p:spPr>
        <p:txBody>
          <a:bodyPr wrap="square" rtlCol="0">
            <a:spAutoFit/>
          </a:bodyPr>
          <a:lstStyle/>
          <a:p>
            <a:r>
              <a:rPr lang="en-IN" b="1" dirty="0"/>
              <a:t>Bikes</a:t>
            </a:r>
          </a:p>
        </p:txBody>
      </p:sp>
      <p:sp>
        <p:nvSpPr>
          <p:cNvPr id="14" name="TextBox 13"/>
          <p:cNvSpPr txBox="1"/>
          <p:nvPr/>
        </p:nvSpPr>
        <p:spPr>
          <a:xfrm>
            <a:off x="2339752" y="2097668"/>
            <a:ext cx="1756402" cy="369332"/>
          </a:xfrm>
          <a:prstGeom prst="rect">
            <a:avLst/>
          </a:prstGeom>
          <a:noFill/>
        </p:spPr>
        <p:txBody>
          <a:bodyPr wrap="square" rtlCol="0">
            <a:spAutoFit/>
          </a:bodyPr>
          <a:lstStyle/>
          <a:p>
            <a:r>
              <a:rPr lang="en-IN" b="1" dirty="0"/>
              <a:t>Total</a:t>
            </a:r>
            <a:r>
              <a:rPr lang="en-IN" dirty="0"/>
              <a:t> </a:t>
            </a:r>
            <a:r>
              <a:rPr lang="en-IN" b="1" dirty="0"/>
              <a:t>Vehicles</a:t>
            </a:r>
          </a:p>
        </p:txBody>
      </p:sp>
      <p:sp>
        <p:nvSpPr>
          <p:cNvPr id="16" name="TextBox 15"/>
          <p:cNvSpPr txBox="1"/>
          <p:nvPr/>
        </p:nvSpPr>
        <p:spPr>
          <a:xfrm>
            <a:off x="3888385" y="4911551"/>
            <a:ext cx="880011" cy="461665"/>
          </a:xfrm>
          <a:prstGeom prst="rect">
            <a:avLst/>
          </a:prstGeom>
          <a:noFill/>
        </p:spPr>
        <p:txBody>
          <a:bodyPr wrap="square" rtlCol="0">
            <a:spAutoFit/>
          </a:bodyPr>
          <a:lstStyle/>
          <a:p>
            <a:pPr algn="ctr"/>
            <a:r>
              <a:rPr lang="en-IN" sz="2400" b="1" dirty="0"/>
              <a:t>5x</a:t>
            </a:r>
          </a:p>
        </p:txBody>
      </p:sp>
    </p:spTree>
    <p:extLst>
      <p:ext uri="{BB962C8B-B14F-4D97-AF65-F5344CB8AC3E}">
        <p14:creationId xmlns:p14="http://schemas.microsoft.com/office/powerpoint/2010/main" val="139754036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14"/>
                                        </p:tgtEl>
                                        <p:attrNameLst>
                                          <p:attrName>style.visibility</p:attrName>
                                        </p:attrNameLst>
                                      </p:cBhvr>
                                      <p:to>
                                        <p:strVal val="visible"/>
                                      </p:to>
                                    </p:set>
                                    <p:animEffect transition="in" filter="fade">
                                      <p:cBhvr>
                                        <p:cTn id="7" dur="500"/>
                                        <p:tgtEl>
                                          <p:spTgt spid="14"/>
                                        </p:tgtEl>
                                      </p:cBhvr>
                                    </p:animEffect>
                                  </p:childTnLst>
                                </p:cTn>
                              </p:par>
                              <p:par>
                                <p:cTn id="8" presetID="10" presetClass="entr" presetSubtype="0" fill="hold" grpId="0" nodeType="withEffect">
                                  <p:stCondLst>
                                    <p:cond delay="0"/>
                                  </p:stCondLst>
                                  <p:childTnLst>
                                    <p:set>
                                      <p:cBhvr>
                                        <p:cTn id="9" dur="1" fill="hold">
                                          <p:stCondLst>
                                            <p:cond delay="0"/>
                                          </p:stCondLst>
                                        </p:cTn>
                                        <p:tgtEl>
                                          <p:spTgt spid="4"/>
                                        </p:tgtEl>
                                        <p:attrNameLst>
                                          <p:attrName>style.visibility</p:attrName>
                                        </p:attrNameLst>
                                      </p:cBhvr>
                                      <p:to>
                                        <p:strVal val="visible"/>
                                      </p:to>
                                    </p:set>
                                    <p:animEffect transition="in" filter="fade">
                                      <p:cBhvr>
                                        <p:cTn id="10" dur="500"/>
                                        <p:tgtEl>
                                          <p:spTgt spid="4"/>
                                        </p:tgtEl>
                                      </p:cBhvr>
                                    </p:animEffect>
                                  </p:childTnLst>
                                </p:cTn>
                              </p:par>
                              <p:par>
                                <p:cTn id="11" presetID="10" presetClass="entr" presetSubtype="0" fill="hold" nodeType="withEffect">
                                  <p:stCondLst>
                                    <p:cond delay="0"/>
                                  </p:stCondLst>
                                  <p:childTnLst>
                                    <p:set>
                                      <p:cBhvr>
                                        <p:cTn id="12" dur="1" fill="hold">
                                          <p:stCondLst>
                                            <p:cond delay="0"/>
                                          </p:stCondLst>
                                        </p:cTn>
                                        <p:tgtEl>
                                          <p:spTgt spid="11"/>
                                        </p:tgtEl>
                                        <p:attrNameLst>
                                          <p:attrName>style.visibility</p:attrName>
                                        </p:attrNameLst>
                                      </p:cBhvr>
                                      <p:to>
                                        <p:strVal val="visible"/>
                                      </p:to>
                                    </p:set>
                                    <p:animEffect transition="in" filter="fade">
                                      <p:cBhvr>
                                        <p:cTn id="13" dur="500"/>
                                        <p:tgtEl>
                                          <p:spTgt spid="11"/>
                                        </p:tgtEl>
                                      </p:cBhvr>
                                    </p:animEffect>
                                  </p:childTnLst>
                                </p:cTn>
                              </p:par>
                              <p:par>
                                <p:cTn id="14" presetID="10" presetClass="entr" presetSubtype="0" fill="hold" nodeType="withEffect">
                                  <p:stCondLst>
                                    <p:cond delay="0"/>
                                  </p:stCondLst>
                                  <p:childTnLst>
                                    <p:set>
                                      <p:cBhvr>
                                        <p:cTn id="15" dur="1" fill="hold">
                                          <p:stCondLst>
                                            <p:cond delay="0"/>
                                          </p:stCondLst>
                                        </p:cTn>
                                        <p:tgtEl>
                                          <p:spTgt spid="13"/>
                                        </p:tgtEl>
                                        <p:attrNameLst>
                                          <p:attrName>style.visibility</p:attrName>
                                        </p:attrNameLst>
                                      </p:cBhvr>
                                      <p:to>
                                        <p:strVal val="visible"/>
                                      </p:to>
                                    </p:set>
                                    <p:animEffect transition="in" filter="fade">
                                      <p:cBhvr>
                                        <p:cTn id="16" dur="500"/>
                                        <p:tgtEl>
                                          <p:spTgt spid="13"/>
                                        </p:tgtEl>
                                      </p:cBhvr>
                                    </p:animEffect>
                                  </p:childTnLst>
                                </p:cTn>
                              </p:par>
                              <p:par>
                                <p:cTn id="17" presetID="10" presetClass="entr" presetSubtype="0" fill="hold" grpId="0" nodeType="withEffect">
                                  <p:stCondLst>
                                    <p:cond delay="0"/>
                                  </p:stCondLst>
                                  <p:childTnLst>
                                    <p:set>
                                      <p:cBhvr>
                                        <p:cTn id="18" dur="1" fill="hold">
                                          <p:stCondLst>
                                            <p:cond delay="0"/>
                                          </p:stCondLst>
                                        </p:cTn>
                                        <p:tgtEl>
                                          <p:spTgt spid="5"/>
                                        </p:tgtEl>
                                        <p:attrNameLst>
                                          <p:attrName>style.visibility</p:attrName>
                                        </p:attrNameLst>
                                      </p:cBhvr>
                                      <p:to>
                                        <p:strVal val="visible"/>
                                      </p:to>
                                    </p:set>
                                    <p:animEffect transition="in" filter="fade">
                                      <p:cBhvr>
                                        <p:cTn id="19" dur="500"/>
                                        <p:tgtEl>
                                          <p:spTgt spid="5"/>
                                        </p:tgtEl>
                                      </p:cBhvr>
                                    </p:animEffect>
                                  </p:childTnLst>
                                </p:cTn>
                              </p:par>
                              <p:par>
                                <p:cTn id="20" presetID="10" presetClass="entr" presetSubtype="0" fill="hold" grpId="0" nodeType="withEffect">
                                  <p:stCondLst>
                                    <p:cond delay="0"/>
                                  </p:stCondLst>
                                  <p:childTnLst>
                                    <p:set>
                                      <p:cBhvr>
                                        <p:cTn id="21" dur="1" fill="hold">
                                          <p:stCondLst>
                                            <p:cond delay="0"/>
                                          </p:stCondLst>
                                        </p:cTn>
                                        <p:tgtEl>
                                          <p:spTgt spid="8"/>
                                        </p:tgtEl>
                                        <p:attrNameLst>
                                          <p:attrName>style.visibility</p:attrName>
                                        </p:attrNameLst>
                                      </p:cBhvr>
                                      <p:to>
                                        <p:strVal val="visible"/>
                                      </p:to>
                                    </p:set>
                                    <p:animEffect transition="in" filter="fade">
                                      <p:cBhvr>
                                        <p:cTn id="22" dur="500"/>
                                        <p:tgtEl>
                                          <p:spTgt spid="8"/>
                                        </p:tgtEl>
                                      </p:cBhvr>
                                    </p:animEffect>
                                  </p:childTnLst>
                                </p:cTn>
                              </p:par>
                              <p:par>
                                <p:cTn id="23" presetID="10" presetClass="entr" presetSubtype="0" fill="hold" grpId="0" nodeType="withEffect">
                                  <p:stCondLst>
                                    <p:cond delay="0"/>
                                  </p:stCondLst>
                                  <p:childTnLst>
                                    <p:set>
                                      <p:cBhvr>
                                        <p:cTn id="24" dur="1" fill="hold">
                                          <p:stCondLst>
                                            <p:cond delay="0"/>
                                          </p:stCondLst>
                                        </p:cTn>
                                        <p:tgtEl>
                                          <p:spTgt spid="7"/>
                                        </p:tgtEl>
                                        <p:attrNameLst>
                                          <p:attrName>style.visibility</p:attrName>
                                        </p:attrNameLst>
                                      </p:cBhvr>
                                      <p:to>
                                        <p:strVal val="visible"/>
                                      </p:to>
                                    </p:set>
                                    <p:animEffect transition="in" filter="fade">
                                      <p:cBhvr>
                                        <p:cTn id="25" dur="500"/>
                                        <p:tgtEl>
                                          <p:spTgt spid="7"/>
                                        </p:tgtEl>
                                      </p:cBhvr>
                                    </p:animEffect>
                                  </p:childTnLst>
                                </p:cTn>
                              </p:par>
                              <p:par>
                                <p:cTn id="26" presetID="10" presetClass="entr" presetSubtype="0" fill="hold" grpId="0" nodeType="withEffect">
                                  <p:stCondLst>
                                    <p:cond delay="0"/>
                                  </p:stCondLst>
                                  <p:childTnLst>
                                    <p:set>
                                      <p:cBhvr>
                                        <p:cTn id="27" dur="1" fill="hold">
                                          <p:stCondLst>
                                            <p:cond delay="0"/>
                                          </p:stCondLst>
                                        </p:cTn>
                                        <p:tgtEl>
                                          <p:spTgt spid="6"/>
                                        </p:tgtEl>
                                        <p:attrNameLst>
                                          <p:attrName>style.visibility</p:attrName>
                                        </p:attrNameLst>
                                      </p:cBhvr>
                                      <p:to>
                                        <p:strVal val="visible"/>
                                      </p:to>
                                    </p:set>
                                    <p:animEffect transition="in" filter="fade">
                                      <p:cBhvr>
                                        <p:cTn id="28" dur="500"/>
                                        <p:tgtEl>
                                          <p:spTgt spid="6"/>
                                        </p:tgtEl>
                                      </p:cBhvr>
                                    </p:animEffect>
                                  </p:childTnLst>
                                </p:cTn>
                              </p:par>
                              <p:par>
                                <p:cTn id="29" presetID="10" presetClass="entr" presetSubtype="0" fill="hold" grpId="0" nodeType="withEffect">
                                  <p:stCondLst>
                                    <p:cond delay="0"/>
                                  </p:stCondLst>
                                  <p:childTnLst>
                                    <p:set>
                                      <p:cBhvr>
                                        <p:cTn id="30" dur="1" fill="hold">
                                          <p:stCondLst>
                                            <p:cond delay="0"/>
                                          </p:stCondLst>
                                        </p:cTn>
                                        <p:tgtEl>
                                          <p:spTgt spid="12"/>
                                        </p:tgtEl>
                                        <p:attrNameLst>
                                          <p:attrName>style.visibility</p:attrName>
                                        </p:attrNameLst>
                                      </p:cBhvr>
                                      <p:to>
                                        <p:strVal val="visible"/>
                                      </p:to>
                                    </p:set>
                                    <p:animEffect transition="in" filter="fade">
                                      <p:cBhvr>
                                        <p:cTn id="31" dur="500"/>
                                        <p:tgtEl>
                                          <p:spTgt spid="12"/>
                                        </p:tgtEl>
                                      </p:cBhvr>
                                    </p:animEffect>
                                  </p:childTnLst>
                                </p:cTn>
                              </p:par>
                            </p:childTnLst>
                          </p:cTn>
                        </p:par>
                      </p:childTnLst>
                    </p:cTn>
                  </p:par>
                  <p:par>
                    <p:cTn id="32" fill="hold">
                      <p:stCondLst>
                        <p:cond delay="indefinite"/>
                      </p:stCondLst>
                      <p:childTnLst>
                        <p:par>
                          <p:cTn id="33" fill="hold">
                            <p:stCondLst>
                              <p:cond delay="0"/>
                            </p:stCondLst>
                            <p:childTnLst>
                              <p:par>
                                <p:cTn id="34" presetID="10" presetClass="entr" presetSubtype="0" fill="hold" grpId="0" nodeType="clickEffect">
                                  <p:stCondLst>
                                    <p:cond delay="0"/>
                                  </p:stCondLst>
                                  <p:childTnLst>
                                    <p:set>
                                      <p:cBhvr>
                                        <p:cTn id="35" dur="1" fill="hold">
                                          <p:stCondLst>
                                            <p:cond delay="0"/>
                                          </p:stCondLst>
                                        </p:cTn>
                                        <p:tgtEl>
                                          <p:spTgt spid="9"/>
                                        </p:tgtEl>
                                        <p:attrNameLst>
                                          <p:attrName>style.visibility</p:attrName>
                                        </p:attrNameLst>
                                      </p:cBhvr>
                                      <p:to>
                                        <p:strVal val="visible"/>
                                      </p:to>
                                    </p:set>
                                    <p:animEffect transition="in" filter="fade">
                                      <p:cBhvr>
                                        <p:cTn id="36" dur="500"/>
                                        <p:tgtEl>
                                          <p:spTgt spid="9"/>
                                        </p:tgtEl>
                                      </p:cBhvr>
                                    </p:animEffect>
                                  </p:childTnLst>
                                </p:cTn>
                              </p:par>
                            </p:childTnLst>
                          </p:cTn>
                        </p:par>
                      </p:childTnLst>
                    </p:cTn>
                  </p:par>
                  <p:par>
                    <p:cTn id="37" fill="hold">
                      <p:stCondLst>
                        <p:cond delay="indefinite"/>
                      </p:stCondLst>
                      <p:childTnLst>
                        <p:par>
                          <p:cTn id="38" fill="hold">
                            <p:stCondLst>
                              <p:cond delay="0"/>
                            </p:stCondLst>
                            <p:childTnLst>
                              <p:par>
                                <p:cTn id="39" presetID="10" presetClass="entr" presetSubtype="0" fill="hold" grpId="0" nodeType="clickEffect">
                                  <p:stCondLst>
                                    <p:cond delay="0"/>
                                  </p:stCondLst>
                                  <p:childTnLst>
                                    <p:set>
                                      <p:cBhvr>
                                        <p:cTn id="40" dur="1" fill="hold">
                                          <p:stCondLst>
                                            <p:cond delay="0"/>
                                          </p:stCondLst>
                                        </p:cTn>
                                        <p:tgtEl>
                                          <p:spTgt spid="16"/>
                                        </p:tgtEl>
                                        <p:attrNameLst>
                                          <p:attrName>style.visibility</p:attrName>
                                        </p:attrNameLst>
                                      </p:cBhvr>
                                      <p:to>
                                        <p:strVal val="visible"/>
                                      </p:to>
                                    </p:set>
                                    <p:animEffect transition="in" filter="fade">
                                      <p:cBhvr>
                                        <p:cTn id="41" dur="500"/>
                                        <p:tgtEl>
                                          <p:spTgt spid="16"/>
                                        </p:tgtEl>
                                      </p:cBhvr>
                                    </p:animEffect>
                                  </p:childTnLst>
                                </p:cTn>
                              </p:par>
                            </p:childTnLst>
                          </p:cTn>
                        </p:par>
                      </p:childTnLst>
                    </p:cTn>
                  </p:par>
                  <p:par>
                    <p:cTn id="42" fill="hold">
                      <p:stCondLst>
                        <p:cond delay="indefinite"/>
                      </p:stCondLst>
                      <p:childTnLst>
                        <p:par>
                          <p:cTn id="43" fill="hold">
                            <p:stCondLst>
                              <p:cond delay="0"/>
                            </p:stCondLst>
                            <p:childTnLst>
                              <p:par>
                                <p:cTn id="44" presetID="1" presetClass="entr" presetSubtype="0" fill="hold" nodeType="clickEffect">
                                  <p:stCondLst>
                                    <p:cond delay="0"/>
                                  </p:stCondLst>
                                  <p:childTnLst>
                                    <p:set>
                                      <p:cBhvr>
                                        <p:cTn id="45" dur="1" fill="hold">
                                          <p:stCondLst>
                                            <p:cond delay="0"/>
                                          </p:stCondLst>
                                        </p:cTn>
                                        <p:tgtEl>
                                          <p:spTgt spid="10">
                                            <p:txEl>
                                              <p:pRg st="0" end="0"/>
                                            </p:txEl>
                                          </p:spTgt>
                                        </p:tgtEl>
                                        <p:attrNameLst>
                                          <p:attrName>style.visibility</p:attrName>
                                        </p:attrNameLst>
                                      </p:cBhvr>
                                      <p:to>
                                        <p:strVal val="visible"/>
                                      </p:to>
                                    </p:set>
                                  </p:childTnLst>
                                </p:cTn>
                              </p:par>
                            </p:childTnLst>
                          </p:cTn>
                        </p:par>
                      </p:childTnLst>
                    </p:cTn>
                  </p:par>
                  <p:par>
                    <p:cTn id="46" fill="hold">
                      <p:stCondLst>
                        <p:cond delay="indefinite"/>
                      </p:stCondLst>
                      <p:childTnLst>
                        <p:par>
                          <p:cTn id="47" fill="hold">
                            <p:stCondLst>
                              <p:cond delay="0"/>
                            </p:stCondLst>
                            <p:childTnLst>
                              <p:par>
                                <p:cTn id="48" presetID="10" presetClass="entr" presetSubtype="0" fill="hold" nodeType="clickEffect">
                                  <p:stCondLst>
                                    <p:cond delay="0"/>
                                  </p:stCondLst>
                                  <p:childTnLst>
                                    <p:set>
                                      <p:cBhvr>
                                        <p:cTn id="49" dur="1" fill="hold">
                                          <p:stCondLst>
                                            <p:cond delay="0"/>
                                          </p:stCondLst>
                                        </p:cTn>
                                        <p:tgtEl>
                                          <p:spTgt spid="10">
                                            <p:txEl>
                                              <p:pRg st="1" end="1"/>
                                            </p:txEl>
                                          </p:spTgt>
                                        </p:tgtEl>
                                        <p:attrNameLst>
                                          <p:attrName>style.visibility</p:attrName>
                                        </p:attrNameLst>
                                      </p:cBhvr>
                                      <p:to>
                                        <p:strVal val="visible"/>
                                      </p:to>
                                    </p:set>
                                    <p:animEffect transition="in" filter="fade">
                                      <p:cBhvr>
                                        <p:cTn id="50" dur="500"/>
                                        <p:tgtEl>
                                          <p:spTgt spid="10">
                                            <p:txEl>
                                              <p:pRg st="1" end="1"/>
                                            </p:txEl>
                                          </p:spTgt>
                                        </p:tgtEl>
                                      </p:cBhvr>
                                    </p:animEffect>
                                  </p:childTnLst>
                                </p:cTn>
                              </p:par>
                            </p:childTnLst>
                          </p:cTn>
                        </p:par>
                      </p:childTnLst>
                    </p:cTn>
                  </p:par>
                  <p:par>
                    <p:cTn id="51" fill="hold">
                      <p:stCondLst>
                        <p:cond delay="indefinite"/>
                      </p:stCondLst>
                      <p:childTnLst>
                        <p:par>
                          <p:cTn id="52" fill="hold">
                            <p:stCondLst>
                              <p:cond delay="0"/>
                            </p:stCondLst>
                            <p:childTnLst>
                              <p:par>
                                <p:cTn id="53" presetID="10" presetClass="entr" presetSubtype="0" fill="hold" nodeType="clickEffect">
                                  <p:stCondLst>
                                    <p:cond delay="0"/>
                                  </p:stCondLst>
                                  <p:childTnLst>
                                    <p:set>
                                      <p:cBhvr>
                                        <p:cTn id="54" dur="1" fill="hold">
                                          <p:stCondLst>
                                            <p:cond delay="0"/>
                                          </p:stCondLst>
                                        </p:cTn>
                                        <p:tgtEl>
                                          <p:spTgt spid="10">
                                            <p:txEl>
                                              <p:pRg st="2" end="2"/>
                                            </p:txEl>
                                          </p:spTgt>
                                        </p:tgtEl>
                                        <p:attrNameLst>
                                          <p:attrName>style.visibility</p:attrName>
                                        </p:attrNameLst>
                                      </p:cBhvr>
                                      <p:to>
                                        <p:strVal val="visible"/>
                                      </p:to>
                                    </p:set>
                                    <p:animEffect transition="in" filter="fade">
                                      <p:cBhvr>
                                        <p:cTn id="55" dur="500"/>
                                        <p:tgtEl>
                                          <p:spTgt spid="10">
                                            <p:txEl>
                                              <p:pRg st="2" end="2"/>
                                            </p:txEl>
                                          </p:spTgt>
                                        </p:tgtEl>
                                      </p:cBhvr>
                                    </p:animEffect>
                                  </p:childTnLst>
                                </p:cTn>
                              </p:par>
                              <p:par>
                                <p:cTn id="56" presetID="10" presetClass="entr" presetSubtype="0" fill="hold" nodeType="withEffect">
                                  <p:stCondLst>
                                    <p:cond delay="0"/>
                                  </p:stCondLst>
                                  <p:childTnLst>
                                    <p:set>
                                      <p:cBhvr>
                                        <p:cTn id="57" dur="1" fill="hold">
                                          <p:stCondLst>
                                            <p:cond delay="0"/>
                                          </p:stCondLst>
                                        </p:cTn>
                                        <p:tgtEl>
                                          <p:spTgt spid="10">
                                            <p:txEl>
                                              <p:pRg st="3" end="3"/>
                                            </p:txEl>
                                          </p:spTgt>
                                        </p:tgtEl>
                                        <p:attrNameLst>
                                          <p:attrName>style.visibility</p:attrName>
                                        </p:attrNameLst>
                                      </p:cBhvr>
                                      <p:to>
                                        <p:strVal val="visible"/>
                                      </p:to>
                                    </p:set>
                                    <p:animEffect transition="in" filter="fade">
                                      <p:cBhvr>
                                        <p:cTn id="58" dur="500"/>
                                        <p:tgtEl>
                                          <p:spTgt spid="10">
                                            <p:txEl>
                                              <p:pRg st="3" end="3"/>
                                            </p:txEl>
                                          </p:spTgt>
                                        </p:tgtEl>
                                      </p:cBhvr>
                                    </p:animEffect>
                                  </p:childTnLst>
                                </p:cTn>
                              </p:par>
                            </p:childTnLst>
                          </p:cTn>
                        </p:par>
                      </p:childTnLst>
                    </p:cTn>
                  </p:par>
                  <p:par>
                    <p:cTn id="59" fill="hold">
                      <p:stCondLst>
                        <p:cond delay="indefinite"/>
                      </p:stCondLst>
                      <p:childTnLst>
                        <p:par>
                          <p:cTn id="60" fill="hold">
                            <p:stCondLst>
                              <p:cond delay="0"/>
                            </p:stCondLst>
                            <p:childTnLst>
                              <p:par>
                                <p:cTn id="61" presetID="10" presetClass="entr" presetSubtype="0" fill="hold" nodeType="clickEffect">
                                  <p:stCondLst>
                                    <p:cond delay="0"/>
                                  </p:stCondLst>
                                  <p:childTnLst>
                                    <p:set>
                                      <p:cBhvr>
                                        <p:cTn id="62" dur="1" fill="hold">
                                          <p:stCondLst>
                                            <p:cond delay="0"/>
                                          </p:stCondLst>
                                        </p:cTn>
                                        <p:tgtEl>
                                          <p:spTgt spid="10">
                                            <p:txEl>
                                              <p:pRg st="5" end="5"/>
                                            </p:txEl>
                                          </p:spTgt>
                                        </p:tgtEl>
                                        <p:attrNameLst>
                                          <p:attrName>style.visibility</p:attrName>
                                        </p:attrNameLst>
                                      </p:cBhvr>
                                      <p:to>
                                        <p:strVal val="visible"/>
                                      </p:to>
                                    </p:set>
                                    <p:animEffect transition="in" filter="fade">
                                      <p:cBhvr>
                                        <p:cTn id="63" dur="500"/>
                                        <p:tgtEl>
                                          <p:spTgt spid="10">
                                            <p:txEl>
                                              <p:pRg st="5" end="5"/>
                                            </p:txEl>
                                          </p:spTgt>
                                        </p:tgtEl>
                                      </p:cBhvr>
                                    </p:animEffect>
                                  </p:childTnLst>
                                </p:cTn>
                              </p:par>
                            </p:childTnLst>
                          </p:cTn>
                        </p:par>
                      </p:childTnLst>
                    </p:cTn>
                  </p:par>
                  <p:par>
                    <p:cTn id="64" fill="hold">
                      <p:stCondLst>
                        <p:cond delay="indefinite"/>
                      </p:stCondLst>
                      <p:childTnLst>
                        <p:par>
                          <p:cTn id="65" fill="hold">
                            <p:stCondLst>
                              <p:cond delay="0"/>
                            </p:stCondLst>
                            <p:childTnLst>
                              <p:par>
                                <p:cTn id="66" presetID="1" presetClass="entr" presetSubtype="0" fill="hold" nodeType="clickEffect">
                                  <p:stCondLst>
                                    <p:cond delay="0"/>
                                  </p:stCondLst>
                                  <p:childTnLst>
                                    <p:set>
                                      <p:cBhvr>
                                        <p:cTn id="67" dur="1" fill="hold">
                                          <p:stCondLst>
                                            <p:cond delay="0"/>
                                          </p:stCondLst>
                                        </p:cTn>
                                        <p:tgtEl>
                                          <p:spTgt spid="10">
                                            <p:txEl>
                                              <p:pRg st="6" end="6"/>
                                            </p:txEl>
                                          </p:spTgt>
                                        </p:tgtEl>
                                        <p:attrNameLst>
                                          <p:attrName>style.visibility</p:attrName>
                                        </p:attrNameLst>
                                      </p:cBhvr>
                                      <p:to>
                                        <p:strVal val="visible"/>
                                      </p:to>
                                    </p:set>
                                  </p:childTnLst>
                                </p:cTn>
                              </p:par>
                              <p:par>
                                <p:cTn id="68" presetID="1" presetClass="entr" presetSubtype="0" fill="hold" nodeType="withEffect">
                                  <p:stCondLst>
                                    <p:cond delay="0"/>
                                  </p:stCondLst>
                                  <p:childTnLst>
                                    <p:set>
                                      <p:cBhvr>
                                        <p:cTn id="69" dur="1" fill="hold">
                                          <p:stCondLst>
                                            <p:cond delay="0"/>
                                          </p:stCondLst>
                                        </p:cTn>
                                        <p:tgtEl>
                                          <p:spTgt spid="10">
                                            <p:txEl>
                                              <p:pRg st="7" end="7"/>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animBg="1"/>
      <p:bldP spid="5" grpId="0" animBg="1"/>
      <p:bldP spid="6" grpId="0" animBg="1"/>
      <p:bldP spid="7" grpId="0"/>
      <p:bldP spid="9" grpId="0"/>
      <p:bldP spid="8" grpId="0"/>
      <p:bldP spid="12" grpId="0"/>
      <p:bldP spid="14" grpId="0"/>
      <p:bldP spid="16" grpId="0"/>
    </p:bldLst>
  </p:timing>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457200" y="1988840"/>
            <a:ext cx="7931224" cy="4245104"/>
          </a:xfrm>
        </p:spPr>
        <p:txBody>
          <a:bodyPr>
            <a:normAutofit/>
          </a:bodyPr>
          <a:lstStyle/>
          <a:p>
            <a:pPr marL="0" lvl="0" indent="0">
              <a:buNone/>
            </a:pPr>
            <a:r>
              <a:rPr lang="en-US" sz="3600" b="1" dirty="0">
                <a:solidFill>
                  <a:srgbClr val="FF0000"/>
                </a:solidFill>
                <a:latin typeface="Times New Roman" panose="02020603050405020304" pitchFamily="18" charset="0"/>
                <a:cs typeface="Times New Roman" panose="02020603050405020304" pitchFamily="18" charset="0"/>
              </a:rPr>
              <a:t>A sum of Rs.9000 is to be distributed among A, B and C in the ratio 4 : 5 : 6. What will be the difference 	between A and 	C’s shares?</a:t>
            </a:r>
            <a:endParaRPr lang="en-IN" sz="3600" b="1" dirty="0">
              <a:solidFill>
                <a:srgbClr val="FF0000"/>
              </a:solidFill>
              <a:latin typeface="Times New Roman" panose="02020603050405020304" pitchFamily="18" charset="0"/>
              <a:cs typeface="Times New Roman" panose="02020603050405020304" pitchFamily="18" charset="0"/>
            </a:endParaRPr>
          </a:p>
          <a:p>
            <a:pPr marL="0" indent="0">
              <a:buNone/>
            </a:pPr>
            <a:r>
              <a:rPr lang="en-US" sz="3600" dirty="0">
                <a:latin typeface="Times New Roman" panose="02020603050405020304" pitchFamily="18" charset="0"/>
                <a:cs typeface="Times New Roman" panose="02020603050405020304" pitchFamily="18" charset="0"/>
              </a:rPr>
              <a:t>	(a) Rs. 600		(b) Rs. 1000</a:t>
            </a:r>
          </a:p>
          <a:p>
            <a:pPr marL="0" indent="0">
              <a:buNone/>
            </a:pPr>
            <a:r>
              <a:rPr lang="en-US" sz="3600" dirty="0">
                <a:latin typeface="Times New Roman" panose="02020603050405020304" pitchFamily="18" charset="0"/>
                <a:cs typeface="Times New Roman" panose="02020603050405020304" pitchFamily="18" charset="0"/>
              </a:rPr>
              <a:t>	(c) Rs. 900		(d) Rs. 1200</a:t>
            </a:r>
            <a:endParaRPr lang="en-IN" sz="3600" dirty="0">
              <a:latin typeface="Times New Roman" panose="02020603050405020304" pitchFamily="18" charset="0"/>
              <a:cs typeface="Times New Roman" panose="02020603050405020304" pitchFamily="18" charset="0"/>
            </a:endParaRPr>
          </a:p>
          <a:p>
            <a:pPr marL="0" indent="0">
              <a:buNone/>
            </a:pPr>
            <a:endParaRPr lang="en-IN" sz="3200" dirty="0">
              <a:latin typeface="Times New Roman" panose="02020603050405020304" pitchFamily="18" charset="0"/>
              <a:cs typeface="Times New Roman" panose="02020603050405020304" pitchFamily="18" charset="0"/>
            </a:endParaRPr>
          </a:p>
        </p:txBody>
      </p:sp>
      <p:sp>
        <p:nvSpPr>
          <p:cNvPr id="2" name="Title 1"/>
          <p:cNvSpPr>
            <a:spLocks noGrp="1"/>
          </p:cNvSpPr>
          <p:nvPr>
            <p:ph type="title"/>
          </p:nvPr>
        </p:nvSpPr>
        <p:spPr/>
        <p:txBody>
          <a:bodyPr/>
          <a:lstStyle/>
          <a:p>
            <a:pPr algn="l"/>
            <a:r>
              <a:rPr lang="en-US" b="1" dirty="0">
                <a:solidFill>
                  <a:srgbClr val="FF0000"/>
                </a:solidFill>
                <a:latin typeface="Times New Roman" panose="02020603050405020304" pitchFamily="18" charset="0"/>
                <a:cs typeface="Times New Roman" panose="02020603050405020304" pitchFamily="18" charset="0"/>
              </a:rPr>
              <a:t>Q.8)</a:t>
            </a:r>
            <a:r>
              <a:rPr lang="en-IN" dirty="0"/>
              <a:t> </a:t>
            </a:r>
          </a:p>
        </p:txBody>
      </p:sp>
    </p:spTree>
    <p:extLst>
      <p:ext uri="{BB962C8B-B14F-4D97-AF65-F5344CB8AC3E}">
        <p14:creationId xmlns:p14="http://schemas.microsoft.com/office/powerpoint/2010/main" val="2151968589"/>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p:cNvSpPr>
            <a:spLocks noGrp="1"/>
          </p:cNvSpPr>
          <p:nvPr>
            <p:ph type="title"/>
          </p:nvPr>
        </p:nvSpPr>
        <p:spPr/>
        <p:txBody>
          <a:bodyPr/>
          <a:lstStyle/>
          <a:p>
            <a:pPr algn="l"/>
            <a:r>
              <a:rPr lang="en-IN" b="1" dirty="0">
                <a:solidFill>
                  <a:srgbClr val="00B050"/>
                </a:solidFill>
              </a:rPr>
              <a:t>Q.8) Explanation</a:t>
            </a:r>
            <a:endParaRPr lang="en-IN" dirty="0"/>
          </a:p>
        </p:txBody>
      </p:sp>
      <p:sp>
        <p:nvSpPr>
          <p:cNvPr id="2" name="Content Placeholder 1"/>
          <p:cNvSpPr>
            <a:spLocks noGrp="1"/>
          </p:cNvSpPr>
          <p:nvPr>
            <p:ph sz="quarter" idx="13"/>
          </p:nvPr>
        </p:nvSpPr>
        <p:spPr/>
        <p:txBody>
          <a:bodyPr/>
          <a:lstStyle/>
          <a:p>
            <a:pPr marL="0" indent="0" algn="ctr">
              <a:buNone/>
            </a:pPr>
            <a:r>
              <a:rPr lang="en-IN" dirty="0"/>
              <a:t> </a:t>
            </a:r>
          </a:p>
          <a:p>
            <a:pPr marL="0" indent="0" algn="ctr">
              <a:buNone/>
            </a:pPr>
            <a:endParaRPr lang="en-IN" sz="2800" dirty="0">
              <a:solidFill>
                <a:schemeClr val="tx1"/>
              </a:solidFill>
            </a:endParaRPr>
          </a:p>
          <a:p>
            <a:pPr marL="0" indent="0" algn="ctr">
              <a:buNone/>
            </a:pPr>
            <a:endParaRPr lang="en-IN" sz="2800" dirty="0">
              <a:solidFill>
                <a:schemeClr val="tx1"/>
              </a:solidFill>
            </a:endParaRPr>
          </a:p>
          <a:p>
            <a:pPr marL="0" indent="0" algn="ctr">
              <a:buNone/>
            </a:pPr>
            <a:endParaRPr lang="en-IN" sz="2800" dirty="0">
              <a:solidFill>
                <a:schemeClr val="tx1"/>
              </a:solidFill>
            </a:endParaRPr>
          </a:p>
          <a:p>
            <a:pPr marL="0" indent="0" algn="ctr">
              <a:buNone/>
            </a:pPr>
            <a:endParaRPr lang="en-IN" sz="2800" dirty="0">
              <a:solidFill>
                <a:schemeClr val="tx1"/>
              </a:solidFill>
            </a:endParaRPr>
          </a:p>
          <a:p>
            <a:pPr marL="0" indent="0" algn="ctr">
              <a:buNone/>
            </a:pPr>
            <a:endParaRPr lang="en-IN" sz="2800" dirty="0">
              <a:solidFill>
                <a:schemeClr val="tx1"/>
              </a:solidFill>
            </a:endParaRPr>
          </a:p>
          <a:p>
            <a:pPr marL="0" indent="0">
              <a:buNone/>
            </a:pPr>
            <a:r>
              <a:rPr lang="en-IN" sz="2800" dirty="0">
                <a:solidFill>
                  <a:schemeClr val="tx1"/>
                </a:solidFill>
              </a:rPr>
              <a:t>   </a:t>
            </a:r>
            <a:r>
              <a:rPr lang="en-IN" sz="2800" dirty="0">
                <a:solidFill>
                  <a:srgbClr val="FF0000"/>
                </a:solidFill>
              </a:rPr>
              <a:t>C – A = ?</a:t>
            </a:r>
          </a:p>
          <a:p>
            <a:pPr marL="0" indent="0" algn="ctr">
              <a:buNone/>
            </a:pPr>
            <a:endParaRPr lang="en-IN" sz="2800" dirty="0">
              <a:solidFill>
                <a:schemeClr val="tx1"/>
              </a:solidFill>
            </a:endParaRPr>
          </a:p>
        </p:txBody>
      </p:sp>
      <mc:AlternateContent xmlns:mc="http://schemas.openxmlformats.org/markup-compatibility/2006" xmlns:a14="http://schemas.microsoft.com/office/drawing/2010/main">
        <mc:Choice Requires="a14">
          <p:sp>
            <p:nvSpPr>
              <p:cNvPr id="8" name="Content Placeholder 7"/>
              <p:cNvSpPr>
                <a:spLocks noGrp="1"/>
              </p:cNvSpPr>
              <p:nvPr>
                <p:ph sz="quarter" idx="14"/>
              </p:nvPr>
            </p:nvSpPr>
            <p:spPr/>
            <p:txBody>
              <a:bodyPr/>
              <a:lstStyle/>
              <a:p>
                <a:pPr marL="0" indent="0">
                  <a:buNone/>
                </a:pPr>
                <a14:m>
                  <m:oMathPara xmlns:m="http://schemas.openxmlformats.org/officeDocument/2006/math">
                    <m:oMathParaPr>
                      <m:jc m:val="centerGroup"/>
                    </m:oMathParaPr>
                    <m:oMath xmlns:m="http://schemas.openxmlformats.org/officeDocument/2006/math">
                      <m:r>
                        <a:rPr lang="en-IN" i="1" dirty="0" smtClean="0">
                          <a:latin typeface="Cambria Math"/>
                        </a:rPr>
                        <m:t> 4</m:t>
                      </m:r>
                      <m:r>
                        <a:rPr lang="en-IN" i="1" dirty="0" smtClean="0">
                          <a:latin typeface="Cambria Math"/>
                        </a:rPr>
                        <m:t>𝑥</m:t>
                      </m:r>
                      <m:r>
                        <a:rPr lang="en-IN" i="1" dirty="0" smtClean="0">
                          <a:latin typeface="Cambria Math"/>
                        </a:rPr>
                        <m:t> + 5</m:t>
                      </m:r>
                      <m:r>
                        <a:rPr lang="en-IN" i="1" dirty="0" smtClean="0">
                          <a:latin typeface="Cambria Math"/>
                        </a:rPr>
                        <m:t>𝑥</m:t>
                      </m:r>
                      <m:r>
                        <a:rPr lang="en-IN" i="1" dirty="0" smtClean="0">
                          <a:latin typeface="Cambria Math"/>
                        </a:rPr>
                        <m:t> + 6</m:t>
                      </m:r>
                      <m:r>
                        <a:rPr lang="en-IN" i="1" dirty="0" smtClean="0">
                          <a:latin typeface="Cambria Math"/>
                        </a:rPr>
                        <m:t>𝑥</m:t>
                      </m:r>
                      <m:r>
                        <a:rPr lang="en-IN" i="1" dirty="0" smtClean="0">
                          <a:latin typeface="Cambria Math"/>
                        </a:rPr>
                        <m:t> = 9000</m:t>
                      </m:r>
                    </m:oMath>
                  </m:oMathPara>
                </a14:m>
                <a:endParaRPr lang="en-IN" dirty="0"/>
              </a:p>
              <a:p>
                <a:pPr marL="0" indent="0">
                  <a:buNone/>
                </a:pPr>
                <a:r>
                  <a:rPr lang="en-IN" dirty="0"/>
                  <a:t>		</a:t>
                </a:r>
                <a14:m>
                  <m:oMath xmlns:m="http://schemas.openxmlformats.org/officeDocument/2006/math">
                    <m:r>
                      <a:rPr lang="en-IN" i="1" dirty="0" smtClean="0">
                        <a:latin typeface="Cambria Math"/>
                      </a:rPr>
                      <m:t>15</m:t>
                    </m:r>
                    <m:r>
                      <a:rPr lang="en-IN" i="1" dirty="0" smtClean="0">
                        <a:latin typeface="Cambria Math"/>
                      </a:rPr>
                      <m:t>𝑥</m:t>
                    </m:r>
                    <m:r>
                      <a:rPr lang="en-IN" i="1" dirty="0" smtClean="0">
                        <a:latin typeface="Cambria Math"/>
                      </a:rPr>
                      <m:t>= 9000</m:t>
                    </m:r>
                  </m:oMath>
                </a14:m>
                <a:endParaRPr lang="en-IN" dirty="0"/>
              </a:p>
              <a:p>
                <a:pPr marL="0" indent="0">
                  <a:buNone/>
                </a:pPr>
                <a:r>
                  <a:rPr lang="en-IN" b="0" dirty="0"/>
                  <a:t>                            </a:t>
                </a:r>
                <a14:m>
                  <m:oMath xmlns:m="http://schemas.openxmlformats.org/officeDocument/2006/math">
                    <m:r>
                      <a:rPr lang="en-IN" b="0" i="1" dirty="0" smtClean="0">
                        <a:latin typeface="Cambria Math"/>
                      </a:rPr>
                      <m:t>𝑥</m:t>
                    </m:r>
                    <m:r>
                      <a:rPr lang="en-IN" i="1" dirty="0" smtClean="0">
                        <a:latin typeface="Cambria Math"/>
                      </a:rPr>
                      <m:t> = 600</m:t>
                    </m:r>
                  </m:oMath>
                </a14:m>
                <a:endParaRPr lang="en-IN" dirty="0"/>
              </a:p>
              <a:p>
                <a:pPr marL="0" indent="0">
                  <a:buNone/>
                </a:pPr>
                <a:endParaRPr lang="en-IN" dirty="0"/>
              </a:p>
              <a:p>
                <a:pPr marL="0" indent="0">
                  <a:buNone/>
                </a:pPr>
                <a:r>
                  <a:rPr lang="en-IN" dirty="0"/>
                  <a:t>	C – A = ?</a:t>
                </a:r>
              </a:p>
              <a:p>
                <a:pPr marL="0" indent="0">
                  <a:buNone/>
                </a:pPr>
                <a:r>
                  <a:rPr lang="en-IN" dirty="0"/>
                  <a:t>	</a:t>
                </a:r>
                <a14:m>
                  <m:oMath xmlns:m="http://schemas.openxmlformats.org/officeDocument/2006/math">
                    <m:r>
                      <a:rPr lang="en-IN" i="1" dirty="0" smtClean="0">
                        <a:latin typeface="Cambria Math"/>
                      </a:rPr>
                      <m:t>6</m:t>
                    </m:r>
                    <m:r>
                      <a:rPr lang="en-IN" i="1" dirty="0" smtClean="0">
                        <a:latin typeface="Cambria Math"/>
                      </a:rPr>
                      <m:t>𝑥</m:t>
                    </m:r>
                    <m:r>
                      <a:rPr lang="en-IN" i="1" dirty="0" smtClean="0">
                        <a:latin typeface="Cambria Math"/>
                      </a:rPr>
                      <m:t> – 4</m:t>
                    </m:r>
                    <m:r>
                      <a:rPr lang="en-IN" i="1" dirty="0" smtClean="0">
                        <a:latin typeface="Cambria Math"/>
                      </a:rPr>
                      <m:t>𝑥</m:t>
                    </m:r>
                    <m:r>
                      <a:rPr lang="en-IN" i="1" dirty="0" smtClean="0">
                        <a:latin typeface="Cambria Math"/>
                      </a:rPr>
                      <m:t> = 2</m:t>
                    </m:r>
                    <m:r>
                      <a:rPr lang="en-IN" i="1" dirty="0" smtClean="0">
                        <a:latin typeface="Cambria Math"/>
                      </a:rPr>
                      <m:t>𝑥</m:t>
                    </m:r>
                    <m:r>
                      <a:rPr lang="en-IN" i="1" dirty="0" smtClean="0">
                        <a:latin typeface="Cambria Math"/>
                      </a:rPr>
                      <m:t> </m:t>
                    </m:r>
                  </m:oMath>
                </a14:m>
                <a:endParaRPr lang="en-IN" dirty="0"/>
              </a:p>
              <a:p>
                <a:pPr marL="0" indent="0">
                  <a:buNone/>
                </a:pPr>
                <a:r>
                  <a:rPr lang="en-IN" dirty="0"/>
                  <a:t>	 	    = 2(600)</a:t>
                </a:r>
              </a:p>
              <a:p>
                <a:pPr marL="0" indent="0">
                  <a:buNone/>
                </a:pPr>
                <a:r>
                  <a:rPr lang="en-IN" dirty="0"/>
                  <a:t>    	 	   </a:t>
                </a:r>
                <a:r>
                  <a:rPr lang="en-IN" b="1" dirty="0">
                    <a:solidFill>
                      <a:srgbClr val="00B050"/>
                    </a:solidFill>
                  </a:rPr>
                  <a:t>= Rs.1200</a:t>
                </a:r>
              </a:p>
            </p:txBody>
          </p:sp>
        </mc:Choice>
        <mc:Fallback xmlns="">
          <p:sp>
            <p:nvSpPr>
              <p:cNvPr id="8" name="Content Placeholder 7"/>
              <p:cNvSpPr>
                <a:spLocks noGrp="1" noRot="1" noChangeAspect="1" noMove="1" noResize="1" noEditPoints="1" noAdjustHandles="1" noChangeArrowheads="1" noChangeShapeType="1" noTextEdit="1"/>
              </p:cNvSpPr>
              <p:nvPr>
                <p:ph sz="quarter" idx="14"/>
              </p:nvPr>
            </p:nvSpPr>
            <p:spPr>
              <a:blipFill rotWithShape="1">
                <a:blip r:embed="rId2"/>
                <a:stretch>
                  <a:fillRect/>
                </a:stretch>
              </a:blipFill>
            </p:spPr>
            <p:txBody>
              <a:bodyPr/>
              <a:lstStyle/>
              <a:p>
                <a:r>
                  <a:rPr lang="en-IN">
                    <a:noFill/>
                  </a:rPr>
                  <a:t> </a:t>
                </a:r>
              </a:p>
            </p:txBody>
          </p:sp>
        </mc:Fallback>
      </mc:AlternateContent>
      <p:sp>
        <p:nvSpPr>
          <p:cNvPr id="4" name="Rectangle 3"/>
          <p:cNvSpPr/>
          <p:nvPr/>
        </p:nvSpPr>
        <p:spPr>
          <a:xfrm>
            <a:off x="1763688" y="2384764"/>
            <a:ext cx="1728192" cy="612188"/>
          </a:xfrm>
          <a:prstGeom prst="rect">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IN" sz="2800" b="1" dirty="0">
                <a:solidFill>
                  <a:schemeClr val="tx1"/>
                </a:solidFill>
              </a:rPr>
              <a:t>Rs.9000</a:t>
            </a:r>
          </a:p>
        </p:txBody>
      </p:sp>
      <p:sp>
        <p:nvSpPr>
          <p:cNvPr id="5" name="Rectangle 4"/>
          <p:cNvSpPr/>
          <p:nvPr/>
        </p:nvSpPr>
        <p:spPr>
          <a:xfrm>
            <a:off x="1050504" y="3470417"/>
            <a:ext cx="864096" cy="460522"/>
          </a:xfrm>
          <a:prstGeom prst="rect">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IN" dirty="0">
                <a:solidFill>
                  <a:schemeClr val="tx1"/>
                </a:solidFill>
              </a:rPr>
              <a:t>4</a:t>
            </a:r>
          </a:p>
        </p:txBody>
      </p:sp>
      <p:sp>
        <p:nvSpPr>
          <p:cNvPr id="6" name="Rectangle 5"/>
          <p:cNvSpPr/>
          <p:nvPr/>
        </p:nvSpPr>
        <p:spPr>
          <a:xfrm>
            <a:off x="2195736" y="3483171"/>
            <a:ext cx="864096" cy="447768"/>
          </a:xfrm>
          <a:prstGeom prst="rect">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IN" dirty="0">
                <a:solidFill>
                  <a:schemeClr val="tx1"/>
                </a:solidFill>
              </a:rPr>
              <a:t>5</a:t>
            </a:r>
          </a:p>
        </p:txBody>
      </p:sp>
      <p:sp>
        <p:nvSpPr>
          <p:cNvPr id="7" name="Rectangle 6"/>
          <p:cNvSpPr/>
          <p:nvPr/>
        </p:nvSpPr>
        <p:spPr>
          <a:xfrm>
            <a:off x="3491880" y="3483171"/>
            <a:ext cx="792088" cy="447768"/>
          </a:xfrm>
          <a:prstGeom prst="rect">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IN" dirty="0">
                <a:solidFill>
                  <a:schemeClr val="tx1"/>
                </a:solidFill>
              </a:rPr>
              <a:t>6</a:t>
            </a:r>
          </a:p>
        </p:txBody>
      </p:sp>
      <p:cxnSp>
        <p:nvCxnSpPr>
          <p:cNvPr id="10" name="Straight Arrow Connector 9"/>
          <p:cNvCxnSpPr>
            <a:stCxn id="4" idx="2"/>
            <a:endCxn id="5" idx="0"/>
          </p:cNvCxnSpPr>
          <p:nvPr/>
        </p:nvCxnSpPr>
        <p:spPr>
          <a:xfrm flipH="1">
            <a:off x="1482552" y="2996952"/>
            <a:ext cx="1145232" cy="473465"/>
          </a:xfrm>
          <a:prstGeom prst="straightConnector1">
            <a:avLst/>
          </a:prstGeom>
          <a:ln w="28575">
            <a:tailEnd type="arrow"/>
          </a:ln>
        </p:spPr>
        <p:style>
          <a:lnRef idx="1">
            <a:schemeClr val="accent1"/>
          </a:lnRef>
          <a:fillRef idx="0">
            <a:schemeClr val="accent1"/>
          </a:fillRef>
          <a:effectRef idx="0">
            <a:schemeClr val="accent1"/>
          </a:effectRef>
          <a:fontRef idx="minor">
            <a:schemeClr val="tx1"/>
          </a:fontRef>
        </p:style>
      </p:cxnSp>
      <p:cxnSp>
        <p:nvCxnSpPr>
          <p:cNvPr id="12" name="Straight Arrow Connector 11"/>
          <p:cNvCxnSpPr>
            <a:stCxn id="4" idx="2"/>
            <a:endCxn id="6" idx="0"/>
          </p:cNvCxnSpPr>
          <p:nvPr/>
        </p:nvCxnSpPr>
        <p:spPr>
          <a:xfrm>
            <a:off x="2627784" y="2996952"/>
            <a:ext cx="0" cy="486219"/>
          </a:xfrm>
          <a:prstGeom prst="straightConnector1">
            <a:avLst/>
          </a:prstGeom>
          <a:ln w="28575">
            <a:tailEnd type="arrow"/>
          </a:ln>
        </p:spPr>
        <p:style>
          <a:lnRef idx="1">
            <a:schemeClr val="accent1"/>
          </a:lnRef>
          <a:fillRef idx="0">
            <a:schemeClr val="accent1"/>
          </a:fillRef>
          <a:effectRef idx="0">
            <a:schemeClr val="accent1"/>
          </a:effectRef>
          <a:fontRef idx="minor">
            <a:schemeClr val="tx1"/>
          </a:fontRef>
        </p:style>
      </p:cxnSp>
      <p:cxnSp>
        <p:nvCxnSpPr>
          <p:cNvPr id="16" name="Straight Arrow Connector 15"/>
          <p:cNvCxnSpPr>
            <a:stCxn id="4" idx="2"/>
            <a:endCxn id="7" idx="0"/>
          </p:cNvCxnSpPr>
          <p:nvPr/>
        </p:nvCxnSpPr>
        <p:spPr>
          <a:xfrm>
            <a:off x="2627784" y="2996952"/>
            <a:ext cx="1260140" cy="486219"/>
          </a:xfrm>
          <a:prstGeom prst="straightConnector1">
            <a:avLst/>
          </a:prstGeom>
          <a:ln w="28575">
            <a:tailEnd type="arrow"/>
          </a:ln>
        </p:spPr>
        <p:style>
          <a:lnRef idx="1">
            <a:schemeClr val="accent1"/>
          </a:lnRef>
          <a:fillRef idx="0">
            <a:schemeClr val="accent1"/>
          </a:fillRef>
          <a:effectRef idx="0">
            <a:schemeClr val="accent1"/>
          </a:effectRef>
          <a:fontRef idx="minor">
            <a:schemeClr val="tx1"/>
          </a:fontRef>
        </p:style>
      </p:cxnSp>
      <p:sp>
        <p:nvSpPr>
          <p:cNvPr id="17" name="TextBox 16"/>
          <p:cNvSpPr txBox="1"/>
          <p:nvPr/>
        </p:nvSpPr>
        <p:spPr>
          <a:xfrm>
            <a:off x="1312431" y="3963018"/>
            <a:ext cx="294928" cy="369332"/>
          </a:xfrm>
          <a:prstGeom prst="rect">
            <a:avLst/>
          </a:prstGeom>
          <a:noFill/>
        </p:spPr>
        <p:txBody>
          <a:bodyPr wrap="square" rtlCol="0">
            <a:spAutoFit/>
          </a:bodyPr>
          <a:lstStyle/>
          <a:p>
            <a:r>
              <a:rPr lang="en-IN" dirty="0"/>
              <a:t>A</a:t>
            </a:r>
          </a:p>
        </p:txBody>
      </p:sp>
      <p:sp>
        <p:nvSpPr>
          <p:cNvPr id="18" name="TextBox 17"/>
          <p:cNvSpPr txBox="1"/>
          <p:nvPr/>
        </p:nvSpPr>
        <p:spPr>
          <a:xfrm>
            <a:off x="2479482" y="3971977"/>
            <a:ext cx="294928" cy="369332"/>
          </a:xfrm>
          <a:prstGeom prst="rect">
            <a:avLst/>
          </a:prstGeom>
          <a:noFill/>
        </p:spPr>
        <p:txBody>
          <a:bodyPr wrap="square" rtlCol="0">
            <a:spAutoFit/>
          </a:bodyPr>
          <a:lstStyle/>
          <a:p>
            <a:r>
              <a:rPr lang="en-IN" dirty="0"/>
              <a:t>B</a:t>
            </a:r>
          </a:p>
        </p:txBody>
      </p:sp>
      <p:sp>
        <p:nvSpPr>
          <p:cNvPr id="19" name="TextBox 18"/>
          <p:cNvSpPr txBox="1"/>
          <p:nvPr/>
        </p:nvSpPr>
        <p:spPr>
          <a:xfrm>
            <a:off x="3740460" y="3963018"/>
            <a:ext cx="294928" cy="369332"/>
          </a:xfrm>
          <a:prstGeom prst="rect">
            <a:avLst/>
          </a:prstGeom>
          <a:noFill/>
        </p:spPr>
        <p:txBody>
          <a:bodyPr wrap="square" rtlCol="0">
            <a:spAutoFit/>
          </a:bodyPr>
          <a:lstStyle/>
          <a:p>
            <a:r>
              <a:rPr lang="en-IN" dirty="0"/>
              <a:t>C</a:t>
            </a:r>
          </a:p>
        </p:txBody>
      </p:sp>
      <p:sp>
        <p:nvSpPr>
          <p:cNvPr id="20" name="Rectangle 19"/>
          <p:cNvSpPr/>
          <p:nvPr/>
        </p:nvSpPr>
        <p:spPr>
          <a:xfrm>
            <a:off x="1917951" y="3404676"/>
            <a:ext cx="274435" cy="523220"/>
          </a:xfrm>
          <a:prstGeom prst="rect">
            <a:avLst/>
          </a:prstGeom>
        </p:spPr>
        <p:txBody>
          <a:bodyPr wrap="none">
            <a:spAutoFit/>
          </a:bodyPr>
          <a:lstStyle/>
          <a:p>
            <a:pPr algn="ctr"/>
            <a:r>
              <a:rPr lang="en-IN" sz="2800" dirty="0"/>
              <a:t>:</a:t>
            </a:r>
          </a:p>
        </p:txBody>
      </p:sp>
      <p:sp>
        <p:nvSpPr>
          <p:cNvPr id="21" name="Rectangle 20"/>
          <p:cNvSpPr/>
          <p:nvPr/>
        </p:nvSpPr>
        <p:spPr>
          <a:xfrm>
            <a:off x="3136667" y="3439068"/>
            <a:ext cx="355213" cy="523220"/>
          </a:xfrm>
          <a:prstGeom prst="rect">
            <a:avLst/>
          </a:prstGeom>
        </p:spPr>
        <p:txBody>
          <a:bodyPr wrap="square">
            <a:spAutoFit/>
          </a:bodyPr>
          <a:lstStyle/>
          <a:p>
            <a:pPr algn="ctr"/>
            <a:r>
              <a:rPr lang="en-IN" sz="2800" dirty="0"/>
              <a:t>:</a:t>
            </a:r>
          </a:p>
        </p:txBody>
      </p:sp>
      <mc:AlternateContent xmlns:mc="http://schemas.openxmlformats.org/markup-compatibility/2006" xmlns:a14="http://schemas.microsoft.com/office/drawing/2010/main">
        <mc:Choice Requires="a14">
          <p:sp>
            <p:nvSpPr>
              <p:cNvPr id="22" name="TextBox 21"/>
              <p:cNvSpPr txBox="1"/>
              <p:nvPr/>
            </p:nvSpPr>
            <p:spPr>
              <a:xfrm>
                <a:off x="1234266" y="4352217"/>
                <a:ext cx="451257" cy="369332"/>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r>
                        <a:rPr lang="en-IN" b="1" i="1" dirty="0" smtClean="0">
                          <a:latin typeface="Cambria Math"/>
                        </a:rPr>
                        <m:t>𝟒</m:t>
                      </m:r>
                      <m:r>
                        <a:rPr lang="en-IN" b="1" i="1" dirty="0" smtClean="0">
                          <a:latin typeface="Cambria Math"/>
                        </a:rPr>
                        <m:t>𝒙</m:t>
                      </m:r>
                    </m:oMath>
                  </m:oMathPara>
                </a14:m>
                <a:endParaRPr lang="en-IN" b="1" dirty="0"/>
              </a:p>
            </p:txBody>
          </p:sp>
        </mc:Choice>
        <mc:Fallback xmlns="">
          <p:sp>
            <p:nvSpPr>
              <p:cNvPr id="22" name="TextBox 21"/>
              <p:cNvSpPr txBox="1">
                <a:spLocks noRot="1" noChangeAspect="1" noMove="1" noResize="1" noEditPoints="1" noAdjustHandles="1" noChangeArrowheads="1" noChangeShapeType="1" noTextEdit="1"/>
              </p:cNvSpPr>
              <p:nvPr/>
            </p:nvSpPr>
            <p:spPr>
              <a:xfrm>
                <a:off x="1234266" y="4352217"/>
                <a:ext cx="451257" cy="369332"/>
              </a:xfrm>
              <a:prstGeom prst="rect">
                <a:avLst/>
              </a:prstGeom>
              <a:blipFill rotWithShape="1">
                <a:blip r:embed="rId3"/>
                <a:stretch>
                  <a:fillRect/>
                </a:stretch>
              </a:blipFill>
            </p:spPr>
            <p:txBody>
              <a:bodyPr/>
              <a:lstStyle/>
              <a:p>
                <a:r>
                  <a:rPr lang="en-IN">
                    <a:noFill/>
                  </a:rPr>
                  <a:t> </a:t>
                </a:r>
              </a:p>
            </p:txBody>
          </p:sp>
        </mc:Fallback>
      </mc:AlternateContent>
      <mc:AlternateContent xmlns:mc="http://schemas.openxmlformats.org/markup-compatibility/2006" xmlns:a14="http://schemas.microsoft.com/office/drawing/2010/main">
        <mc:Choice Requires="a14">
          <p:sp>
            <p:nvSpPr>
              <p:cNvPr id="23" name="TextBox 22"/>
              <p:cNvSpPr txBox="1"/>
              <p:nvPr/>
            </p:nvSpPr>
            <p:spPr>
              <a:xfrm>
                <a:off x="2375969" y="4341309"/>
                <a:ext cx="451257" cy="369332"/>
              </a:xfrm>
              <a:prstGeom prst="rect">
                <a:avLst/>
              </a:prstGeom>
              <a:noFill/>
            </p:spPr>
            <p:txBody>
              <a:bodyPr wrap="square" rtlCol="0">
                <a:spAutoFit/>
              </a:bodyPr>
              <a:lstStyle/>
              <a:p>
                <a:r>
                  <a:rPr lang="en-IN" b="1" dirty="0"/>
                  <a:t>5</a:t>
                </a:r>
                <a14:m>
                  <m:oMath xmlns:m="http://schemas.openxmlformats.org/officeDocument/2006/math">
                    <m:r>
                      <a:rPr lang="en-IN" b="1" i="1" dirty="0" smtClean="0">
                        <a:latin typeface="Cambria Math"/>
                      </a:rPr>
                      <m:t>𝒙</m:t>
                    </m:r>
                  </m:oMath>
                </a14:m>
                <a:endParaRPr lang="en-IN" b="1" dirty="0"/>
              </a:p>
            </p:txBody>
          </p:sp>
        </mc:Choice>
        <mc:Fallback xmlns="">
          <p:sp>
            <p:nvSpPr>
              <p:cNvPr id="23" name="TextBox 22"/>
              <p:cNvSpPr txBox="1">
                <a:spLocks noRot="1" noChangeAspect="1" noMove="1" noResize="1" noEditPoints="1" noAdjustHandles="1" noChangeArrowheads="1" noChangeShapeType="1" noTextEdit="1"/>
              </p:cNvSpPr>
              <p:nvPr/>
            </p:nvSpPr>
            <p:spPr>
              <a:xfrm>
                <a:off x="2375969" y="4341309"/>
                <a:ext cx="451257" cy="369332"/>
              </a:xfrm>
              <a:prstGeom prst="rect">
                <a:avLst/>
              </a:prstGeom>
              <a:blipFill rotWithShape="1">
                <a:blip r:embed="rId4"/>
                <a:stretch>
                  <a:fillRect l="-12162" t="-8197" b="-24590"/>
                </a:stretch>
              </a:blipFill>
            </p:spPr>
            <p:txBody>
              <a:bodyPr/>
              <a:lstStyle/>
              <a:p>
                <a:r>
                  <a:rPr lang="en-IN">
                    <a:noFill/>
                  </a:rPr>
                  <a:t> </a:t>
                </a:r>
              </a:p>
            </p:txBody>
          </p:sp>
        </mc:Fallback>
      </mc:AlternateContent>
      <mc:AlternateContent xmlns:mc="http://schemas.openxmlformats.org/markup-compatibility/2006" xmlns:a14="http://schemas.microsoft.com/office/drawing/2010/main">
        <mc:Choice Requires="a14">
          <p:sp>
            <p:nvSpPr>
              <p:cNvPr id="24" name="TextBox 23"/>
              <p:cNvSpPr txBox="1"/>
              <p:nvPr/>
            </p:nvSpPr>
            <p:spPr>
              <a:xfrm>
                <a:off x="3662295" y="4352217"/>
                <a:ext cx="451257" cy="369332"/>
              </a:xfrm>
              <a:prstGeom prst="rect">
                <a:avLst/>
              </a:prstGeom>
              <a:noFill/>
            </p:spPr>
            <p:txBody>
              <a:bodyPr wrap="square" rtlCol="0">
                <a:spAutoFit/>
              </a:bodyPr>
              <a:lstStyle/>
              <a:p>
                <a:r>
                  <a:rPr lang="en-IN" b="1" dirty="0"/>
                  <a:t>6</a:t>
                </a:r>
                <a14:m>
                  <m:oMath xmlns:m="http://schemas.openxmlformats.org/officeDocument/2006/math">
                    <m:r>
                      <a:rPr lang="en-IN" b="1" i="1" dirty="0" smtClean="0">
                        <a:latin typeface="Cambria Math"/>
                      </a:rPr>
                      <m:t>𝒙</m:t>
                    </m:r>
                  </m:oMath>
                </a14:m>
                <a:endParaRPr lang="en-IN" b="1" dirty="0"/>
              </a:p>
            </p:txBody>
          </p:sp>
        </mc:Choice>
        <mc:Fallback xmlns="">
          <p:sp>
            <p:nvSpPr>
              <p:cNvPr id="24" name="TextBox 23"/>
              <p:cNvSpPr txBox="1">
                <a:spLocks noRot="1" noChangeAspect="1" noMove="1" noResize="1" noEditPoints="1" noAdjustHandles="1" noChangeArrowheads="1" noChangeShapeType="1" noTextEdit="1"/>
              </p:cNvSpPr>
              <p:nvPr/>
            </p:nvSpPr>
            <p:spPr>
              <a:xfrm>
                <a:off x="3662295" y="4352217"/>
                <a:ext cx="451257" cy="369332"/>
              </a:xfrm>
              <a:prstGeom prst="rect">
                <a:avLst/>
              </a:prstGeom>
              <a:blipFill rotWithShape="1">
                <a:blip r:embed="rId5"/>
                <a:stretch>
                  <a:fillRect l="-12162" t="-8197" b="-24590"/>
                </a:stretch>
              </a:blipFill>
            </p:spPr>
            <p:txBody>
              <a:bodyPr/>
              <a:lstStyle/>
              <a:p>
                <a:r>
                  <a:rPr lang="en-IN">
                    <a:noFill/>
                  </a:rPr>
                  <a:t> </a:t>
                </a:r>
              </a:p>
            </p:txBody>
          </p:sp>
        </mc:Fallback>
      </mc:AlternateContent>
    </p:spTree>
    <p:extLst>
      <p:ext uri="{BB962C8B-B14F-4D97-AF65-F5344CB8AC3E}">
        <p14:creationId xmlns:p14="http://schemas.microsoft.com/office/powerpoint/2010/main" val="86862338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10"/>
                                        </p:tgtEl>
                                        <p:attrNameLst>
                                          <p:attrName>style.visibility</p:attrName>
                                        </p:attrNameLst>
                                      </p:cBhvr>
                                      <p:to>
                                        <p:strVal val="visible"/>
                                      </p:to>
                                    </p:set>
                                    <p:animEffect transition="in" filter="fade">
                                      <p:cBhvr>
                                        <p:cTn id="7" dur="500"/>
                                        <p:tgtEl>
                                          <p:spTgt spid="10"/>
                                        </p:tgtEl>
                                      </p:cBhvr>
                                    </p:animEffect>
                                  </p:childTnLst>
                                </p:cTn>
                              </p:par>
                              <p:par>
                                <p:cTn id="8" presetID="10" presetClass="entr" presetSubtype="0" fill="hold" nodeType="withEffect">
                                  <p:stCondLst>
                                    <p:cond delay="0"/>
                                  </p:stCondLst>
                                  <p:childTnLst>
                                    <p:set>
                                      <p:cBhvr>
                                        <p:cTn id="9" dur="1" fill="hold">
                                          <p:stCondLst>
                                            <p:cond delay="0"/>
                                          </p:stCondLst>
                                        </p:cTn>
                                        <p:tgtEl>
                                          <p:spTgt spid="12"/>
                                        </p:tgtEl>
                                        <p:attrNameLst>
                                          <p:attrName>style.visibility</p:attrName>
                                        </p:attrNameLst>
                                      </p:cBhvr>
                                      <p:to>
                                        <p:strVal val="visible"/>
                                      </p:to>
                                    </p:set>
                                    <p:animEffect transition="in" filter="fade">
                                      <p:cBhvr>
                                        <p:cTn id="10" dur="500"/>
                                        <p:tgtEl>
                                          <p:spTgt spid="12"/>
                                        </p:tgtEl>
                                      </p:cBhvr>
                                    </p:animEffect>
                                  </p:childTnLst>
                                </p:cTn>
                              </p:par>
                              <p:par>
                                <p:cTn id="11" presetID="10" presetClass="entr" presetSubtype="0" fill="hold" nodeType="withEffect">
                                  <p:stCondLst>
                                    <p:cond delay="0"/>
                                  </p:stCondLst>
                                  <p:childTnLst>
                                    <p:set>
                                      <p:cBhvr>
                                        <p:cTn id="12" dur="1" fill="hold">
                                          <p:stCondLst>
                                            <p:cond delay="0"/>
                                          </p:stCondLst>
                                        </p:cTn>
                                        <p:tgtEl>
                                          <p:spTgt spid="16"/>
                                        </p:tgtEl>
                                        <p:attrNameLst>
                                          <p:attrName>style.visibility</p:attrName>
                                        </p:attrNameLst>
                                      </p:cBhvr>
                                      <p:to>
                                        <p:strVal val="visible"/>
                                      </p:to>
                                    </p:set>
                                    <p:animEffect transition="in" filter="fade">
                                      <p:cBhvr>
                                        <p:cTn id="13" dur="500"/>
                                        <p:tgtEl>
                                          <p:spTgt spid="16"/>
                                        </p:tgtEl>
                                      </p:cBhvr>
                                    </p:animEffect>
                                  </p:childTnLst>
                                </p:cTn>
                              </p:par>
                              <p:par>
                                <p:cTn id="14" presetID="10" presetClass="entr" presetSubtype="0" fill="hold" grpId="0" nodeType="withEffect">
                                  <p:stCondLst>
                                    <p:cond delay="0"/>
                                  </p:stCondLst>
                                  <p:childTnLst>
                                    <p:set>
                                      <p:cBhvr>
                                        <p:cTn id="15" dur="1" fill="hold">
                                          <p:stCondLst>
                                            <p:cond delay="0"/>
                                          </p:stCondLst>
                                        </p:cTn>
                                        <p:tgtEl>
                                          <p:spTgt spid="4"/>
                                        </p:tgtEl>
                                        <p:attrNameLst>
                                          <p:attrName>style.visibility</p:attrName>
                                        </p:attrNameLst>
                                      </p:cBhvr>
                                      <p:to>
                                        <p:strVal val="visible"/>
                                      </p:to>
                                    </p:set>
                                    <p:animEffect transition="in" filter="fade">
                                      <p:cBhvr>
                                        <p:cTn id="16" dur="500"/>
                                        <p:tgtEl>
                                          <p:spTgt spid="4"/>
                                        </p:tgtEl>
                                      </p:cBhvr>
                                    </p:animEffect>
                                  </p:childTnLst>
                                </p:cTn>
                              </p:par>
                              <p:par>
                                <p:cTn id="17" presetID="10" presetClass="entr" presetSubtype="0" fill="hold" grpId="0" nodeType="withEffect">
                                  <p:stCondLst>
                                    <p:cond delay="0"/>
                                  </p:stCondLst>
                                  <p:childTnLst>
                                    <p:set>
                                      <p:cBhvr>
                                        <p:cTn id="18" dur="1" fill="hold">
                                          <p:stCondLst>
                                            <p:cond delay="0"/>
                                          </p:stCondLst>
                                        </p:cTn>
                                        <p:tgtEl>
                                          <p:spTgt spid="5"/>
                                        </p:tgtEl>
                                        <p:attrNameLst>
                                          <p:attrName>style.visibility</p:attrName>
                                        </p:attrNameLst>
                                      </p:cBhvr>
                                      <p:to>
                                        <p:strVal val="visible"/>
                                      </p:to>
                                    </p:set>
                                    <p:animEffect transition="in" filter="fade">
                                      <p:cBhvr>
                                        <p:cTn id="19" dur="500"/>
                                        <p:tgtEl>
                                          <p:spTgt spid="5"/>
                                        </p:tgtEl>
                                      </p:cBhvr>
                                    </p:animEffect>
                                  </p:childTnLst>
                                </p:cTn>
                              </p:par>
                              <p:par>
                                <p:cTn id="20" presetID="10" presetClass="entr" presetSubtype="0" fill="hold" grpId="0" nodeType="withEffect">
                                  <p:stCondLst>
                                    <p:cond delay="0"/>
                                  </p:stCondLst>
                                  <p:childTnLst>
                                    <p:set>
                                      <p:cBhvr>
                                        <p:cTn id="21" dur="1" fill="hold">
                                          <p:stCondLst>
                                            <p:cond delay="0"/>
                                          </p:stCondLst>
                                        </p:cTn>
                                        <p:tgtEl>
                                          <p:spTgt spid="20"/>
                                        </p:tgtEl>
                                        <p:attrNameLst>
                                          <p:attrName>style.visibility</p:attrName>
                                        </p:attrNameLst>
                                      </p:cBhvr>
                                      <p:to>
                                        <p:strVal val="visible"/>
                                      </p:to>
                                    </p:set>
                                    <p:animEffect transition="in" filter="fade">
                                      <p:cBhvr>
                                        <p:cTn id="22" dur="500"/>
                                        <p:tgtEl>
                                          <p:spTgt spid="20"/>
                                        </p:tgtEl>
                                      </p:cBhvr>
                                    </p:animEffect>
                                  </p:childTnLst>
                                </p:cTn>
                              </p:par>
                              <p:par>
                                <p:cTn id="23" presetID="10" presetClass="entr" presetSubtype="0" fill="hold" grpId="0" nodeType="withEffect">
                                  <p:stCondLst>
                                    <p:cond delay="0"/>
                                  </p:stCondLst>
                                  <p:childTnLst>
                                    <p:set>
                                      <p:cBhvr>
                                        <p:cTn id="24" dur="1" fill="hold">
                                          <p:stCondLst>
                                            <p:cond delay="0"/>
                                          </p:stCondLst>
                                        </p:cTn>
                                        <p:tgtEl>
                                          <p:spTgt spid="6"/>
                                        </p:tgtEl>
                                        <p:attrNameLst>
                                          <p:attrName>style.visibility</p:attrName>
                                        </p:attrNameLst>
                                      </p:cBhvr>
                                      <p:to>
                                        <p:strVal val="visible"/>
                                      </p:to>
                                    </p:set>
                                    <p:animEffect transition="in" filter="fade">
                                      <p:cBhvr>
                                        <p:cTn id="25" dur="500"/>
                                        <p:tgtEl>
                                          <p:spTgt spid="6"/>
                                        </p:tgtEl>
                                      </p:cBhvr>
                                    </p:animEffect>
                                  </p:childTnLst>
                                </p:cTn>
                              </p:par>
                              <p:par>
                                <p:cTn id="26" presetID="10" presetClass="entr" presetSubtype="0" fill="hold" grpId="0" nodeType="withEffect">
                                  <p:stCondLst>
                                    <p:cond delay="0"/>
                                  </p:stCondLst>
                                  <p:childTnLst>
                                    <p:set>
                                      <p:cBhvr>
                                        <p:cTn id="27" dur="1" fill="hold">
                                          <p:stCondLst>
                                            <p:cond delay="0"/>
                                          </p:stCondLst>
                                        </p:cTn>
                                        <p:tgtEl>
                                          <p:spTgt spid="21"/>
                                        </p:tgtEl>
                                        <p:attrNameLst>
                                          <p:attrName>style.visibility</p:attrName>
                                        </p:attrNameLst>
                                      </p:cBhvr>
                                      <p:to>
                                        <p:strVal val="visible"/>
                                      </p:to>
                                    </p:set>
                                    <p:animEffect transition="in" filter="fade">
                                      <p:cBhvr>
                                        <p:cTn id="28" dur="500"/>
                                        <p:tgtEl>
                                          <p:spTgt spid="21"/>
                                        </p:tgtEl>
                                      </p:cBhvr>
                                    </p:animEffect>
                                  </p:childTnLst>
                                </p:cTn>
                              </p:par>
                              <p:par>
                                <p:cTn id="29" presetID="10" presetClass="entr" presetSubtype="0" fill="hold" grpId="0" nodeType="withEffect">
                                  <p:stCondLst>
                                    <p:cond delay="0"/>
                                  </p:stCondLst>
                                  <p:childTnLst>
                                    <p:set>
                                      <p:cBhvr>
                                        <p:cTn id="30" dur="1" fill="hold">
                                          <p:stCondLst>
                                            <p:cond delay="0"/>
                                          </p:stCondLst>
                                        </p:cTn>
                                        <p:tgtEl>
                                          <p:spTgt spid="7"/>
                                        </p:tgtEl>
                                        <p:attrNameLst>
                                          <p:attrName>style.visibility</p:attrName>
                                        </p:attrNameLst>
                                      </p:cBhvr>
                                      <p:to>
                                        <p:strVal val="visible"/>
                                      </p:to>
                                    </p:set>
                                    <p:animEffect transition="in" filter="fade">
                                      <p:cBhvr>
                                        <p:cTn id="31" dur="500"/>
                                        <p:tgtEl>
                                          <p:spTgt spid="7"/>
                                        </p:tgtEl>
                                      </p:cBhvr>
                                    </p:animEffect>
                                  </p:childTnLst>
                                </p:cTn>
                              </p:par>
                              <p:par>
                                <p:cTn id="32" presetID="10" presetClass="entr" presetSubtype="0" fill="hold" grpId="0" nodeType="withEffect">
                                  <p:stCondLst>
                                    <p:cond delay="0"/>
                                  </p:stCondLst>
                                  <p:childTnLst>
                                    <p:set>
                                      <p:cBhvr>
                                        <p:cTn id="33" dur="1" fill="hold">
                                          <p:stCondLst>
                                            <p:cond delay="0"/>
                                          </p:stCondLst>
                                        </p:cTn>
                                        <p:tgtEl>
                                          <p:spTgt spid="17"/>
                                        </p:tgtEl>
                                        <p:attrNameLst>
                                          <p:attrName>style.visibility</p:attrName>
                                        </p:attrNameLst>
                                      </p:cBhvr>
                                      <p:to>
                                        <p:strVal val="visible"/>
                                      </p:to>
                                    </p:set>
                                    <p:animEffect transition="in" filter="fade">
                                      <p:cBhvr>
                                        <p:cTn id="34" dur="500"/>
                                        <p:tgtEl>
                                          <p:spTgt spid="17"/>
                                        </p:tgtEl>
                                      </p:cBhvr>
                                    </p:animEffect>
                                  </p:childTnLst>
                                </p:cTn>
                              </p:par>
                              <p:par>
                                <p:cTn id="35" presetID="10" presetClass="entr" presetSubtype="0" fill="hold" grpId="0" nodeType="withEffect">
                                  <p:stCondLst>
                                    <p:cond delay="0"/>
                                  </p:stCondLst>
                                  <p:childTnLst>
                                    <p:set>
                                      <p:cBhvr>
                                        <p:cTn id="36" dur="1" fill="hold">
                                          <p:stCondLst>
                                            <p:cond delay="0"/>
                                          </p:stCondLst>
                                        </p:cTn>
                                        <p:tgtEl>
                                          <p:spTgt spid="18"/>
                                        </p:tgtEl>
                                        <p:attrNameLst>
                                          <p:attrName>style.visibility</p:attrName>
                                        </p:attrNameLst>
                                      </p:cBhvr>
                                      <p:to>
                                        <p:strVal val="visible"/>
                                      </p:to>
                                    </p:set>
                                    <p:animEffect transition="in" filter="fade">
                                      <p:cBhvr>
                                        <p:cTn id="37" dur="500"/>
                                        <p:tgtEl>
                                          <p:spTgt spid="18"/>
                                        </p:tgtEl>
                                      </p:cBhvr>
                                    </p:animEffect>
                                  </p:childTnLst>
                                </p:cTn>
                              </p:par>
                              <p:par>
                                <p:cTn id="38" presetID="10" presetClass="entr" presetSubtype="0" fill="hold" grpId="0" nodeType="withEffect">
                                  <p:stCondLst>
                                    <p:cond delay="0"/>
                                  </p:stCondLst>
                                  <p:childTnLst>
                                    <p:set>
                                      <p:cBhvr>
                                        <p:cTn id="39" dur="1" fill="hold">
                                          <p:stCondLst>
                                            <p:cond delay="0"/>
                                          </p:stCondLst>
                                        </p:cTn>
                                        <p:tgtEl>
                                          <p:spTgt spid="19"/>
                                        </p:tgtEl>
                                        <p:attrNameLst>
                                          <p:attrName>style.visibility</p:attrName>
                                        </p:attrNameLst>
                                      </p:cBhvr>
                                      <p:to>
                                        <p:strVal val="visible"/>
                                      </p:to>
                                    </p:set>
                                    <p:animEffect transition="in" filter="fade">
                                      <p:cBhvr>
                                        <p:cTn id="40" dur="500"/>
                                        <p:tgtEl>
                                          <p:spTgt spid="19"/>
                                        </p:tgtEl>
                                      </p:cBhvr>
                                    </p:animEffect>
                                  </p:childTnLst>
                                </p:cTn>
                              </p:par>
                            </p:childTnLst>
                          </p:cTn>
                        </p:par>
                      </p:childTnLst>
                    </p:cTn>
                  </p:par>
                  <p:par>
                    <p:cTn id="41" fill="hold">
                      <p:stCondLst>
                        <p:cond delay="indefinite"/>
                      </p:stCondLst>
                      <p:childTnLst>
                        <p:par>
                          <p:cTn id="42" fill="hold">
                            <p:stCondLst>
                              <p:cond delay="0"/>
                            </p:stCondLst>
                            <p:childTnLst>
                              <p:par>
                                <p:cTn id="43" presetID="10" presetClass="entr" presetSubtype="0" fill="hold" grpId="0" nodeType="clickEffect">
                                  <p:stCondLst>
                                    <p:cond delay="0"/>
                                  </p:stCondLst>
                                  <p:childTnLst>
                                    <p:set>
                                      <p:cBhvr>
                                        <p:cTn id="44" dur="1" fill="hold">
                                          <p:stCondLst>
                                            <p:cond delay="0"/>
                                          </p:stCondLst>
                                        </p:cTn>
                                        <p:tgtEl>
                                          <p:spTgt spid="22"/>
                                        </p:tgtEl>
                                        <p:attrNameLst>
                                          <p:attrName>style.visibility</p:attrName>
                                        </p:attrNameLst>
                                      </p:cBhvr>
                                      <p:to>
                                        <p:strVal val="visible"/>
                                      </p:to>
                                    </p:set>
                                    <p:animEffect transition="in" filter="fade">
                                      <p:cBhvr>
                                        <p:cTn id="45" dur="500"/>
                                        <p:tgtEl>
                                          <p:spTgt spid="22"/>
                                        </p:tgtEl>
                                      </p:cBhvr>
                                    </p:animEffect>
                                  </p:childTnLst>
                                </p:cTn>
                              </p:par>
                              <p:par>
                                <p:cTn id="46" presetID="10" presetClass="entr" presetSubtype="0" fill="hold" grpId="0" nodeType="withEffect">
                                  <p:stCondLst>
                                    <p:cond delay="0"/>
                                  </p:stCondLst>
                                  <p:childTnLst>
                                    <p:set>
                                      <p:cBhvr>
                                        <p:cTn id="47" dur="1" fill="hold">
                                          <p:stCondLst>
                                            <p:cond delay="0"/>
                                          </p:stCondLst>
                                        </p:cTn>
                                        <p:tgtEl>
                                          <p:spTgt spid="23"/>
                                        </p:tgtEl>
                                        <p:attrNameLst>
                                          <p:attrName>style.visibility</p:attrName>
                                        </p:attrNameLst>
                                      </p:cBhvr>
                                      <p:to>
                                        <p:strVal val="visible"/>
                                      </p:to>
                                    </p:set>
                                    <p:animEffect transition="in" filter="fade">
                                      <p:cBhvr>
                                        <p:cTn id="48" dur="500"/>
                                        <p:tgtEl>
                                          <p:spTgt spid="23"/>
                                        </p:tgtEl>
                                      </p:cBhvr>
                                    </p:animEffect>
                                  </p:childTnLst>
                                </p:cTn>
                              </p:par>
                              <p:par>
                                <p:cTn id="49" presetID="10" presetClass="entr" presetSubtype="0" fill="hold" grpId="0" nodeType="withEffect">
                                  <p:stCondLst>
                                    <p:cond delay="0"/>
                                  </p:stCondLst>
                                  <p:childTnLst>
                                    <p:set>
                                      <p:cBhvr>
                                        <p:cTn id="50" dur="1" fill="hold">
                                          <p:stCondLst>
                                            <p:cond delay="0"/>
                                          </p:stCondLst>
                                        </p:cTn>
                                        <p:tgtEl>
                                          <p:spTgt spid="24"/>
                                        </p:tgtEl>
                                        <p:attrNameLst>
                                          <p:attrName>style.visibility</p:attrName>
                                        </p:attrNameLst>
                                      </p:cBhvr>
                                      <p:to>
                                        <p:strVal val="visible"/>
                                      </p:to>
                                    </p:set>
                                    <p:animEffect transition="in" filter="fade">
                                      <p:cBhvr>
                                        <p:cTn id="51" dur="500"/>
                                        <p:tgtEl>
                                          <p:spTgt spid="24"/>
                                        </p:tgtEl>
                                      </p:cBhvr>
                                    </p:animEffect>
                                  </p:childTnLst>
                                </p:cTn>
                              </p:par>
                            </p:childTnLst>
                          </p:cTn>
                        </p:par>
                      </p:childTnLst>
                    </p:cTn>
                  </p:par>
                  <p:par>
                    <p:cTn id="52" fill="hold">
                      <p:stCondLst>
                        <p:cond delay="indefinite"/>
                      </p:stCondLst>
                      <p:childTnLst>
                        <p:par>
                          <p:cTn id="53" fill="hold">
                            <p:stCondLst>
                              <p:cond delay="0"/>
                            </p:stCondLst>
                            <p:childTnLst>
                              <p:par>
                                <p:cTn id="54" presetID="10" presetClass="entr" presetSubtype="0" fill="hold" nodeType="clickEffect">
                                  <p:stCondLst>
                                    <p:cond delay="0"/>
                                  </p:stCondLst>
                                  <p:childTnLst>
                                    <p:set>
                                      <p:cBhvr>
                                        <p:cTn id="55" dur="1" fill="hold">
                                          <p:stCondLst>
                                            <p:cond delay="0"/>
                                          </p:stCondLst>
                                        </p:cTn>
                                        <p:tgtEl>
                                          <p:spTgt spid="2">
                                            <p:txEl>
                                              <p:pRg st="6" end="6"/>
                                            </p:txEl>
                                          </p:spTgt>
                                        </p:tgtEl>
                                        <p:attrNameLst>
                                          <p:attrName>style.visibility</p:attrName>
                                        </p:attrNameLst>
                                      </p:cBhvr>
                                      <p:to>
                                        <p:strVal val="visible"/>
                                      </p:to>
                                    </p:set>
                                    <p:animEffect transition="in" filter="fade">
                                      <p:cBhvr>
                                        <p:cTn id="56" dur="500"/>
                                        <p:tgtEl>
                                          <p:spTgt spid="2">
                                            <p:txEl>
                                              <p:pRg st="6" end="6"/>
                                            </p:txEl>
                                          </p:spTgt>
                                        </p:tgtEl>
                                      </p:cBhvr>
                                    </p:animEffect>
                                  </p:childTnLst>
                                </p:cTn>
                              </p:par>
                            </p:childTnLst>
                          </p:cTn>
                        </p:par>
                      </p:childTnLst>
                    </p:cTn>
                  </p:par>
                  <p:par>
                    <p:cTn id="57" fill="hold">
                      <p:stCondLst>
                        <p:cond delay="indefinite"/>
                      </p:stCondLst>
                      <p:childTnLst>
                        <p:par>
                          <p:cTn id="58" fill="hold">
                            <p:stCondLst>
                              <p:cond delay="0"/>
                            </p:stCondLst>
                            <p:childTnLst>
                              <p:par>
                                <p:cTn id="59" presetID="10" presetClass="entr" presetSubtype="0" fill="hold" nodeType="clickEffect">
                                  <p:stCondLst>
                                    <p:cond delay="0"/>
                                  </p:stCondLst>
                                  <p:childTnLst>
                                    <p:set>
                                      <p:cBhvr>
                                        <p:cTn id="60" dur="1" fill="hold">
                                          <p:stCondLst>
                                            <p:cond delay="0"/>
                                          </p:stCondLst>
                                        </p:cTn>
                                        <p:tgtEl>
                                          <p:spTgt spid="8">
                                            <p:txEl>
                                              <p:pRg st="0" end="0"/>
                                            </p:txEl>
                                          </p:spTgt>
                                        </p:tgtEl>
                                        <p:attrNameLst>
                                          <p:attrName>style.visibility</p:attrName>
                                        </p:attrNameLst>
                                      </p:cBhvr>
                                      <p:to>
                                        <p:strVal val="visible"/>
                                      </p:to>
                                    </p:set>
                                    <p:animEffect transition="in" filter="fade">
                                      <p:cBhvr>
                                        <p:cTn id="61" dur="500"/>
                                        <p:tgtEl>
                                          <p:spTgt spid="8">
                                            <p:txEl>
                                              <p:pRg st="0" end="0"/>
                                            </p:txEl>
                                          </p:spTgt>
                                        </p:tgtEl>
                                      </p:cBhvr>
                                    </p:animEffect>
                                  </p:childTnLst>
                                </p:cTn>
                              </p:par>
                              <p:par>
                                <p:cTn id="62" presetID="10" presetClass="entr" presetSubtype="0" fill="hold" nodeType="withEffect">
                                  <p:stCondLst>
                                    <p:cond delay="0"/>
                                  </p:stCondLst>
                                  <p:childTnLst>
                                    <p:set>
                                      <p:cBhvr>
                                        <p:cTn id="63" dur="1" fill="hold">
                                          <p:stCondLst>
                                            <p:cond delay="0"/>
                                          </p:stCondLst>
                                        </p:cTn>
                                        <p:tgtEl>
                                          <p:spTgt spid="8">
                                            <p:txEl>
                                              <p:pRg st="1" end="1"/>
                                            </p:txEl>
                                          </p:spTgt>
                                        </p:tgtEl>
                                        <p:attrNameLst>
                                          <p:attrName>style.visibility</p:attrName>
                                        </p:attrNameLst>
                                      </p:cBhvr>
                                      <p:to>
                                        <p:strVal val="visible"/>
                                      </p:to>
                                    </p:set>
                                    <p:animEffect transition="in" filter="fade">
                                      <p:cBhvr>
                                        <p:cTn id="64" dur="500"/>
                                        <p:tgtEl>
                                          <p:spTgt spid="8">
                                            <p:txEl>
                                              <p:pRg st="1" end="1"/>
                                            </p:txEl>
                                          </p:spTgt>
                                        </p:tgtEl>
                                      </p:cBhvr>
                                    </p:animEffect>
                                  </p:childTnLst>
                                </p:cTn>
                              </p:par>
                              <p:par>
                                <p:cTn id="65" presetID="10" presetClass="entr" presetSubtype="0" fill="hold" nodeType="withEffect">
                                  <p:stCondLst>
                                    <p:cond delay="0"/>
                                  </p:stCondLst>
                                  <p:childTnLst>
                                    <p:set>
                                      <p:cBhvr>
                                        <p:cTn id="66" dur="1" fill="hold">
                                          <p:stCondLst>
                                            <p:cond delay="0"/>
                                          </p:stCondLst>
                                        </p:cTn>
                                        <p:tgtEl>
                                          <p:spTgt spid="8">
                                            <p:txEl>
                                              <p:pRg st="2" end="2"/>
                                            </p:txEl>
                                          </p:spTgt>
                                        </p:tgtEl>
                                        <p:attrNameLst>
                                          <p:attrName>style.visibility</p:attrName>
                                        </p:attrNameLst>
                                      </p:cBhvr>
                                      <p:to>
                                        <p:strVal val="visible"/>
                                      </p:to>
                                    </p:set>
                                    <p:animEffect transition="in" filter="fade">
                                      <p:cBhvr>
                                        <p:cTn id="67" dur="500"/>
                                        <p:tgtEl>
                                          <p:spTgt spid="8">
                                            <p:txEl>
                                              <p:pRg st="2" end="2"/>
                                            </p:txEl>
                                          </p:spTgt>
                                        </p:tgtEl>
                                      </p:cBhvr>
                                    </p:animEffect>
                                  </p:childTnLst>
                                </p:cTn>
                              </p:par>
                            </p:childTnLst>
                          </p:cTn>
                        </p:par>
                      </p:childTnLst>
                    </p:cTn>
                  </p:par>
                  <p:par>
                    <p:cTn id="68" fill="hold">
                      <p:stCondLst>
                        <p:cond delay="indefinite"/>
                      </p:stCondLst>
                      <p:childTnLst>
                        <p:par>
                          <p:cTn id="69" fill="hold">
                            <p:stCondLst>
                              <p:cond delay="0"/>
                            </p:stCondLst>
                            <p:childTnLst>
                              <p:par>
                                <p:cTn id="70" presetID="10" presetClass="entr" presetSubtype="0" fill="hold" nodeType="clickEffect">
                                  <p:stCondLst>
                                    <p:cond delay="0"/>
                                  </p:stCondLst>
                                  <p:childTnLst>
                                    <p:set>
                                      <p:cBhvr>
                                        <p:cTn id="71" dur="1" fill="hold">
                                          <p:stCondLst>
                                            <p:cond delay="0"/>
                                          </p:stCondLst>
                                        </p:cTn>
                                        <p:tgtEl>
                                          <p:spTgt spid="8">
                                            <p:txEl>
                                              <p:pRg st="4" end="4"/>
                                            </p:txEl>
                                          </p:spTgt>
                                        </p:tgtEl>
                                        <p:attrNameLst>
                                          <p:attrName>style.visibility</p:attrName>
                                        </p:attrNameLst>
                                      </p:cBhvr>
                                      <p:to>
                                        <p:strVal val="visible"/>
                                      </p:to>
                                    </p:set>
                                    <p:animEffect transition="in" filter="fade">
                                      <p:cBhvr>
                                        <p:cTn id="72" dur="500"/>
                                        <p:tgtEl>
                                          <p:spTgt spid="8">
                                            <p:txEl>
                                              <p:pRg st="4" end="4"/>
                                            </p:txEl>
                                          </p:spTgt>
                                        </p:tgtEl>
                                      </p:cBhvr>
                                    </p:animEffect>
                                  </p:childTnLst>
                                </p:cTn>
                              </p:par>
                              <p:par>
                                <p:cTn id="73" presetID="10" presetClass="entr" presetSubtype="0" fill="hold" nodeType="withEffect">
                                  <p:stCondLst>
                                    <p:cond delay="0"/>
                                  </p:stCondLst>
                                  <p:childTnLst>
                                    <p:set>
                                      <p:cBhvr>
                                        <p:cTn id="74" dur="1" fill="hold">
                                          <p:stCondLst>
                                            <p:cond delay="0"/>
                                          </p:stCondLst>
                                        </p:cTn>
                                        <p:tgtEl>
                                          <p:spTgt spid="8">
                                            <p:txEl>
                                              <p:pRg st="5" end="5"/>
                                            </p:txEl>
                                          </p:spTgt>
                                        </p:tgtEl>
                                        <p:attrNameLst>
                                          <p:attrName>style.visibility</p:attrName>
                                        </p:attrNameLst>
                                      </p:cBhvr>
                                      <p:to>
                                        <p:strVal val="visible"/>
                                      </p:to>
                                    </p:set>
                                    <p:animEffect transition="in" filter="fade">
                                      <p:cBhvr>
                                        <p:cTn id="75" dur="500"/>
                                        <p:tgtEl>
                                          <p:spTgt spid="8">
                                            <p:txEl>
                                              <p:pRg st="5" end="5"/>
                                            </p:txEl>
                                          </p:spTgt>
                                        </p:tgtEl>
                                      </p:cBhvr>
                                    </p:animEffect>
                                  </p:childTnLst>
                                </p:cTn>
                              </p:par>
                            </p:childTnLst>
                          </p:cTn>
                        </p:par>
                      </p:childTnLst>
                    </p:cTn>
                  </p:par>
                  <p:par>
                    <p:cTn id="76" fill="hold">
                      <p:stCondLst>
                        <p:cond delay="indefinite"/>
                      </p:stCondLst>
                      <p:childTnLst>
                        <p:par>
                          <p:cTn id="77" fill="hold">
                            <p:stCondLst>
                              <p:cond delay="0"/>
                            </p:stCondLst>
                            <p:childTnLst>
                              <p:par>
                                <p:cTn id="78" presetID="10" presetClass="entr" presetSubtype="0" fill="hold" nodeType="clickEffect">
                                  <p:stCondLst>
                                    <p:cond delay="0"/>
                                  </p:stCondLst>
                                  <p:childTnLst>
                                    <p:set>
                                      <p:cBhvr>
                                        <p:cTn id="79" dur="1" fill="hold">
                                          <p:stCondLst>
                                            <p:cond delay="0"/>
                                          </p:stCondLst>
                                        </p:cTn>
                                        <p:tgtEl>
                                          <p:spTgt spid="8">
                                            <p:txEl>
                                              <p:pRg st="6" end="6"/>
                                            </p:txEl>
                                          </p:spTgt>
                                        </p:tgtEl>
                                        <p:attrNameLst>
                                          <p:attrName>style.visibility</p:attrName>
                                        </p:attrNameLst>
                                      </p:cBhvr>
                                      <p:to>
                                        <p:strVal val="visible"/>
                                      </p:to>
                                    </p:set>
                                    <p:animEffect transition="in" filter="fade">
                                      <p:cBhvr>
                                        <p:cTn id="80" dur="500"/>
                                        <p:tgtEl>
                                          <p:spTgt spid="8">
                                            <p:txEl>
                                              <p:pRg st="6" end="6"/>
                                            </p:txEl>
                                          </p:spTgt>
                                        </p:tgtEl>
                                      </p:cBhvr>
                                    </p:animEffect>
                                  </p:childTnLst>
                                </p:cTn>
                              </p:par>
                              <p:par>
                                <p:cTn id="81" presetID="10" presetClass="entr" presetSubtype="0" fill="hold" nodeType="withEffect">
                                  <p:stCondLst>
                                    <p:cond delay="0"/>
                                  </p:stCondLst>
                                  <p:childTnLst>
                                    <p:set>
                                      <p:cBhvr>
                                        <p:cTn id="82" dur="1" fill="hold">
                                          <p:stCondLst>
                                            <p:cond delay="0"/>
                                          </p:stCondLst>
                                        </p:cTn>
                                        <p:tgtEl>
                                          <p:spTgt spid="8">
                                            <p:txEl>
                                              <p:pRg st="7" end="7"/>
                                            </p:txEl>
                                          </p:spTgt>
                                        </p:tgtEl>
                                        <p:attrNameLst>
                                          <p:attrName>style.visibility</p:attrName>
                                        </p:attrNameLst>
                                      </p:cBhvr>
                                      <p:to>
                                        <p:strVal val="visible"/>
                                      </p:to>
                                    </p:set>
                                    <p:animEffect transition="in" filter="fade">
                                      <p:cBhvr>
                                        <p:cTn id="83" dur="500"/>
                                        <p:tgtEl>
                                          <p:spTgt spid="8">
                                            <p:txEl>
                                              <p:pRg st="7" end="7"/>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animBg="1"/>
      <p:bldP spid="5" grpId="0" animBg="1"/>
      <p:bldP spid="6" grpId="0" animBg="1"/>
      <p:bldP spid="7" grpId="0" animBg="1"/>
      <p:bldP spid="17" grpId="0"/>
      <p:bldP spid="18" grpId="0"/>
      <p:bldP spid="19" grpId="0"/>
      <p:bldP spid="20" grpId="0"/>
      <p:bldP spid="21" grpId="0"/>
      <p:bldP spid="22" grpId="0"/>
      <p:bldP spid="23" grpId="0"/>
      <p:bldP spid="24" grpId="0"/>
    </p:bldLst>
  </p:timing>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2" name="Content Placeholder 1"/>
              <p:cNvSpPr>
                <a:spLocks noGrp="1"/>
              </p:cNvSpPr>
              <p:nvPr>
                <p:ph idx="1"/>
              </p:nvPr>
            </p:nvSpPr>
            <p:spPr/>
            <p:txBody>
              <a:bodyPr/>
              <a:lstStyle/>
              <a:p>
                <a:pPr marL="0" indent="0">
                  <a:buNone/>
                </a:pPr>
                <a:r>
                  <a:rPr lang="en-IN" sz="3200" dirty="0"/>
                  <a:t> </a:t>
                </a:r>
                <a:r>
                  <a:rPr lang="en-IN" sz="3200" b="1" dirty="0">
                    <a:solidFill>
                      <a:srgbClr val="00B050"/>
                    </a:solidFill>
                  </a:rPr>
                  <a:t>Given : </a:t>
                </a:r>
              </a:p>
              <a:p>
                <a:pPr lvl="2"/>
                <a:r>
                  <a:rPr lang="en-IN" sz="3200" dirty="0"/>
                  <a:t>Ratio </a:t>
                </a:r>
              </a:p>
              <a:p>
                <a:pPr lvl="2"/>
                <a:r>
                  <a:rPr lang="en-IN" sz="3200" dirty="0"/>
                  <a:t>Clue to find </a:t>
                </a:r>
                <a14:m>
                  <m:oMath xmlns:m="http://schemas.openxmlformats.org/officeDocument/2006/math">
                    <m:r>
                      <a:rPr lang="en-IN" sz="3200" i="1" dirty="0" smtClean="0">
                        <a:latin typeface="Cambria Math"/>
                      </a:rPr>
                      <m:t>𝐻𝐶𝐹</m:t>
                    </m:r>
                    <m:r>
                      <a:rPr lang="en-IN" sz="3200" i="1" dirty="0" smtClean="0">
                        <a:latin typeface="Cambria Math"/>
                      </a:rPr>
                      <m:t>(</m:t>
                    </m:r>
                    <m:r>
                      <a:rPr lang="en-IN" sz="3200" i="1" dirty="0" smtClean="0">
                        <a:latin typeface="Cambria Math"/>
                      </a:rPr>
                      <m:t>𝑥</m:t>
                    </m:r>
                    <m:r>
                      <a:rPr lang="en-IN" sz="3200" i="1" dirty="0" smtClean="0">
                        <a:latin typeface="Cambria Math"/>
                      </a:rPr>
                      <m:t>)</m:t>
                    </m:r>
                  </m:oMath>
                </a14:m>
                <a:r>
                  <a:rPr lang="en-IN" sz="3200" dirty="0"/>
                  <a:t>.</a:t>
                </a:r>
              </a:p>
              <a:p>
                <a:pPr marL="777240" lvl="2" indent="0">
                  <a:buNone/>
                </a:pPr>
                <a:endParaRPr lang="en-IN" sz="2800" dirty="0"/>
              </a:p>
              <a:p>
                <a:pPr marL="0" indent="0">
                  <a:buNone/>
                </a:pPr>
                <a:r>
                  <a:rPr lang="en-IN" sz="3200" b="1" dirty="0">
                    <a:solidFill>
                      <a:srgbClr val="00B050"/>
                    </a:solidFill>
                  </a:rPr>
                  <a:t>Question:</a:t>
                </a:r>
              </a:p>
              <a:p>
                <a:pPr lvl="2"/>
                <a:r>
                  <a:rPr lang="en-IN" sz="3200" dirty="0"/>
                  <a:t>Either Total or Individual Values. </a:t>
                </a:r>
                <a:r>
                  <a:rPr lang="en-IN" sz="2800" dirty="0"/>
                  <a:t>	</a:t>
                </a:r>
                <a:r>
                  <a:rPr lang="en-IN" dirty="0"/>
                  <a:t>	</a:t>
                </a:r>
              </a:p>
            </p:txBody>
          </p:sp>
        </mc:Choice>
        <mc:Fallback xmlns="">
          <p:sp>
            <p:nvSpPr>
              <p:cNvPr id="2" name="Content Placeholder 1"/>
              <p:cNvSpPr>
                <a:spLocks noGrp="1" noRot="1" noChangeAspect="1" noMove="1" noResize="1" noEditPoints="1" noAdjustHandles="1" noChangeArrowheads="1" noChangeShapeType="1" noTextEdit="1"/>
              </p:cNvSpPr>
              <p:nvPr>
                <p:ph idx="1"/>
              </p:nvPr>
            </p:nvSpPr>
            <p:spPr>
              <a:blipFill rotWithShape="1">
                <a:blip r:embed="rId2"/>
                <a:stretch>
                  <a:fillRect l="-2047" t="-2044"/>
                </a:stretch>
              </a:blipFill>
            </p:spPr>
            <p:txBody>
              <a:bodyPr/>
              <a:lstStyle/>
              <a:p>
                <a:r>
                  <a:rPr lang="en-US">
                    <a:noFill/>
                  </a:rPr>
                  <a:t> </a:t>
                </a:r>
              </a:p>
            </p:txBody>
          </p:sp>
        </mc:Fallback>
      </mc:AlternateContent>
      <p:sp>
        <p:nvSpPr>
          <p:cNvPr id="3" name="Title 2"/>
          <p:cNvSpPr>
            <a:spLocks noGrp="1"/>
          </p:cNvSpPr>
          <p:nvPr>
            <p:ph type="title"/>
          </p:nvPr>
        </p:nvSpPr>
        <p:spPr/>
        <p:txBody>
          <a:bodyPr/>
          <a:lstStyle/>
          <a:p>
            <a:pPr algn="l"/>
            <a:r>
              <a:rPr lang="en-IN" b="1" dirty="0"/>
              <a:t>Type 2: Problems</a:t>
            </a:r>
          </a:p>
        </p:txBody>
      </p:sp>
    </p:spTree>
    <p:extLst>
      <p:ext uri="{BB962C8B-B14F-4D97-AF65-F5344CB8AC3E}">
        <p14:creationId xmlns:p14="http://schemas.microsoft.com/office/powerpoint/2010/main" val="7591197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2">
                                            <p:txEl>
                                              <p:pRg st="0" end="0"/>
                                            </p:txEl>
                                          </p:spTgt>
                                        </p:tgtEl>
                                        <p:attrNameLst>
                                          <p:attrName>style.visibility</p:attrName>
                                        </p:attrNameLst>
                                      </p:cBhvr>
                                      <p:to>
                                        <p:strVal val="visible"/>
                                      </p:to>
                                    </p:set>
                                    <p:animEffect transition="in" filter="fade">
                                      <p:cBhvr>
                                        <p:cTn id="7" dur="500"/>
                                        <p:tgtEl>
                                          <p:spTgt spid="2">
                                            <p:txEl>
                                              <p:pRg st="0" end="0"/>
                                            </p:txEl>
                                          </p:spTgt>
                                        </p:tgtEl>
                                      </p:cBhvr>
                                    </p:animEffect>
                                  </p:childTnLst>
                                </p:cTn>
                              </p:par>
                              <p:par>
                                <p:cTn id="8" presetID="10" presetClass="entr" presetSubtype="0" fill="hold" nodeType="withEffect">
                                  <p:stCondLst>
                                    <p:cond delay="0"/>
                                  </p:stCondLst>
                                  <p:childTnLst>
                                    <p:set>
                                      <p:cBhvr>
                                        <p:cTn id="9" dur="1" fill="hold">
                                          <p:stCondLst>
                                            <p:cond delay="0"/>
                                          </p:stCondLst>
                                        </p:cTn>
                                        <p:tgtEl>
                                          <p:spTgt spid="2">
                                            <p:txEl>
                                              <p:pRg st="1" end="1"/>
                                            </p:txEl>
                                          </p:spTgt>
                                        </p:tgtEl>
                                        <p:attrNameLst>
                                          <p:attrName>style.visibility</p:attrName>
                                        </p:attrNameLst>
                                      </p:cBhvr>
                                      <p:to>
                                        <p:strVal val="visible"/>
                                      </p:to>
                                    </p:set>
                                    <p:animEffect transition="in" filter="fade">
                                      <p:cBhvr>
                                        <p:cTn id="10" dur="500"/>
                                        <p:tgtEl>
                                          <p:spTgt spid="2">
                                            <p:txEl>
                                              <p:pRg st="1" end="1"/>
                                            </p:txEl>
                                          </p:spTgt>
                                        </p:tgtEl>
                                      </p:cBhvr>
                                    </p:animEffect>
                                  </p:childTnLst>
                                </p:cTn>
                              </p:par>
                              <p:par>
                                <p:cTn id="11" presetID="10" presetClass="entr" presetSubtype="0" fill="hold" nodeType="withEffect">
                                  <p:stCondLst>
                                    <p:cond delay="0"/>
                                  </p:stCondLst>
                                  <p:childTnLst>
                                    <p:set>
                                      <p:cBhvr>
                                        <p:cTn id="12" dur="1" fill="hold">
                                          <p:stCondLst>
                                            <p:cond delay="0"/>
                                          </p:stCondLst>
                                        </p:cTn>
                                        <p:tgtEl>
                                          <p:spTgt spid="2">
                                            <p:txEl>
                                              <p:pRg st="2" end="2"/>
                                            </p:txEl>
                                          </p:spTgt>
                                        </p:tgtEl>
                                        <p:attrNameLst>
                                          <p:attrName>style.visibility</p:attrName>
                                        </p:attrNameLst>
                                      </p:cBhvr>
                                      <p:to>
                                        <p:strVal val="visible"/>
                                      </p:to>
                                    </p:set>
                                    <p:animEffect transition="in" filter="fade">
                                      <p:cBhvr>
                                        <p:cTn id="13" dur="500"/>
                                        <p:tgtEl>
                                          <p:spTgt spid="2">
                                            <p:txEl>
                                              <p:pRg st="2" end="2"/>
                                            </p:txEl>
                                          </p:spTgt>
                                        </p:tgtEl>
                                      </p:cBhvr>
                                    </p:animEffect>
                                  </p:childTnLst>
                                </p:cTn>
                              </p:par>
                            </p:childTnLst>
                          </p:cTn>
                        </p:par>
                      </p:childTnLst>
                    </p:cTn>
                  </p:par>
                  <p:par>
                    <p:cTn id="14" fill="hold">
                      <p:stCondLst>
                        <p:cond delay="indefinite"/>
                      </p:stCondLst>
                      <p:childTnLst>
                        <p:par>
                          <p:cTn id="15" fill="hold">
                            <p:stCondLst>
                              <p:cond delay="0"/>
                            </p:stCondLst>
                            <p:childTnLst>
                              <p:par>
                                <p:cTn id="16" presetID="10" presetClass="entr" presetSubtype="0" fill="hold" nodeType="clickEffect">
                                  <p:stCondLst>
                                    <p:cond delay="0"/>
                                  </p:stCondLst>
                                  <p:childTnLst>
                                    <p:set>
                                      <p:cBhvr>
                                        <p:cTn id="17" dur="1" fill="hold">
                                          <p:stCondLst>
                                            <p:cond delay="0"/>
                                          </p:stCondLst>
                                        </p:cTn>
                                        <p:tgtEl>
                                          <p:spTgt spid="2">
                                            <p:txEl>
                                              <p:pRg st="4" end="4"/>
                                            </p:txEl>
                                          </p:spTgt>
                                        </p:tgtEl>
                                        <p:attrNameLst>
                                          <p:attrName>style.visibility</p:attrName>
                                        </p:attrNameLst>
                                      </p:cBhvr>
                                      <p:to>
                                        <p:strVal val="visible"/>
                                      </p:to>
                                    </p:set>
                                    <p:animEffect transition="in" filter="fade">
                                      <p:cBhvr>
                                        <p:cTn id="18" dur="500"/>
                                        <p:tgtEl>
                                          <p:spTgt spid="2">
                                            <p:txEl>
                                              <p:pRg st="4" end="4"/>
                                            </p:txEl>
                                          </p:spTgt>
                                        </p:tgtEl>
                                      </p:cBhvr>
                                    </p:animEffect>
                                  </p:childTnLst>
                                </p:cTn>
                              </p:par>
                              <p:par>
                                <p:cTn id="19" presetID="10" presetClass="entr" presetSubtype="0" fill="hold" nodeType="withEffect">
                                  <p:stCondLst>
                                    <p:cond delay="0"/>
                                  </p:stCondLst>
                                  <p:childTnLst>
                                    <p:set>
                                      <p:cBhvr>
                                        <p:cTn id="20" dur="1" fill="hold">
                                          <p:stCondLst>
                                            <p:cond delay="0"/>
                                          </p:stCondLst>
                                        </p:cTn>
                                        <p:tgtEl>
                                          <p:spTgt spid="2">
                                            <p:txEl>
                                              <p:pRg st="5" end="5"/>
                                            </p:txEl>
                                          </p:spTgt>
                                        </p:tgtEl>
                                        <p:attrNameLst>
                                          <p:attrName>style.visibility</p:attrName>
                                        </p:attrNameLst>
                                      </p:cBhvr>
                                      <p:to>
                                        <p:strVal val="visible"/>
                                      </p:to>
                                    </p:set>
                                    <p:animEffect transition="in" filter="fade">
                                      <p:cBhvr>
                                        <p:cTn id="21" dur="500"/>
                                        <p:tgtEl>
                                          <p:spTgt spid="2">
                                            <p:txEl>
                                              <p:pRg st="5" end="5"/>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699247" y="2248347"/>
            <a:ext cx="8049217" cy="3877815"/>
          </a:xfrm>
        </p:spPr>
        <p:txBody>
          <a:bodyPr>
            <a:normAutofit/>
          </a:bodyPr>
          <a:lstStyle/>
          <a:p>
            <a:pPr marL="0" lvl="0" indent="0" algn="just">
              <a:buNone/>
            </a:pPr>
            <a:r>
              <a:rPr lang="en-US" sz="3600" b="1" dirty="0">
                <a:solidFill>
                  <a:srgbClr val="FF0000"/>
                </a:solidFill>
                <a:latin typeface="Times New Roman" panose="02020603050405020304" pitchFamily="18" charset="0"/>
                <a:cs typeface="Times New Roman" panose="02020603050405020304" pitchFamily="18" charset="0"/>
              </a:rPr>
              <a:t>Pencils, pens and books in a shop are in the ratio of 10 : 2 : 3. If there are 120 pencils, the number of  books in the shop is:</a:t>
            </a:r>
            <a:endParaRPr lang="en-IN" sz="3600" b="1" dirty="0">
              <a:solidFill>
                <a:srgbClr val="FF0000"/>
              </a:solidFill>
              <a:latin typeface="Times New Roman" panose="02020603050405020304" pitchFamily="18" charset="0"/>
              <a:cs typeface="Times New Roman" panose="02020603050405020304" pitchFamily="18" charset="0"/>
            </a:endParaRPr>
          </a:p>
          <a:p>
            <a:pPr marL="0" indent="0">
              <a:buNone/>
            </a:pPr>
            <a:r>
              <a:rPr lang="en-US" sz="3200" dirty="0">
                <a:latin typeface="Times New Roman" panose="02020603050405020304" pitchFamily="18" charset="0"/>
                <a:cs typeface="Times New Roman" panose="02020603050405020304" pitchFamily="18" charset="0"/>
              </a:rPr>
              <a:t>	a)36				b)48			c)72				d)40</a:t>
            </a:r>
            <a:endParaRPr lang="en-IN" sz="3200" dirty="0">
              <a:latin typeface="Times New Roman" panose="02020603050405020304" pitchFamily="18" charset="0"/>
              <a:cs typeface="Times New Roman" panose="02020603050405020304" pitchFamily="18" charset="0"/>
            </a:endParaRPr>
          </a:p>
          <a:p>
            <a:pPr marL="0" indent="0">
              <a:buNone/>
            </a:pPr>
            <a:endParaRPr lang="en-IN" sz="3200" dirty="0">
              <a:latin typeface="Times New Roman" panose="02020603050405020304" pitchFamily="18" charset="0"/>
              <a:cs typeface="Times New Roman" panose="02020603050405020304" pitchFamily="18" charset="0"/>
            </a:endParaRPr>
          </a:p>
        </p:txBody>
      </p:sp>
      <p:sp>
        <p:nvSpPr>
          <p:cNvPr id="2" name="Title 1"/>
          <p:cNvSpPr>
            <a:spLocks noGrp="1"/>
          </p:cNvSpPr>
          <p:nvPr>
            <p:ph type="title"/>
          </p:nvPr>
        </p:nvSpPr>
        <p:spPr/>
        <p:txBody>
          <a:bodyPr/>
          <a:lstStyle/>
          <a:p>
            <a:pPr algn="l"/>
            <a:r>
              <a:rPr lang="en-IN" dirty="0"/>
              <a:t> </a:t>
            </a:r>
            <a:r>
              <a:rPr lang="en-IN" b="1" dirty="0">
                <a:solidFill>
                  <a:srgbClr val="FF0000"/>
                </a:solidFill>
                <a:latin typeface="Times New Roman" panose="02020603050405020304" pitchFamily="18" charset="0"/>
                <a:cs typeface="Times New Roman" panose="02020603050405020304" pitchFamily="18" charset="0"/>
              </a:rPr>
              <a:t>Q.9)</a:t>
            </a:r>
            <a:endParaRPr lang="en-IN" dirty="0"/>
          </a:p>
        </p:txBody>
      </p:sp>
    </p:spTree>
    <p:extLst>
      <p:ext uri="{BB962C8B-B14F-4D97-AF65-F5344CB8AC3E}">
        <p14:creationId xmlns:p14="http://schemas.microsoft.com/office/powerpoint/2010/main" val="1852257312"/>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p:cNvSpPr>
            <a:spLocks noGrp="1"/>
          </p:cNvSpPr>
          <p:nvPr>
            <p:ph type="title"/>
          </p:nvPr>
        </p:nvSpPr>
        <p:spPr/>
        <p:txBody>
          <a:bodyPr/>
          <a:lstStyle/>
          <a:p>
            <a:pPr algn="l"/>
            <a:r>
              <a:rPr lang="en-IN" b="1" dirty="0">
                <a:solidFill>
                  <a:srgbClr val="00B050"/>
                </a:solidFill>
              </a:rPr>
              <a:t>Q.9) Explanation</a:t>
            </a:r>
            <a:endParaRPr lang="en-IN" dirty="0"/>
          </a:p>
        </p:txBody>
      </p:sp>
      <p:sp>
        <p:nvSpPr>
          <p:cNvPr id="2" name="Content Placeholder 1"/>
          <p:cNvSpPr>
            <a:spLocks noGrp="1"/>
          </p:cNvSpPr>
          <p:nvPr>
            <p:ph sz="quarter" idx="13"/>
          </p:nvPr>
        </p:nvSpPr>
        <p:spPr/>
        <p:txBody>
          <a:bodyPr>
            <a:normAutofit/>
          </a:bodyPr>
          <a:lstStyle/>
          <a:p>
            <a:pPr marL="0" indent="0" algn="ctr">
              <a:buNone/>
            </a:pPr>
            <a:r>
              <a:rPr lang="en-IN" dirty="0"/>
              <a:t> </a:t>
            </a:r>
          </a:p>
          <a:p>
            <a:pPr marL="0" indent="0" algn="ctr">
              <a:buNone/>
            </a:pPr>
            <a:endParaRPr lang="en-IN" sz="2800" dirty="0">
              <a:solidFill>
                <a:schemeClr val="tx1"/>
              </a:solidFill>
            </a:endParaRPr>
          </a:p>
          <a:p>
            <a:pPr marL="0" indent="0" algn="ctr">
              <a:buNone/>
            </a:pPr>
            <a:endParaRPr lang="en-IN" sz="2800" dirty="0">
              <a:solidFill>
                <a:schemeClr val="tx1"/>
              </a:solidFill>
            </a:endParaRPr>
          </a:p>
          <a:p>
            <a:pPr marL="0" indent="0" algn="ctr">
              <a:buNone/>
            </a:pPr>
            <a:endParaRPr lang="en-IN" sz="2800" dirty="0">
              <a:solidFill>
                <a:schemeClr val="tx1"/>
              </a:solidFill>
            </a:endParaRPr>
          </a:p>
          <a:p>
            <a:pPr marL="0" indent="0" algn="ctr">
              <a:buNone/>
            </a:pPr>
            <a:endParaRPr lang="en-IN" sz="2800" dirty="0">
              <a:solidFill>
                <a:schemeClr val="tx1"/>
              </a:solidFill>
            </a:endParaRPr>
          </a:p>
          <a:p>
            <a:pPr marL="0" indent="0" algn="ctr">
              <a:buNone/>
            </a:pPr>
            <a:endParaRPr lang="en-IN" sz="2800" dirty="0">
              <a:solidFill>
                <a:schemeClr val="tx1"/>
              </a:solidFill>
            </a:endParaRPr>
          </a:p>
          <a:p>
            <a:pPr marL="0" indent="0">
              <a:buNone/>
            </a:pPr>
            <a:r>
              <a:rPr lang="en-IN" sz="2800" dirty="0">
                <a:solidFill>
                  <a:schemeClr val="tx1"/>
                </a:solidFill>
              </a:rPr>
              <a:t>  </a:t>
            </a:r>
            <a:endParaRPr lang="en-IN" dirty="0">
              <a:solidFill>
                <a:srgbClr val="FF0000"/>
              </a:solidFill>
              <a:latin typeface="Cambria Math" panose="02040503050406030204" pitchFamily="18" charset="0"/>
              <a:ea typeface="Cambria Math" panose="02040503050406030204" pitchFamily="18" charset="0"/>
            </a:endParaRPr>
          </a:p>
          <a:p>
            <a:pPr marL="0" indent="0" algn="ctr">
              <a:buNone/>
            </a:pPr>
            <a:endParaRPr lang="en-IN" sz="2800" dirty="0">
              <a:solidFill>
                <a:schemeClr val="tx1"/>
              </a:solidFill>
            </a:endParaRPr>
          </a:p>
        </p:txBody>
      </p:sp>
      <mc:AlternateContent xmlns:mc="http://schemas.openxmlformats.org/markup-compatibility/2006" xmlns:a14="http://schemas.microsoft.com/office/drawing/2010/main">
        <mc:Choice Requires="a14">
          <p:sp>
            <p:nvSpPr>
              <p:cNvPr id="8" name="Content Placeholder 7"/>
              <p:cNvSpPr>
                <a:spLocks noGrp="1"/>
              </p:cNvSpPr>
              <p:nvPr>
                <p:ph sz="quarter" idx="14"/>
              </p:nvPr>
            </p:nvSpPr>
            <p:spPr/>
            <p:txBody>
              <a:bodyPr/>
              <a:lstStyle/>
              <a:p>
                <a:pPr marL="0" indent="0">
                  <a:buNone/>
                </a:pPr>
                <a:r>
                  <a:rPr lang="en-IN" dirty="0"/>
                  <a:t>	</a:t>
                </a:r>
                <a14:m>
                  <m:oMath xmlns:m="http://schemas.openxmlformats.org/officeDocument/2006/math">
                    <m:r>
                      <a:rPr lang="en-IN" i="1" dirty="0" smtClean="0">
                        <a:latin typeface="Cambria Math"/>
                      </a:rPr>
                      <m:t>1</m:t>
                    </m:r>
                    <m:r>
                      <a:rPr lang="en-IN" b="0" i="1" dirty="0" smtClean="0">
                        <a:latin typeface="Cambria Math"/>
                      </a:rPr>
                      <m:t>0</m:t>
                    </m:r>
                    <m:r>
                      <a:rPr lang="en-IN" i="1" dirty="0" smtClean="0">
                        <a:latin typeface="Cambria Math"/>
                      </a:rPr>
                      <m:t>𝑥</m:t>
                    </m:r>
                    <m:r>
                      <a:rPr lang="en-IN" i="1" dirty="0" smtClean="0">
                        <a:latin typeface="Cambria Math"/>
                      </a:rPr>
                      <m:t>=120</m:t>
                    </m:r>
                  </m:oMath>
                </a14:m>
                <a:endParaRPr lang="en-IN" dirty="0"/>
              </a:p>
              <a:p>
                <a:pPr marL="0" indent="0">
                  <a:buNone/>
                </a:pPr>
                <a:r>
                  <a:rPr lang="en-IN" b="0" dirty="0"/>
                  <a:t>                </a:t>
                </a:r>
                <a14:m>
                  <m:oMath xmlns:m="http://schemas.openxmlformats.org/officeDocument/2006/math">
                    <m:r>
                      <a:rPr lang="en-IN" b="0" i="1" dirty="0" smtClean="0">
                        <a:latin typeface="Cambria Math"/>
                      </a:rPr>
                      <m:t>𝑥</m:t>
                    </m:r>
                    <m:r>
                      <a:rPr lang="en-IN" i="1" dirty="0" smtClean="0">
                        <a:latin typeface="Cambria Math"/>
                      </a:rPr>
                      <m:t> = </m:t>
                    </m:r>
                  </m:oMath>
                </a14:m>
                <a:r>
                  <a:rPr lang="en-IN" dirty="0"/>
                  <a:t>12</a:t>
                </a:r>
              </a:p>
              <a:p>
                <a:pPr marL="0" indent="0">
                  <a:buNone/>
                </a:pPr>
                <a:endParaRPr lang="en-IN" dirty="0"/>
              </a:p>
              <a:p>
                <a:pPr marL="0" indent="0">
                  <a:buNone/>
                </a:pPr>
                <a:r>
                  <a:rPr lang="en-IN" dirty="0"/>
                  <a:t>	Books = </a:t>
                </a:r>
                <a14:m>
                  <m:oMath xmlns:m="http://schemas.openxmlformats.org/officeDocument/2006/math">
                    <m:r>
                      <a:rPr lang="en-IN" i="1" dirty="0" smtClean="0">
                        <a:latin typeface="Cambria Math"/>
                      </a:rPr>
                      <m:t>3</m:t>
                    </m:r>
                    <m:r>
                      <a:rPr lang="en-IN" i="1" dirty="0" smtClean="0">
                        <a:latin typeface="Cambria Math"/>
                      </a:rPr>
                      <m:t>𝑥</m:t>
                    </m:r>
                  </m:oMath>
                </a14:m>
                <a:endParaRPr lang="en-IN" dirty="0"/>
              </a:p>
              <a:p>
                <a:pPr marL="0" indent="0">
                  <a:buNone/>
                </a:pPr>
                <a:r>
                  <a:rPr lang="en-IN" dirty="0"/>
                  <a:t>	            </a:t>
                </a:r>
                <a:r>
                  <a:rPr lang="en-IN" dirty="0">
                    <a:solidFill>
                      <a:schemeClr val="tx1"/>
                    </a:solidFill>
                  </a:rPr>
                  <a:t>= 3(12)</a:t>
                </a:r>
              </a:p>
              <a:p>
                <a:pPr marL="0" indent="0">
                  <a:buNone/>
                </a:pPr>
                <a:r>
                  <a:rPr lang="en-IN" b="1" dirty="0">
                    <a:solidFill>
                      <a:srgbClr val="00B050"/>
                    </a:solidFill>
                  </a:rPr>
                  <a:t>		= 36 books</a:t>
                </a:r>
              </a:p>
            </p:txBody>
          </p:sp>
        </mc:Choice>
        <mc:Fallback xmlns="">
          <p:sp>
            <p:nvSpPr>
              <p:cNvPr id="8" name="Content Placeholder 7"/>
              <p:cNvSpPr>
                <a:spLocks noGrp="1" noRot="1" noChangeAspect="1" noMove="1" noResize="1" noEditPoints="1" noAdjustHandles="1" noChangeArrowheads="1" noChangeShapeType="1" noTextEdit="1"/>
              </p:cNvSpPr>
              <p:nvPr>
                <p:ph sz="quarter" idx="14"/>
              </p:nvPr>
            </p:nvSpPr>
            <p:spPr>
              <a:blipFill rotWithShape="1">
                <a:blip r:embed="rId2"/>
                <a:stretch>
                  <a:fillRect/>
                </a:stretch>
              </a:blipFill>
            </p:spPr>
            <p:txBody>
              <a:bodyPr/>
              <a:lstStyle/>
              <a:p>
                <a:r>
                  <a:rPr lang="en-IN">
                    <a:noFill/>
                  </a:rPr>
                  <a:t> </a:t>
                </a:r>
              </a:p>
            </p:txBody>
          </p:sp>
        </mc:Fallback>
      </mc:AlternateContent>
      <p:sp>
        <p:nvSpPr>
          <p:cNvPr id="4" name="Rectangle 3"/>
          <p:cNvSpPr/>
          <p:nvPr/>
        </p:nvSpPr>
        <p:spPr>
          <a:xfrm>
            <a:off x="1763688" y="2384764"/>
            <a:ext cx="1728192" cy="612188"/>
          </a:xfrm>
          <a:prstGeom prst="rect">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sz="2800" b="1" dirty="0">
              <a:solidFill>
                <a:schemeClr val="tx1"/>
              </a:solidFill>
            </a:endParaRPr>
          </a:p>
        </p:txBody>
      </p:sp>
      <p:sp>
        <p:nvSpPr>
          <p:cNvPr id="5" name="Rectangle 4"/>
          <p:cNvSpPr/>
          <p:nvPr/>
        </p:nvSpPr>
        <p:spPr>
          <a:xfrm>
            <a:off x="1050504" y="3470417"/>
            <a:ext cx="864096" cy="460522"/>
          </a:xfrm>
          <a:prstGeom prst="rect">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IN" dirty="0">
                <a:solidFill>
                  <a:schemeClr val="tx1"/>
                </a:solidFill>
              </a:rPr>
              <a:t>10</a:t>
            </a:r>
          </a:p>
        </p:txBody>
      </p:sp>
      <p:sp>
        <p:nvSpPr>
          <p:cNvPr id="6" name="Rectangle 5"/>
          <p:cNvSpPr/>
          <p:nvPr/>
        </p:nvSpPr>
        <p:spPr>
          <a:xfrm>
            <a:off x="2195736" y="3483171"/>
            <a:ext cx="864096" cy="447768"/>
          </a:xfrm>
          <a:prstGeom prst="rect">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IN" dirty="0">
                <a:solidFill>
                  <a:schemeClr val="tx1"/>
                </a:solidFill>
              </a:rPr>
              <a:t>2</a:t>
            </a:r>
          </a:p>
        </p:txBody>
      </p:sp>
      <p:sp>
        <p:nvSpPr>
          <p:cNvPr id="7" name="Rectangle 6"/>
          <p:cNvSpPr/>
          <p:nvPr/>
        </p:nvSpPr>
        <p:spPr>
          <a:xfrm>
            <a:off x="3491880" y="3483171"/>
            <a:ext cx="792088" cy="447768"/>
          </a:xfrm>
          <a:prstGeom prst="rect">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IN" dirty="0">
                <a:solidFill>
                  <a:schemeClr val="tx1"/>
                </a:solidFill>
              </a:rPr>
              <a:t>3</a:t>
            </a:r>
          </a:p>
        </p:txBody>
      </p:sp>
      <p:cxnSp>
        <p:nvCxnSpPr>
          <p:cNvPr id="10" name="Straight Arrow Connector 9"/>
          <p:cNvCxnSpPr>
            <a:stCxn id="4" idx="2"/>
            <a:endCxn id="5" idx="0"/>
          </p:cNvCxnSpPr>
          <p:nvPr/>
        </p:nvCxnSpPr>
        <p:spPr>
          <a:xfrm flipH="1">
            <a:off x="1482552" y="2996952"/>
            <a:ext cx="1145232" cy="473465"/>
          </a:xfrm>
          <a:prstGeom prst="straightConnector1">
            <a:avLst/>
          </a:prstGeom>
          <a:ln w="28575">
            <a:tailEnd type="arrow"/>
          </a:ln>
        </p:spPr>
        <p:style>
          <a:lnRef idx="1">
            <a:schemeClr val="accent1"/>
          </a:lnRef>
          <a:fillRef idx="0">
            <a:schemeClr val="accent1"/>
          </a:fillRef>
          <a:effectRef idx="0">
            <a:schemeClr val="accent1"/>
          </a:effectRef>
          <a:fontRef idx="minor">
            <a:schemeClr val="tx1"/>
          </a:fontRef>
        </p:style>
      </p:cxnSp>
      <p:cxnSp>
        <p:nvCxnSpPr>
          <p:cNvPr id="12" name="Straight Arrow Connector 11"/>
          <p:cNvCxnSpPr>
            <a:stCxn id="4" idx="2"/>
            <a:endCxn id="6" idx="0"/>
          </p:cNvCxnSpPr>
          <p:nvPr/>
        </p:nvCxnSpPr>
        <p:spPr>
          <a:xfrm>
            <a:off x="2627784" y="2996952"/>
            <a:ext cx="0" cy="486219"/>
          </a:xfrm>
          <a:prstGeom prst="straightConnector1">
            <a:avLst/>
          </a:prstGeom>
          <a:ln w="28575">
            <a:tailEnd type="arrow"/>
          </a:ln>
        </p:spPr>
        <p:style>
          <a:lnRef idx="1">
            <a:schemeClr val="accent1"/>
          </a:lnRef>
          <a:fillRef idx="0">
            <a:schemeClr val="accent1"/>
          </a:fillRef>
          <a:effectRef idx="0">
            <a:schemeClr val="accent1"/>
          </a:effectRef>
          <a:fontRef idx="minor">
            <a:schemeClr val="tx1"/>
          </a:fontRef>
        </p:style>
      </p:cxnSp>
      <p:cxnSp>
        <p:nvCxnSpPr>
          <p:cNvPr id="16" name="Straight Arrow Connector 15"/>
          <p:cNvCxnSpPr>
            <a:stCxn id="4" idx="2"/>
            <a:endCxn id="7" idx="0"/>
          </p:cNvCxnSpPr>
          <p:nvPr/>
        </p:nvCxnSpPr>
        <p:spPr>
          <a:xfrm>
            <a:off x="2627784" y="2996952"/>
            <a:ext cx="1260140" cy="486219"/>
          </a:xfrm>
          <a:prstGeom prst="straightConnector1">
            <a:avLst/>
          </a:prstGeom>
          <a:ln w="28575">
            <a:tailEnd type="arrow"/>
          </a:ln>
        </p:spPr>
        <p:style>
          <a:lnRef idx="1">
            <a:schemeClr val="accent1"/>
          </a:lnRef>
          <a:fillRef idx="0">
            <a:schemeClr val="accent1"/>
          </a:fillRef>
          <a:effectRef idx="0">
            <a:schemeClr val="accent1"/>
          </a:effectRef>
          <a:fontRef idx="minor">
            <a:schemeClr val="tx1"/>
          </a:fontRef>
        </p:style>
      </p:cxnSp>
      <p:sp>
        <p:nvSpPr>
          <p:cNvPr id="17" name="TextBox 16"/>
          <p:cNvSpPr txBox="1"/>
          <p:nvPr/>
        </p:nvSpPr>
        <p:spPr>
          <a:xfrm>
            <a:off x="1068519" y="3985720"/>
            <a:ext cx="896359" cy="369332"/>
          </a:xfrm>
          <a:prstGeom prst="rect">
            <a:avLst/>
          </a:prstGeom>
          <a:noFill/>
        </p:spPr>
        <p:txBody>
          <a:bodyPr wrap="square" rtlCol="0">
            <a:spAutoFit/>
          </a:bodyPr>
          <a:lstStyle/>
          <a:p>
            <a:r>
              <a:rPr lang="en-IN" dirty="0"/>
              <a:t>Pencil</a:t>
            </a:r>
          </a:p>
        </p:txBody>
      </p:sp>
      <p:sp>
        <p:nvSpPr>
          <p:cNvPr id="18" name="TextBox 17"/>
          <p:cNvSpPr txBox="1"/>
          <p:nvPr/>
        </p:nvSpPr>
        <p:spPr>
          <a:xfrm>
            <a:off x="2323922" y="3962288"/>
            <a:ext cx="778372" cy="369332"/>
          </a:xfrm>
          <a:prstGeom prst="rect">
            <a:avLst/>
          </a:prstGeom>
          <a:noFill/>
        </p:spPr>
        <p:txBody>
          <a:bodyPr wrap="square" rtlCol="0">
            <a:spAutoFit/>
          </a:bodyPr>
          <a:lstStyle/>
          <a:p>
            <a:r>
              <a:rPr lang="en-IN" dirty="0"/>
              <a:t>Pen</a:t>
            </a:r>
          </a:p>
        </p:txBody>
      </p:sp>
      <p:sp>
        <p:nvSpPr>
          <p:cNvPr id="19" name="TextBox 18"/>
          <p:cNvSpPr txBox="1"/>
          <p:nvPr/>
        </p:nvSpPr>
        <p:spPr>
          <a:xfrm>
            <a:off x="3494793" y="3985720"/>
            <a:ext cx="831540" cy="369332"/>
          </a:xfrm>
          <a:prstGeom prst="rect">
            <a:avLst/>
          </a:prstGeom>
          <a:noFill/>
        </p:spPr>
        <p:txBody>
          <a:bodyPr wrap="square" rtlCol="0">
            <a:spAutoFit/>
          </a:bodyPr>
          <a:lstStyle/>
          <a:p>
            <a:r>
              <a:rPr lang="en-IN" dirty="0"/>
              <a:t>Books</a:t>
            </a:r>
          </a:p>
        </p:txBody>
      </p:sp>
      <p:sp>
        <p:nvSpPr>
          <p:cNvPr id="20" name="Rectangle 19"/>
          <p:cNvSpPr/>
          <p:nvPr/>
        </p:nvSpPr>
        <p:spPr>
          <a:xfrm>
            <a:off x="1917951" y="3404676"/>
            <a:ext cx="274435" cy="523220"/>
          </a:xfrm>
          <a:prstGeom prst="rect">
            <a:avLst/>
          </a:prstGeom>
        </p:spPr>
        <p:txBody>
          <a:bodyPr wrap="none">
            <a:spAutoFit/>
          </a:bodyPr>
          <a:lstStyle/>
          <a:p>
            <a:pPr algn="ctr"/>
            <a:r>
              <a:rPr lang="en-IN" sz="2800" dirty="0"/>
              <a:t>:</a:t>
            </a:r>
          </a:p>
        </p:txBody>
      </p:sp>
      <p:sp>
        <p:nvSpPr>
          <p:cNvPr id="21" name="Rectangle 20"/>
          <p:cNvSpPr/>
          <p:nvPr/>
        </p:nvSpPr>
        <p:spPr>
          <a:xfrm>
            <a:off x="3136667" y="3439068"/>
            <a:ext cx="355213" cy="523220"/>
          </a:xfrm>
          <a:prstGeom prst="rect">
            <a:avLst/>
          </a:prstGeom>
        </p:spPr>
        <p:txBody>
          <a:bodyPr wrap="square">
            <a:spAutoFit/>
          </a:bodyPr>
          <a:lstStyle/>
          <a:p>
            <a:pPr algn="ctr"/>
            <a:r>
              <a:rPr lang="en-IN" sz="2800" dirty="0"/>
              <a:t>:</a:t>
            </a:r>
          </a:p>
        </p:txBody>
      </p:sp>
      <mc:AlternateContent xmlns:mc="http://schemas.openxmlformats.org/markup-compatibility/2006" xmlns:a14="http://schemas.microsoft.com/office/drawing/2010/main">
        <mc:Choice Requires="a14">
          <p:sp>
            <p:nvSpPr>
              <p:cNvPr id="22" name="TextBox 21"/>
              <p:cNvSpPr txBox="1"/>
              <p:nvPr/>
            </p:nvSpPr>
            <p:spPr>
              <a:xfrm>
                <a:off x="1234266" y="4352217"/>
                <a:ext cx="680334" cy="369332"/>
              </a:xfrm>
              <a:prstGeom prst="rect">
                <a:avLst/>
              </a:prstGeom>
              <a:noFill/>
            </p:spPr>
            <p:txBody>
              <a:bodyPr wrap="square" rtlCol="0">
                <a:spAutoFit/>
              </a:bodyPr>
              <a:lstStyle/>
              <a:p>
                <a:r>
                  <a:rPr lang="en-IN" b="1" dirty="0"/>
                  <a:t>10</a:t>
                </a:r>
                <a14:m>
                  <m:oMath xmlns:m="http://schemas.openxmlformats.org/officeDocument/2006/math">
                    <m:r>
                      <a:rPr lang="en-IN" b="1" i="1" dirty="0" smtClean="0">
                        <a:latin typeface="Cambria Math"/>
                      </a:rPr>
                      <m:t>𝒙</m:t>
                    </m:r>
                  </m:oMath>
                </a14:m>
                <a:endParaRPr lang="en-IN" b="1" dirty="0"/>
              </a:p>
            </p:txBody>
          </p:sp>
        </mc:Choice>
        <mc:Fallback xmlns="">
          <p:sp>
            <p:nvSpPr>
              <p:cNvPr id="22" name="TextBox 21"/>
              <p:cNvSpPr txBox="1">
                <a:spLocks noRot="1" noChangeAspect="1" noMove="1" noResize="1" noEditPoints="1" noAdjustHandles="1" noChangeArrowheads="1" noChangeShapeType="1" noTextEdit="1"/>
              </p:cNvSpPr>
              <p:nvPr/>
            </p:nvSpPr>
            <p:spPr>
              <a:xfrm>
                <a:off x="1234266" y="4352217"/>
                <a:ext cx="680334" cy="369332"/>
              </a:xfrm>
              <a:prstGeom prst="rect">
                <a:avLst/>
              </a:prstGeom>
              <a:blipFill rotWithShape="1">
                <a:blip r:embed="rId3"/>
                <a:stretch>
                  <a:fillRect l="-7143" t="-8197" b="-24590"/>
                </a:stretch>
              </a:blipFill>
            </p:spPr>
            <p:txBody>
              <a:bodyPr/>
              <a:lstStyle/>
              <a:p>
                <a:r>
                  <a:rPr lang="en-IN">
                    <a:noFill/>
                  </a:rPr>
                  <a:t> </a:t>
                </a:r>
              </a:p>
            </p:txBody>
          </p:sp>
        </mc:Fallback>
      </mc:AlternateContent>
      <mc:AlternateContent xmlns:mc="http://schemas.openxmlformats.org/markup-compatibility/2006" xmlns:a14="http://schemas.microsoft.com/office/drawing/2010/main">
        <mc:Choice Requires="a14">
          <p:sp>
            <p:nvSpPr>
              <p:cNvPr id="23" name="TextBox 22"/>
              <p:cNvSpPr txBox="1"/>
              <p:nvPr/>
            </p:nvSpPr>
            <p:spPr>
              <a:xfrm>
                <a:off x="2375969" y="4341309"/>
                <a:ext cx="451257" cy="369332"/>
              </a:xfrm>
              <a:prstGeom prst="rect">
                <a:avLst/>
              </a:prstGeom>
              <a:noFill/>
            </p:spPr>
            <p:txBody>
              <a:bodyPr wrap="square" rtlCol="0">
                <a:spAutoFit/>
              </a:bodyPr>
              <a:lstStyle/>
              <a:p>
                <a:r>
                  <a:rPr lang="en-IN" b="1" dirty="0"/>
                  <a:t>2</a:t>
                </a:r>
                <a14:m>
                  <m:oMath xmlns:m="http://schemas.openxmlformats.org/officeDocument/2006/math">
                    <m:r>
                      <a:rPr lang="en-IN" b="1" i="1" dirty="0" smtClean="0">
                        <a:latin typeface="Cambria Math"/>
                      </a:rPr>
                      <m:t>𝒙</m:t>
                    </m:r>
                  </m:oMath>
                </a14:m>
                <a:endParaRPr lang="en-IN" b="1" dirty="0"/>
              </a:p>
            </p:txBody>
          </p:sp>
        </mc:Choice>
        <mc:Fallback xmlns="">
          <p:sp>
            <p:nvSpPr>
              <p:cNvPr id="23" name="TextBox 22"/>
              <p:cNvSpPr txBox="1">
                <a:spLocks noRot="1" noChangeAspect="1" noMove="1" noResize="1" noEditPoints="1" noAdjustHandles="1" noChangeArrowheads="1" noChangeShapeType="1" noTextEdit="1"/>
              </p:cNvSpPr>
              <p:nvPr/>
            </p:nvSpPr>
            <p:spPr>
              <a:xfrm>
                <a:off x="2375969" y="4341309"/>
                <a:ext cx="451257" cy="369332"/>
              </a:xfrm>
              <a:prstGeom prst="rect">
                <a:avLst/>
              </a:prstGeom>
              <a:blipFill rotWithShape="1">
                <a:blip r:embed="rId4"/>
                <a:stretch>
                  <a:fillRect l="-12162" t="-8197" b="-24590"/>
                </a:stretch>
              </a:blipFill>
            </p:spPr>
            <p:txBody>
              <a:bodyPr/>
              <a:lstStyle/>
              <a:p>
                <a:r>
                  <a:rPr lang="en-IN">
                    <a:noFill/>
                  </a:rPr>
                  <a:t> </a:t>
                </a:r>
              </a:p>
            </p:txBody>
          </p:sp>
        </mc:Fallback>
      </mc:AlternateContent>
      <mc:AlternateContent xmlns:mc="http://schemas.openxmlformats.org/markup-compatibility/2006" xmlns:a14="http://schemas.microsoft.com/office/drawing/2010/main">
        <mc:Choice Requires="a14">
          <p:sp>
            <p:nvSpPr>
              <p:cNvPr id="24" name="TextBox 23"/>
              <p:cNvSpPr txBox="1"/>
              <p:nvPr/>
            </p:nvSpPr>
            <p:spPr>
              <a:xfrm>
                <a:off x="3662295" y="4352217"/>
                <a:ext cx="451257" cy="369332"/>
              </a:xfrm>
              <a:prstGeom prst="rect">
                <a:avLst/>
              </a:prstGeom>
              <a:noFill/>
            </p:spPr>
            <p:txBody>
              <a:bodyPr wrap="square" rtlCol="0">
                <a:spAutoFit/>
              </a:bodyPr>
              <a:lstStyle/>
              <a:p>
                <a:r>
                  <a:rPr lang="en-IN" b="1" dirty="0"/>
                  <a:t>3</a:t>
                </a:r>
                <a14:m>
                  <m:oMath xmlns:m="http://schemas.openxmlformats.org/officeDocument/2006/math">
                    <m:r>
                      <a:rPr lang="en-IN" b="1" i="1" dirty="0" smtClean="0">
                        <a:latin typeface="Cambria Math"/>
                      </a:rPr>
                      <m:t>𝒙</m:t>
                    </m:r>
                  </m:oMath>
                </a14:m>
                <a:endParaRPr lang="en-IN" b="1" dirty="0"/>
              </a:p>
            </p:txBody>
          </p:sp>
        </mc:Choice>
        <mc:Fallback xmlns="">
          <p:sp>
            <p:nvSpPr>
              <p:cNvPr id="24" name="TextBox 23"/>
              <p:cNvSpPr txBox="1">
                <a:spLocks noRot="1" noChangeAspect="1" noMove="1" noResize="1" noEditPoints="1" noAdjustHandles="1" noChangeArrowheads="1" noChangeShapeType="1" noTextEdit="1"/>
              </p:cNvSpPr>
              <p:nvPr/>
            </p:nvSpPr>
            <p:spPr>
              <a:xfrm>
                <a:off x="3662295" y="4352217"/>
                <a:ext cx="451257" cy="369332"/>
              </a:xfrm>
              <a:prstGeom prst="rect">
                <a:avLst/>
              </a:prstGeom>
              <a:blipFill rotWithShape="1">
                <a:blip r:embed="rId5"/>
                <a:stretch>
                  <a:fillRect l="-12162" t="-8197" b="-24590"/>
                </a:stretch>
              </a:blipFill>
            </p:spPr>
            <p:txBody>
              <a:bodyPr/>
              <a:lstStyle/>
              <a:p>
                <a:r>
                  <a:rPr lang="en-IN">
                    <a:noFill/>
                  </a:rPr>
                  <a:t> </a:t>
                </a:r>
              </a:p>
            </p:txBody>
          </p:sp>
        </mc:Fallback>
      </mc:AlternateContent>
      <p:cxnSp>
        <p:nvCxnSpPr>
          <p:cNvPr id="11" name="Straight Arrow Connector 10"/>
          <p:cNvCxnSpPr/>
          <p:nvPr/>
        </p:nvCxnSpPr>
        <p:spPr>
          <a:xfrm>
            <a:off x="1763688" y="4710641"/>
            <a:ext cx="2146875" cy="810188"/>
          </a:xfrm>
          <a:prstGeom prst="straightConnector1">
            <a:avLst/>
          </a:prstGeom>
          <a:ln w="38100">
            <a:solidFill>
              <a:srgbClr val="FF0000"/>
            </a:solidFill>
            <a:tailEnd type="arrow"/>
          </a:ln>
        </p:spPr>
        <p:style>
          <a:lnRef idx="1">
            <a:schemeClr val="accent1"/>
          </a:lnRef>
          <a:fillRef idx="0">
            <a:schemeClr val="accent1"/>
          </a:fillRef>
          <a:effectRef idx="0">
            <a:schemeClr val="accent1"/>
          </a:effectRef>
          <a:fontRef idx="minor">
            <a:schemeClr val="tx1"/>
          </a:fontRef>
        </p:style>
      </p:cxnSp>
      <p:sp>
        <p:nvSpPr>
          <p:cNvPr id="14" name="TextBox 13"/>
          <p:cNvSpPr txBox="1"/>
          <p:nvPr/>
        </p:nvSpPr>
        <p:spPr>
          <a:xfrm>
            <a:off x="1017208" y="5487657"/>
            <a:ext cx="3410776" cy="461665"/>
          </a:xfrm>
          <a:prstGeom prst="rect">
            <a:avLst/>
          </a:prstGeom>
          <a:noFill/>
        </p:spPr>
        <p:txBody>
          <a:bodyPr wrap="square" rtlCol="0">
            <a:spAutoFit/>
          </a:bodyPr>
          <a:lstStyle/>
          <a:p>
            <a:r>
              <a:rPr lang="en-IN" sz="2400" dirty="0">
                <a:latin typeface="Cambria Math" panose="02040503050406030204" pitchFamily="18" charset="0"/>
                <a:ea typeface="Cambria Math" panose="02040503050406030204" pitchFamily="18" charset="0"/>
              </a:rPr>
              <a:t>Total no of Pencils =</a:t>
            </a:r>
            <a:r>
              <a:rPr lang="en-IN" sz="2400" b="1" dirty="0">
                <a:latin typeface="Cambria Math" panose="02040503050406030204" pitchFamily="18" charset="0"/>
                <a:ea typeface="Cambria Math" panose="02040503050406030204" pitchFamily="18" charset="0"/>
              </a:rPr>
              <a:t> 120</a:t>
            </a:r>
            <a:r>
              <a:rPr lang="en-IN" sz="2400" dirty="0">
                <a:solidFill>
                  <a:srgbClr val="FF0000"/>
                </a:solidFill>
                <a:latin typeface="Cambria Math" panose="02040503050406030204" pitchFamily="18" charset="0"/>
                <a:ea typeface="Cambria Math" panose="02040503050406030204" pitchFamily="18" charset="0"/>
              </a:rPr>
              <a:t> </a:t>
            </a:r>
            <a:endParaRPr lang="en-IN" sz="2400" dirty="0"/>
          </a:p>
        </p:txBody>
      </p:sp>
      <p:sp>
        <p:nvSpPr>
          <p:cNvPr id="9" name="TextBox 8"/>
          <p:cNvSpPr txBox="1"/>
          <p:nvPr/>
        </p:nvSpPr>
        <p:spPr>
          <a:xfrm>
            <a:off x="1763688" y="2409064"/>
            <a:ext cx="1731105" cy="623248"/>
          </a:xfrm>
          <a:prstGeom prst="rect">
            <a:avLst/>
          </a:prstGeom>
        </p:spPr>
        <p:style>
          <a:lnRef idx="2">
            <a:schemeClr val="dk1"/>
          </a:lnRef>
          <a:fillRef idx="1">
            <a:schemeClr val="lt1"/>
          </a:fillRef>
          <a:effectRef idx="0">
            <a:schemeClr val="dk1"/>
          </a:effectRef>
          <a:fontRef idx="minor">
            <a:schemeClr val="dk1"/>
          </a:fontRef>
        </p:style>
        <p:txBody>
          <a:bodyPr wrap="square" rtlCol="0">
            <a:spAutoFit/>
          </a:bodyPr>
          <a:lstStyle/>
          <a:p>
            <a:pPr>
              <a:lnSpc>
                <a:spcPct val="150000"/>
              </a:lnSpc>
              <a:spcBef>
                <a:spcPts val="1800"/>
              </a:spcBef>
              <a:spcAft>
                <a:spcPts val="1800"/>
              </a:spcAft>
            </a:pPr>
            <a:r>
              <a:rPr lang="en-US" sz="2300" dirty="0"/>
              <a:t>Stationaries</a:t>
            </a:r>
          </a:p>
        </p:txBody>
      </p:sp>
    </p:spTree>
    <p:extLst>
      <p:ext uri="{BB962C8B-B14F-4D97-AF65-F5344CB8AC3E}">
        <p14:creationId xmlns:p14="http://schemas.microsoft.com/office/powerpoint/2010/main" val="158638937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10"/>
                                        </p:tgtEl>
                                        <p:attrNameLst>
                                          <p:attrName>style.visibility</p:attrName>
                                        </p:attrNameLst>
                                      </p:cBhvr>
                                      <p:to>
                                        <p:strVal val="visible"/>
                                      </p:to>
                                    </p:set>
                                    <p:animEffect transition="in" filter="fade">
                                      <p:cBhvr>
                                        <p:cTn id="7" dur="500"/>
                                        <p:tgtEl>
                                          <p:spTgt spid="10"/>
                                        </p:tgtEl>
                                      </p:cBhvr>
                                    </p:animEffect>
                                  </p:childTnLst>
                                </p:cTn>
                              </p:par>
                              <p:par>
                                <p:cTn id="8" presetID="10" presetClass="entr" presetSubtype="0" fill="hold" nodeType="withEffect">
                                  <p:stCondLst>
                                    <p:cond delay="0"/>
                                  </p:stCondLst>
                                  <p:childTnLst>
                                    <p:set>
                                      <p:cBhvr>
                                        <p:cTn id="9" dur="1" fill="hold">
                                          <p:stCondLst>
                                            <p:cond delay="0"/>
                                          </p:stCondLst>
                                        </p:cTn>
                                        <p:tgtEl>
                                          <p:spTgt spid="12"/>
                                        </p:tgtEl>
                                        <p:attrNameLst>
                                          <p:attrName>style.visibility</p:attrName>
                                        </p:attrNameLst>
                                      </p:cBhvr>
                                      <p:to>
                                        <p:strVal val="visible"/>
                                      </p:to>
                                    </p:set>
                                    <p:animEffect transition="in" filter="fade">
                                      <p:cBhvr>
                                        <p:cTn id="10" dur="500"/>
                                        <p:tgtEl>
                                          <p:spTgt spid="12"/>
                                        </p:tgtEl>
                                      </p:cBhvr>
                                    </p:animEffect>
                                  </p:childTnLst>
                                </p:cTn>
                              </p:par>
                              <p:par>
                                <p:cTn id="11" presetID="10" presetClass="entr" presetSubtype="0" fill="hold" nodeType="withEffect">
                                  <p:stCondLst>
                                    <p:cond delay="0"/>
                                  </p:stCondLst>
                                  <p:childTnLst>
                                    <p:set>
                                      <p:cBhvr>
                                        <p:cTn id="12" dur="1" fill="hold">
                                          <p:stCondLst>
                                            <p:cond delay="0"/>
                                          </p:stCondLst>
                                        </p:cTn>
                                        <p:tgtEl>
                                          <p:spTgt spid="16"/>
                                        </p:tgtEl>
                                        <p:attrNameLst>
                                          <p:attrName>style.visibility</p:attrName>
                                        </p:attrNameLst>
                                      </p:cBhvr>
                                      <p:to>
                                        <p:strVal val="visible"/>
                                      </p:to>
                                    </p:set>
                                    <p:animEffect transition="in" filter="fade">
                                      <p:cBhvr>
                                        <p:cTn id="13" dur="500"/>
                                        <p:tgtEl>
                                          <p:spTgt spid="16"/>
                                        </p:tgtEl>
                                      </p:cBhvr>
                                    </p:animEffect>
                                  </p:childTnLst>
                                </p:cTn>
                              </p:par>
                              <p:par>
                                <p:cTn id="14" presetID="10" presetClass="entr" presetSubtype="0" fill="hold" grpId="0" nodeType="withEffect">
                                  <p:stCondLst>
                                    <p:cond delay="0"/>
                                  </p:stCondLst>
                                  <p:childTnLst>
                                    <p:set>
                                      <p:cBhvr>
                                        <p:cTn id="15" dur="1" fill="hold">
                                          <p:stCondLst>
                                            <p:cond delay="0"/>
                                          </p:stCondLst>
                                        </p:cTn>
                                        <p:tgtEl>
                                          <p:spTgt spid="4"/>
                                        </p:tgtEl>
                                        <p:attrNameLst>
                                          <p:attrName>style.visibility</p:attrName>
                                        </p:attrNameLst>
                                      </p:cBhvr>
                                      <p:to>
                                        <p:strVal val="visible"/>
                                      </p:to>
                                    </p:set>
                                    <p:animEffect transition="in" filter="fade">
                                      <p:cBhvr>
                                        <p:cTn id="16" dur="500"/>
                                        <p:tgtEl>
                                          <p:spTgt spid="4"/>
                                        </p:tgtEl>
                                      </p:cBhvr>
                                    </p:animEffect>
                                  </p:childTnLst>
                                </p:cTn>
                              </p:par>
                              <p:par>
                                <p:cTn id="17" presetID="10" presetClass="entr" presetSubtype="0" fill="hold" grpId="0" nodeType="withEffect">
                                  <p:stCondLst>
                                    <p:cond delay="0"/>
                                  </p:stCondLst>
                                  <p:childTnLst>
                                    <p:set>
                                      <p:cBhvr>
                                        <p:cTn id="18" dur="1" fill="hold">
                                          <p:stCondLst>
                                            <p:cond delay="0"/>
                                          </p:stCondLst>
                                        </p:cTn>
                                        <p:tgtEl>
                                          <p:spTgt spid="5"/>
                                        </p:tgtEl>
                                        <p:attrNameLst>
                                          <p:attrName>style.visibility</p:attrName>
                                        </p:attrNameLst>
                                      </p:cBhvr>
                                      <p:to>
                                        <p:strVal val="visible"/>
                                      </p:to>
                                    </p:set>
                                    <p:animEffect transition="in" filter="fade">
                                      <p:cBhvr>
                                        <p:cTn id="19" dur="500"/>
                                        <p:tgtEl>
                                          <p:spTgt spid="5"/>
                                        </p:tgtEl>
                                      </p:cBhvr>
                                    </p:animEffect>
                                  </p:childTnLst>
                                </p:cTn>
                              </p:par>
                              <p:par>
                                <p:cTn id="20" presetID="10" presetClass="entr" presetSubtype="0" fill="hold" grpId="0" nodeType="withEffect">
                                  <p:stCondLst>
                                    <p:cond delay="0"/>
                                  </p:stCondLst>
                                  <p:childTnLst>
                                    <p:set>
                                      <p:cBhvr>
                                        <p:cTn id="21" dur="1" fill="hold">
                                          <p:stCondLst>
                                            <p:cond delay="0"/>
                                          </p:stCondLst>
                                        </p:cTn>
                                        <p:tgtEl>
                                          <p:spTgt spid="20"/>
                                        </p:tgtEl>
                                        <p:attrNameLst>
                                          <p:attrName>style.visibility</p:attrName>
                                        </p:attrNameLst>
                                      </p:cBhvr>
                                      <p:to>
                                        <p:strVal val="visible"/>
                                      </p:to>
                                    </p:set>
                                    <p:animEffect transition="in" filter="fade">
                                      <p:cBhvr>
                                        <p:cTn id="22" dur="500"/>
                                        <p:tgtEl>
                                          <p:spTgt spid="20"/>
                                        </p:tgtEl>
                                      </p:cBhvr>
                                    </p:animEffect>
                                  </p:childTnLst>
                                </p:cTn>
                              </p:par>
                              <p:par>
                                <p:cTn id="23" presetID="10" presetClass="entr" presetSubtype="0" fill="hold" grpId="0" nodeType="withEffect">
                                  <p:stCondLst>
                                    <p:cond delay="0"/>
                                  </p:stCondLst>
                                  <p:childTnLst>
                                    <p:set>
                                      <p:cBhvr>
                                        <p:cTn id="24" dur="1" fill="hold">
                                          <p:stCondLst>
                                            <p:cond delay="0"/>
                                          </p:stCondLst>
                                        </p:cTn>
                                        <p:tgtEl>
                                          <p:spTgt spid="6"/>
                                        </p:tgtEl>
                                        <p:attrNameLst>
                                          <p:attrName>style.visibility</p:attrName>
                                        </p:attrNameLst>
                                      </p:cBhvr>
                                      <p:to>
                                        <p:strVal val="visible"/>
                                      </p:to>
                                    </p:set>
                                    <p:animEffect transition="in" filter="fade">
                                      <p:cBhvr>
                                        <p:cTn id="25" dur="500"/>
                                        <p:tgtEl>
                                          <p:spTgt spid="6"/>
                                        </p:tgtEl>
                                      </p:cBhvr>
                                    </p:animEffect>
                                  </p:childTnLst>
                                </p:cTn>
                              </p:par>
                              <p:par>
                                <p:cTn id="26" presetID="10" presetClass="entr" presetSubtype="0" fill="hold" grpId="0" nodeType="withEffect">
                                  <p:stCondLst>
                                    <p:cond delay="0"/>
                                  </p:stCondLst>
                                  <p:childTnLst>
                                    <p:set>
                                      <p:cBhvr>
                                        <p:cTn id="27" dur="1" fill="hold">
                                          <p:stCondLst>
                                            <p:cond delay="0"/>
                                          </p:stCondLst>
                                        </p:cTn>
                                        <p:tgtEl>
                                          <p:spTgt spid="21"/>
                                        </p:tgtEl>
                                        <p:attrNameLst>
                                          <p:attrName>style.visibility</p:attrName>
                                        </p:attrNameLst>
                                      </p:cBhvr>
                                      <p:to>
                                        <p:strVal val="visible"/>
                                      </p:to>
                                    </p:set>
                                    <p:animEffect transition="in" filter="fade">
                                      <p:cBhvr>
                                        <p:cTn id="28" dur="500"/>
                                        <p:tgtEl>
                                          <p:spTgt spid="21"/>
                                        </p:tgtEl>
                                      </p:cBhvr>
                                    </p:animEffect>
                                  </p:childTnLst>
                                </p:cTn>
                              </p:par>
                              <p:par>
                                <p:cTn id="29" presetID="10" presetClass="entr" presetSubtype="0" fill="hold" grpId="0" nodeType="withEffect">
                                  <p:stCondLst>
                                    <p:cond delay="0"/>
                                  </p:stCondLst>
                                  <p:childTnLst>
                                    <p:set>
                                      <p:cBhvr>
                                        <p:cTn id="30" dur="1" fill="hold">
                                          <p:stCondLst>
                                            <p:cond delay="0"/>
                                          </p:stCondLst>
                                        </p:cTn>
                                        <p:tgtEl>
                                          <p:spTgt spid="7"/>
                                        </p:tgtEl>
                                        <p:attrNameLst>
                                          <p:attrName>style.visibility</p:attrName>
                                        </p:attrNameLst>
                                      </p:cBhvr>
                                      <p:to>
                                        <p:strVal val="visible"/>
                                      </p:to>
                                    </p:set>
                                    <p:animEffect transition="in" filter="fade">
                                      <p:cBhvr>
                                        <p:cTn id="31" dur="500"/>
                                        <p:tgtEl>
                                          <p:spTgt spid="7"/>
                                        </p:tgtEl>
                                      </p:cBhvr>
                                    </p:animEffect>
                                  </p:childTnLst>
                                </p:cTn>
                              </p:par>
                              <p:par>
                                <p:cTn id="32" presetID="10" presetClass="entr" presetSubtype="0" fill="hold" grpId="0" nodeType="withEffect">
                                  <p:stCondLst>
                                    <p:cond delay="0"/>
                                  </p:stCondLst>
                                  <p:childTnLst>
                                    <p:set>
                                      <p:cBhvr>
                                        <p:cTn id="33" dur="1" fill="hold">
                                          <p:stCondLst>
                                            <p:cond delay="0"/>
                                          </p:stCondLst>
                                        </p:cTn>
                                        <p:tgtEl>
                                          <p:spTgt spid="17"/>
                                        </p:tgtEl>
                                        <p:attrNameLst>
                                          <p:attrName>style.visibility</p:attrName>
                                        </p:attrNameLst>
                                      </p:cBhvr>
                                      <p:to>
                                        <p:strVal val="visible"/>
                                      </p:to>
                                    </p:set>
                                    <p:animEffect transition="in" filter="fade">
                                      <p:cBhvr>
                                        <p:cTn id="34" dur="500"/>
                                        <p:tgtEl>
                                          <p:spTgt spid="17"/>
                                        </p:tgtEl>
                                      </p:cBhvr>
                                    </p:animEffect>
                                  </p:childTnLst>
                                </p:cTn>
                              </p:par>
                              <p:par>
                                <p:cTn id="35" presetID="10" presetClass="entr" presetSubtype="0" fill="hold" grpId="0" nodeType="withEffect">
                                  <p:stCondLst>
                                    <p:cond delay="0"/>
                                  </p:stCondLst>
                                  <p:childTnLst>
                                    <p:set>
                                      <p:cBhvr>
                                        <p:cTn id="36" dur="1" fill="hold">
                                          <p:stCondLst>
                                            <p:cond delay="0"/>
                                          </p:stCondLst>
                                        </p:cTn>
                                        <p:tgtEl>
                                          <p:spTgt spid="18"/>
                                        </p:tgtEl>
                                        <p:attrNameLst>
                                          <p:attrName>style.visibility</p:attrName>
                                        </p:attrNameLst>
                                      </p:cBhvr>
                                      <p:to>
                                        <p:strVal val="visible"/>
                                      </p:to>
                                    </p:set>
                                    <p:animEffect transition="in" filter="fade">
                                      <p:cBhvr>
                                        <p:cTn id="37" dur="500"/>
                                        <p:tgtEl>
                                          <p:spTgt spid="18"/>
                                        </p:tgtEl>
                                      </p:cBhvr>
                                    </p:animEffect>
                                  </p:childTnLst>
                                </p:cTn>
                              </p:par>
                              <p:par>
                                <p:cTn id="38" presetID="10" presetClass="entr" presetSubtype="0" fill="hold" grpId="0" nodeType="withEffect">
                                  <p:stCondLst>
                                    <p:cond delay="0"/>
                                  </p:stCondLst>
                                  <p:childTnLst>
                                    <p:set>
                                      <p:cBhvr>
                                        <p:cTn id="39" dur="1" fill="hold">
                                          <p:stCondLst>
                                            <p:cond delay="0"/>
                                          </p:stCondLst>
                                        </p:cTn>
                                        <p:tgtEl>
                                          <p:spTgt spid="19"/>
                                        </p:tgtEl>
                                        <p:attrNameLst>
                                          <p:attrName>style.visibility</p:attrName>
                                        </p:attrNameLst>
                                      </p:cBhvr>
                                      <p:to>
                                        <p:strVal val="visible"/>
                                      </p:to>
                                    </p:set>
                                    <p:animEffect transition="in" filter="fade">
                                      <p:cBhvr>
                                        <p:cTn id="40" dur="500"/>
                                        <p:tgtEl>
                                          <p:spTgt spid="19"/>
                                        </p:tgtEl>
                                      </p:cBhvr>
                                    </p:animEffect>
                                  </p:childTnLst>
                                </p:cTn>
                              </p:par>
                            </p:childTnLst>
                          </p:cTn>
                        </p:par>
                      </p:childTnLst>
                    </p:cTn>
                  </p:par>
                  <p:par>
                    <p:cTn id="41" fill="hold">
                      <p:stCondLst>
                        <p:cond delay="indefinite"/>
                      </p:stCondLst>
                      <p:childTnLst>
                        <p:par>
                          <p:cTn id="42" fill="hold">
                            <p:stCondLst>
                              <p:cond delay="0"/>
                            </p:stCondLst>
                            <p:childTnLst>
                              <p:par>
                                <p:cTn id="43" presetID="10" presetClass="entr" presetSubtype="0" fill="hold" grpId="0" nodeType="clickEffect">
                                  <p:stCondLst>
                                    <p:cond delay="0"/>
                                  </p:stCondLst>
                                  <p:childTnLst>
                                    <p:set>
                                      <p:cBhvr>
                                        <p:cTn id="44" dur="1" fill="hold">
                                          <p:stCondLst>
                                            <p:cond delay="0"/>
                                          </p:stCondLst>
                                        </p:cTn>
                                        <p:tgtEl>
                                          <p:spTgt spid="22"/>
                                        </p:tgtEl>
                                        <p:attrNameLst>
                                          <p:attrName>style.visibility</p:attrName>
                                        </p:attrNameLst>
                                      </p:cBhvr>
                                      <p:to>
                                        <p:strVal val="visible"/>
                                      </p:to>
                                    </p:set>
                                    <p:animEffect transition="in" filter="fade">
                                      <p:cBhvr>
                                        <p:cTn id="45" dur="500"/>
                                        <p:tgtEl>
                                          <p:spTgt spid="22"/>
                                        </p:tgtEl>
                                      </p:cBhvr>
                                    </p:animEffect>
                                  </p:childTnLst>
                                </p:cTn>
                              </p:par>
                              <p:par>
                                <p:cTn id="46" presetID="10" presetClass="entr" presetSubtype="0" fill="hold" grpId="0" nodeType="withEffect">
                                  <p:stCondLst>
                                    <p:cond delay="0"/>
                                  </p:stCondLst>
                                  <p:childTnLst>
                                    <p:set>
                                      <p:cBhvr>
                                        <p:cTn id="47" dur="1" fill="hold">
                                          <p:stCondLst>
                                            <p:cond delay="0"/>
                                          </p:stCondLst>
                                        </p:cTn>
                                        <p:tgtEl>
                                          <p:spTgt spid="23"/>
                                        </p:tgtEl>
                                        <p:attrNameLst>
                                          <p:attrName>style.visibility</p:attrName>
                                        </p:attrNameLst>
                                      </p:cBhvr>
                                      <p:to>
                                        <p:strVal val="visible"/>
                                      </p:to>
                                    </p:set>
                                    <p:animEffect transition="in" filter="fade">
                                      <p:cBhvr>
                                        <p:cTn id="48" dur="500"/>
                                        <p:tgtEl>
                                          <p:spTgt spid="23"/>
                                        </p:tgtEl>
                                      </p:cBhvr>
                                    </p:animEffect>
                                  </p:childTnLst>
                                </p:cTn>
                              </p:par>
                              <p:par>
                                <p:cTn id="49" presetID="10" presetClass="entr" presetSubtype="0" fill="hold" grpId="0" nodeType="withEffect">
                                  <p:stCondLst>
                                    <p:cond delay="0"/>
                                  </p:stCondLst>
                                  <p:childTnLst>
                                    <p:set>
                                      <p:cBhvr>
                                        <p:cTn id="50" dur="1" fill="hold">
                                          <p:stCondLst>
                                            <p:cond delay="0"/>
                                          </p:stCondLst>
                                        </p:cTn>
                                        <p:tgtEl>
                                          <p:spTgt spid="24"/>
                                        </p:tgtEl>
                                        <p:attrNameLst>
                                          <p:attrName>style.visibility</p:attrName>
                                        </p:attrNameLst>
                                      </p:cBhvr>
                                      <p:to>
                                        <p:strVal val="visible"/>
                                      </p:to>
                                    </p:set>
                                    <p:animEffect transition="in" filter="fade">
                                      <p:cBhvr>
                                        <p:cTn id="51" dur="500"/>
                                        <p:tgtEl>
                                          <p:spTgt spid="24"/>
                                        </p:tgtEl>
                                      </p:cBhvr>
                                    </p:animEffect>
                                  </p:childTnLst>
                                </p:cTn>
                              </p:par>
                            </p:childTnLst>
                          </p:cTn>
                        </p:par>
                      </p:childTnLst>
                    </p:cTn>
                  </p:par>
                  <p:par>
                    <p:cTn id="52" fill="hold">
                      <p:stCondLst>
                        <p:cond delay="indefinite"/>
                      </p:stCondLst>
                      <p:childTnLst>
                        <p:par>
                          <p:cTn id="53" fill="hold">
                            <p:stCondLst>
                              <p:cond delay="0"/>
                            </p:stCondLst>
                            <p:childTnLst>
                              <p:par>
                                <p:cTn id="54" presetID="10" presetClass="entr" presetSubtype="0" fill="hold" nodeType="clickEffect">
                                  <p:stCondLst>
                                    <p:cond delay="0"/>
                                  </p:stCondLst>
                                  <p:childTnLst>
                                    <p:set>
                                      <p:cBhvr>
                                        <p:cTn id="55" dur="1" fill="hold">
                                          <p:stCondLst>
                                            <p:cond delay="0"/>
                                          </p:stCondLst>
                                        </p:cTn>
                                        <p:tgtEl>
                                          <p:spTgt spid="11"/>
                                        </p:tgtEl>
                                        <p:attrNameLst>
                                          <p:attrName>style.visibility</p:attrName>
                                        </p:attrNameLst>
                                      </p:cBhvr>
                                      <p:to>
                                        <p:strVal val="visible"/>
                                      </p:to>
                                    </p:set>
                                    <p:animEffect transition="in" filter="fade">
                                      <p:cBhvr>
                                        <p:cTn id="56" dur="500"/>
                                        <p:tgtEl>
                                          <p:spTgt spid="11"/>
                                        </p:tgtEl>
                                      </p:cBhvr>
                                    </p:animEffect>
                                  </p:childTnLst>
                                </p:cTn>
                              </p:par>
                              <p:par>
                                <p:cTn id="57" presetID="10" presetClass="entr" presetSubtype="0" fill="hold" grpId="0" nodeType="withEffect">
                                  <p:stCondLst>
                                    <p:cond delay="0"/>
                                  </p:stCondLst>
                                  <p:childTnLst>
                                    <p:set>
                                      <p:cBhvr>
                                        <p:cTn id="58" dur="1" fill="hold">
                                          <p:stCondLst>
                                            <p:cond delay="0"/>
                                          </p:stCondLst>
                                        </p:cTn>
                                        <p:tgtEl>
                                          <p:spTgt spid="14"/>
                                        </p:tgtEl>
                                        <p:attrNameLst>
                                          <p:attrName>style.visibility</p:attrName>
                                        </p:attrNameLst>
                                      </p:cBhvr>
                                      <p:to>
                                        <p:strVal val="visible"/>
                                      </p:to>
                                    </p:set>
                                    <p:animEffect transition="in" filter="fade">
                                      <p:cBhvr>
                                        <p:cTn id="59" dur="500"/>
                                        <p:tgtEl>
                                          <p:spTgt spid="14"/>
                                        </p:tgtEl>
                                      </p:cBhvr>
                                    </p:animEffect>
                                  </p:childTnLst>
                                </p:cTn>
                              </p:par>
                            </p:childTnLst>
                          </p:cTn>
                        </p:par>
                      </p:childTnLst>
                    </p:cTn>
                  </p:par>
                  <p:par>
                    <p:cTn id="60" fill="hold">
                      <p:stCondLst>
                        <p:cond delay="indefinite"/>
                      </p:stCondLst>
                      <p:childTnLst>
                        <p:par>
                          <p:cTn id="61" fill="hold">
                            <p:stCondLst>
                              <p:cond delay="0"/>
                            </p:stCondLst>
                            <p:childTnLst>
                              <p:par>
                                <p:cTn id="62" presetID="10" presetClass="entr" presetSubtype="0" fill="hold" nodeType="clickEffect">
                                  <p:stCondLst>
                                    <p:cond delay="0"/>
                                  </p:stCondLst>
                                  <p:childTnLst>
                                    <p:set>
                                      <p:cBhvr>
                                        <p:cTn id="63" dur="1" fill="hold">
                                          <p:stCondLst>
                                            <p:cond delay="0"/>
                                          </p:stCondLst>
                                        </p:cTn>
                                        <p:tgtEl>
                                          <p:spTgt spid="8">
                                            <p:txEl>
                                              <p:pRg st="0" end="0"/>
                                            </p:txEl>
                                          </p:spTgt>
                                        </p:tgtEl>
                                        <p:attrNameLst>
                                          <p:attrName>style.visibility</p:attrName>
                                        </p:attrNameLst>
                                      </p:cBhvr>
                                      <p:to>
                                        <p:strVal val="visible"/>
                                      </p:to>
                                    </p:set>
                                    <p:animEffect transition="in" filter="fade">
                                      <p:cBhvr>
                                        <p:cTn id="64" dur="500"/>
                                        <p:tgtEl>
                                          <p:spTgt spid="8">
                                            <p:txEl>
                                              <p:pRg st="0" end="0"/>
                                            </p:txEl>
                                          </p:spTgt>
                                        </p:tgtEl>
                                      </p:cBhvr>
                                    </p:animEffect>
                                  </p:childTnLst>
                                </p:cTn>
                              </p:par>
                              <p:par>
                                <p:cTn id="65" presetID="10" presetClass="entr" presetSubtype="0" fill="hold" nodeType="withEffect">
                                  <p:stCondLst>
                                    <p:cond delay="0"/>
                                  </p:stCondLst>
                                  <p:childTnLst>
                                    <p:set>
                                      <p:cBhvr>
                                        <p:cTn id="66" dur="1" fill="hold">
                                          <p:stCondLst>
                                            <p:cond delay="0"/>
                                          </p:stCondLst>
                                        </p:cTn>
                                        <p:tgtEl>
                                          <p:spTgt spid="8">
                                            <p:txEl>
                                              <p:pRg st="1" end="1"/>
                                            </p:txEl>
                                          </p:spTgt>
                                        </p:tgtEl>
                                        <p:attrNameLst>
                                          <p:attrName>style.visibility</p:attrName>
                                        </p:attrNameLst>
                                      </p:cBhvr>
                                      <p:to>
                                        <p:strVal val="visible"/>
                                      </p:to>
                                    </p:set>
                                    <p:animEffect transition="in" filter="fade">
                                      <p:cBhvr>
                                        <p:cTn id="67" dur="500"/>
                                        <p:tgtEl>
                                          <p:spTgt spid="8">
                                            <p:txEl>
                                              <p:pRg st="1" end="1"/>
                                            </p:txEl>
                                          </p:spTgt>
                                        </p:tgtEl>
                                      </p:cBhvr>
                                    </p:animEffect>
                                  </p:childTnLst>
                                </p:cTn>
                              </p:par>
                            </p:childTnLst>
                          </p:cTn>
                        </p:par>
                      </p:childTnLst>
                    </p:cTn>
                  </p:par>
                  <p:par>
                    <p:cTn id="68" fill="hold">
                      <p:stCondLst>
                        <p:cond delay="indefinite"/>
                      </p:stCondLst>
                      <p:childTnLst>
                        <p:par>
                          <p:cTn id="69" fill="hold">
                            <p:stCondLst>
                              <p:cond delay="0"/>
                            </p:stCondLst>
                            <p:childTnLst>
                              <p:par>
                                <p:cTn id="70" presetID="10" presetClass="entr" presetSubtype="0" fill="hold" nodeType="clickEffect">
                                  <p:stCondLst>
                                    <p:cond delay="0"/>
                                  </p:stCondLst>
                                  <p:childTnLst>
                                    <p:set>
                                      <p:cBhvr>
                                        <p:cTn id="71" dur="1" fill="hold">
                                          <p:stCondLst>
                                            <p:cond delay="0"/>
                                          </p:stCondLst>
                                        </p:cTn>
                                        <p:tgtEl>
                                          <p:spTgt spid="8">
                                            <p:txEl>
                                              <p:pRg st="3" end="3"/>
                                            </p:txEl>
                                          </p:spTgt>
                                        </p:tgtEl>
                                        <p:attrNameLst>
                                          <p:attrName>style.visibility</p:attrName>
                                        </p:attrNameLst>
                                      </p:cBhvr>
                                      <p:to>
                                        <p:strVal val="visible"/>
                                      </p:to>
                                    </p:set>
                                    <p:animEffect transition="in" filter="fade">
                                      <p:cBhvr>
                                        <p:cTn id="72" dur="500"/>
                                        <p:tgtEl>
                                          <p:spTgt spid="8">
                                            <p:txEl>
                                              <p:pRg st="3" end="3"/>
                                            </p:txEl>
                                          </p:spTgt>
                                        </p:tgtEl>
                                      </p:cBhvr>
                                    </p:animEffect>
                                  </p:childTnLst>
                                </p:cTn>
                              </p:par>
                              <p:par>
                                <p:cTn id="73" presetID="10" presetClass="entr" presetSubtype="0" fill="hold" nodeType="withEffect">
                                  <p:stCondLst>
                                    <p:cond delay="0"/>
                                  </p:stCondLst>
                                  <p:childTnLst>
                                    <p:set>
                                      <p:cBhvr>
                                        <p:cTn id="74" dur="1" fill="hold">
                                          <p:stCondLst>
                                            <p:cond delay="0"/>
                                          </p:stCondLst>
                                        </p:cTn>
                                        <p:tgtEl>
                                          <p:spTgt spid="8">
                                            <p:txEl>
                                              <p:pRg st="4" end="4"/>
                                            </p:txEl>
                                          </p:spTgt>
                                        </p:tgtEl>
                                        <p:attrNameLst>
                                          <p:attrName>style.visibility</p:attrName>
                                        </p:attrNameLst>
                                      </p:cBhvr>
                                      <p:to>
                                        <p:strVal val="visible"/>
                                      </p:to>
                                    </p:set>
                                    <p:animEffect transition="in" filter="fade">
                                      <p:cBhvr>
                                        <p:cTn id="75" dur="500"/>
                                        <p:tgtEl>
                                          <p:spTgt spid="8">
                                            <p:txEl>
                                              <p:pRg st="4" end="4"/>
                                            </p:txEl>
                                          </p:spTgt>
                                        </p:tgtEl>
                                      </p:cBhvr>
                                    </p:animEffect>
                                  </p:childTnLst>
                                </p:cTn>
                              </p:par>
                              <p:par>
                                <p:cTn id="76" presetID="10" presetClass="entr" presetSubtype="0" fill="hold" nodeType="withEffect">
                                  <p:stCondLst>
                                    <p:cond delay="0"/>
                                  </p:stCondLst>
                                  <p:childTnLst>
                                    <p:set>
                                      <p:cBhvr>
                                        <p:cTn id="77" dur="1" fill="hold">
                                          <p:stCondLst>
                                            <p:cond delay="0"/>
                                          </p:stCondLst>
                                        </p:cTn>
                                        <p:tgtEl>
                                          <p:spTgt spid="8">
                                            <p:txEl>
                                              <p:pRg st="5" end="5"/>
                                            </p:txEl>
                                          </p:spTgt>
                                        </p:tgtEl>
                                        <p:attrNameLst>
                                          <p:attrName>style.visibility</p:attrName>
                                        </p:attrNameLst>
                                      </p:cBhvr>
                                      <p:to>
                                        <p:strVal val="visible"/>
                                      </p:to>
                                    </p:set>
                                    <p:animEffect transition="in" filter="fade">
                                      <p:cBhvr>
                                        <p:cTn id="78" dur="500"/>
                                        <p:tgtEl>
                                          <p:spTgt spid="8">
                                            <p:txEl>
                                              <p:pRg st="5" end="5"/>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animBg="1"/>
      <p:bldP spid="5" grpId="0" animBg="1"/>
      <p:bldP spid="6" grpId="0" animBg="1"/>
      <p:bldP spid="7" grpId="0" animBg="1"/>
      <p:bldP spid="17" grpId="0"/>
      <p:bldP spid="18" grpId="0"/>
      <p:bldP spid="19" grpId="0"/>
      <p:bldP spid="20" grpId="0"/>
      <p:bldP spid="21" grpId="0"/>
      <p:bldP spid="22" grpId="0"/>
      <p:bldP spid="23" grpId="0"/>
      <p:bldP spid="24" grpId="0"/>
      <p:bldP spid="14" grpId="0"/>
    </p:bldLst>
  </p:timing>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699247" y="2248347"/>
            <a:ext cx="8121225" cy="4349005"/>
          </a:xfrm>
        </p:spPr>
        <p:txBody>
          <a:bodyPr>
            <a:normAutofit lnSpcReduction="10000"/>
          </a:bodyPr>
          <a:lstStyle/>
          <a:p>
            <a:pPr marL="0" lvl="0" indent="0" algn="just">
              <a:buNone/>
            </a:pPr>
            <a:r>
              <a:rPr lang="en-US" sz="3600" b="1" dirty="0">
                <a:solidFill>
                  <a:srgbClr val="FF0000"/>
                </a:solidFill>
                <a:latin typeface="Times New Roman" panose="02020603050405020304" pitchFamily="18" charset="0"/>
                <a:cs typeface="Times New Roman" panose="02020603050405020304" pitchFamily="18" charset="0"/>
              </a:rPr>
              <a:t>A sum of money is divided among A, B, C and D in the ratio of 3 : 4 : 9 : 10 respectively. If the difference between C’s share and B’s share is Rs.1500, then what is the total amount of money A and D receive together?</a:t>
            </a:r>
            <a:endParaRPr lang="en-US" sz="3200" dirty="0">
              <a:latin typeface="Times New Roman" panose="02020603050405020304" pitchFamily="18" charset="0"/>
              <a:cs typeface="Times New Roman" panose="02020603050405020304" pitchFamily="18" charset="0"/>
            </a:endParaRPr>
          </a:p>
          <a:p>
            <a:pPr marL="0" lvl="0" indent="0" algn="just">
              <a:buNone/>
            </a:pPr>
            <a:r>
              <a:rPr lang="en-US" sz="3200" dirty="0">
                <a:latin typeface="Times New Roman" panose="02020603050405020304" pitchFamily="18" charset="0"/>
                <a:cs typeface="Times New Roman" panose="02020603050405020304" pitchFamily="18" charset="0"/>
              </a:rPr>
              <a:t>	</a:t>
            </a:r>
            <a:r>
              <a:rPr lang="en-US" sz="3200" b="1" dirty="0">
                <a:latin typeface="Times New Roman" panose="02020603050405020304" pitchFamily="18" charset="0"/>
                <a:cs typeface="Times New Roman" panose="02020603050405020304" pitchFamily="18" charset="0"/>
              </a:rPr>
              <a:t>(a) Rs. 1300		b) Rs. 2600 </a:t>
            </a:r>
          </a:p>
          <a:p>
            <a:pPr marL="0" indent="0">
              <a:buNone/>
            </a:pPr>
            <a:r>
              <a:rPr lang="en-US" sz="3200" b="1" dirty="0">
                <a:latin typeface="Times New Roman" panose="02020603050405020304" pitchFamily="18" charset="0"/>
                <a:cs typeface="Times New Roman" panose="02020603050405020304" pitchFamily="18" charset="0"/>
              </a:rPr>
              <a:t>	(c) Rs. 3900		(d) Rs. 5200</a:t>
            </a:r>
            <a:endParaRPr lang="en-IN" sz="3200" b="1" dirty="0">
              <a:latin typeface="Times New Roman" panose="02020603050405020304" pitchFamily="18" charset="0"/>
              <a:cs typeface="Times New Roman" panose="02020603050405020304" pitchFamily="18" charset="0"/>
            </a:endParaRPr>
          </a:p>
          <a:p>
            <a:pPr marL="0" indent="0">
              <a:buNone/>
            </a:pPr>
            <a:endParaRPr lang="en-IN" sz="3200" dirty="0">
              <a:latin typeface="Times New Roman" panose="02020603050405020304" pitchFamily="18" charset="0"/>
              <a:cs typeface="Times New Roman" panose="02020603050405020304" pitchFamily="18" charset="0"/>
            </a:endParaRPr>
          </a:p>
        </p:txBody>
      </p:sp>
      <p:sp>
        <p:nvSpPr>
          <p:cNvPr id="2" name="Title 1"/>
          <p:cNvSpPr>
            <a:spLocks noGrp="1"/>
          </p:cNvSpPr>
          <p:nvPr>
            <p:ph type="title"/>
          </p:nvPr>
        </p:nvSpPr>
        <p:spPr/>
        <p:txBody>
          <a:bodyPr/>
          <a:lstStyle/>
          <a:p>
            <a:pPr algn="l"/>
            <a:r>
              <a:rPr lang="en-IN" b="1" dirty="0">
                <a:solidFill>
                  <a:srgbClr val="FF0000"/>
                </a:solidFill>
                <a:latin typeface="Times New Roman" panose="02020603050405020304" pitchFamily="18" charset="0"/>
                <a:cs typeface="Times New Roman" panose="02020603050405020304" pitchFamily="18" charset="0"/>
              </a:rPr>
              <a:t>Q.10)</a:t>
            </a:r>
            <a:r>
              <a:rPr lang="en-IN" dirty="0"/>
              <a:t> </a:t>
            </a:r>
          </a:p>
        </p:txBody>
      </p:sp>
    </p:spTree>
    <p:extLst>
      <p:ext uri="{BB962C8B-B14F-4D97-AF65-F5344CB8AC3E}">
        <p14:creationId xmlns:p14="http://schemas.microsoft.com/office/powerpoint/2010/main" val="3559197947"/>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p:cNvSpPr>
            <a:spLocks noGrp="1"/>
          </p:cNvSpPr>
          <p:nvPr>
            <p:ph type="title"/>
          </p:nvPr>
        </p:nvSpPr>
        <p:spPr/>
        <p:txBody>
          <a:bodyPr/>
          <a:lstStyle/>
          <a:p>
            <a:pPr algn="l"/>
            <a:r>
              <a:rPr lang="en-IN" b="1" dirty="0">
                <a:solidFill>
                  <a:srgbClr val="00B050"/>
                </a:solidFill>
              </a:rPr>
              <a:t>Q.10) Explanation</a:t>
            </a:r>
            <a:endParaRPr lang="en-IN" dirty="0"/>
          </a:p>
        </p:txBody>
      </p:sp>
      <p:sp>
        <p:nvSpPr>
          <p:cNvPr id="2" name="Content Placeholder 1"/>
          <p:cNvSpPr>
            <a:spLocks noGrp="1"/>
          </p:cNvSpPr>
          <p:nvPr>
            <p:ph sz="quarter" idx="13"/>
          </p:nvPr>
        </p:nvSpPr>
        <p:spPr/>
        <p:txBody>
          <a:bodyPr/>
          <a:lstStyle/>
          <a:p>
            <a:pPr marL="0" indent="0" algn="ctr">
              <a:buNone/>
            </a:pPr>
            <a:r>
              <a:rPr lang="en-IN" dirty="0"/>
              <a:t> </a:t>
            </a:r>
          </a:p>
          <a:p>
            <a:pPr marL="0" indent="0" algn="ctr">
              <a:buNone/>
            </a:pPr>
            <a:endParaRPr lang="en-IN" sz="2800" dirty="0">
              <a:solidFill>
                <a:schemeClr val="tx1"/>
              </a:solidFill>
            </a:endParaRPr>
          </a:p>
          <a:p>
            <a:pPr marL="0" indent="0" algn="ctr">
              <a:buNone/>
            </a:pPr>
            <a:endParaRPr lang="en-IN" sz="2800" dirty="0">
              <a:solidFill>
                <a:schemeClr val="tx1"/>
              </a:solidFill>
            </a:endParaRPr>
          </a:p>
          <a:p>
            <a:pPr marL="0" indent="0" algn="ctr">
              <a:buNone/>
            </a:pPr>
            <a:endParaRPr lang="en-IN" sz="2800" dirty="0">
              <a:solidFill>
                <a:schemeClr val="tx1"/>
              </a:solidFill>
            </a:endParaRPr>
          </a:p>
          <a:p>
            <a:pPr marL="0" indent="0" algn="ctr">
              <a:buNone/>
            </a:pPr>
            <a:endParaRPr lang="en-IN" sz="2800" dirty="0">
              <a:solidFill>
                <a:schemeClr val="tx1"/>
              </a:solidFill>
            </a:endParaRPr>
          </a:p>
          <a:p>
            <a:pPr marL="0" indent="0" algn="ctr">
              <a:buNone/>
            </a:pPr>
            <a:endParaRPr lang="en-IN" sz="2800" dirty="0">
              <a:solidFill>
                <a:schemeClr val="tx1"/>
              </a:solidFill>
            </a:endParaRPr>
          </a:p>
          <a:p>
            <a:pPr marL="0" indent="0" algn="ctr">
              <a:buNone/>
            </a:pPr>
            <a:r>
              <a:rPr lang="en-IN" sz="2800" b="1" dirty="0">
                <a:solidFill>
                  <a:srgbClr val="FF0000"/>
                </a:solidFill>
              </a:rPr>
              <a:t>A + D = ?</a:t>
            </a:r>
          </a:p>
        </p:txBody>
      </p:sp>
      <mc:AlternateContent xmlns:mc="http://schemas.openxmlformats.org/markup-compatibility/2006" xmlns:a14="http://schemas.microsoft.com/office/drawing/2010/main">
        <mc:Choice Requires="a14">
          <p:sp>
            <p:nvSpPr>
              <p:cNvPr id="8" name="Content Placeholder 7"/>
              <p:cNvSpPr>
                <a:spLocks noGrp="1"/>
              </p:cNvSpPr>
              <p:nvPr>
                <p:ph sz="quarter" idx="14"/>
              </p:nvPr>
            </p:nvSpPr>
            <p:spPr>
              <a:xfrm>
                <a:off x="4644008" y="2169564"/>
                <a:ext cx="3803904" cy="4688436"/>
              </a:xfrm>
            </p:spPr>
            <p:txBody>
              <a:bodyPr>
                <a:normAutofit/>
              </a:bodyPr>
              <a:lstStyle/>
              <a:p>
                <a:pPr marL="411480" lvl="1" indent="0">
                  <a:buNone/>
                </a:pPr>
                <a:r>
                  <a:rPr lang="en-IN" sz="2600" i="1" dirty="0">
                    <a:latin typeface="Cambria Math"/>
                  </a:rPr>
                  <a:t>    </a:t>
                </a:r>
                <a:r>
                  <a:rPr lang="en-IN" sz="2600" b="1" dirty="0">
                    <a:latin typeface="Times New Roman" panose="02020603050405020304" pitchFamily="18" charset="0"/>
                    <a:cs typeface="Times New Roman" panose="02020603050405020304" pitchFamily="18" charset="0"/>
                  </a:rPr>
                  <a:t>C – B = Rs.1500</a:t>
                </a:r>
                <a14:m>
                  <m:oMath xmlns:m="http://schemas.openxmlformats.org/officeDocument/2006/math">
                    <m:r>
                      <a:rPr lang="en-IN" sz="2600" b="1" i="0" dirty="0">
                        <a:latin typeface="Cambria Math"/>
                      </a:rPr>
                      <m:t> </m:t>
                    </m:r>
                  </m:oMath>
                </a14:m>
                <a:endParaRPr lang="en-IN" sz="2600" b="1" dirty="0">
                  <a:latin typeface="Times New Roman" panose="02020603050405020304" pitchFamily="18" charset="0"/>
                  <a:cs typeface="Times New Roman" panose="02020603050405020304" pitchFamily="18" charset="0"/>
                </a:endParaRPr>
              </a:p>
              <a:p>
                <a:pPr marL="411480" lvl="1" indent="0">
                  <a:buNone/>
                </a:pPr>
                <a:r>
                  <a:rPr lang="en-IN" sz="2600" b="1" dirty="0">
                    <a:latin typeface="Times New Roman" panose="02020603050405020304" pitchFamily="18" charset="0"/>
                    <a:cs typeface="Times New Roman" panose="02020603050405020304" pitchFamily="18" charset="0"/>
                  </a:rPr>
                  <a:t> 9</a:t>
                </a:r>
                <a14:m>
                  <m:oMath xmlns:m="http://schemas.openxmlformats.org/officeDocument/2006/math">
                    <m:r>
                      <a:rPr lang="en-IN" sz="2600" b="1" i="0" dirty="0" smtClean="0">
                        <a:latin typeface="Cambria Math"/>
                      </a:rPr>
                      <m:t>𝐱</m:t>
                    </m:r>
                  </m:oMath>
                </a14:m>
                <a:r>
                  <a:rPr lang="en-IN" sz="2600" b="1" dirty="0">
                    <a:latin typeface="Times New Roman" panose="02020603050405020304" pitchFamily="18" charset="0"/>
                    <a:cs typeface="Times New Roman" panose="02020603050405020304" pitchFamily="18" charset="0"/>
                  </a:rPr>
                  <a:t> – 4</a:t>
                </a:r>
                <a14:m>
                  <m:oMath xmlns:m="http://schemas.openxmlformats.org/officeDocument/2006/math">
                    <m:r>
                      <a:rPr lang="en-IN" sz="2600" b="1" i="0" dirty="0" smtClean="0">
                        <a:latin typeface="Cambria Math"/>
                      </a:rPr>
                      <m:t>𝐱</m:t>
                    </m:r>
                    <m:r>
                      <a:rPr lang="en-IN" sz="2600" b="1" i="0" dirty="0" smtClean="0">
                        <a:latin typeface="Cambria Math"/>
                      </a:rPr>
                      <m:t> </m:t>
                    </m:r>
                  </m:oMath>
                </a14:m>
                <a:r>
                  <a:rPr lang="en-IN" sz="2600" b="1" dirty="0">
                    <a:latin typeface="Times New Roman" panose="02020603050405020304" pitchFamily="18" charset="0"/>
                    <a:cs typeface="Times New Roman" panose="02020603050405020304" pitchFamily="18" charset="0"/>
                  </a:rPr>
                  <a:t>= 1500</a:t>
                </a:r>
              </a:p>
              <a:p>
                <a:pPr marL="411480" lvl="1" indent="0">
                  <a:buNone/>
                </a:pPr>
                <a:r>
                  <a:rPr lang="en-IN" sz="2600" b="1" dirty="0">
                    <a:latin typeface="Times New Roman" panose="02020603050405020304" pitchFamily="18" charset="0"/>
                    <a:cs typeface="Times New Roman" panose="02020603050405020304" pitchFamily="18" charset="0"/>
                  </a:rPr>
                  <a:t>         5</a:t>
                </a:r>
                <a14:m>
                  <m:oMath xmlns:m="http://schemas.openxmlformats.org/officeDocument/2006/math">
                    <m:r>
                      <a:rPr lang="en-IN" sz="2600" b="1" i="0" dirty="0" smtClean="0">
                        <a:latin typeface="Cambria Math"/>
                      </a:rPr>
                      <m:t>𝐱</m:t>
                    </m:r>
                    <m:r>
                      <a:rPr lang="en-IN" sz="2600" b="1" i="0" dirty="0" smtClean="0">
                        <a:latin typeface="Cambria Math"/>
                      </a:rPr>
                      <m:t> </m:t>
                    </m:r>
                  </m:oMath>
                </a14:m>
                <a:r>
                  <a:rPr lang="en-IN" sz="2600" b="1" dirty="0">
                    <a:latin typeface="Times New Roman" panose="02020603050405020304" pitchFamily="18" charset="0"/>
                    <a:cs typeface="Times New Roman" panose="02020603050405020304" pitchFamily="18" charset="0"/>
                  </a:rPr>
                  <a:t>= 1500</a:t>
                </a:r>
              </a:p>
              <a:p>
                <a:pPr marL="411480" lvl="1" indent="0">
                  <a:buNone/>
                </a:pPr>
                <a:r>
                  <a:rPr lang="en-IN" sz="2600" b="1" dirty="0">
                    <a:latin typeface="Times New Roman" panose="02020603050405020304" pitchFamily="18" charset="0"/>
                    <a:cs typeface="Times New Roman" panose="02020603050405020304" pitchFamily="18" charset="0"/>
                  </a:rPr>
                  <a:t>           </a:t>
                </a:r>
                <a:r>
                  <a:rPr lang="en-IN" sz="2600" b="1" dirty="0">
                    <a:solidFill>
                      <a:srgbClr val="00B050"/>
                    </a:solidFill>
                    <a:latin typeface="Times New Roman" panose="02020603050405020304" pitchFamily="18" charset="0"/>
                    <a:cs typeface="Times New Roman" panose="02020603050405020304" pitchFamily="18" charset="0"/>
                  </a:rPr>
                  <a:t> </a:t>
                </a:r>
                <a14:m>
                  <m:oMath xmlns:m="http://schemas.openxmlformats.org/officeDocument/2006/math">
                    <m:r>
                      <a:rPr lang="en-IN" sz="2600" b="1" i="0" dirty="0" smtClean="0">
                        <a:solidFill>
                          <a:srgbClr val="00B050"/>
                        </a:solidFill>
                        <a:latin typeface="Cambria Math"/>
                      </a:rPr>
                      <m:t>𝐱</m:t>
                    </m:r>
                  </m:oMath>
                </a14:m>
                <a:r>
                  <a:rPr lang="en-IN" sz="2600" b="1" dirty="0">
                    <a:solidFill>
                      <a:srgbClr val="00B050"/>
                    </a:solidFill>
                    <a:latin typeface="Times New Roman" panose="02020603050405020304" pitchFamily="18" charset="0"/>
                    <a:cs typeface="Times New Roman" panose="02020603050405020304" pitchFamily="18" charset="0"/>
                  </a:rPr>
                  <a:t>= 300</a:t>
                </a:r>
              </a:p>
              <a:p>
                <a:pPr marL="411480" lvl="1" indent="0">
                  <a:buNone/>
                </a:pPr>
                <a:endParaRPr lang="en-IN" sz="2600" b="1" dirty="0">
                  <a:solidFill>
                    <a:srgbClr val="00B050"/>
                  </a:solidFill>
                  <a:latin typeface="Times New Roman" panose="02020603050405020304" pitchFamily="18" charset="0"/>
                  <a:cs typeface="Times New Roman" panose="02020603050405020304" pitchFamily="18" charset="0"/>
                </a:endParaRPr>
              </a:p>
              <a:p>
                <a:pPr marL="0" indent="0">
                  <a:buNone/>
                </a:pPr>
                <a:r>
                  <a:rPr lang="en-IN" sz="2800" b="1" dirty="0">
                    <a:solidFill>
                      <a:srgbClr val="FF0000"/>
                    </a:solidFill>
                    <a:latin typeface="Times New Roman" panose="02020603050405020304" pitchFamily="18" charset="0"/>
                    <a:cs typeface="Times New Roman" panose="02020603050405020304" pitchFamily="18" charset="0"/>
                  </a:rPr>
                  <a:t>	A + D = ?</a:t>
                </a:r>
              </a:p>
              <a:p>
                <a:pPr marL="0" indent="0">
                  <a:buNone/>
                </a:pPr>
                <a:r>
                  <a:rPr lang="en-IN" sz="2800" b="1" dirty="0">
                    <a:latin typeface="Times New Roman" panose="02020603050405020304" pitchFamily="18" charset="0"/>
                    <a:cs typeface="Times New Roman" panose="02020603050405020304" pitchFamily="18" charset="0"/>
                  </a:rPr>
                  <a:t>      3x + 10x = 13x</a:t>
                </a:r>
              </a:p>
              <a:p>
                <a:pPr marL="0" indent="0">
                  <a:buNone/>
                </a:pPr>
                <a:r>
                  <a:rPr lang="en-IN" sz="2800" b="1" dirty="0">
                    <a:latin typeface="Times New Roman" panose="02020603050405020304" pitchFamily="18" charset="0"/>
                    <a:cs typeface="Times New Roman" panose="02020603050405020304" pitchFamily="18" charset="0"/>
                  </a:rPr>
                  <a:t>	           = 13(300)</a:t>
                </a:r>
              </a:p>
              <a:p>
                <a:pPr marL="0" indent="0">
                  <a:buNone/>
                </a:pPr>
                <a:r>
                  <a:rPr lang="en-IN" sz="2800" b="1" dirty="0">
                    <a:latin typeface="Times New Roman" panose="02020603050405020304" pitchFamily="18" charset="0"/>
                    <a:cs typeface="Times New Roman" panose="02020603050405020304" pitchFamily="18" charset="0"/>
                  </a:rPr>
                  <a:t>	</a:t>
                </a:r>
                <a:r>
                  <a:rPr lang="en-IN" sz="2800" b="1" dirty="0">
                    <a:solidFill>
                      <a:srgbClr val="00B050"/>
                    </a:solidFill>
                    <a:latin typeface="Times New Roman" panose="02020603050405020304" pitchFamily="18" charset="0"/>
                    <a:cs typeface="Times New Roman" panose="02020603050405020304" pitchFamily="18" charset="0"/>
                  </a:rPr>
                  <a:t>           = Rs.3900</a:t>
                </a:r>
              </a:p>
            </p:txBody>
          </p:sp>
        </mc:Choice>
        <mc:Fallback xmlns="">
          <p:sp>
            <p:nvSpPr>
              <p:cNvPr id="8" name="Content Placeholder 7"/>
              <p:cNvSpPr>
                <a:spLocks noGrp="1" noRot="1" noChangeAspect="1" noMove="1" noResize="1" noEditPoints="1" noAdjustHandles="1" noChangeArrowheads="1" noChangeShapeType="1" noTextEdit="1"/>
              </p:cNvSpPr>
              <p:nvPr>
                <p:ph sz="quarter" idx="14"/>
              </p:nvPr>
            </p:nvSpPr>
            <p:spPr>
              <a:xfrm>
                <a:off x="4644008" y="2169564"/>
                <a:ext cx="3803904" cy="4688436"/>
              </a:xfrm>
              <a:blipFill rotWithShape="1">
                <a:blip r:embed="rId2"/>
                <a:stretch>
                  <a:fillRect t="-1170"/>
                </a:stretch>
              </a:blipFill>
            </p:spPr>
            <p:txBody>
              <a:bodyPr/>
              <a:lstStyle/>
              <a:p>
                <a:r>
                  <a:rPr lang="en-IN">
                    <a:noFill/>
                  </a:rPr>
                  <a:t> </a:t>
                </a:r>
              </a:p>
            </p:txBody>
          </p:sp>
        </mc:Fallback>
      </mc:AlternateContent>
      <p:sp>
        <p:nvSpPr>
          <p:cNvPr id="4" name="Rectangle 3"/>
          <p:cNvSpPr/>
          <p:nvPr/>
        </p:nvSpPr>
        <p:spPr>
          <a:xfrm>
            <a:off x="1737501" y="2384764"/>
            <a:ext cx="1728192" cy="612188"/>
          </a:xfrm>
          <a:prstGeom prst="rect">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sz="2800" b="1" dirty="0">
              <a:solidFill>
                <a:schemeClr val="tx1"/>
              </a:solidFill>
            </a:endParaRPr>
          </a:p>
        </p:txBody>
      </p:sp>
      <p:sp>
        <p:nvSpPr>
          <p:cNvPr id="5" name="Rectangle 4"/>
          <p:cNvSpPr/>
          <p:nvPr/>
        </p:nvSpPr>
        <p:spPr>
          <a:xfrm>
            <a:off x="804022" y="3433359"/>
            <a:ext cx="657676" cy="460522"/>
          </a:xfrm>
          <a:prstGeom prst="rect">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IN" dirty="0">
                <a:solidFill>
                  <a:schemeClr val="tx1"/>
                </a:solidFill>
              </a:rPr>
              <a:t>3</a:t>
            </a:r>
          </a:p>
        </p:txBody>
      </p:sp>
      <p:sp>
        <p:nvSpPr>
          <p:cNvPr id="17" name="TextBox 16"/>
          <p:cNvSpPr txBox="1"/>
          <p:nvPr/>
        </p:nvSpPr>
        <p:spPr>
          <a:xfrm>
            <a:off x="985396" y="3963018"/>
            <a:ext cx="294928" cy="369332"/>
          </a:xfrm>
          <a:prstGeom prst="rect">
            <a:avLst/>
          </a:prstGeom>
          <a:noFill/>
        </p:spPr>
        <p:txBody>
          <a:bodyPr wrap="square" rtlCol="0">
            <a:spAutoFit/>
          </a:bodyPr>
          <a:lstStyle/>
          <a:p>
            <a:r>
              <a:rPr lang="en-IN" dirty="0"/>
              <a:t>A</a:t>
            </a:r>
          </a:p>
        </p:txBody>
      </p:sp>
      <p:sp>
        <p:nvSpPr>
          <p:cNvPr id="18" name="TextBox 17"/>
          <p:cNvSpPr txBox="1"/>
          <p:nvPr/>
        </p:nvSpPr>
        <p:spPr>
          <a:xfrm>
            <a:off x="2006611" y="3963018"/>
            <a:ext cx="294928" cy="369332"/>
          </a:xfrm>
          <a:prstGeom prst="rect">
            <a:avLst/>
          </a:prstGeom>
          <a:noFill/>
        </p:spPr>
        <p:txBody>
          <a:bodyPr wrap="square" rtlCol="0">
            <a:spAutoFit/>
          </a:bodyPr>
          <a:lstStyle/>
          <a:p>
            <a:r>
              <a:rPr lang="en-IN" dirty="0"/>
              <a:t>B</a:t>
            </a:r>
          </a:p>
        </p:txBody>
      </p:sp>
      <p:sp>
        <p:nvSpPr>
          <p:cNvPr id="19" name="TextBox 18"/>
          <p:cNvSpPr txBox="1"/>
          <p:nvPr/>
        </p:nvSpPr>
        <p:spPr>
          <a:xfrm>
            <a:off x="2989567" y="3971977"/>
            <a:ext cx="294928" cy="369332"/>
          </a:xfrm>
          <a:prstGeom prst="rect">
            <a:avLst/>
          </a:prstGeom>
          <a:noFill/>
        </p:spPr>
        <p:txBody>
          <a:bodyPr wrap="square" rtlCol="0">
            <a:spAutoFit/>
          </a:bodyPr>
          <a:lstStyle/>
          <a:p>
            <a:r>
              <a:rPr lang="en-IN" dirty="0"/>
              <a:t>C</a:t>
            </a:r>
          </a:p>
        </p:txBody>
      </p:sp>
      <p:sp>
        <p:nvSpPr>
          <p:cNvPr id="20" name="Rectangle 19"/>
          <p:cNvSpPr/>
          <p:nvPr/>
        </p:nvSpPr>
        <p:spPr>
          <a:xfrm>
            <a:off x="1477777" y="3360731"/>
            <a:ext cx="274435" cy="523220"/>
          </a:xfrm>
          <a:prstGeom prst="rect">
            <a:avLst/>
          </a:prstGeom>
        </p:spPr>
        <p:txBody>
          <a:bodyPr wrap="none">
            <a:spAutoFit/>
          </a:bodyPr>
          <a:lstStyle/>
          <a:p>
            <a:pPr algn="ctr"/>
            <a:r>
              <a:rPr lang="en-IN" sz="2800" dirty="0"/>
              <a:t>:</a:t>
            </a:r>
          </a:p>
        </p:txBody>
      </p:sp>
      <p:sp>
        <p:nvSpPr>
          <p:cNvPr id="21" name="Rectangle 20"/>
          <p:cNvSpPr/>
          <p:nvPr/>
        </p:nvSpPr>
        <p:spPr>
          <a:xfrm flipH="1" flipV="1">
            <a:off x="2512805" y="3448757"/>
            <a:ext cx="314421" cy="523220"/>
          </a:xfrm>
          <a:prstGeom prst="rect">
            <a:avLst/>
          </a:prstGeom>
        </p:spPr>
        <p:txBody>
          <a:bodyPr wrap="square">
            <a:spAutoFit/>
          </a:bodyPr>
          <a:lstStyle/>
          <a:p>
            <a:pPr algn="ctr"/>
            <a:r>
              <a:rPr lang="en-IN" sz="2800" dirty="0"/>
              <a:t>:</a:t>
            </a:r>
          </a:p>
        </p:txBody>
      </p:sp>
      <mc:AlternateContent xmlns:mc="http://schemas.openxmlformats.org/markup-compatibility/2006" xmlns:a14="http://schemas.microsoft.com/office/drawing/2010/main">
        <mc:Choice Requires="a14">
          <p:sp>
            <p:nvSpPr>
              <p:cNvPr id="22" name="TextBox 21"/>
              <p:cNvSpPr txBox="1"/>
              <p:nvPr/>
            </p:nvSpPr>
            <p:spPr>
              <a:xfrm>
                <a:off x="907231" y="4371874"/>
                <a:ext cx="451257" cy="369332"/>
              </a:xfrm>
              <a:prstGeom prst="rect">
                <a:avLst/>
              </a:prstGeom>
              <a:noFill/>
            </p:spPr>
            <p:txBody>
              <a:bodyPr wrap="square" rtlCol="0">
                <a:spAutoFit/>
              </a:bodyPr>
              <a:lstStyle/>
              <a:p>
                <a:r>
                  <a:rPr lang="en-IN" b="1" dirty="0"/>
                  <a:t>3</a:t>
                </a:r>
                <a14:m>
                  <m:oMath xmlns:m="http://schemas.openxmlformats.org/officeDocument/2006/math">
                    <m:r>
                      <a:rPr lang="en-IN" b="1" i="1" dirty="0" smtClean="0">
                        <a:latin typeface="Cambria Math"/>
                      </a:rPr>
                      <m:t>𝒙</m:t>
                    </m:r>
                  </m:oMath>
                </a14:m>
                <a:endParaRPr lang="en-IN" b="1" dirty="0"/>
              </a:p>
            </p:txBody>
          </p:sp>
        </mc:Choice>
        <mc:Fallback xmlns="">
          <p:sp>
            <p:nvSpPr>
              <p:cNvPr id="22" name="TextBox 21"/>
              <p:cNvSpPr txBox="1">
                <a:spLocks noRot="1" noChangeAspect="1" noMove="1" noResize="1" noEditPoints="1" noAdjustHandles="1" noChangeArrowheads="1" noChangeShapeType="1" noTextEdit="1"/>
              </p:cNvSpPr>
              <p:nvPr/>
            </p:nvSpPr>
            <p:spPr>
              <a:xfrm>
                <a:off x="907231" y="4371874"/>
                <a:ext cx="451257" cy="369332"/>
              </a:xfrm>
              <a:prstGeom prst="rect">
                <a:avLst/>
              </a:prstGeom>
              <a:blipFill rotWithShape="1">
                <a:blip r:embed="rId3"/>
                <a:stretch>
                  <a:fillRect l="-12162" t="-8197" b="-24590"/>
                </a:stretch>
              </a:blipFill>
            </p:spPr>
            <p:txBody>
              <a:bodyPr/>
              <a:lstStyle/>
              <a:p>
                <a:r>
                  <a:rPr lang="en-IN">
                    <a:noFill/>
                  </a:rPr>
                  <a:t> </a:t>
                </a:r>
              </a:p>
            </p:txBody>
          </p:sp>
        </mc:Fallback>
      </mc:AlternateContent>
      <mc:AlternateContent xmlns:mc="http://schemas.openxmlformats.org/markup-compatibility/2006" xmlns:a14="http://schemas.microsoft.com/office/drawing/2010/main">
        <mc:Choice Requires="a14">
          <p:sp>
            <p:nvSpPr>
              <p:cNvPr id="23" name="TextBox 22"/>
              <p:cNvSpPr txBox="1"/>
              <p:nvPr/>
            </p:nvSpPr>
            <p:spPr>
              <a:xfrm>
                <a:off x="1947074" y="4399170"/>
                <a:ext cx="451257" cy="369332"/>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r>
                        <a:rPr lang="en-IN" b="1" i="1" dirty="0" smtClean="0">
                          <a:latin typeface="Cambria Math"/>
                        </a:rPr>
                        <m:t>𝟒</m:t>
                      </m:r>
                      <m:r>
                        <a:rPr lang="en-IN" b="1" i="1" dirty="0" smtClean="0">
                          <a:latin typeface="Cambria Math"/>
                        </a:rPr>
                        <m:t>𝒙</m:t>
                      </m:r>
                    </m:oMath>
                  </m:oMathPara>
                </a14:m>
                <a:endParaRPr lang="en-IN" b="1" dirty="0"/>
              </a:p>
            </p:txBody>
          </p:sp>
        </mc:Choice>
        <mc:Fallback xmlns="">
          <p:sp>
            <p:nvSpPr>
              <p:cNvPr id="23" name="TextBox 22"/>
              <p:cNvSpPr txBox="1">
                <a:spLocks noRot="1" noChangeAspect="1" noMove="1" noResize="1" noEditPoints="1" noAdjustHandles="1" noChangeArrowheads="1" noChangeShapeType="1" noTextEdit="1"/>
              </p:cNvSpPr>
              <p:nvPr/>
            </p:nvSpPr>
            <p:spPr>
              <a:xfrm>
                <a:off x="1947074" y="4399170"/>
                <a:ext cx="451257" cy="369332"/>
              </a:xfrm>
              <a:prstGeom prst="rect">
                <a:avLst/>
              </a:prstGeom>
              <a:blipFill rotWithShape="1">
                <a:blip r:embed="rId4"/>
                <a:stretch>
                  <a:fillRect/>
                </a:stretch>
              </a:blipFill>
            </p:spPr>
            <p:txBody>
              <a:bodyPr/>
              <a:lstStyle/>
              <a:p>
                <a:r>
                  <a:rPr lang="en-IN">
                    <a:noFill/>
                  </a:rPr>
                  <a:t> </a:t>
                </a:r>
              </a:p>
            </p:txBody>
          </p:sp>
        </mc:Fallback>
      </mc:AlternateContent>
      <mc:AlternateContent xmlns:mc="http://schemas.openxmlformats.org/markup-compatibility/2006" xmlns:a14="http://schemas.microsoft.com/office/drawing/2010/main">
        <mc:Choice Requires="a14">
          <p:sp>
            <p:nvSpPr>
              <p:cNvPr id="24" name="TextBox 23"/>
              <p:cNvSpPr txBox="1"/>
              <p:nvPr/>
            </p:nvSpPr>
            <p:spPr>
              <a:xfrm>
                <a:off x="2929565" y="4400491"/>
                <a:ext cx="451257" cy="369332"/>
              </a:xfrm>
              <a:prstGeom prst="rect">
                <a:avLst/>
              </a:prstGeom>
              <a:noFill/>
            </p:spPr>
            <p:txBody>
              <a:bodyPr wrap="square" rtlCol="0">
                <a:spAutoFit/>
              </a:bodyPr>
              <a:lstStyle/>
              <a:p>
                <a:r>
                  <a:rPr lang="en-IN" b="1" dirty="0"/>
                  <a:t>9</a:t>
                </a:r>
                <a14:m>
                  <m:oMath xmlns:m="http://schemas.openxmlformats.org/officeDocument/2006/math">
                    <m:r>
                      <a:rPr lang="en-IN" b="1" i="1" dirty="0" smtClean="0">
                        <a:latin typeface="Cambria Math"/>
                      </a:rPr>
                      <m:t>𝒙</m:t>
                    </m:r>
                  </m:oMath>
                </a14:m>
                <a:endParaRPr lang="en-IN" b="1" dirty="0"/>
              </a:p>
            </p:txBody>
          </p:sp>
        </mc:Choice>
        <mc:Fallback xmlns="">
          <p:sp>
            <p:nvSpPr>
              <p:cNvPr id="24" name="TextBox 23"/>
              <p:cNvSpPr txBox="1">
                <a:spLocks noRot="1" noChangeAspect="1" noMove="1" noResize="1" noEditPoints="1" noAdjustHandles="1" noChangeArrowheads="1" noChangeShapeType="1" noTextEdit="1"/>
              </p:cNvSpPr>
              <p:nvPr/>
            </p:nvSpPr>
            <p:spPr>
              <a:xfrm>
                <a:off x="2929565" y="4400491"/>
                <a:ext cx="451257" cy="369332"/>
              </a:xfrm>
              <a:prstGeom prst="rect">
                <a:avLst/>
              </a:prstGeom>
              <a:blipFill rotWithShape="1">
                <a:blip r:embed="rId5"/>
                <a:stretch>
                  <a:fillRect l="-12162" t="-8333" b="-26667"/>
                </a:stretch>
              </a:blipFill>
            </p:spPr>
            <p:txBody>
              <a:bodyPr/>
              <a:lstStyle/>
              <a:p>
                <a:r>
                  <a:rPr lang="en-IN">
                    <a:noFill/>
                  </a:rPr>
                  <a:t> </a:t>
                </a:r>
              </a:p>
            </p:txBody>
          </p:sp>
        </mc:Fallback>
      </mc:AlternateContent>
      <p:sp>
        <p:nvSpPr>
          <p:cNvPr id="26" name="Rectangle 25"/>
          <p:cNvSpPr/>
          <p:nvPr/>
        </p:nvSpPr>
        <p:spPr>
          <a:xfrm>
            <a:off x="3465693" y="3354854"/>
            <a:ext cx="355213" cy="523220"/>
          </a:xfrm>
          <a:prstGeom prst="rect">
            <a:avLst/>
          </a:prstGeom>
        </p:spPr>
        <p:txBody>
          <a:bodyPr wrap="square">
            <a:spAutoFit/>
          </a:bodyPr>
          <a:lstStyle/>
          <a:p>
            <a:pPr algn="ctr"/>
            <a:r>
              <a:rPr lang="en-IN" sz="2800" dirty="0"/>
              <a:t>:</a:t>
            </a:r>
          </a:p>
        </p:txBody>
      </p:sp>
      <p:sp>
        <p:nvSpPr>
          <p:cNvPr id="27" name="Rectangle 26"/>
          <p:cNvSpPr/>
          <p:nvPr/>
        </p:nvSpPr>
        <p:spPr>
          <a:xfrm>
            <a:off x="3784714" y="3433359"/>
            <a:ext cx="657676" cy="460522"/>
          </a:xfrm>
          <a:prstGeom prst="rect">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IN" dirty="0">
                <a:solidFill>
                  <a:schemeClr val="tx1"/>
                </a:solidFill>
              </a:rPr>
              <a:t>10</a:t>
            </a:r>
          </a:p>
        </p:txBody>
      </p:sp>
      <p:sp>
        <p:nvSpPr>
          <p:cNvPr id="28" name="Rectangle 27"/>
          <p:cNvSpPr/>
          <p:nvPr/>
        </p:nvSpPr>
        <p:spPr>
          <a:xfrm>
            <a:off x="1825237" y="3433359"/>
            <a:ext cx="657676" cy="460522"/>
          </a:xfrm>
          <a:prstGeom prst="rect">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IN" dirty="0">
                <a:solidFill>
                  <a:schemeClr val="tx1"/>
                </a:solidFill>
              </a:rPr>
              <a:t>4</a:t>
            </a:r>
          </a:p>
        </p:txBody>
      </p:sp>
      <p:sp>
        <p:nvSpPr>
          <p:cNvPr id="29" name="Rectangle 28"/>
          <p:cNvSpPr/>
          <p:nvPr/>
        </p:nvSpPr>
        <p:spPr>
          <a:xfrm>
            <a:off x="2808193" y="3433359"/>
            <a:ext cx="657676" cy="460522"/>
          </a:xfrm>
          <a:prstGeom prst="rect">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IN" dirty="0">
                <a:solidFill>
                  <a:schemeClr val="tx1"/>
                </a:solidFill>
              </a:rPr>
              <a:t>9</a:t>
            </a:r>
          </a:p>
        </p:txBody>
      </p:sp>
      <p:cxnSp>
        <p:nvCxnSpPr>
          <p:cNvPr id="11" name="Straight Arrow Connector 10"/>
          <p:cNvCxnSpPr>
            <a:stCxn id="4" idx="2"/>
          </p:cNvCxnSpPr>
          <p:nvPr/>
        </p:nvCxnSpPr>
        <p:spPr>
          <a:xfrm flipH="1">
            <a:off x="1132860" y="2996952"/>
            <a:ext cx="1468737" cy="436407"/>
          </a:xfrm>
          <a:prstGeom prst="straightConnector1">
            <a:avLst/>
          </a:prstGeom>
          <a:ln w="38100">
            <a:tailEnd type="arrow"/>
          </a:ln>
        </p:spPr>
        <p:style>
          <a:lnRef idx="1">
            <a:schemeClr val="accent1"/>
          </a:lnRef>
          <a:fillRef idx="0">
            <a:schemeClr val="accent1"/>
          </a:fillRef>
          <a:effectRef idx="0">
            <a:schemeClr val="accent1"/>
          </a:effectRef>
          <a:fontRef idx="minor">
            <a:schemeClr val="tx1"/>
          </a:fontRef>
        </p:style>
      </p:cxnSp>
      <p:cxnSp>
        <p:nvCxnSpPr>
          <p:cNvPr id="14" name="Straight Arrow Connector 13"/>
          <p:cNvCxnSpPr>
            <a:stCxn id="4" idx="2"/>
          </p:cNvCxnSpPr>
          <p:nvPr/>
        </p:nvCxnSpPr>
        <p:spPr>
          <a:xfrm flipH="1">
            <a:off x="2154075" y="2996952"/>
            <a:ext cx="447522" cy="436407"/>
          </a:xfrm>
          <a:prstGeom prst="straightConnector1">
            <a:avLst/>
          </a:prstGeom>
          <a:ln w="38100">
            <a:tailEnd type="arrow"/>
          </a:ln>
        </p:spPr>
        <p:style>
          <a:lnRef idx="1">
            <a:schemeClr val="accent1"/>
          </a:lnRef>
          <a:fillRef idx="0">
            <a:schemeClr val="accent1"/>
          </a:fillRef>
          <a:effectRef idx="0">
            <a:schemeClr val="accent1"/>
          </a:effectRef>
          <a:fontRef idx="minor">
            <a:schemeClr val="tx1"/>
          </a:fontRef>
        </p:style>
      </p:cxnSp>
      <p:cxnSp>
        <p:nvCxnSpPr>
          <p:cNvPr id="30" name="Straight Arrow Connector 29"/>
          <p:cNvCxnSpPr>
            <a:stCxn id="4" idx="2"/>
            <a:endCxn id="29" idx="0"/>
          </p:cNvCxnSpPr>
          <p:nvPr/>
        </p:nvCxnSpPr>
        <p:spPr>
          <a:xfrm>
            <a:off x="2601597" y="2996952"/>
            <a:ext cx="535434" cy="436407"/>
          </a:xfrm>
          <a:prstGeom prst="straightConnector1">
            <a:avLst/>
          </a:prstGeom>
          <a:ln w="38100">
            <a:tailEnd type="arrow"/>
          </a:ln>
        </p:spPr>
        <p:style>
          <a:lnRef idx="1">
            <a:schemeClr val="accent1"/>
          </a:lnRef>
          <a:fillRef idx="0">
            <a:schemeClr val="accent1"/>
          </a:fillRef>
          <a:effectRef idx="0">
            <a:schemeClr val="accent1"/>
          </a:effectRef>
          <a:fontRef idx="minor">
            <a:schemeClr val="tx1"/>
          </a:fontRef>
        </p:style>
      </p:cxnSp>
      <p:cxnSp>
        <p:nvCxnSpPr>
          <p:cNvPr id="32" name="Straight Arrow Connector 31"/>
          <p:cNvCxnSpPr>
            <a:stCxn id="4" idx="2"/>
            <a:endCxn id="27" idx="0"/>
          </p:cNvCxnSpPr>
          <p:nvPr/>
        </p:nvCxnSpPr>
        <p:spPr>
          <a:xfrm>
            <a:off x="2601597" y="2996952"/>
            <a:ext cx="1511955" cy="436407"/>
          </a:xfrm>
          <a:prstGeom prst="straightConnector1">
            <a:avLst/>
          </a:prstGeom>
          <a:ln w="38100">
            <a:tailEnd type="arrow"/>
          </a:ln>
        </p:spPr>
        <p:style>
          <a:lnRef idx="1">
            <a:schemeClr val="accent1"/>
          </a:lnRef>
          <a:fillRef idx="0">
            <a:schemeClr val="accent1"/>
          </a:fillRef>
          <a:effectRef idx="0">
            <a:schemeClr val="accent1"/>
          </a:effectRef>
          <a:fontRef idx="minor">
            <a:schemeClr val="tx1"/>
          </a:fontRef>
        </p:style>
      </p:cxnSp>
      <p:sp>
        <p:nvSpPr>
          <p:cNvPr id="33" name="TextBox 32"/>
          <p:cNvSpPr txBox="1"/>
          <p:nvPr/>
        </p:nvSpPr>
        <p:spPr>
          <a:xfrm>
            <a:off x="3966088" y="3963018"/>
            <a:ext cx="294928" cy="369332"/>
          </a:xfrm>
          <a:prstGeom prst="rect">
            <a:avLst/>
          </a:prstGeom>
          <a:noFill/>
        </p:spPr>
        <p:txBody>
          <a:bodyPr wrap="square" rtlCol="0">
            <a:spAutoFit/>
          </a:bodyPr>
          <a:lstStyle/>
          <a:p>
            <a:r>
              <a:rPr lang="en-IN" dirty="0"/>
              <a:t>D</a:t>
            </a:r>
          </a:p>
        </p:txBody>
      </p:sp>
      <mc:AlternateContent xmlns:mc="http://schemas.openxmlformats.org/markup-compatibility/2006" xmlns:a14="http://schemas.microsoft.com/office/drawing/2010/main">
        <mc:Choice Requires="a14">
          <p:sp>
            <p:nvSpPr>
              <p:cNvPr id="34" name="TextBox 33"/>
              <p:cNvSpPr txBox="1"/>
              <p:nvPr/>
            </p:nvSpPr>
            <p:spPr>
              <a:xfrm>
                <a:off x="3784714" y="4401812"/>
                <a:ext cx="657676" cy="369332"/>
              </a:xfrm>
              <a:prstGeom prst="rect">
                <a:avLst/>
              </a:prstGeom>
              <a:noFill/>
            </p:spPr>
            <p:txBody>
              <a:bodyPr wrap="square" rtlCol="0">
                <a:spAutoFit/>
              </a:bodyPr>
              <a:lstStyle/>
              <a:p>
                <a:r>
                  <a:rPr lang="en-IN" b="1" dirty="0"/>
                  <a:t>10</a:t>
                </a:r>
                <a14:m>
                  <m:oMath xmlns:m="http://schemas.openxmlformats.org/officeDocument/2006/math">
                    <m:r>
                      <a:rPr lang="en-IN" b="1" i="1" dirty="0" smtClean="0">
                        <a:latin typeface="Cambria Math"/>
                      </a:rPr>
                      <m:t>𝒙</m:t>
                    </m:r>
                  </m:oMath>
                </a14:m>
                <a:endParaRPr lang="en-IN" b="1" dirty="0"/>
              </a:p>
            </p:txBody>
          </p:sp>
        </mc:Choice>
        <mc:Fallback xmlns="">
          <p:sp>
            <p:nvSpPr>
              <p:cNvPr id="34" name="TextBox 33"/>
              <p:cNvSpPr txBox="1">
                <a:spLocks noRot="1" noChangeAspect="1" noMove="1" noResize="1" noEditPoints="1" noAdjustHandles="1" noChangeArrowheads="1" noChangeShapeType="1" noTextEdit="1"/>
              </p:cNvSpPr>
              <p:nvPr/>
            </p:nvSpPr>
            <p:spPr>
              <a:xfrm>
                <a:off x="3784714" y="4401812"/>
                <a:ext cx="657676" cy="369332"/>
              </a:xfrm>
              <a:prstGeom prst="rect">
                <a:avLst/>
              </a:prstGeom>
              <a:blipFill rotWithShape="1">
                <a:blip r:embed="rId6"/>
                <a:stretch>
                  <a:fillRect l="-8333" t="-8197" b="-24590"/>
                </a:stretch>
              </a:blipFill>
            </p:spPr>
            <p:txBody>
              <a:bodyPr/>
              <a:lstStyle/>
              <a:p>
                <a:r>
                  <a:rPr lang="en-IN">
                    <a:noFill/>
                  </a:rPr>
                  <a:t> </a:t>
                </a:r>
              </a:p>
            </p:txBody>
          </p:sp>
        </mc:Fallback>
      </mc:AlternateContent>
      <p:sp>
        <p:nvSpPr>
          <p:cNvPr id="6" name="TextBox 5"/>
          <p:cNvSpPr txBox="1"/>
          <p:nvPr/>
        </p:nvSpPr>
        <p:spPr>
          <a:xfrm>
            <a:off x="1752212" y="2506192"/>
            <a:ext cx="1713480" cy="369332"/>
          </a:xfrm>
          <a:prstGeom prst="rect">
            <a:avLst/>
          </a:prstGeom>
          <a:noFill/>
        </p:spPr>
        <p:txBody>
          <a:bodyPr wrap="square" rtlCol="0">
            <a:spAutoFit/>
          </a:bodyPr>
          <a:lstStyle/>
          <a:p>
            <a:r>
              <a:rPr lang="en-US" dirty="0"/>
              <a:t>Sum of Money</a:t>
            </a:r>
          </a:p>
        </p:txBody>
      </p:sp>
    </p:spTree>
    <p:extLst>
      <p:ext uri="{BB962C8B-B14F-4D97-AF65-F5344CB8AC3E}">
        <p14:creationId xmlns:p14="http://schemas.microsoft.com/office/powerpoint/2010/main" val="143583013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11"/>
                                        </p:tgtEl>
                                        <p:attrNameLst>
                                          <p:attrName>style.visibility</p:attrName>
                                        </p:attrNameLst>
                                      </p:cBhvr>
                                      <p:to>
                                        <p:strVal val="visible"/>
                                      </p:to>
                                    </p:set>
                                    <p:animEffect transition="in" filter="fade">
                                      <p:cBhvr>
                                        <p:cTn id="7" dur="500"/>
                                        <p:tgtEl>
                                          <p:spTgt spid="11"/>
                                        </p:tgtEl>
                                      </p:cBhvr>
                                    </p:animEffect>
                                  </p:childTnLst>
                                </p:cTn>
                              </p:par>
                              <p:par>
                                <p:cTn id="8" presetID="10" presetClass="entr" presetSubtype="0" fill="hold" nodeType="withEffect">
                                  <p:stCondLst>
                                    <p:cond delay="0"/>
                                  </p:stCondLst>
                                  <p:childTnLst>
                                    <p:set>
                                      <p:cBhvr>
                                        <p:cTn id="9" dur="1" fill="hold">
                                          <p:stCondLst>
                                            <p:cond delay="0"/>
                                          </p:stCondLst>
                                        </p:cTn>
                                        <p:tgtEl>
                                          <p:spTgt spid="14"/>
                                        </p:tgtEl>
                                        <p:attrNameLst>
                                          <p:attrName>style.visibility</p:attrName>
                                        </p:attrNameLst>
                                      </p:cBhvr>
                                      <p:to>
                                        <p:strVal val="visible"/>
                                      </p:to>
                                    </p:set>
                                    <p:animEffect transition="in" filter="fade">
                                      <p:cBhvr>
                                        <p:cTn id="10" dur="500"/>
                                        <p:tgtEl>
                                          <p:spTgt spid="14"/>
                                        </p:tgtEl>
                                      </p:cBhvr>
                                    </p:animEffect>
                                  </p:childTnLst>
                                </p:cTn>
                              </p:par>
                              <p:par>
                                <p:cTn id="11" presetID="10" presetClass="entr" presetSubtype="0" fill="hold" nodeType="withEffect">
                                  <p:stCondLst>
                                    <p:cond delay="0"/>
                                  </p:stCondLst>
                                  <p:childTnLst>
                                    <p:set>
                                      <p:cBhvr>
                                        <p:cTn id="12" dur="1" fill="hold">
                                          <p:stCondLst>
                                            <p:cond delay="0"/>
                                          </p:stCondLst>
                                        </p:cTn>
                                        <p:tgtEl>
                                          <p:spTgt spid="30"/>
                                        </p:tgtEl>
                                        <p:attrNameLst>
                                          <p:attrName>style.visibility</p:attrName>
                                        </p:attrNameLst>
                                      </p:cBhvr>
                                      <p:to>
                                        <p:strVal val="visible"/>
                                      </p:to>
                                    </p:set>
                                    <p:animEffect transition="in" filter="fade">
                                      <p:cBhvr>
                                        <p:cTn id="13" dur="500"/>
                                        <p:tgtEl>
                                          <p:spTgt spid="30"/>
                                        </p:tgtEl>
                                      </p:cBhvr>
                                    </p:animEffect>
                                  </p:childTnLst>
                                </p:cTn>
                              </p:par>
                              <p:par>
                                <p:cTn id="14" presetID="10" presetClass="entr" presetSubtype="0" fill="hold" nodeType="withEffect">
                                  <p:stCondLst>
                                    <p:cond delay="0"/>
                                  </p:stCondLst>
                                  <p:childTnLst>
                                    <p:set>
                                      <p:cBhvr>
                                        <p:cTn id="15" dur="1" fill="hold">
                                          <p:stCondLst>
                                            <p:cond delay="0"/>
                                          </p:stCondLst>
                                        </p:cTn>
                                        <p:tgtEl>
                                          <p:spTgt spid="32"/>
                                        </p:tgtEl>
                                        <p:attrNameLst>
                                          <p:attrName>style.visibility</p:attrName>
                                        </p:attrNameLst>
                                      </p:cBhvr>
                                      <p:to>
                                        <p:strVal val="visible"/>
                                      </p:to>
                                    </p:set>
                                    <p:animEffect transition="in" filter="fade">
                                      <p:cBhvr>
                                        <p:cTn id="16" dur="500"/>
                                        <p:tgtEl>
                                          <p:spTgt spid="32"/>
                                        </p:tgtEl>
                                      </p:cBhvr>
                                    </p:animEffect>
                                  </p:childTnLst>
                                </p:cTn>
                              </p:par>
                              <p:par>
                                <p:cTn id="17" presetID="10" presetClass="entr" presetSubtype="0" fill="hold" grpId="0" nodeType="withEffect">
                                  <p:stCondLst>
                                    <p:cond delay="0"/>
                                  </p:stCondLst>
                                  <p:childTnLst>
                                    <p:set>
                                      <p:cBhvr>
                                        <p:cTn id="18" dur="1" fill="hold">
                                          <p:stCondLst>
                                            <p:cond delay="0"/>
                                          </p:stCondLst>
                                        </p:cTn>
                                        <p:tgtEl>
                                          <p:spTgt spid="4"/>
                                        </p:tgtEl>
                                        <p:attrNameLst>
                                          <p:attrName>style.visibility</p:attrName>
                                        </p:attrNameLst>
                                      </p:cBhvr>
                                      <p:to>
                                        <p:strVal val="visible"/>
                                      </p:to>
                                    </p:set>
                                    <p:animEffect transition="in" filter="fade">
                                      <p:cBhvr>
                                        <p:cTn id="19" dur="500"/>
                                        <p:tgtEl>
                                          <p:spTgt spid="4"/>
                                        </p:tgtEl>
                                      </p:cBhvr>
                                    </p:animEffect>
                                  </p:childTnLst>
                                </p:cTn>
                              </p:par>
                              <p:par>
                                <p:cTn id="20" presetID="1" presetClass="entr" presetSubtype="0" fill="hold" grpId="0" nodeType="withEffect">
                                  <p:stCondLst>
                                    <p:cond delay="0"/>
                                  </p:stCondLst>
                                  <p:childTnLst>
                                    <p:set>
                                      <p:cBhvr>
                                        <p:cTn id="21" dur="1" fill="hold">
                                          <p:stCondLst>
                                            <p:cond delay="0"/>
                                          </p:stCondLst>
                                        </p:cTn>
                                        <p:tgtEl>
                                          <p:spTgt spid="6"/>
                                        </p:tgtEl>
                                        <p:attrNameLst>
                                          <p:attrName>style.visibility</p:attrName>
                                        </p:attrNameLst>
                                      </p:cBhvr>
                                      <p:to>
                                        <p:strVal val="visible"/>
                                      </p:to>
                                    </p:set>
                                  </p:childTnLst>
                                </p:cTn>
                              </p:par>
                              <p:par>
                                <p:cTn id="22" presetID="10" presetClass="entr" presetSubtype="0" fill="hold" grpId="0" nodeType="withEffect">
                                  <p:stCondLst>
                                    <p:cond delay="0"/>
                                  </p:stCondLst>
                                  <p:childTnLst>
                                    <p:set>
                                      <p:cBhvr>
                                        <p:cTn id="23" dur="1" fill="hold">
                                          <p:stCondLst>
                                            <p:cond delay="0"/>
                                          </p:stCondLst>
                                        </p:cTn>
                                        <p:tgtEl>
                                          <p:spTgt spid="5"/>
                                        </p:tgtEl>
                                        <p:attrNameLst>
                                          <p:attrName>style.visibility</p:attrName>
                                        </p:attrNameLst>
                                      </p:cBhvr>
                                      <p:to>
                                        <p:strVal val="visible"/>
                                      </p:to>
                                    </p:set>
                                    <p:animEffect transition="in" filter="fade">
                                      <p:cBhvr>
                                        <p:cTn id="24" dur="500"/>
                                        <p:tgtEl>
                                          <p:spTgt spid="5"/>
                                        </p:tgtEl>
                                      </p:cBhvr>
                                    </p:animEffect>
                                  </p:childTnLst>
                                </p:cTn>
                              </p:par>
                              <p:par>
                                <p:cTn id="25" presetID="10" presetClass="entr" presetSubtype="0" fill="hold" grpId="0" nodeType="withEffect">
                                  <p:stCondLst>
                                    <p:cond delay="0"/>
                                  </p:stCondLst>
                                  <p:childTnLst>
                                    <p:set>
                                      <p:cBhvr>
                                        <p:cTn id="26" dur="1" fill="hold">
                                          <p:stCondLst>
                                            <p:cond delay="0"/>
                                          </p:stCondLst>
                                        </p:cTn>
                                        <p:tgtEl>
                                          <p:spTgt spid="20"/>
                                        </p:tgtEl>
                                        <p:attrNameLst>
                                          <p:attrName>style.visibility</p:attrName>
                                        </p:attrNameLst>
                                      </p:cBhvr>
                                      <p:to>
                                        <p:strVal val="visible"/>
                                      </p:to>
                                    </p:set>
                                    <p:animEffect transition="in" filter="fade">
                                      <p:cBhvr>
                                        <p:cTn id="27" dur="500"/>
                                        <p:tgtEl>
                                          <p:spTgt spid="20"/>
                                        </p:tgtEl>
                                      </p:cBhvr>
                                    </p:animEffect>
                                  </p:childTnLst>
                                </p:cTn>
                              </p:par>
                              <p:par>
                                <p:cTn id="28" presetID="10" presetClass="entr" presetSubtype="0" fill="hold" grpId="0" nodeType="withEffect">
                                  <p:stCondLst>
                                    <p:cond delay="0"/>
                                  </p:stCondLst>
                                  <p:childTnLst>
                                    <p:set>
                                      <p:cBhvr>
                                        <p:cTn id="29" dur="1" fill="hold">
                                          <p:stCondLst>
                                            <p:cond delay="0"/>
                                          </p:stCondLst>
                                        </p:cTn>
                                        <p:tgtEl>
                                          <p:spTgt spid="28"/>
                                        </p:tgtEl>
                                        <p:attrNameLst>
                                          <p:attrName>style.visibility</p:attrName>
                                        </p:attrNameLst>
                                      </p:cBhvr>
                                      <p:to>
                                        <p:strVal val="visible"/>
                                      </p:to>
                                    </p:set>
                                    <p:animEffect transition="in" filter="fade">
                                      <p:cBhvr>
                                        <p:cTn id="30" dur="500"/>
                                        <p:tgtEl>
                                          <p:spTgt spid="28"/>
                                        </p:tgtEl>
                                      </p:cBhvr>
                                    </p:animEffect>
                                  </p:childTnLst>
                                </p:cTn>
                              </p:par>
                              <p:par>
                                <p:cTn id="31" presetID="10" presetClass="entr" presetSubtype="0" fill="hold" grpId="0" nodeType="withEffect">
                                  <p:stCondLst>
                                    <p:cond delay="0"/>
                                  </p:stCondLst>
                                  <p:childTnLst>
                                    <p:set>
                                      <p:cBhvr>
                                        <p:cTn id="32" dur="1" fill="hold">
                                          <p:stCondLst>
                                            <p:cond delay="0"/>
                                          </p:stCondLst>
                                        </p:cTn>
                                        <p:tgtEl>
                                          <p:spTgt spid="21"/>
                                        </p:tgtEl>
                                        <p:attrNameLst>
                                          <p:attrName>style.visibility</p:attrName>
                                        </p:attrNameLst>
                                      </p:cBhvr>
                                      <p:to>
                                        <p:strVal val="visible"/>
                                      </p:to>
                                    </p:set>
                                    <p:animEffect transition="in" filter="fade">
                                      <p:cBhvr>
                                        <p:cTn id="33" dur="500"/>
                                        <p:tgtEl>
                                          <p:spTgt spid="21"/>
                                        </p:tgtEl>
                                      </p:cBhvr>
                                    </p:animEffect>
                                  </p:childTnLst>
                                </p:cTn>
                              </p:par>
                              <p:par>
                                <p:cTn id="34" presetID="10" presetClass="entr" presetSubtype="0" fill="hold" grpId="0" nodeType="withEffect">
                                  <p:stCondLst>
                                    <p:cond delay="0"/>
                                  </p:stCondLst>
                                  <p:childTnLst>
                                    <p:set>
                                      <p:cBhvr>
                                        <p:cTn id="35" dur="1" fill="hold">
                                          <p:stCondLst>
                                            <p:cond delay="0"/>
                                          </p:stCondLst>
                                        </p:cTn>
                                        <p:tgtEl>
                                          <p:spTgt spid="29"/>
                                        </p:tgtEl>
                                        <p:attrNameLst>
                                          <p:attrName>style.visibility</p:attrName>
                                        </p:attrNameLst>
                                      </p:cBhvr>
                                      <p:to>
                                        <p:strVal val="visible"/>
                                      </p:to>
                                    </p:set>
                                    <p:animEffect transition="in" filter="fade">
                                      <p:cBhvr>
                                        <p:cTn id="36" dur="500"/>
                                        <p:tgtEl>
                                          <p:spTgt spid="29"/>
                                        </p:tgtEl>
                                      </p:cBhvr>
                                    </p:animEffect>
                                  </p:childTnLst>
                                </p:cTn>
                              </p:par>
                              <p:par>
                                <p:cTn id="37" presetID="10" presetClass="entr" presetSubtype="0" fill="hold" grpId="0" nodeType="withEffect">
                                  <p:stCondLst>
                                    <p:cond delay="0"/>
                                  </p:stCondLst>
                                  <p:childTnLst>
                                    <p:set>
                                      <p:cBhvr>
                                        <p:cTn id="38" dur="1" fill="hold">
                                          <p:stCondLst>
                                            <p:cond delay="0"/>
                                          </p:stCondLst>
                                        </p:cTn>
                                        <p:tgtEl>
                                          <p:spTgt spid="26"/>
                                        </p:tgtEl>
                                        <p:attrNameLst>
                                          <p:attrName>style.visibility</p:attrName>
                                        </p:attrNameLst>
                                      </p:cBhvr>
                                      <p:to>
                                        <p:strVal val="visible"/>
                                      </p:to>
                                    </p:set>
                                    <p:animEffect transition="in" filter="fade">
                                      <p:cBhvr>
                                        <p:cTn id="39" dur="500"/>
                                        <p:tgtEl>
                                          <p:spTgt spid="26"/>
                                        </p:tgtEl>
                                      </p:cBhvr>
                                    </p:animEffect>
                                  </p:childTnLst>
                                </p:cTn>
                              </p:par>
                              <p:par>
                                <p:cTn id="40" presetID="10" presetClass="entr" presetSubtype="0" fill="hold" grpId="0" nodeType="withEffect">
                                  <p:stCondLst>
                                    <p:cond delay="0"/>
                                  </p:stCondLst>
                                  <p:childTnLst>
                                    <p:set>
                                      <p:cBhvr>
                                        <p:cTn id="41" dur="1" fill="hold">
                                          <p:stCondLst>
                                            <p:cond delay="0"/>
                                          </p:stCondLst>
                                        </p:cTn>
                                        <p:tgtEl>
                                          <p:spTgt spid="27"/>
                                        </p:tgtEl>
                                        <p:attrNameLst>
                                          <p:attrName>style.visibility</p:attrName>
                                        </p:attrNameLst>
                                      </p:cBhvr>
                                      <p:to>
                                        <p:strVal val="visible"/>
                                      </p:to>
                                    </p:set>
                                    <p:animEffect transition="in" filter="fade">
                                      <p:cBhvr>
                                        <p:cTn id="42" dur="500"/>
                                        <p:tgtEl>
                                          <p:spTgt spid="27"/>
                                        </p:tgtEl>
                                      </p:cBhvr>
                                    </p:animEffect>
                                  </p:childTnLst>
                                </p:cTn>
                              </p:par>
                              <p:par>
                                <p:cTn id="43" presetID="10" presetClass="entr" presetSubtype="0" fill="hold" grpId="0" nodeType="withEffect">
                                  <p:stCondLst>
                                    <p:cond delay="0"/>
                                  </p:stCondLst>
                                  <p:childTnLst>
                                    <p:set>
                                      <p:cBhvr>
                                        <p:cTn id="44" dur="1" fill="hold">
                                          <p:stCondLst>
                                            <p:cond delay="0"/>
                                          </p:stCondLst>
                                        </p:cTn>
                                        <p:tgtEl>
                                          <p:spTgt spid="17"/>
                                        </p:tgtEl>
                                        <p:attrNameLst>
                                          <p:attrName>style.visibility</p:attrName>
                                        </p:attrNameLst>
                                      </p:cBhvr>
                                      <p:to>
                                        <p:strVal val="visible"/>
                                      </p:to>
                                    </p:set>
                                    <p:animEffect transition="in" filter="fade">
                                      <p:cBhvr>
                                        <p:cTn id="45" dur="500"/>
                                        <p:tgtEl>
                                          <p:spTgt spid="17"/>
                                        </p:tgtEl>
                                      </p:cBhvr>
                                    </p:animEffect>
                                  </p:childTnLst>
                                </p:cTn>
                              </p:par>
                              <p:par>
                                <p:cTn id="46" presetID="10" presetClass="entr" presetSubtype="0" fill="hold" grpId="0" nodeType="withEffect">
                                  <p:stCondLst>
                                    <p:cond delay="0"/>
                                  </p:stCondLst>
                                  <p:childTnLst>
                                    <p:set>
                                      <p:cBhvr>
                                        <p:cTn id="47" dur="1" fill="hold">
                                          <p:stCondLst>
                                            <p:cond delay="0"/>
                                          </p:stCondLst>
                                        </p:cTn>
                                        <p:tgtEl>
                                          <p:spTgt spid="18"/>
                                        </p:tgtEl>
                                        <p:attrNameLst>
                                          <p:attrName>style.visibility</p:attrName>
                                        </p:attrNameLst>
                                      </p:cBhvr>
                                      <p:to>
                                        <p:strVal val="visible"/>
                                      </p:to>
                                    </p:set>
                                    <p:animEffect transition="in" filter="fade">
                                      <p:cBhvr>
                                        <p:cTn id="48" dur="500"/>
                                        <p:tgtEl>
                                          <p:spTgt spid="18"/>
                                        </p:tgtEl>
                                      </p:cBhvr>
                                    </p:animEffect>
                                  </p:childTnLst>
                                </p:cTn>
                              </p:par>
                              <p:par>
                                <p:cTn id="49" presetID="10" presetClass="entr" presetSubtype="0" fill="hold" grpId="0" nodeType="withEffect">
                                  <p:stCondLst>
                                    <p:cond delay="0"/>
                                  </p:stCondLst>
                                  <p:childTnLst>
                                    <p:set>
                                      <p:cBhvr>
                                        <p:cTn id="50" dur="1" fill="hold">
                                          <p:stCondLst>
                                            <p:cond delay="0"/>
                                          </p:stCondLst>
                                        </p:cTn>
                                        <p:tgtEl>
                                          <p:spTgt spid="19"/>
                                        </p:tgtEl>
                                        <p:attrNameLst>
                                          <p:attrName>style.visibility</p:attrName>
                                        </p:attrNameLst>
                                      </p:cBhvr>
                                      <p:to>
                                        <p:strVal val="visible"/>
                                      </p:to>
                                    </p:set>
                                    <p:animEffect transition="in" filter="fade">
                                      <p:cBhvr>
                                        <p:cTn id="51" dur="500"/>
                                        <p:tgtEl>
                                          <p:spTgt spid="19"/>
                                        </p:tgtEl>
                                      </p:cBhvr>
                                    </p:animEffect>
                                  </p:childTnLst>
                                </p:cTn>
                              </p:par>
                              <p:par>
                                <p:cTn id="52" presetID="10" presetClass="entr" presetSubtype="0" fill="hold" grpId="0" nodeType="withEffect">
                                  <p:stCondLst>
                                    <p:cond delay="0"/>
                                  </p:stCondLst>
                                  <p:childTnLst>
                                    <p:set>
                                      <p:cBhvr>
                                        <p:cTn id="53" dur="1" fill="hold">
                                          <p:stCondLst>
                                            <p:cond delay="0"/>
                                          </p:stCondLst>
                                        </p:cTn>
                                        <p:tgtEl>
                                          <p:spTgt spid="33"/>
                                        </p:tgtEl>
                                        <p:attrNameLst>
                                          <p:attrName>style.visibility</p:attrName>
                                        </p:attrNameLst>
                                      </p:cBhvr>
                                      <p:to>
                                        <p:strVal val="visible"/>
                                      </p:to>
                                    </p:set>
                                    <p:animEffect transition="in" filter="fade">
                                      <p:cBhvr>
                                        <p:cTn id="54" dur="500"/>
                                        <p:tgtEl>
                                          <p:spTgt spid="33"/>
                                        </p:tgtEl>
                                      </p:cBhvr>
                                    </p:animEffect>
                                  </p:childTnLst>
                                </p:cTn>
                              </p:par>
                            </p:childTnLst>
                          </p:cTn>
                        </p:par>
                      </p:childTnLst>
                    </p:cTn>
                  </p:par>
                  <p:par>
                    <p:cTn id="55" fill="hold">
                      <p:stCondLst>
                        <p:cond delay="indefinite"/>
                      </p:stCondLst>
                      <p:childTnLst>
                        <p:par>
                          <p:cTn id="56" fill="hold">
                            <p:stCondLst>
                              <p:cond delay="0"/>
                            </p:stCondLst>
                            <p:childTnLst>
                              <p:par>
                                <p:cTn id="57" presetID="10" presetClass="entr" presetSubtype="0" fill="hold" grpId="0" nodeType="clickEffect">
                                  <p:stCondLst>
                                    <p:cond delay="0"/>
                                  </p:stCondLst>
                                  <p:childTnLst>
                                    <p:set>
                                      <p:cBhvr>
                                        <p:cTn id="58" dur="1" fill="hold">
                                          <p:stCondLst>
                                            <p:cond delay="0"/>
                                          </p:stCondLst>
                                        </p:cTn>
                                        <p:tgtEl>
                                          <p:spTgt spid="22"/>
                                        </p:tgtEl>
                                        <p:attrNameLst>
                                          <p:attrName>style.visibility</p:attrName>
                                        </p:attrNameLst>
                                      </p:cBhvr>
                                      <p:to>
                                        <p:strVal val="visible"/>
                                      </p:to>
                                    </p:set>
                                    <p:animEffect transition="in" filter="fade">
                                      <p:cBhvr>
                                        <p:cTn id="59" dur="500"/>
                                        <p:tgtEl>
                                          <p:spTgt spid="22"/>
                                        </p:tgtEl>
                                      </p:cBhvr>
                                    </p:animEffect>
                                  </p:childTnLst>
                                </p:cTn>
                              </p:par>
                              <p:par>
                                <p:cTn id="60" presetID="10" presetClass="entr" presetSubtype="0" fill="hold" grpId="0" nodeType="withEffect">
                                  <p:stCondLst>
                                    <p:cond delay="0"/>
                                  </p:stCondLst>
                                  <p:childTnLst>
                                    <p:set>
                                      <p:cBhvr>
                                        <p:cTn id="61" dur="1" fill="hold">
                                          <p:stCondLst>
                                            <p:cond delay="0"/>
                                          </p:stCondLst>
                                        </p:cTn>
                                        <p:tgtEl>
                                          <p:spTgt spid="23"/>
                                        </p:tgtEl>
                                        <p:attrNameLst>
                                          <p:attrName>style.visibility</p:attrName>
                                        </p:attrNameLst>
                                      </p:cBhvr>
                                      <p:to>
                                        <p:strVal val="visible"/>
                                      </p:to>
                                    </p:set>
                                    <p:animEffect transition="in" filter="fade">
                                      <p:cBhvr>
                                        <p:cTn id="62" dur="500"/>
                                        <p:tgtEl>
                                          <p:spTgt spid="23"/>
                                        </p:tgtEl>
                                      </p:cBhvr>
                                    </p:animEffect>
                                  </p:childTnLst>
                                </p:cTn>
                              </p:par>
                              <p:par>
                                <p:cTn id="63" presetID="10" presetClass="entr" presetSubtype="0" fill="hold" grpId="0" nodeType="withEffect">
                                  <p:stCondLst>
                                    <p:cond delay="0"/>
                                  </p:stCondLst>
                                  <p:childTnLst>
                                    <p:set>
                                      <p:cBhvr>
                                        <p:cTn id="64" dur="1" fill="hold">
                                          <p:stCondLst>
                                            <p:cond delay="0"/>
                                          </p:stCondLst>
                                        </p:cTn>
                                        <p:tgtEl>
                                          <p:spTgt spid="24"/>
                                        </p:tgtEl>
                                        <p:attrNameLst>
                                          <p:attrName>style.visibility</p:attrName>
                                        </p:attrNameLst>
                                      </p:cBhvr>
                                      <p:to>
                                        <p:strVal val="visible"/>
                                      </p:to>
                                    </p:set>
                                    <p:animEffect transition="in" filter="fade">
                                      <p:cBhvr>
                                        <p:cTn id="65" dur="500"/>
                                        <p:tgtEl>
                                          <p:spTgt spid="24"/>
                                        </p:tgtEl>
                                      </p:cBhvr>
                                    </p:animEffect>
                                  </p:childTnLst>
                                </p:cTn>
                              </p:par>
                              <p:par>
                                <p:cTn id="66" presetID="10" presetClass="entr" presetSubtype="0" fill="hold" grpId="0" nodeType="withEffect">
                                  <p:stCondLst>
                                    <p:cond delay="0"/>
                                  </p:stCondLst>
                                  <p:childTnLst>
                                    <p:set>
                                      <p:cBhvr>
                                        <p:cTn id="67" dur="1" fill="hold">
                                          <p:stCondLst>
                                            <p:cond delay="0"/>
                                          </p:stCondLst>
                                        </p:cTn>
                                        <p:tgtEl>
                                          <p:spTgt spid="34"/>
                                        </p:tgtEl>
                                        <p:attrNameLst>
                                          <p:attrName>style.visibility</p:attrName>
                                        </p:attrNameLst>
                                      </p:cBhvr>
                                      <p:to>
                                        <p:strVal val="visible"/>
                                      </p:to>
                                    </p:set>
                                    <p:animEffect transition="in" filter="fade">
                                      <p:cBhvr>
                                        <p:cTn id="68" dur="500"/>
                                        <p:tgtEl>
                                          <p:spTgt spid="34"/>
                                        </p:tgtEl>
                                      </p:cBhvr>
                                    </p:animEffect>
                                  </p:childTnLst>
                                </p:cTn>
                              </p:par>
                            </p:childTnLst>
                          </p:cTn>
                        </p:par>
                      </p:childTnLst>
                    </p:cTn>
                  </p:par>
                  <p:par>
                    <p:cTn id="69" fill="hold">
                      <p:stCondLst>
                        <p:cond delay="indefinite"/>
                      </p:stCondLst>
                      <p:childTnLst>
                        <p:par>
                          <p:cTn id="70" fill="hold">
                            <p:stCondLst>
                              <p:cond delay="0"/>
                            </p:stCondLst>
                            <p:childTnLst>
                              <p:par>
                                <p:cTn id="71" presetID="10" presetClass="entr" presetSubtype="0" fill="hold" grpId="0" nodeType="clickEffect">
                                  <p:stCondLst>
                                    <p:cond delay="0"/>
                                  </p:stCondLst>
                                  <p:childTnLst>
                                    <p:set>
                                      <p:cBhvr>
                                        <p:cTn id="72" dur="1" fill="hold">
                                          <p:stCondLst>
                                            <p:cond delay="0"/>
                                          </p:stCondLst>
                                        </p:cTn>
                                        <p:tgtEl>
                                          <p:spTgt spid="2">
                                            <p:txEl>
                                              <p:pRg st="0" end="0"/>
                                            </p:txEl>
                                          </p:spTgt>
                                        </p:tgtEl>
                                        <p:attrNameLst>
                                          <p:attrName>style.visibility</p:attrName>
                                        </p:attrNameLst>
                                      </p:cBhvr>
                                      <p:to>
                                        <p:strVal val="visible"/>
                                      </p:to>
                                    </p:set>
                                    <p:animEffect transition="in" filter="fade">
                                      <p:cBhvr>
                                        <p:cTn id="73" dur="500"/>
                                        <p:tgtEl>
                                          <p:spTgt spid="2">
                                            <p:txEl>
                                              <p:pRg st="0" end="0"/>
                                            </p:txEl>
                                          </p:spTgt>
                                        </p:tgtEl>
                                      </p:cBhvr>
                                    </p:animEffect>
                                  </p:childTnLst>
                                </p:cTn>
                              </p:par>
                            </p:childTnLst>
                          </p:cTn>
                        </p:par>
                      </p:childTnLst>
                    </p:cTn>
                  </p:par>
                  <p:par>
                    <p:cTn id="74" fill="hold">
                      <p:stCondLst>
                        <p:cond delay="indefinite"/>
                      </p:stCondLst>
                      <p:childTnLst>
                        <p:par>
                          <p:cTn id="75" fill="hold">
                            <p:stCondLst>
                              <p:cond delay="0"/>
                            </p:stCondLst>
                            <p:childTnLst>
                              <p:par>
                                <p:cTn id="76" presetID="10" presetClass="entr" presetSubtype="0" fill="hold" grpId="0" nodeType="clickEffect">
                                  <p:stCondLst>
                                    <p:cond delay="0"/>
                                  </p:stCondLst>
                                  <p:childTnLst>
                                    <p:set>
                                      <p:cBhvr>
                                        <p:cTn id="77" dur="1" fill="hold">
                                          <p:stCondLst>
                                            <p:cond delay="0"/>
                                          </p:stCondLst>
                                        </p:cTn>
                                        <p:tgtEl>
                                          <p:spTgt spid="2">
                                            <p:txEl>
                                              <p:pRg st="6" end="6"/>
                                            </p:txEl>
                                          </p:spTgt>
                                        </p:tgtEl>
                                        <p:attrNameLst>
                                          <p:attrName>style.visibility</p:attrName>
                                        </p:attrNameLst>
                                      </p:cBhvr>
                                      <p:to>
                                        <p:strVal val="visible"/>
                                      </p:to>
                                    </p:set>
                                    <p:animEffect transition="in" filter="fade">
                                      <p:cBhvr>
                                        <p:cTn id="78" dur="500"/>
                                        <p:tgtEl>
                                          <p:spTgt spid="2">
                                            <p:txEl>
                                              <p:pRg st="6" end="6"/>
                                            </p:txEl>
                                          </p:spTgt>
                                        </p:tgtEl>
                                      </p:cBhvr>
                                    </p:animEffect>
                                  </p:childTnLst>
                                </p:cTn>
                              </p:par>
                            </p:childTnLst>
                          </p:cTn>
                        </p:par>
                      </p:childTnLst>
                    </p:cTn>
                  </p:par>
                  <p:par>
                    <p:cTn id="79" fill="hold">
                      <p:stCondLst>
                        <p:cond delay="indefinite"/>
                      </p:stCondLst>
                      <p:childTnLst>
                        <p:par>
                          <p:cTn id="80" fill="hold">
                            <p:stCondLst>
                              <p:cond delay="0"/>
                            </p:stCondLst>
                            <p:childTnLst>
                              <p:par>
                                <p:cTn id="81" presetID="10" presetClass="entr" presetSubtype="0" fill="hold" nodeType="clickEffect">
                                  <p:stCondLst>
                                    <p:cond delay="0"/>
                                  </p:stCondLst>
                                  <p:childTnLst>
                                    <p:set>
                                      <p:cBhvr>
                                        <p:cTn id="82" dur="1" fill="hold">
                                          <p:stCondLst>
                                            <p:cond delay="0"/>
                                          </p:stCondLst>
                                        </p:cTn>
                                        <p:tgtEl>
                                          <p:spTgt spid="8">
                                            <p:txEl>
                                              <p:pRg st="0" end="0"/>
                                            </p:txEl>
                                          </p:spTgt>
                                        </p:tgtEl>
                                        <p:attrNameLst>
                                          <p:attrName>style.visibility</p:attrName>
                                        </p:attrNameLst>
                                      </p:cBhvr>
                                      <p:to>
                                        <p:strVal val="visible"/>
                                      </p:to>
                                    </p:set>
                                    <p:animEffect transition="in" filter="fade">
                                      <p:cBhvr>
                                        <p:cTn id="83" dur="500"/>
                                        <p:tgtEl>
                                          <p:spTgt spid="8">
                                            <p:txEl>
                                              <p:pRg st="0" end="0"/>
                                            </p:txEl>
                                          </p:spTgt>
                                        </p:tgtEl>
                                      </p:cBhvr>
                                    </p:animEffect>
                                  </p:childTnLst>
                                </p:cTn>
                              </p:par>
                              <p:par>
                                <p:cTn id="84" presetID="10" presetClass="entr" presetSubtype="0" fill="hold" nodeType="withEffect">
                                  <p:stCondLst>
                                    <p:cond delay="0"/>
                                  </p:stCondLst>
                                  <p:childTnLst>
                                    <p:set>
                                      <p:cBhvr>
                                        <p:cTn id="85" dur="1" fill="hold">
                                          <p:stCondLst>
                                            <p:cond delay="0"/>
                                          </p:stCondLst>
                                        </p:cTn>
                                        <p:tgtEl>
                                          <p:spTgt spid="8">
                                            <p:txEl>
                                              <p:pRg st="1" end="1"/>
                                            </p:txEl>
                                          </p:spTgt>
                                        </p:tgtEl>
                                        <p:attrNameLst>
                                          <p:attrName>style.visibility</p:attrName>
                                        </p:attrNameLst>
                                      </p:cBhvr>
                                      <p:to>
                                        <p:strVal val="visible"/>
                                      </p:to>
                                    </p:set>
                                    <p:animEffect transition="in" filter="fade">
                                      <p:cBhvr>
                                        <p:cTn id="86" dur="500"/>
                                        <p:tgtEl>
                                          <p:spTgt spid="8">
                                            <p:txEl>
                                              <p:pRg st="1" end="1"/>
                                            </p:txEl>
                                          </p:spTgt>
                                        </p:tgtEl>
                                      </p:cBhvr>
                                    </p:animEffect>
                                  </p:childTnLst>
                                </p:cTn>
                              </p:par>
                              <p:par>
                                <p:cTn id="87" presetID="10" presetClass="entr" presetSubtype="0" fill="hold" nodeType="withEffect">
                                  <p:stCondLst>
                                    <p:cond delay="0"/>
                                  </p:stCondLst>
                                  <p:childTnLst>
                                    <p:set>
                                      <p:cBhvr>
                                        <p:cTn id="88" dur="1" fill="hold">
                                          <p:stCondLst>
                                            <p:cond delay="0"/>
                                          </p:stCondLst>
                                        </p:cTn>
                                        <p:tgtEl>
                                          <p:spTgt spid="8">
                                            <p:txEl>
                                              <p:pRg st="2" end="2"/>
                                            </p:txEl>
                                          </p:spTgt>
                                        </p:tgtEl>
                                        <p:attrNameLst>
                                          <p:attrName>style.visibility</p:attrName>
                                        </p:attrNameLst>
                                      </p:cBhvr>
                                      <p:to>
                                        <p:strVal val="visible"/>
                                      </p:to>
                                    </p:set>
                                    <p:animEffect transition="in" filter="fade">
                                      <p:cBhvr>
                                        <p:cTn id="89" dur="500"/>
                                        <p:tgtEl>
                                          <p:spTgt spid="8">
                                            <p:txEl>
                                              <p:pRg st="2" end="2"/>
                                            </p:txEl>
                                          </p:spTgt>
                                        </p:tgtEl>
                                      </p:cBhvr>
                                    </p:animEffect>
                                  </p:childTnLst>
                                </p:cTn>
                              </p:par>
                              <p:par>
                                <p:cTn id="90" presetID="10" presetClass="entr" presetSubtype="0" fill="hold" nodeType="withEffect">
                                  <p:stCondLst>
                                    <p:cond delay="0"/>
                                  </p:stCondLst>
                                  <p:childTnLst>
                                    <p:set>
                                      <p:cBhvr>
                                        <p:cTn id="91" dur="1" fill="hold">
                                          <p:stCondLst>
                                            <p:cond delay="0"/>
                                          </p:stCondLst>
                                        </p:cTn>
                                        <p:tgtEl>
                                          <p:spTgt spid="8">
                                            <p:txEl>
                                              <p:pRg st="3" end="3"/>
                                            </p:txEl>
                                          </p:spTgt>
                                        </p:tgtEl>
                                        <p:attrNameLst>
                                          <p:attrName>style.visibility</p:attrName>
                                        </p:attrNameLst>
                                      </p:cBhvr>
                                      <p:to>
                                        <p:strVal val="visible"/>
                                      </p:to>
                                    </p:set>
                                    <p:animEffect transition="in" filter="fade">
                                      <p:cBhvr>
                                        <p:cTn id="92" dur="500"/>
                                        <p:tgtEl>
                                          <p:spTgt spid="8">
                                            <p:txEl>
                                              <p:pRg st="3" end="3"/>
                                            </p:txEl>
                                          </p:spTgt>
                                        </p:tgtEl>
                                      </p:cBhvr>
                                    </p:animEffect>
                                  </p:childTnLst>
                                </p:cTn>
                              </p:par>
                            </p:childTnLst>
                          </p:cTn>
                        </p:par>
                      </p:childTnLst>
                    </p:cTn>
                  </p:par>
                  <p:par>
                    <p:cTn id="93" fill="hold">
                      <p:stCondLst>
                        <p:cond delay="indefinite"/>
                      </p:stCondLst>
                      <p:childTnLst>
                        <p:par>
                          <p:cTn id="94" fill="hold">
                            <p:stCondLst>
                              <p:cond delay="0"/>
                            </p:stCondLst>
                            <p:childTnLst>
                              <p:par>
                                <p:cTn id="95" presetID="10" presetClass="entr" presetSubtype="0" fill="hold" nodeType="clickEffect">
                                  <p:stCondLst>
                                    <p:cond delay="0"/>
                                  </p:stCondLst>
                                  <p:childTnLst>
                                    <p:set>
                                      <p:cBhvr>
                                        <p:cTn id="96" dur="1" fill="hold">
                                          <p:stCondLst>
                                            <p:cond delay="0"/>
                                          </p:stCondLst>
                                        </p:cTn>
                                        <p:tgtEl>
                                          <p:spTgt spid="8">
                                            <p:txEl>
                                              <p:pRg st="5" end="5"/>
                                            </p:txEl>
                                          </p:spTgt>
                                        </p:tgtEl>
                                        <p:attrNameLst>
                                          <p:attrName>style.visibility</p:attrName>
                                        </p:attrNameLst>
                                      </p:cBhvr>
                                      <p:to>
                                        <p:strVal val="visible"/>
                                      </p:to>
                                    </p:set>
                                    <p:animEffect transition="in" filter="fade">
                                      <p:cBhvr>
                                        <p:cTn id="97" dur="500"/>
                                        <p:tgtEl>
                                          <p:spTgt spid="8">
                                            <p:txEl>
                                              <p:pRg st="5" end="5"/>
                                            </p:txEl>
                                          </p:spTgt>
                                        </p:tgtEl>
                                      </p:cBhvr>
                                    </p:animEffect>
                                  </p:childTnLst>
                                </p:cTn>
                              </p:par>
                              <p:par>
                                <p:cTn id="98" presetID="10" presetClass="entr" presetSubtype="0" fill="hold" nodeType="withEffect">
                                  <p:stCondLst>
                                    <p:cond delay="0"/>
                                  </p:stCondLst>
                                  <p:childTnLst>
                                    <p:set>
                                      <p:cBhvr>
                                        <p:cTn id="99" dur="1" fill="hold">
                                          <p:stCondLst>
                                            <p:cond delay="0"/>
                                          </p:stCondLst>
                                        </p:cTn>
                                        <p:tgtEl>
                                          <p:spTgt spid="8">
                                            <p:txEl>
                                              <p:pRg st="6" end="6"/>
                                            </p:txEl>
                                          </p:spTgt>
                                        </p:tgtEl>
                                        <p:attrNameLst>
                                          <p:attrName>style.visibility</p:attrName>
                                        </p:attrNameLst>
                                      </p:cBhvr>
                                      <p:to>
                                        <p:strVal val="visible"/>
                                      </p:to>
                                    </p:set>
                                    <p:animEffect transition="in" filter="fade">
                                      <p:cBhvr>
                                        <p:cTn id="100" dur="500"/>
                                        <p:tgtEl>
                                          <p:spTgt spid="8">
                                            <p:txEl>
                                              <p:pRg st="6" end="6"/>
                                            </p:txEl>
                                          </p:spTgt>
                                        </p:tgtEl>
                                      </p:cBhvr>
                                    </p:animEffect>
                                  </p:childTnLst>
                                </p:cTn>
                              </p:par>
                            </p:childTnLst>
                          </p:cTn>
                        </p:par>
                      </p:childTnLst>
                    </p:cTn>
                  </p:par>
                  <p:par>
                    <p:cTn id="101" fill="hold">
                      <p:stCondLst>
                        <p:cond delay="indefinite"/>
                      </p:stCondLst>
                      <p:childTnLst>
                        <p:par>
                          <p:cTn id="102" fill="hold">
                            <p:stCondLst>
                              <p:cond delay="0"/>
                            </p:stCondLst>
                            <p:childTnLst>
                              <p:par>
                                <p:cTn id="103" presetID="10" presetClass="entr" presetSubtype="0" fill="hold" nodeType="clickEffect">
                                  <p:stCondLst>
                                    <p:cond delay="0"/>
                                  </p:stCondLst>
                                  <p:childTnLst>
                                    <p:set>
                                      <p:cBhvr>
                                        <p:cTn id="104" dur="1" fill="hold">
                                          <p:stCondLst>
                                            <p:cond delay="0"/>
                                          </p:stCondLst>
                                        </p:cTn>
                                        <p:tgtEl>
                                          <p:spTgt spid="8">
                                            <p:txEl>
                                              <p:pRg st="7" end="7"/>
                                            </p:txEl>
                                          </p:spTgt>
                                        </p:tgtEl>
                                        <p:attrNameLst>
                                          <p:attrName>style.visibility</p:attrName>
                                        </p:attrNameLst>
                                      </p:cBhvr>
                                      <p:to>
                                        <p:strVal val="visible"/>
                                      </p:to>
                                    </p:set>
                                    <p:animEffect transition="in" filter="fade">
                                      <p:cBhvr>
                                        <p:cTn id="105" dur="500"/>
                                        <p:tgtEl>
                                          <p:spTgt spid="8">
                                            <p:txEl>
                                              <p:pRg st="7" end="7"/>
                                            </p:txEl>
                                          </p:spTgt>
                                        </p:tgtEl>
                                      </p:cBhvr>
                                    </p:animEffect>
                                  </p:childTnLst>
                                </p:cTn>
                              </p:par>
                              <p:par>
                                <p:cTn id="106" presetID="10" presetClass="entr" presetSubtype="0" fill="hold" nodeType="withEffect">
                                  <p:stCondLst>
                                    <p:cond delay="0"/>
                                  </p:stCondLst>
                                  <p:childTnLst>
                                    <p:set>
                                      <p:cBhvr>
                                        <p:cTn id="107" dur="1" fill="hold">
                                          <p:stCondLst>
                                            <p:cond delay="0"/>
                                          </p:stCondLst>
                                        </p:cTn>
                                        <p:tgtEl>
                                          <p:spTgt spid="8">
                                            <p:txEl>
                                              <p:pRg st="8" end="8"/>
                                            </p:txEl>
                                          </p:spTgt>
                                        </p:tgtEl>
                                        <p:attrNameLst>
                                          <p:attrName>style.visibility</p:attrName>
                                        </p:attrNameLst>
                                      </p:cBhvr>
                                      <p:to>
                                        <p:strVal val="visible"/>
                                      </p:to>
                                    </p:set>
                                    <p:animEffect transition="in" filter="fade">
                                      <p:cBhvr>
                                        <p:cTn id="108" dur="500"/>
                                        <p:tgtEl>
                                          <p:spTgt spid="8">
                                            <p:txEl>
                                              <p:pRg st="8" end="8"/>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build="p"/>
      <p:bldP spid="4" grpId="0" animBg="1"/>
      <p:bldP spid="5" grpId="0" animBg="1"/>
      <p:bldP spid="17" grpId="0"/>
      <p:bldP spid="18" grpId="0"/>
      <p:bldP spid="19" grpId="0"/>
      <p:bldP spid="20" grpId="0"/>
      <p:bldP spid="21" grpId="0"/>
      <p:bldP spid="22" grpId="0"/>
      <p:bldP spid="23" grpId="0"/>
      <p:bldP spid="24" grpId="0"/>
      <p:bldP spid="26" grpId="0"/>
      <p:bldP spid="27" grpId="0" animBg="1"/>
      <p:bldP spid="28" grpId="0" animBg="1"/>
      <p:bldP spid="29" grpId="0" animBg="1"/>
      <p:bldP spid="33" grpId="0"/>
      <p:bldP spid="34" grpId="0"/>
      <p:bldP spid="6" grpId="0"/>
    </p:bldLst>
  </p:timing>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467544" y="2060848"/>
            <a:ext cx="8229600" cy="4389120"/>
          </a:xfrm>
        </p:spPr>
        <p:txBody>
          <a:bodyPr/>
          <a:lstStyle/>
          <a:p>
            <a:pPr marL="0" lvl="0" indent="0" algn="just">
              <a:buNone/>
            </a:pPr>
            <a:r>
              <a:rPr lang="en-US" sz="3600" b="1" dirty="0">
                <a:solidFill>
                  <a:srgbClr val="FF0000"/>
                </a:solidFill>
                <a:latin typeface="Times New Roman" panose="02020603050405020304" pitchFamily="18" charset="0"/>
                <a:cs typeface="Times New Roman" panose="02020603050405020304" pitchFamily="18" charset="0"/>
              </a:rPr>
              <a:t>Q.11)</a:t>
            </a:r>
          </a:p>
          <a:p>
            <a:pPr marL="0" lvl="0" indent="0" algn="just">
              <a:buNone/>
            </a:pPr>
            <a:r>
              <a:rPr lang="en-US" sz="3600" b="1" dirty="0">
                <a:solidFill>
                  <a:srgbClr val="FF0000"/>
                </a:solidFill>
                <a:latin typeface="Times New Roman" panose="02020603050405020304" pitchFamily="18" charset="0"/>
                <a:cs typeface="Times New Roman" panose="02020603050405020304" pitchFamily="18" charset="0"/>
              </a:rPr>
              <a:t>Two numbers A and B are in the ratio of 3 : 4. If  each number is increased by 20, then the new ratio becomes 5:6. Find the value of B.</a:t>
            </a:r>
            <a:endParaRPr lang="en-IN" sz="3600" b="1" dirty="0">
              <a:solidFill>
                <a:srgbClr val="FF0000"/>
              </a:solidFill>
              <a:latin typeface="Times New Roman" panose="02020603050405020304" pitchFamily="18" charset="0"/>
              <a:cs typeface="Times New Roman" panose="02020603050405020304" pitchFamily="18" charset="0"/>
            </a:endParaRPr>
          </a:p>
          <a:p>
            <a:pPr marL="0" indent="0">
              <a:buNone/>
            </a:pPr>
            <a:r>
              <a:rPr lang="en-US" dirty="0">
                <a:latin typeface="Times New Roman" panose="02020603050405020304" pitchFamily="18" charset="0"/>
                <a:cs typeface="Times New Roman" panose="02020603050405020304" pitchFamily="18" charset="0"/>
              </a:rPr>
              <a:t>	</a:t>
            </a:r>
            <a:r>
              <a:rPr lang="en-US" sz="3600" b="1" dirty="0">
                <a:latin typeface="Times New Roman" panose="02020603050405020304" pitchFamily="18" charset="0"/>
                <a:cs typeface="Times New Roman" panose="02020603050405020304" pitchFamily="18" charset="0"/>
              </a:rPr>
              <a:t>a)40				b)48		</a:t>
            </a:r>
          </a:p>
          <a:p>
            <a:pPr marL="0" indent="0">
              <a:buNone/>
            </a:pPr>
            <a:r>
              <a:rPr lang="en-US" sz="3600" b="1" dirty="0">
                <a:latin typeface="Times New Roman" panose="02020603050405020304" pitchFamily="18" charset="0"/>
                <a:cs typeface="Times New Roman" panose="02020603050405020304" pitchFamily="18" charset="0"/>
              </a:rPr>
              <a:t>	c)50				d)55</a:t>
            </a:r>
            <a:endParaRPr lang="en-IN" sz="3600" b="1" dirty="0">
              <a:latin typeface="Times New Roman" panose="02020603050405020304" pitchFamily="18" charset="0"/>
              <a:cs typeface="Times New Roman" panose="02020603050405020304" pitchFamily="18" charset="0"/>
            </a:endParaRPr>
          </a:p>
          <a:p>
            <a:pPr marL="0" indent="0">
              <a:buNone/>
            </a:pPr>
            <a:endParaRPr lang="en-IN" dirty="0">
              <a:latin typeface="Times New Roman" panose="02020603050405020304" pitchFamily="18" charset="0"/>
              <a:cs typeface="Times New Roman" panose="02020603050405020304" pitchFamily="18" charset="0"/>
            </a:endParaRPr>
          </a:p>
        </p:txBody>
      </p:sp>
      <p:sp>
        <p:nvSpPr>
          <p:cNvPr id="2" name="Title 1"/>
          <p:cNvSpPr>
            <a:spLocks noGrp="1"/>
          </p:cNvSpPr>
          <p:nvPr>
            <p:ph type="title"/>
          </p:nvPr>
        </p:nvSpPr>
        <p:spPr/>
        <p:txBody>
          <a:bodyPr/>
          <a:lstStyle/>
          <a:p>
            <a:pPr algn="l"/>
            <a:r>
              <a:rPr lang="en-IN" sz="4400" b="1" dirty="0"/>
              <a:t>Two Ratios Based Problems </a:t>
            </a:r>
          </a:p>
        </p:txBody>
      </p:sp>
    </p:spTree>
    <p:extLst>
      <p:ext uri="{BB962C8B-B14F-4D97-AF65-F5344CB8AC3E}">
        <p14:creationId xmlns:p14="http://schemas.microsoft.com/office/powerpoint/2010/main" val="709134139"/>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p:cNvSpPr>
            <a:spLocks noGrp="1"/>
          </p:cNvSpPr>
          <p:nvPr>
            <p:ph type="title"/>
          </p:nvPr>
        </p:nvSpPr>
        <p:spPr/>
        <p:txBody>
          <a:bodyPr/>
          <a:lstStyle/>
          <a:p>
            <a:pPr algn="l"/>
            <a:r>
              <a:rPr lang="en-IN" b="1" dirty="0">
                <a:solidFill>
                  <a:srgbClr val="00B050"/>
                </a:solidFill>
              </a:rPr>
              <a:t>Q.11)Explanation</a:t>
            </a:r>
            <a:endParaRPr lang="en-IN" dirty="0"/>
          </a:p>
        </p:txBody>
      </p:sp>
      <p:sp>
        <p:nvSpPr>
          <p:cNvPr id="5" name="Content Placeholder 4"/>
          <p:cNvSpPr>
            <a:spLocks noGrp="1"/>
          </p:cNvSpPr>
          <p:nvPr>
            <p:ph sz="quarter" idx="13"/>
          </p:nvPr>
        </p:nvSpPr>
        <p:spPr/>
        <p:txBody>
          <a:bodyPr/>
          <a:lstStyle/>
          <a:p>
            <a:pPr marL="0" indent="0">
              <a:buNone/>
            </a:pPr>
            <a:r>
              <a:rPr lang="en-IN" dirty="0"/>
              <a:t> </a:t>
            </a:r>
          </a:p>
        </p:txBody>
      </p:sp>
      <mc:AlternateContent xmlns:mc="http://schemas.openxmlformats.org/markup-compatibility/2006" xmlns:a14="http://schemas.microsoft.com/office/drawing/2010/main">
        <mc:Choice Requires="a14">
          <p:sp>
            <p:nvSpPr>
              <p:cNvPr id="6" name="Content Placeholder 5"/>
              <p:cNvSpPr>
                <a:spLocks noGrp="1"/>
              </p:cNvSpPr>
              <p:nvPr>
                <p:ph sz="quarter" idx="14"/>
              </p:nvPr>
            </p:nvSpPr>
            <p:spPr>
              <a:xfrm>
                <a:off x="4645151" y="2240280"/>
                <a:ext cx="3803904" cy="4429080"/>
              </a:xfrm>
            </p:spPr>
            <p:txBody>
              <a:bodyPr>
                <a:normAutofit/>
              </a:bodyPr>
              <a:lstStyle/>
              <a:p>
                <a:pPr marL="0" indent="0">
                  <a:buNone/>
                </a:pPr>
                <a:r>
                  <a:rPr lang="en-IN" dirty="0"/>
                  <a:t> </a:t>
                </a:r>
                <a14:m>
                  <m:oMath xmlns:m="http://schemas.openxmlformats.org/officeDocument/2006/math">
                    <m:f>
                      <m:fPr>
                        <m:ctrlPr>
                          <a:rPr lang="en-IN" sz="3600" b="1" i="1" smtClean="0">
                            <a:latin typeface="Cambria Math" panose="02040503050406030204" pitchFamily="18" charset="0"/>
                          </a:rPr>
                        </m:ctrlPr>
                      </m:fPr>
                      <m:num>
                        <m:r>
                          <a:rPr lang="en-IN" sz="3600" b="1" i="1" smtClean="0">
                            <a:latin typeface="Cambria Math"/>
                          </a:rPr>
                          <m:t>𝑨</m:t>
                        </m:r>
                      </m:num>
                      <m:den>
                        <m:r>
                          <a:rPr lang="en-IN" sz="3600" b="1" i="1" smtClean="0">
                            <a:latin typeface="Cambria Math"/>
                          </a:rPr>
                          <m:t>𝑩</m:t>
                        </m:r>
                      </m:den>
                    </m:f>
                  </m:oMath>
                </a14:m>
                <a:r>
                  <a:rPr lang="en-IN" sz="3600" b="1" dirty="0"/>
                  <a:t> =&gt;  </a:t>
                </a:r>
                <a14:m>
                  <m:oMath xmlns:m="http://schemas.openxmlformats.org/officeDocument/2006/math">
                    <m:f>
                      <m:fPr>
                        <m:ctrlPr>
                          <a:rPr lang="en-IN" sz="3600" b="1" i="1" smtClean="0">
                            <a:latin typeface="Cambria Math" panose="02040503050406030204" pitchFamily="18" charset="0"/>
                          </a:rPr>
                        </m:ctrlPr>
                      </m:fPr>
                      <m:num>
                        <m:r>
                          <a:rPr lang="en-IN" sz="3600" b="1" i="1" smtClean="0">
                            <a:latin typeface="Cambria Math"/>
                          </a:rPr>
                          <m:t>𝟑</m:t>
                        </m:r>
                        <m:r>
                          <a:rPr lang="en-IN" sz="3600" b="1" i="1" smtClean="0">
                            <a:latin typeface="Cambria Math"/>
                          </a:rPr>
                          <m:t>𝒙</m:t>
                        </m:r>
                        <m:r>
                          <a:rPr lang="en-IN" sz="3600" b="1" i="1" smtClean="0">
                            <a:latin typeface="Cambria Math"/>
                          </a:rPr>
                          <m:t>+</m:t>
                        </m:r>
                        <m:r>
                          <a:rPr lang="en-IN" sz="3600" b="1" i="1" smtClean="0">
                            <a:latin typeface="Cambria Math"/>
                          </a:rPr>
                          <m:t>𝟐𝟎</m:t>
                        </m:r>
                      </m:num>
                      <m:den>
                        <m:r>
                          <a:rPr lang="en-IN" sz="3600" b="1" i="1" smtClean="0">
                            <a:latin typeface="Cambria Math"/>
                          </a:rPr>
                          <m:t>𝟒</m:t>
                        </m:r>
                        <m:r>
                          <a:rPr lang="en-IN" sz="3600" b="1" i="1" smtClean="0">
                            <a:latin typeface="Cambria Math"/>
                          </a:rPr>
                          <m:t>𝒙</m:t>
                        </m:r>
                        <m:r>
                          <a:rPr lang="en-IN" sz="3600" b="1" i="1" smtClean="0">
                            <a:latin typeface="Cambria Math"/>
                          </a:rPr>
                          <m:t>+</m:t>
                        </m:r>
                        <m:r>
                          <a:rPr lang="en-IN" sz="3600" b="1" i="1" smtClean="0">
                            <a:latin typeface="Cambria Math"/>
                          </a:rPr>
                          <m:t>𝟐𝟎</m:t>
                        </m:r>
                      </m:den>
                    </m:f>
                  </m:oMath>
                </a14:m>
                <a:r>
                  <a:rPr lang="en-IN" sz="3600" b="1" dirty="0"/>
                  <a:t> = </a:t>
                </a:r>
                <a14:m>
                  <m:oMath xmlns:m="http://schemas.openxmlformats.org/officeDocument/2006/math">
                    <m:f>
                      <m:fPr>
                        <m:ctrlPr>
                          <a:rPr lang="en-IN" sz="3600" b="1" i="1">
                            <a:latin typeface="Cambria Math" panose="02040503050406030204" pitchFamily="18" charset="0"/>
                          </a:rPr>
                        </m:ctrlPr>
                      </m:fPr>
                      <m:num>
                        <m:r>
                          <a:rPr lang="en-IN" sz="3600" b="1" i="1" smtClean="0">
                            <a:latin typeface="Cambria Math"/>
                          </a:rPr>
                          <m:t>𝟓</m:t>
                        </m:r>
                      </m:num>
                      <m:den>
                        <m:r>
                          <a:rPr lang="en-IN" sz="3600" b="1" i="1" smtClean="0">
                            <a:latin typeface="Cambria Math"/>
                          </a:rPr>
                          <m:t>𝟔</m:t>
                        </m:r>
                      </m:den>
                    </m:f>
                  </m:oMath>
                </a14:m>
                <a:endParaRPr lang="en-IN" b="1" dirty="0"/>
              </a:p>
              <a:p>
                <a:pPr marL="0" indent="0">
                  <a:buNone/>
                </a:pPr>
                <a:endParaRPr lang="en-IN" b="1" dirty="0"/>
              </a:p>
              <a:p>
                <a:pPr marL="0" indent="0">
                  <a:buNone/>
                </a:pPr>
                <a:r>
                  <a:rPr lang="en-IN" sz="1800" b="1" dirty="0"/>
                  <a:t>Cross multiply the values,</a:t>
                </a:r>
              </a:p>
              <a:p>
                <a:pPr marL="0" indent="0">
                  <a:buNone/>
                </a:pPr>
                <a:r>
                  <a:rPr lang="en-IN" b="1" dirty="0"/>
                  <a:t>  18x + 120 = 20x + 100</a:t>
                </a:r>
              </a:p>
              <a:p>
                <a:pPr marL="0" indent="0">
                  <a:buNone/>
                </a:pPr>
                <a:r>
                  <a:rPr lang="en-IN" b="1" dirty="0"/>
                  <a:t>              </a:t>
                </a:r>
                <a14:m>
                  <m:oMath xmlns:m="http://schemas.openxmlformats.org/officeDocument/2006/math">
                    <m:r>
                      <a:rPr lang="en-IN" b="1" i="0" dirty="0" smtClean="0">
                        <a:latin typeface="Cambria Math"/>
                      </a:rPr>
                      <m:t>𝟐</m:t>
                    </m:r>
                    <m:r>
                      <a:rPr lang="en-IN" b="1" i="1" dirty="0" smtClean="0">
                        <a:latin typeface="Cambria Math"/>
                      </a:rPr>
                      <m:t>𝒙</m:t>
                    </m:r>
                  </m:oMath>
                </a14:m>
                <a:r>
                  <a:rPr lang="en-IN" b="1" dirty="0"/>
                  <a:t> = 20</a:t>
                </a:r>
              </a:p>
              <a:p>
                <a:pPr marL="0" indent="0">
                  <a:buNone/>
                </a:pPr>
                <a:r>
                  <a:rPr lang="en-IN" b="1" dirty="0"/>
                  <a:t>	  </a:t>
                </a:r>
                <a14:m>
                  <m:oMath xmlns:m="http://schemas.openxmlformats.org/officeDocument/2006/math">
                    <m:r>
                      <a:rPr lang="en-IN" b="1" i="1" dirty="0" smtClean="0">
                        <a:latin typeface="Cambria Math"/>
                      </a:rPr>
                      <m:t> </m:t>
                    </m:r>
                    <m:r>
                      <a:rPr lang="en-IN" b="1" i="1" dirty="0" smtClean="0">
                        <a:latin typeface="Cambria Math"/>
                      </a:rPr>
                      <m:t>𝒙</m:t>
                    </m:r>
                    <m:r>
                      <a:rPr lang="en-IN" b="1" i="1" dirty="0" smtClean="0">
                        <a:latin typeface="Cambria Math"/>
                      </a:rPr>
                      <m:t> </m:t>
                    </m:r>
                  </m:oMath>
                </a14:m>
                <a:r>
                  <a:rPr lang="en-IN" b="1" dirty="0"/>
                  <a:t>= 10</a:t>
                </a:r>
              </a:p>
              <a:p>
                <a:pPr marL="0" indent="0">
                  <a:buNone/>
                </a:pPr>
                <a:endParaRPr lang="en-IN" b="1" dirty="0"/>
              </a:p>
              <a:p>
                <a:pPr marL="0" indent="0">
                  <a:buNone/>
                </a:pPr>
                <a:r>
                  <a:rPr lang="en-IN" b="1" dirty="0"/>
                  <a:t>A = 3x =&gt; 3(10) = 30</a:t>
                </a:r>
              </a:p>
              <a:p>
                <a:pPr marL="0" indent="0">
                  <a:buNone/>
                </a:pPr>
                <a:r>
                  <a:rPr lang="en-IN" b="1" dirty="0">
                    <a:solidFill>
                      <a:srgbClr val="00B050"/>
                    </a:solidFill>
                  </a:rPr>
                  <a:t>B = 4x =&gt; 4(10) = 40</a:t>
                </a:r>
              </a:p>
              <a:p>
                <a:pPr marL="0" indent="0">
                  <a:buNone/>
                </a:pPr>
                <a:endParaRPr lang="en-IN" sz="1800" b="1" dirty="0"/>
              </a:p>
            </p:txBody>
          </p:sp>
        </mc:Choice>
        <mc:Fallback xmlns="">
          <p:sp>
            <p:nvSpPr>
              <p:cNvPr id="6" name="Content Placeholder 5"/>
              <p:cNvSpPr>
                <a:spLocks noGrp="1" noRot="1" noChangeAspect="1" noMove="1" noResize="1" noEditPoints="1" noAdjustHandles="1" noChangeArrowheads="1" noChangeShapeType="1" noTextEdit="1"/>
              </p:cNvSpPr>
              <p:nvPr>
                <p:ph sz="quarter" idx="14"/>
              </p:nvPr>
            </p:nvSpPr>
            <p:spPr>
              <a:xfrm>
                <a:off x="4645151" y="2240280"/>
                <a:ext cx="3803904" cy="4429080"/>
              </a:xfrm>
              <a:blipFill rotWithShape="1">
                <a:blip r:embed="rId2"/>
                <a:stretch>
                  <a:fillRect l="-2404"/>
                </a:stretch>
              </a:blipFill>
            </p:spPr>
            <p:txBody>
              <a:bodyPr/>
              <a:lstStyle/>
              <a:p>
                <a:r>
                  <a:rPr lang="en-IN">
                    <a:noFill/>
                  </a:rPr>
                  <a:t> </a:t>
                </a:r>
              </a:p>
            </p:txBody>
          </p:sp>
        </mc:Fallback>
      </mc:AlternateContent>
      <p:sp>
        <p:nvSpPr>
          <p:cNvPr id="7" name="TextBox 6"/>
          <p:cNvSpPr txBox="1"/>
          <p:nvPr/>
        </p:nvSpPr>
        <p:spPr>
          <a:xfrm>
            <a:off x="1324457" y="2635681"/>
            <a:ext cx="576064" cy="369332"/>
          </a:xfrm>
          <a:prstGeom prst="rect">
            <a:avLst/>
          </a:prstGeom>
          <a:noFill/>
          <a:ln>
            <a:solidFill>
              <a:schemeClr val="tx1"/>
            </a:solidFill>
          </a:ln>
        </p:spPr>
        <p:txBody>
          <a:bodyPr wrap="square" rtlCol="0">
            <a:spAutoFit/>
          </a:bodyPr>
          <a:lstStyle/>
          <a:p>
            <a:r>
              <a:rPr lang="en-IN" b="1" dirty="0"/>
              <a:t>  A</a:t>
            </a:r>
          </a:p>
        </p:txBody>
      </p:sp>
      <p:sp>
        <p:nvSpPr>
          <p:cNvPr id="8" name="TextBox 7"/>
          <p:cNvSpPr txBox="1"/>
          <p:nvPr/>
        </p:nvSpPr>
        <p:spPr>
          <a:xfrm>
            <a:off x="2186644" y="2635681"/>
            <a:ext cx="576064" cy="369332"/>
          </a:xfrm>
          <a:prstGeom prst="rect">
            <a:avLst/>
          </a:prstGeom>
          <a:noFill/>
          <a:ln>
            <a:solidFill>
              <a:schemeClr val="tx1"/>
            </a:solidFill>
          </a:ln>
        </p:spPr>
        <p:txBody>
          <a:bodyPr wrap="square" rtlCol="0">
            <a:spAutoFit/>
          </a:bodyPr>
          <a:lstStyle/>
          <a:p>
            <a:r>
              <a:rPr lang="en-IN" b="1" dirty="0"/>
              <a:t>  B</a:t>
            </a:r>
          </a:p>
        </p:txBody>
      </p:sp>
      <p:sp>
        <p:nvSpPr>
          <p:cNvPr id="9" name="TextBox 8"/>
          <p:cNvSpPr txBox="1"/>
          <p:nvPr/>
        </p:nvSpPr>
        <p:spPr>
          <a:xfrm>
            <a:off x="1449805" y="3194554"/>
            <a:ext cx="576064" cy="369332"/>
          </a:xfrm>
          <a:prstGeom prst="rect">
            <a:avLst/>
          </a:prstGeom>
          <a:noFill/>
        </p:spPr>
        <p:txBody>
          <a:bodyPr wrap="square" rtlCol="0">
            <a:spAutoFit/>
          </a:bodyPr>
          <a:lstStyle/>
          <a:p>
            <a:r>
              <a:rPr lang="en-IN" dirty="0"/>
              <a:t>3</a:t>
            </a:r>
          </a:p>
        </p:txBody>
      </p:sp>
      <p:sp>
        <p:nvSpPr>
          <p:cNvPr id="10" name="TextBox 9"/>
          <p:cNvSpPr txBox="1"/>
          <p:nvPr/>
        </p:nvSpPr>
        <p:spPr>
          <a:xfrm>
            <a:off x="2345750" y="3194554"/>
            <a:ext cx="576064" cy="369332"/>
          </a:xfrm>
          <a:prstGeom prst="rect">
            <a:avLst/>
          </a:prstGeom>
          <a:noFill/>
        </p:spPr>
        <p:txBody>
          <a:bodyPr wrap="square" rtlCol="0">
            <a:spAutoFit/>
          </a:bodyPr>
          <a:lstStyle/>
          <a:p>
            <a:r>
              <a:rPr lang="en-IN" dirty="0"/>
              <a:t>4</a:t>
            </a:r>
          </a:p>
        </p:txBody>
      </p:sp>
      <p:sp>
        <p:nvSpPr>
          <p:cNvPr id="11" name="TextBox 10"/>
          <p:cNvSpPr txBox="1"/>
          <p:nvPr/>
        </p:nvSpPr>
        <p:spPr>
          <a:xfrm>
            <a:off x="1371432" y="3636545"/>
            <a:ext cx="576064" cy="369332"/>
          </a:xfrm>
          <a:prstGeom prst="rect">
            <a:avLst/>
          </a:prstGeom>
          <a:noFill/>
        </p:spPr>
        <p:txBody>
          <a:bodyPr wrap="square" rtlCol="0">
            <a:spAutoFit/>
          </a:bodyPr>
          <a:lstStyle/>
          <a:p>
            <a:r>
              <a:rPr lang="en-IN" dirty="0"/>
              <a:t>3x</a:t>
            </a:r>
          </a:p>
        </p:txBody>
      </p:sp>
      <p:sp>
        <p:nvSpPr>
          <p:cNvPr id="12" name="TextBox 11"/>
          <p:cNvSpPr txBox="1"/>
          <p:nvPr/>
        </p:nvSpPr>
        <p:spPr>
          <a:xfrm>
            <a:off x="2345750" y="3636545"/>
            <a:ext cx="576064" cy="369332"/>
          </a:xfrm>
          <a:prstGeom prst="rect">
            <a:avLst/>
          </a:prstGeom>
          <a:noFill/>
        </p:spPr>
        <p:txBody>
          <a:bodyPr wrap="square" rtlCol="0">
            <a:spAutoFit/>
          </a:bodyPr>
          <a:lstStyle/>
          <a:p>
            <a:r>
              <a:rPr lang="en-IN" dirty="0"/>
              <a:t>4x</a:t>
            </a:r>
          </a:p>
        </p:txBody>
      </p:sp>
      <p:sp>
        <p:nvSpPr>
          <p:cNvPr id="13" name="TextBox 12"/>
          <p:cNvSpPr txBox="1"/>
          <p:nvPr/>
        </p:nvSpPr>
        <p:spPr>
          <a:xfrm>
            <a:off x="1449805" y="4355812"/>
            <a:ext cx="576064" cy="369332"/>
          </a:xfrm>
          <a:prstGeom prst="rect">
            <a:avLst/>
          </a:prstGeom>
          <a:noFill/>
        </p:spPr>
        <p:txBody>
          <a:bodyPr wrap="square" rtlCol="0">
            <a:spAutoFit/>
          </a:bodyPr>
          <a:lstStyle/>
          <a:p>
            <a:r>
              <a:rPr lang="en-IN" dirty="0"/>
              <a:t>5</a:t>
            </a:r>
          </a:p>
        </p:txBody>
      </p:sp>
      <p:sp>
        <p:nvSpPr>
          <p:cNvPr id="14" name="TextBox 13"/>
          <p:cNvSpPr txBox="1"/>
          <p:nvPr/>
        </p:nvSpPr>
        <p:spPr>
          <a:xfrm>
            <a:off x="2318219" y="4355812"/>
            <a:ext cx="576064" cy="369332"/>
          </a:xfrm>
          <a:prstGeom prst="rect">
            <a:avLst/>
          </a:prstGeom>
          <a:noFill/>
        </p:spPr>
        <p:txBody>
          <a:bodyPr wrap="square" rtlCol="0">
            <a:spAutoFit/>
          </a:bodyPr>
          <a:lstStyle/>
          <a:p>
            <a:r>
              <a:rPr lang="en-IN" dirty="0"/>
              <a:t>6</a:t>
            </a:r>
          </a:p>
        </p:txBody>
      </p:sp>
      <p:sp>
        <p:nvSpPr>
          <p:cNvPr id="15" name="TextBox 14"/>
          <p:cNvSpPr txBox="1"/>
          <p:nvPr/>
        </p:nvSpPr>
        <p:spPr>
          <a:xfrm>
            <a:off x="1812945" y="3077645"/>
            <a:ext cx="425849" cy="523220"/>
          </a:xfrm>
          <a:prstGeom prst="rect">
            <a:avLst/>
          </a:prstGeom>
          <a:noFill/>
        </p:spPr>
        <p:txBody>
          <a:bodyPr wrap="square" rtlCol="0">
            <a:spAutoFit/>
          </a:bodyPr>
          <a:lstStyle/>
          <a:p>
            <a:r>
              <a:rPr lang="en-IN" dirty="0"/>
              <a:t> </a:t>
            </a:r>
            <a:r>
              <a:rPr lang="en-IN" sz="2800" b="1" dirty="0"/>
              <a:t>:</a:t>
            </a:r>
            <a:endParaRPr lang="en-IN" b="1" dirty="0"/>
          </a:p>
        </p:txBody>
      </p:sp>
      <p:sp>
        <p:nvSpPr>
          <p:cNvPr id="17" name="TextBox 16"/>
          <p:cNvSpPr txBox="1"/>
          <p:nvPr/>
        </p:nvSpPr>
        <p:spPr>
          <a:xfrm>
            <a:off x="1812945" y="4278868"/>
            <a:ext cx="425849" cy="523220"/>
          </a:xfrm>
          <a:prstGeom prst="rect">
            <a:avLst/>
          </a:prstGeom>
          <a:noFill/>
        </p:spPr>
        <p:txBody>
          <a:bodyPr wrap="square" rtlCol="0">
            <a:spAutoFit/>
          </a:bodyPr>
          <a:lstStyle/>
          <a:p>
            <a:r>
              <a:rPr lang="en-IN" dirty="0"/>
              <a:t> </a:t>
            </a:r>
            <a:r>
              <a:rPr lang="en-IN" sz="2800" b="1" dirty="0"/>
              <a:t>:</a:t>
            </a:r>
            <a:endParaRPr lang="en-IN" b="1" dirty="0"/>
          </a:p>
        </p:txBody>
      </p:sp>
      <p:sp>
        <p:nvSpPr>
          <p:cNvPr id="18" name="TextBox 17"/>
          <p:cNvSpPr txBox="1"/>
          <p:nvPr/>
        </p:nvSpPr>
        <p:spPr>
          <a:xfrm>
            <a:off x="748393" y="3645060"/>
            <a:ext cx="576064" cy="369332"/>
          </a:xfrm>
          <a:prstGeom prst="rect">
            <a:avLst/>
          </a:prstGeom>
          <a:noFill/>
          <a:ln>
            <a:solidFill>
              <a:schemeClr val="tx1"/>
            </a:solidFill>
          </a:ln>
        </p:spPr>
        <p:txBody>
          <a:bodyPr wrap="square" rtlCol="0">
            <a:spAutoFit/>
          </a:bodyPr>
          <a:lstStyle/>
          <a:p>
            <a:r>
              <a:rPr lang="en-IN"/>
              <a:t>+20</a:t>
            </a:r>
            <a:endParaRPr lang="en-IN" dirty="0"/>
          </a:p>
        </p:txBody>
      </p:sp>
      <p:sp>
        <p:nvSpPr>
          <p:cNvPr id="19" name="TextBox 18"/>
          <p:cNvSpPr txBox="1"/>
          <p:nvPr/>
        </p:nvSpPr>
        <p:spPr>
          <a:xfrm>
            <a:off x="2874277" y="3641880"/>
            <a:ext cx="576064" cy="369332"/>
          </a:xfrm>
          <a:prstGeom prst="rect">
            <a:avLst/>
          </a:prstGeom>
          <a:noFill/>
          <a:ln>
            <a:solidFill>
              <a:schemeClr val="tx1"/>
            </a:solidFill>
          </a:ln>
        </p:spPr>
        <p:txBody>
          <a:bodyPr wrap="square" rtlCol="0">
            <a:spAutoFit/>
          </a:bodyPr>
          <a:lstStyle/>
          <a:p>
            <a:r>
              <a:rPr lang="en-IN" dirty="0"/>
              <a:t>+20</a:t>
            </a:r>
          </a:p>
        </p:txBody>
      </p:sp>
      <p:cxnSp>
        <p:nvCxnSpPr>
          <p:cNvPr id="23" name="Straight Arrow Connector 22"/>
          <p:cNvCxnSpPr>
            <a:endCxn id="19" idx="0"/>
          </p:cNvCxnSpPr>
          <p:nvPr/>
        </p:nvCxnSpPr>
        <p:spPr>
          <a:xfrm>
            <a:off x="2606251" y="3379220"/>
            <a:ext cx="556058" cy="262660"/>
          </a:xfrm>
          <a:prstGeom prst="straightConnector1">
            <a:avLst/>
          </a:prstGeom>
          <a:ln w="38100">
            <a:tailEnd type="arrow"/>
          </a:ln>
        </p:spPr>
        <p:style>
          <a:lnRef idx="1">
            <a:schemeClr val="accent1"/>
          </a:lnRef>
          <a:fillRef idx="0">
            <a:schemeClr val="accent1"/>
          </a:fillRef>
          <a:effectRef idx="0">
            <a:schemeClr val="accent1"/>
          </a:effectRef>
          <a:fontRef idx="minor">
            <a:schemeClr val="tx1"/>
          </a:fontRef>
        </p:style>
      </p:cxnSp>
      <p:cxnSp>
        <p:nvCxnSpPr>
          <p:cNvPr id="26" name="Straight Arrow Connector 25"/>
          <p:cNvCxnSpPr>
            <a:stCxn id="9" idx="1"/>
            <a:endCxn id="18" idx="0"/>
          </p:cNvCxnSpPr>
          <p:nvPr/>
        </p:nvCxnSpPr>
        <p:spPr>
          <a:xfrm flipH="1">
            <a:off x="1036425" y="3379220"/>
            <a:ext cx="413380" cy="265840"/>
          </a:xfrm>
          <a:prstGeom prst="straightConnector1">
            <a:avLst/>
          </a:prstGeom>
          <a:ln w="38100">
            <a:tailEnd type="arrow"/>
          </a:ln>
        </p:spPr>
        <p:style>
          <a:lnRef idx="1">
            <a:schemeClr val="accent1"/>
          </a:lnRef>
          <a:fillRef idx="0">
            <a:schemeClr val="accent1"/>
          </a:fillRef>
          <a:effectRef idx="0">
            <a:schemeClr val="accent1"/>
          </a:effectRef>
          <a:fontRef idx="minor">
            <a:schemeClr val="tx1"/>
          </a:fontRef>
        </p:style>
      </p:cxnSp>
      <p:cxnSp>
        <p:nvCxnSpPr>
          <p:cNvPr id="27" name="Straight Arrow Connector 26"/>
          <p:cNvCxnSpPr>
            <a:stCxn id="18" idx="2"/>
            <a:endCxn id="13" idx="1"/>
          </p:cNvCxnSpPr>
          <p:nvPr/>
        </p:nvCxnSpPr>
        <p:spPr>
          <a:xfrm>
            <a:off x="1036425" y="4014392"/>
            <a:ext cx="413380" cy="526086"/>
          </a:xfrm>
          <a:prstGeom prst="straightConnector1">
            <a:avLst/>
          </a:prstGeom>
          <a:ln w="38100">
            <a:tailEnd type="arrow"/>
          </a:ln>
        </p:spPr>
        <p:style>
          <a:lnRef idx="1">
            <a:schemeClr val="accent1"/>
          </a:lnRef>
          <a:fillRef idx="0">
            <a:schemeClr val="accent1"/>
          </a:fillRef>
          <a:effectRef idx="0">
            <a:schemeClr val="accent1"/>
          </a:effectRef>
          <a:fontRef idx="minor">
            <a:schemeClr val="tx1"/>
          </a:fontRef>
        </p:style>
      </p:cxnSp>
      <p:cxnSp>
        <p:nvCxnSpPr>
          <p:cNvPr id="30" name="Straight Arrow Connector 29"/>
          <p:cNvCxnSpPr>
            <a:stCxn id="19" idx="2"/>
          </p:cNvCxnSpPr>
          <p:nvPr/>
        </p:nvCxnSpPr>
        <p:spPr>
          <a:xfrm flipH="1">
            <a:off x="2609629" y="4011212"/>
            <a:ext cx="552680" cy="477520"/>
          </a:xfrm>
          <a:prstGeom prst="straightConnector1">
            <a:avLst/>
          </a:prstGeom>
          <a:ln w="38100">
            <a:tailEnd type="arrow"/>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84676336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15"/>
                                        </p:tgtEl>
                                        <p:attrNameLst>
                                          <p:attrName>style.visibility</p:attrName>
                                        </p:attrNameLst>
                                      </p:cBhvr>
                                      <p:to>
                                        <p:strVal val="visible"/>
                                      </p:to>
                                    </p:set>
                                    <p:animEffect transition="in" filter="fade">
                                      <p:cBhvr>
                                        <p:cTn id="7" dur="500"/>
                                        <p:tgtEl>
                                          <p:spTgt spid="15"/>
                                        </p:tgtEl>
                                      </p:cBhvr>
                                    </p:animEffect>
                                  </p:childTnLst>
                                </p:cTn>
                              </p:par>
                              <p:par>
                                <p:cTn id="8" presetID="10" presetClass="entr" presetSubtype="0" fill="hold" grpId="0" nodeType="withEffect">
                                  <p:stCondLst>
                                    <p:cond delay="0"/>
                                  </p:stCondLst>
                                  <p:childTnLst>
                                    <p:set>
                                      <p:cBhvr>
                                        <p:cTn id="9" dur="1" fill="hold">
                                          <p:stCondLst>
                                            <p:cond delay="0"/>
                                          </p:stCondLst>
                                        </p:cTn>
                                        <p:tgtEl>
                                          <p:spTgt spid="7"/>
                                        </p:tgtEl>
                                        <p:attrNameLst>
                                          <p:attrName>style.visibility</p:attrName>
                                        </p:attrNameLst>
                                      </p:cBhvr>
                                      <p:to>
                                        <p:strVal val="visible"/>
                                      </p:to>
                                    </p:set>
                                    <p:animEffect transition="in" filter="fade">
                                      <p:cBhvr>
                                        <p:cTn id="10" dur="500"/>
                                        <p:tgtEl>
                                          <p:spTgt spid="7"/>
                                        </p:tgtEl>
                                      </p:cBhvr>
                                    </p:animEffect>
                                  </p:childTnLst>
                                </p:cTn>
                              </p:par>
                              <p:par>
                                <p:cTn id="11" presetID="10" presetClass="entr" presetSubtype="0" fill="hold" grpId="0" nodeType="withEffect">
                                  <p:stCondLst>
                                    <p:cond delay="0"/>
                                  </p:stCondLst>
                                  <p:childTnLst>
                                    <p:set>
                                      <p:cBhvr>
                                        <p:cTn id="12" dur="1" fill="hold">
                                          <p:stCondLst>
                                            <p:cond delay="0"/>
                                          </p:stCondLst>
                                        </p:cTn>
                                        <p:tgtEl>
                                          <p:spTgt spid="8"/>
                                        </p:tgtEl>
                                        <p:attrNameLst>
                                          <p:attrName>style.visibility</p:attrName>
                                        </p:attrNameLst>
                                      </p:cBhvr>
                                      <p:to>
                                        <p:strVal val="visible"/>
                                      </p:to>
                                    </p:set>
                                    <p:animEffect transition="in" filter="fade">
                                      <p:cBhvr>
                                        <p:cTn id="13" dur="500"/>
                                        <p:tgtEl>
                                          <p:spTgt spid="8"/>
                                        </p:tgtEl>
                                      </p:cBhvr>
                                    </p:animEffect>
                                  </p:childTnLst>
                                </p:cTn>
                              </p:par>
                              <p:par>
                                <p:cTn id="14" presetID="10" presetClass="entr" presetSubtype="0" fill="hold" grpId="0" nodeType="withEffect">
                                  <p:stCondLst>
                                    <p:cond delay="0"/>
                                  </p:stCondLst>
                                  <p:childTnLst>
                                    <p:set>
                                      <p:cBhvr>
                                        <p:cTn id="15" dur="1" fill="hold">
                                          <p:stCondLst>
                                            <p:cond delay="0"/>
                                          </p:stCondLst>
                                        </p:cTn>
                                        <p:tgtEl>
                                          <p:spTgt spid="9"/>
                                        </p:tgtEl>
                                        <p:attrNameLst>
                                          <p:attrName>style.visibility</p:attrName>
                                        </p:attrNameLst>
                                      </p:cBhvr>
                                      <p:to>
                                        <p:strVal val="visible"/>
                                      </p:to>
                                    </p:set>
                                    <p:animEffect transition="in" filter="fade">
                                      <p:cBhvr>
                                        <p:cTn id="16" dur="500"/>
                                        <p:tgtEl>
                                          <p:spTgt spid="9"/>
                                        </p:tgtEl>
                                      </p:cBhvr>
                                    </p:animEffect>
                                  </p:childTnLst>
                                </p:cTn>
                              </p:par>
                              <p:par>
                                <p:cTn id="17" presetID="10" presetClass="entr" presetSubtype="0" fill="hold" grpId="0" nodeType="withEffect">
                                  <p:stCondLst>
                                    <p:cond delay="0"/>
                                  </p:stCondLst>
                                  <p:childTnLst>
                                    <p:set>
                                      <p:cBhvr>
                                        <p:cTn id="18" dur="1" fill="hold">
                                          <p:stCondLst>
                                            <p:cond delay="0"/>
                                          </p:stCondLst>
                                        </p:cTn>
                                        <p:tgtEl>
                                          <p:spTgt spid="10"/>
                                        </p:tgtEl>
                                        <p:attrNameLst>
                                          <p:attrName>style.visibility</p:attrName>
                                        </p:attrNameLst>
                                      </p:cBhvr>
                                      <p:to>
                                        <p:strVal val="visible"/>
                                      </p:to>
                                    </p:set>
                                    <p:animEffect transition="in" filter="fade">
                                      <p:cBhvr>
                                        <p:cTn id="19" dur="500"/>
                                        <p:tgtEl>
                                          <p:spTgt spid="10"/>
                                        </p:tgtEl>
                                      </p:cBhvr>
                                    </p:animEffect>
                                  </p:childTnLst>
                                </p:cTn>
                              </p:par>
                            </p:childTnLst>
                          </p:cTn>
                        </p:par>
                      </p:childTnLst>
                    </p:cTn>
                  </p:par>
                  <p:par>
                    <p:cTn id="20" fill="hold">
                      <p:stCondLst>
                        <p:cond delay="indefinite"/>
                      </p:stCondLst>
                      <p:childTnLst>
                        <p:par>
                          <p:cTn id="21" fill="hold">
                            <p:stCondLst>
                              <p:cond delay="0"/>
                            </p:stCondLst>
                            <p:childTnLst>
                              <p:par>
                                <p:cTn id="22" presetID="10" presetClass="entr" presetSubtype="0" fill="hold" nodeType="clickEffect">
                                  <p:stCondLst>
                                    <p:cond delay="0"/>
                                  </p:stCondLst>
                                  <p:childTnLst>
                                    <p:set>
                                      <p:cBhvr>
                                        <p:cTn id="23" dur="1" fill="hold">
                                          <p:stCondLst>
                                            <p:cond delay="0"/>
                                          </p:stCondLst>
                                        </p:cTn>
                                        <p:tgtEl>
                                          <p:spTgt spid="26"/>
                                        </p:tgtEl>
                                        <p:attrNameLst>
                                          <p:attrName>style.visibility</p:attrName>
                                        </p:attrNameLst>
                                      </p:cBhvr>
                                      <p:to>
                                        <p:strVal val="visible"/>
                                      </p:to>
                                    </p:set>
                                    <p:animEffect transition="in" filter="fade">
                                      <p:cBhvr>
                                        <p:cTn id="24" dur="500"/>
                                        <p:tgtEl>
                                          <p:spTgt spid="26"/>
                                        </p:tgtEl>
                                      </p:cBhvr>
                                    </p:animEffect>
                                  </p:childTnLst>
                                </p:cTn>
                              </p:par>
                              <p:par>
                                <p:cTn id="25" presetID="10" presetClass="entr" presetSubtype="0" fill="hold" nodeType="withEffect">
                                  <p:stCondLst>
                                    <p:cond delay="0"/>
                                  </p:stCondLst>
                                  <p:childTnLst>
                                    <p:set>
                                      <p:cBhvr>
                                        <p:cTn id="26" dur="1" fill="hold">
                                          <p:stCondLst>
                                            <p:cond delay="0"/>
                                          </p:stCondLst>
                                        </p:cTn>
                                        <p:tgtEl>
                                          <p:spTgt spid="23"/>
                                        </p:tgtEl>
                                        <p:attrNameLst>
                                          <p:attrName>style.visibility</p:attrName>
                                        </p:attrNameLst>
                                      </p:cBhvr>
                                      <p:to>
                                        <p:strVal val="visible"/>
                                      </p:to>
                                    </p:set>
                                    <p:animEffect transition="in" filter="fade">
                                      <p:cBhvr>
                                        <p:cTn id="27" dur="500"/>
                                        <p:tgtEl>
                                          <p:spTgt spid="23"/>
                                        </p:tgtEl>
                                      </p:cBhvr>
                                    </p:animEffect>
                                  </p:childTnLst>
                                </p:cTn>
                              </p:par>
                              <p:par>
                                <p:cTn id="28" presetID="10" presetClass="entr" presetSubtype="0" fill="hold" grpId="0" nodeType="withEffect">
                                  <p:stCondLst>
                                    <p:cond delay="0"/>
                                  </p:stCondLst>
                                  <p:childTnLst>
                                    <p:set>
                                      <p:cBhvr>
                                        <p:cTn id="29" dur="1" fill="hold">
                                          <p:stCondLst>
                                            <p:cond delay="0"/>
                                          </p:stCondLst>
                                        </p:cTn>
                                        <p:tgtEl>
                                          <p:spTgt spid="18"/>
                                        </p:tgtEl>
                                        <p:attrNameLst>
                                          <p:attrName>style.visibility</p:attrName>
                                        </p:attrNameLst>
                                      </p:cBhvr>
                                      <p:to>
                                        <p:strVal val="visible"/>
                                      </p:to>
                                    </p:set>
                                    <p:animEffect transition="in" filter="fade">
                                      <p:cBhvr>
                                        <p:cTn id="30" dur="500"/>
                                        <p:tgtEl>
                                          <p:spTgt spid="18"/>
                                        </p:tgtEl>
                                      </p:cBhvr>
                                    </p:animEffect>
                                  </p:childTnLst>
                                </p:cTn>
                              </p:par>
                              <p:par>
                                <p:cTn id="31" presetID="10" presetClass="entr" presetSubtype="0" fill="hold" grpId="0" nodeType="withEffect">
                                  <p:stCondLst>
                                    <p:cond delay="0"/>
                                  </p:stCondLst>
                                  <p:childTnLst>
                                    <p:set>
                                      <p:cBhvr>
                                        <p:cTn id="32" dur="1" fill="hold">
                                          <p:stCondLst>
                                            <p:cond delay="0"/>
                                          </p:stCondLst>
                                        </p:cTn>
                                        <p:tgtEl>
                                          <p:spTgt spid="19"/>
                                        </p:tgtEl>
                                        <p:attrNameLst>
                                          <p:attrName>style.visibility</p:attrName>
                                        </p:attrNameLst>
                                      </p:cBhvr>
                                      <p:to>
                                        <p:strVal val="visible"/>
                                      </p:to>
                                    </p:set>
                                    <p:animEffect transition="in" filter="fade">
                                      <p:cBhvr>
                                        <p:cTn id="33" dur="500"/>
                                        <p:tgtEl>
                                          <p:spTgt spid="19"/>
                                        </p:tgtEl>
                                      </p:cBhvr>
                                    </p:animEffect>
                                  </p:childTnLst>
                                </p:cTn>
                              </p:par>
                            </p:childTnLst>
                          </p:cTn>
                        </p:par>
                      </p:childTnLst>
                    </p:cTn>
                  </p:par>
                  <p:par>
                    <p:cTn id="34" fill="hold">
                      <p:stCondLst>
                        <p:cond delay="indefinite"/>
                      </p:stCondLst>
                      <p:childTnLst>
                        <p:par>
                          <p:cTn id="35" fill="hold">
                            <p:stCondLst>
                              <p:cond delay="0"/>
                            </p:stCondLst>
                            <p:childTnLst>
                              <p:par>
                                <p:cTn id="36" presetID="10" presetClass="entr" presetSubtype="0" fill="hold" nodeType="clickEffect">
                                  <p:stCondLst>
                                    <p:cond delay="0"/>
                                  </p:stCondLst>
                                  <p:childTnLst>
                                    <p:set>
                                      <p:cBhvr>
                                        <p:cTn id="37" dur="1" fill="hold">
                                          <p:stCondLst>
                                            <p:cond delay="0"/>
                                          </p:stCondLst>
                                        </p:cTn>
                                        <p:tgtEl>
                                          <p:spTgt spid="27"/>
                                        </p:tgtEl>
                                        <p:attrNameLst>
                                          <p:attrName>style.visibility</p:attrName>
                                        </p:attrNameLst>
                                      </p:cBhvr>
                                      <p:to>
                                        <p:strVal val="visible"/>
                                      </p:to>
                                    </p:set>
                                    <p:animEffect transition="in" filter="fade">
                                      <p:cBhvr>
                                        <p:cTn id="38" dur="500"/>
                                        <p:tgtEl>
                                          <p:spTgt spid="27"/>
                                        </p:tgtEl>
                                      </p:cBhvr>
                                    </p:animEffect>
                                  </p:childTnLst>
                                </p:cTn>
                              </p:par>
                              <p:par>
                                <p:cTn id="39" presetID="10" presetClass="entr" presetSubtype="0" fill="hold" nodeType="withEffect">
                                  <p:stCondLst>
                                    <p:cond delay="0"/>
                                  </p:stCondLst>
                                  <p:childTnLst>
                                    <p:set>
                                      <p:cBhvr>
                                        <p:cTn id="40" dur="1" fill="hold">
                                          <p:stCondLst>
                                            <p:cond delay="0"/>
                                          </p:stCondLst>
                                        </p:cTn>
                                        <p:tgtEl>
                                          <p:spTgt spid="30"/>
                                        </p:tgtEl>
                                        <p:attrNameLst>
                                          <p:attrName>style.visibility</p:attrName>
                                        </p:attrNameLst>
                                      </p:cBhvr>
                                      <p:to>
                                        <p:strVal val="visible"/>
                                      </p:to>
                                    </p:set>
                                    <p:animEffect transition="in" filter="fade">
                                      <p:cBhvr>
                                        <p:cTn id="41" dur="500"/>
                                        <p:tgtEl>
                                          <p:spTgt spid="30"/>
                                        </p:tgtEl>
                                      </p:cBhvr>
                                    </p:animEffect>
                                  </p:childTnLst>
                                </p:cTn>
                              </p:par>
                              <p:par>
                                <p:cTn id="42" presetID="10" presetClass="entr" presetSubtype="0" fill="hold" grpId="0" nodeType="withEffect">
                                  <p:stCondLst>
                                    <p:cond delay="0"/>
                                  </p:stCondLst>
                                  <p:childTnLst>
                                    <p:set>
                                      <p:cBhvr>
                                        <p:cTn id="43" dur="1" fill="hold">
                                          <p:stCondLst>
                                            <p:cond delay="0"/>
                                          </p:stCondLst>
                                        </p:cTn>
                                        <p:tgtEl>
                                          <p:spTgt spid="17"/>
                                        </p:tgtEl>
                                        <p:attrNameLst>
                                          <p:attrName>style.visibility</p:attrName>
                                        </p:attrNameLst>
                                      </p:cBhvr>
                                      <p:to>
                                        <p:strVal val="visible"/>
                                      </p:to>
                                    </p:set>
                                    <p:animEffect transition="in" filter="fade">
                                      <p:cBhvr>
                                        <p:cTn id="44" dur="500"/>
                                        <p:tgtEl>
                                          <p:spTgt spid="17"/>
                                        </p:tgtEl>
                                      </p:cBhvr>
                                    </p:animEffect>
                                  </p:childTnLst>
                                </p:cTn>
                              </p:par>
                              <p:par>
                                <p:cTn id="45" presetID="10" presetClass="entr" presetSubtype="0" fill="hold" grpId="0" nodeType="withEffect">
                                  <p:stCondLst>
                                    <p:cond delay="0"/>
                                  </p:stCondLst>
                                  <p:childTnLst>
                                    <p:set>
                                      <p:cBhvr>
                                        <p:cTn id="46" dur="1" fill="hold">
                                          <p:stCondLst>
                                            <p:cond delay="0"/>
                                          </p:stCondLst>
                                        </p:cTn>
                                        <p:tgtEl>
                                          <p:spTgt spid="13"/>
                                        </p:tgtEl>
                                        <p:attrNameLst>
                                          <p:attrName>style.visibility</p:attrName>
                                        </p:attrNameLst>
                                      </p:cBhvr>
                                      <p:to>
                                        <p:strVal val="visible"/>
                                      </p:to>
                                    </p:set>
                                    <p:animEffect transition="in" filter="fade">
                                      <p:cBhvr>
                                        <p:cTn id="47" dur="500"/>
                                        <p:tgtEl>
                                          <p:spTgt spid="13"/>
                                        </p:tgtEl>
                                      </p:cBhvr>
                                    </p:animEffect>
                                  </p:childTnLst>
                                </p:cTn>
                              </p:par>
                              <p:par>
                                <p:cTn id="48" presetID="10" presetClass="entr" presetSubtype="0" fill="hold" grpId="0" nodeType="withEffect">
                                  <p:stCondLst>
                                    <p:cond delay="0"/>
                                  </p:stCondLst>
                                  <p:childTnLst>
                                    <p:set>
                                      <p:cBhvr>
                                        <p:cTn id="49" dur="1" fill="hold">
                                          <p:stCondLst>
                                            <p:cond delay="0"/>
                                          </p:stCondLst>
                                        </p:cTn>
                                        <p:tgtEl>
                                          <p:spTgt spid="14"/>
                                        </p:tgtEl>
                                        <p:attrNameLst>
                                          <p:attrName>style.visibility</p:attrName>
                                        </p:attrNameLst>
                                      </p:cBhvr>
                                      <p:to>
                                        <p:strVal val="visible"/>
                                      </p:to>
                                    </p:set>
                                    <p:animEffect transition="in" filter="fade">
                                      <p:cBhvr>
                                        <p:cTn id="50" dur="500"/>
                                        <p:tgtEl>
                                          <p:spTgt spid="14"/>
                                        </p:tgtEl>
                                      </p:cBhvr>
                                    </p:animEffect>
                                  </p:childTnLst>
                                </p:cTn>
                              </p:par>
                            </p:childTnLst>
                          </p:cTn>
                        </p:par>
                      </p:childTnLst>
                    </p:cTn>
                  </p:par>
                  <p:par>
                    <p:cTn id="51" fill="hold">
                      <p:stCondLst>
                        <p:cond delay="indefinite"/>
                      </p:stCondLst>
                      <p:childTnLst>
                        <p:par>
                          <p:cTn id="52" fill="hold">
                            <p:stCondLst>
                              <p:cond delay="0"/>
                            </p:stCondLst>
                            <p:childTnLst>
                              <p:par>
                                <p:cTn id="53" presetID="10" presetClass="entr" presetSubtype="0" fill="hold" grpId="0" nodeType="clickEffect">
                                  <p:stCondLst>
                                    <p:cond delay="0"/>
                                  </p:stCondLst>
                                  <p:childTnLst>
                                    <p:set>
                                      <p:cBhvr>
                                        <p:cTn id="54" dur="1" fill="hold">
                                          <p:stCondLst>
                                            <p:cond delay="0"/>
                                          </p:stCondLst>
                                        </p:cTn>
                                        <p:tgtEl>
                                          <p:spTgt spid="11"/>
                                        </p:tgtEl>
                                        <p:attrNameLst>
                                          <p:attrName>style.visibility</p:attrName>
                                        </p:attrNameLst>
                                      </p:cBhvr>
                                      <p:to>
                                        <p:strVal val="visible"/>
                                      </p:to>
                                    </p:set>
                                    <p:animEffect transition="in" filter="fade">
                                      <p:cBhvr>
                                        <p:cTn id="55" dur="500"/>
                                        <p:tgtEl>
                                          <p:spTgt spid="11"/>
                                        </p:tgtEl>
                                      </p:cBhvr>
                                    </p:animEffect>
                                  </p:childTnLst>
                                </p:cTn>
                              </p:par>
                              <p:par>
                                <p:cTn id="56" presetID="10" presetClass="entr" presetSubtype="0" fill="hold" grpId="0" nodeType="withEffect">
                                  <p:stCondLst>
                                    <p:cond delay="0"/>
                                  </p:stCondLst>
                                  <p:childTnLst>
                                    <p:set>
                                      <p:cBhvr>
                                        <p:cTn id="57" dur="1" fill="hold">
                                          <p:stCondLst>
                                            <p:cond delay="0"/>
                                          </p:stCondLst>
                                        </p:cTn>
                                        <p:tgtEl>
                                          <p:spTgt spid="12"/>
                                        </p:tgtEl>
                                        <p:attrNameLst>
                                          <p:attrName>style.visibility</p:attrName>
                                        </p:attrNameLst>
                                      </p:cBhvr>
                                      <p:to>
                                        <p:strVal val="visible"/>
                                      </p:to>
                                    </p:set>
                                    <p:animEffect transition="in" filter="fade">
                                      <p:cBhvr>
                                        <p:cTn id="58" dur="500"/>
                                        <p:tgtEl>
                                          <p:spTgt spid="12"/>
                                        </p:tgtEl>
                                      </p:cBhvr>
                                    </p:animEffect>
                                  </p:childTnLst>
                                </p:cTn>
                              </p:par>
                            </p:childTnLst>
                          </p:cTn>
                        </p:par>
                      </p:childTnLst>
                    </p:cTn>
                  </p:par>
                  <p:par>
                    <p:cTn id="59" fill="hold">
                      <p:stCondLst>
                        <p:cond delay="indefinite"/>
                      </p:stCondLst>
                      <p:childTnLst>
                        <p:par>
                          <p:cTn id="60" fill="hold">
                            <p:stCondLst>
                              <p:cond delay="0"/>
                            </p:stCondLst>
                            <p:childTnLst>
                              <p:par>
                                <p:cTn id="61" presetID="10" presetClass="entr" presetSubtype="0" fill="hold" nodeType="clickEffect">
                                  <p:stCondLst>
                                    <p:cond delay="0"/>
                                  </p:stCondLst>
                                  <p:childTnLst>
                                    <p:set>
                                      <p:cBhvr>
                                        <p:cTn id="62" dur="1" fill="hold">
                                          <p:stCondLst>
                                            <p:cond delay="0"/>
                                          </p:stCondLst>
                                        </p:cTn>
                                        <p:tgtEl>
                                          <p:spTgt spid="6">
                                            <p:txEl>
                                              <p:pRg st="0" end="0"/>
                                            </p:txEl>
                                          </p:spTgt>
                                        </p:tgtEl>
                                        <p:attrNameLst>
                                          <p:attrName>style.visibility</p:attrName>
                                        </p:attrNameLst>
                                      </p:cBhvr>
                                      <p:to>
                                        <p:strVal val="visible"/>
                                      </p:to>
                                    </p:set>
                                    <p:animEffect transition="in" filter="fade">
                                      <p:cBhvr>
                                        <p:cTn id="63" dur="500"/>
                                        <p:tgtEl>
                                          <p:spTgt spid="6">
                                            <p:txEl>
                                              <p:pRg st="0" end="0"/>
                                            </p:txEl>
                                          </p:spTgt>
                                        </p:tgtEl>
                                      </p:cBhvr>
                                    </p:animEffect>
                                  </p:childTnLst>
                                </p:cTn>
                              </p:par>
                            </p:childTnLst>
                          </p:cTn>
                        </p:par>
                      </p:childTnLst>
                    </p:cTn>
                  </p:par>
                  <p:par>
                    <p:cTn id="64" fill="hold">
                      <p:stCondLst>
                        <p:cond delay="indefinite"/>
                      </p:stCondLst>
                      <p:childTnLst>
                        <p:par>
                          <p:cTn id="65" fill="hold">
                            <p:stCondLst>
                              <p:cond delay="0"/>
                            </p:stCondLst>
                            <p:childTnLst>
                              <p:par>
                                <p:cTn id="66" presetID="10" presetClass="entr" presetSubtype="0" fill="hold" nodeType="clickEffect">
                                  <p:stCondLst>
                                    <p:cond delay="0"/>
                                  </p:stCondLst>
                                  <p:childTnLst>
                                    <p:set>
                                      <p:cBhvr>
                                        <p:cTn id="67" dur="1" fill="hold">
                                          <p:stCondLst>
                                            <p:cond delay="0"/>
                                          </p:stCondLst>
                                        </p:cTn>
                                        <p:tgtEl>
                                          <p:spTgt spid="6">
                                            <p:txEl>
                                              <p:pRg st="2" end="2"/>
                                            </p:txEl>
                                          </p:spTgt>
                                        </p:tgtEl>
                                        <p:attrNameLst>
                                          <p:attrName>style.visibility</p:attrName>
                                        </p:attrNameLst>
                                      </p:cBhvr>
                                      <p:to>
                                        <p:strVal val="visible"/>
                                      </p:to>
                                    </p:set>
                                    <p:animEffect transition="in" filter="fade">
                                      <p:cBhvr>
                                        <p:cTn id="68" dur="500"/>
                                        <p:tgtEl>
                                          <p:spTgt spid="6">
                                            <p:txEl>
                                              <p:pRg st="2" end="2"/>
                                            </p:txEl>
                                          </p:spTgt>
                                        </p:tgtEl>
                                      </p:cBhvr>
                                    </p:animEffect>
                                  </p:childTnLst>
                                </p:cTn>
                              </p:par>
                            </p:childTnLst>
                          </p:cTn>
                        </p:par>
                      </p:childTnLst>
                    </p:cTn>
                  </p:par>
                  <p:par>
                    <p:cTn id="69" fill="hold">
                      <p:stCondLst>
                        <p:cond delay="indefinite"/>
                      </p:stCondLst>
                      <p:childTnLst>
                        <p:par>
                          <p:cTn id="70" fill="hold">
                            <p:stCondLst>
                              <p:cond delay="0"/>
                            </p:stCondLst>
                            <p:childTnLst>
                              <p:par>
                                <p:cTn id="71" presetID="10" presetClass="entr" presetSubtype="0" fill="hold" nodeType="clickEffect">
                                  <p:stCondLst>
                                    <p:cond delay="0"/>
                                  </p:stCondLst>
                                  <p:childTnLst>
                                    <p:set>
                                      <p:cBhvr>
                                        <p:cTn id="72" dur="1" fill="hold">
                                          <p:stCondLst>
                                            <p:cond delay="0"/>
                                          </p:stCondLst>
                                        </p:cTn>
                                        <p:tgtEl>
                                          <p:spTgt spid="6">
                                            <p:txEl>
                                              <p:pRg st="3" end="3"/>
                                            </p:txEl>
                                          </p:spTgt>
                                        </p:tgtEl>
                                        <p:attrNameLst>
                                          <p:attrName>style.visibility</p:attrName>
                                        </p:attrNameLst>
                                      </p:cBhvr>
                                      <p:to>
                                        <p:strVal val="visible"/>
                                      </p:to>
                                    </p:set>
                                    <p:animEffect transition="in" filter="fade">
                                      <p:cBhvr>
                                        <p:cTn id="73" dur="500"/>
                                        <p:tgtEl>
                                          <p:spTgt spid="6">
                                            <p:txEl>
                                              <p:pRg st="3" end="3"/>
                                            </p:txEl>
                                          </p:spTgt>
                                        </p:tgtEl>
                                      </p:cBhvr>
                                    </p:animEffect>
                                  </p:childTnLst>
                                </p:cTn>
                              </p:par>
                            </p:childTnLst>
                          </p:cTn>
                        </p:par>
                      </p:childTnLst>
                    </p:cTn>
                  </p:par>
                  <p:par>
                    <p:cTn id="74" fill="hold">
                      <p:stCondLst>
                        <p:cond delay="indefinite"/>
                      </p:stCondLst>
                      <p:childTnLst>
                        <p:par>
                          <p:cTn id="75" fill="hold">
                            <p:stCondLst>
                              <p:cond delay="0"/>
                            </p:stCondLst>
                            <p:childTnLst>
                              <p:par>
                                <p:cTn id="76" presetID="10" presetClass="entr" presetSubtype="0" fill="hold" nodeType="clickEffect">
                                  <p:stCondLst>
                                    <p:cond delay="0"/>
                                  </p:stCondLst>
                                  <p:childTnLst>
                                    <p:set>
                                      <p:cBhvr>
                                        <p:cTn id="77" dur="1" fill="hold">
                                          <p:stCondLst>
                                            <p:cond delay="0"/>
                                          </p:stCondLst>
                                        </p:cTn>
                                        <p:tgtEl>
                                          <p:spTgt spid="6">
                                            <p:txEl>
                                              <p:pRg st="4" end="4"/>
                                            </p:txEl>
                                          </p:spTgt>
                                        </p:tgtEl>
                                        <p:attrNameLst>
                                          <p:attrName>style.visibility</p:attrName>
                                        </p:attrNameLst>
                                      </p:cBhvr>
                                      <p:to>
                                        <p:strVal val="visible"/>
                                      </p:to>
                                    </p:set>
                                    <p:animEffect transition="in" filter="fade">
                                      <p:cBhvr>
                                        <p:cTn id="78" dur="500"/>
                                        <p:tgtEl>
                                          <p:spTgt spid="6">
                                            <p:txEl>
                                              <p:pRg st="4" end="4"/>
                                            </p:txEl>
                                          </p:spTgt>
                                        </p:tgtEl>
                                      </p:cBhvr>
                                    </p:animEffect>
                                  </p:childTnLst>
                                </p:cTn>
                              </p:par>
                            </p:childTnLst>
                          </p:cTn>
                        </p:par>
                      </p:childTnLst>
                    </p:cTn>
                  </p:par>
                  <p:par>
                    <p:cTn id="79" fill="hold">
                      <p:stCondLst>
                        <p:cond delay="indefinite"/>
                      </p:stCondLst>
                      <p:childTnLst>
                        <p:par>
                          <p:cTn id="80" fill="hold">
                            <p:stCondLst>
                              <p:cond delay="0"/>
                            </p:stCondLst>
                            <p:childTnLst>
                              <p:par>
                                <p:cTn id="81" presetID="10" presetClass="entr" presetSubtype="0" fill="hold" nodeType="clickEffect">
                                  <p:stCondLst>
                                    <p:cond delay="0"/>
                                  </p:stCondLst>
                                  <p:childTnLst>
                                    <p:set>
                                      <p:cBhvr>
                                        <p:cTn id="82" dur="1" fill="hold">
                                          <p:stCondLst>
                                            <p:cond delay="0"/>
                                          </p:stCondLst>
                                        </p:cTn>
                                        <p:tgtEl>
                                          <p:spTgt spid="6">
                                            <p:txEl>
                                              <p:pRg st="5" end="5"/>
                                            </p:txEl>
                                          </p:spTgt>
                                        </p:tgtEl>
                                        <p:attrNameLst>
                                          <p:attrName>style.visibility</p:attrName>
                                        </p:attrNameLst>
                                      </p:cBhvr>
                                      <p:to>
                                        <p:strVal val="visible"/>
                                      </p:to>
                                    </p:set>
                                    <p:animEffect transition="in" filter="fade">
                                      <p:cBhvr>
                                        <p:cTn id="83" dur="500"/>
                                        <p:tgtEl>
                                          <p:spTgt spid="6">
                                            <p:txEl>
                                              <p:pRg st="5" end="5"/>
                                            </p:txEl>
                                          </p:spTgt>
                                        </p:tgtEl>
                                      </p:cBhvr>
                                    </p:animEffect>
                                  </p:childTnLst>
                                </p:cTn>
                              </p:par>
                            </p:childTnLst>
                          </p:cTn>
                        </p:par>
                      </p:childTnLst>
                    </p:cTn>
                  </p:par>
                  <p:par>
                    <p:cTn id="84" fill="hold">
                      <p:stCondLst>
                        <p:cond delay="indefinite"/>
                      </p:stCondLst>
                      <p:childTnLst>
                        <p:par>
                          <p:cTn id="85" fill="hold">
                            <p:stCondLst>
                              <p:cond delay="0"/>
                            </p:stCondLst>
                            <p:childTnLst>
                              <p:par>
                                <p:cTn id="86" presetID="10" presetClass="entr" presetSubtype="0" fill="hold" nodeType="clickEffect">
                                  <p:stCondLst>
                                    <p:cond delay="0"/>
                                  </p:stCondLst>
                                  <p:childTnLst>
                                    <p:set>
                                      <p:cBhvr>
                                        <p:cTn id="87" dur="1" fill="hold">
                                          <p:stCondLst>
                                            <p:cond delay="0"/>
                                          </p:stCondLst>
                                        </p:cTn>
                                        <p:tgtEl>
                                          <p:spTgt spid="6">
                                            <p:txEl>
                                              <p:pRg st="7" end="7"/>
                                            </p:txEl>
                                          </p:spTgt>
                                        </p:tgtEl>
                                        <p:attrNameLst>
                                          <p:attrName>style.visibility</p:attrName>
                                        </p:attrNameLst>
                                      </p:cBhvr>
                                      <p:to>
                                        <p:strVal val="visible"/>
                                      </p:to>
                                    </p:set>
                                    <p:animEffect transition="in" filter="fade">
                                      <p:cBhvr>
                                        <p:cTn id="88" dur="500"/>
                                        <p:tgtEl>
                                          <p:spTgt spid="6">
                                            <p:txEl>
                                              <p:pRg st="7" end="7"/>
                                            </p:txEl>
                                          </p:spTgt>
                                        </p:tgtEl>
                                      </p:cBhvr>
                                    </p:animEffect>
                                  </p:childTnLst>
                                </p:cTn>
                              </p:par>
                            </p:childTnLst>
                          </p:cTn>
                        </p:par>
                      </p:childTnLst>
                    </p:cTn>
                  </p:par>
                  <p:par>
                    <p:cTn id="89" fill="hold">
                      <p:stCondLst>
                        <p:cond delay="indefinite"/>
                      </p:stCondLst>
                      <p:childTnLst>
                        <p:par>
                          <p:cTn id="90" fill="hold">
                            <p:stCondLst>
                              <p:cond delay="0"/>
                            </p:stCondLst>
                            <p:childTnLst>
                              <p:par>
                                <p:cTn id="91" presetID="10" presetClass="entr" presetSubtype="0" fill="hold" nodeType="clickEffect">
                                  <p:stCondLst>
                                    <p:cond delay="0"/>
                                  </p:stCondLst>
                                  <p:childTnLst>
                                    <p:set>
                                      <p:cBhvr>
                                        <p:cTn id="92" dur="1" fill="hold">
                                          <p:stCondLst>
                                            <p:cond delay="0"/>
                                          </p:stCondLst>
                                        </p:cTn>
                                        <p:tgtEl>
                                          <p:spTgt spid="6">
                                            <p:txEl>
                                              <p:pRg st="8" end="8"/>
                                            </p:txEl>
                                          </p:spTgt>
                                        </p:tgtEl>
                                        <p:attrNameLst>
                                          <p:attrName>style.visibility</p:attrName>
                                        </p:attrNameLst>
                                      </p:cBhvr>
                                      <p:to>
                                        <p:strVal val="visible"/>
                                      </p:to>
                                    </p:set>
                                    <p:animEffect transition="in" filter="fade">
                                      <p:cBhvr>
                                        <p:cTn id="93" dur="500"/>
                                        <p:tgtEl>
                                          <p:spTgt spid="6">
                                            <p:txEl>
                                              <p:pRg st="8" end="8"/>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animBg="1"/>
      <p:bldP spid="8" grpId="0" animBg="1"/>
      <p:bldP spid="9" grpId="0"/>
      <p:bldP spid="10" grpId="0"/>
      <p:bldP spid="11" grpId="0"/>
      <p:bldP spid="12" grpId="0"/>
      <p:bldP spid="13" grpId="0"/>
      <p:bldP spid="14" grpId="0"/>
      <p:bldP spid="15" grpId="0"/>
      <p:bldP spid="17" grpId="0"/>
      <p:bldP spid="18" grpId="0" animBg="1"/>
      <p:bldP spid="19" grpId="0" animBg="1"/>
    </p:bldLst>
  </p:timing>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p:cNvSpPr>
            <a:spLocks noGrp="1"/>
          </p:cNvSpPr>
          <p:nvPr>
            <p:ph type="title"/>
          </p:nvPr>
        </p:nvSpPr>
        <p:spPr/>
        <p:txBody>
          <a:bodyPr/>
          <a:lstStyle/>
          <a:p>
            <a:pPr algn="l"/>
            <a:r>
              <a:rPr lang="en-IN" b="1" dirty="0">
                <a:solidFill>
                  <a:srgbClr val="00B050"/>
                </a:solidFill>
              </a:rPr>
              <a:t>Q.11)Shortcut</a:t>
            </a:r>
          </a:p>
        </p:txBody>
      </p:sp>
      <p:sp>
        <p:nvSpPr>
          <p:cNvPr id="6" name="Content Placeholder 5"/>
          <p:cNvSpPr>
            <a:spLocks noGrp="1"/>
          </p:cNvSpPr>
          <p:nvPr>
            <p:ph sz="quarter" idx="13"/>
          </p:nvPr>
        </p:nvSpPr>
        <p:spPr/>
        <p:txBody>
          <a:bodyPr/>
          <a:lstStyle/>
          <a:p>
            <a:pPr marL="0" indent="0">
              <a:buNone/>
            </a:pPr>
            <a:r>
              <a:rPr lang="en-IN" sz="3200" b="1" dirty="0"/>
              <a:t> </a:t>
            </a:r>
          </a:p>
        </p:txBody>
      </p:sp>
      <p:sp>
        <p:nvSpPr>
          <p:cNvPr id="28" name="Content Placeholder 27"/>
          <p:cNvSpPr>
            <a:spLocks noGrp="1"/>
          </p:cNvSpPr>
          <p:nvPr>
            <p:ph sz="quarter" idx="14"/>
          </p:nvPr>
        </p:nvSpPr>
        <p:spPr/>
        <p:txBody>
          <a:bodyPr/>
          <a:lstStyle/>
          <a:p>
            <a:pPr marL="0" indent="0">
              <a:buNone/>
            </a:pPr>
            <a:endParaRPr lang="en-IN" dirty="0"/>
          </a:p>
          <a:p>
            <a:pPr marL="0" indent="0">
              <a:buNone/>
            </a:pPr>
            <a:r>
              <a:rPr lang="en-IN" sz="3200" b="1" dirty="0"/>
              <a:t>A = 3R = 3(10) = 30</a:t>
            </a:r>
          </a:p>
          <a:p>
            <a:pPr marL="0" indent="0">
              <a:buNone/>
            </a:pPr>
            <a:endParaRPr lang="en-IN" sz="3200" b="1" dirty="0"/>
          </a:p>
          <a:p>
            <a:pPr marL="0" indent="0">
              <a:buNone/>
            </a:pPr>
            <a:r>
              <a:rPr lang="en-IN" sz="3200" b="1" dirty="0">
                <a:solidFill>
                  <a:srgbClr val="00B050"/>
                </a:solidFill>
              </a:rPr>
              <a:t>B  = 4R = 4(10) = 40</a:t>
            </a:r>
          </a:p>
          <a:p>
            <a:pPr marL="0" indent="0">
              <a:buNone/>
            </a:pPr>
            <a:endParaRPr lang="en-IN" dirty="0"/>
          </a:p>
        </p:txBody>
      </p:sp>
      <p:sp>
        <p:nvSpPr>
          <p:cNvPr id="8" name="TextBox 7"/>
          <p:cNvSpPr txBox="1"/>
          <p:nvPr/>
        </p:nvSpPr>
        <p:spPr>
          <a:xfrm>
            <a:off x="1857518" y="2635681"/>
            <a:ext cx="576064" cy="461665"/>
          </a:xfrm>
          <a:prstGeom prst="rect">
            <a:avLst/>
          </a:prstGeom>
          <a:noFill/>
          <a:ln>
            <a:solidFill>
              <a:schemeClr val="tx1"/>
            </a:solidFill>
          </a:ln>
        </p:spPr>
        <p:txBody>
          <a:bodyPr wrap="square" rtlCol="0">
            <a:spAutoFit/>
          </a:bodyPr>
          <a:lstStyle/>
          <a:p>
            <a:r>
              <a:rPr lang="en-IN" sz="2400" b="1" dirty="0"/>
              <a:t>  A</a:t>
            </a:r>
          </a:p>
        </p:txBody>
      </p:sp>
      <p:sp>
        <p:nvSpPr>
          <p:cNvPr id="9" name="TextBox 8"/>
          <p:cNvSpPr txBox="1"/>
          <p:nvPr/>
        </p:nvSpPr>
        <p:spPr>
          <a:xfrm>
            <a:off x="2719705" y="2635681"/>
            <a:ext cx="576064" cy="461665"/>
          </a:xfrm>
          <a:prstGeom prst="rect">
            <a:avLst/>
          </a:prstGeom>
          <a:noFill/>
          <a:ln>
            <a:solidFill>
              <a:schemeClr val="tx1"/>
            </a:solidFill>
          </a:ln>
        </p:spPr>
        <p:txBody>
          <a:bodyPr wrap="square" rtlCol="0">
            <a:spAutoFit/>
          </a:bodyPr>
          <a:lstStyle/>
          <a:p>
            <a:r>
              <a:rPr lang="en-IN" sz="2400" b="1" dirty="0"/>
              <a:t>  B</a:t>
            </a:r>
          </a:p>
        </p:txBody>
      </p:sp>
      <p:sp>
        <p:nvSpPr>
          <p:cNvPr id="10" name="TextBox 9"/>
          <p:cNvSpPr txBox="1"/>
          <p:nvPr/>
        </p:nvSpPr>
        <p:spPr>
          <a:xfrm>
            <a:off x="1982866" y="3194554"/>
            <a:ext cx="576064" cy="461665"/>
          </a:xfrm>
          <a:prstGeom prst="rect">
            <a:avLst/>
          </a:prstGeom>
          <a:noFill/>
        </p:spPr>
        <p:txBody>
          <a:bodyPr wrap="square" rtlCol="0">
            <a:spAutoFit/>
          </a:bodyPr>
          <a:lstStyle/>
          <a:p>
            <a:r>
              <a:rPr lang="en-IN" sz="2400" b="1" dirty="0"/>
              <a:t>3</a:t>
            </a:r>
          </a:p>
        </p:txBody>
      </p:sp>
      <p:sp>
        <p:nvSpPr>
          <p:cNvPr id="11" name="TextBox 10"/>
          <p:cNvSpPr txBox="1"/>
          <p:nvPr/>
        </p:nvSpPr>
        <p:spPr>
          <a:xfrm>
            <a:off x="2878811" y="3194554"/>
            <a:ext cx="576064" cy="461665"/>
          </a:xfrm>
          <a:prstGeom prst="rect">
            <a:avLst/>
          </a:prstGeom>
          <a:noFill/>
        </p:spPr>
        <p:txBody>
          <a:bodyPr wrap="square" rtlCol="0">
            <a:spAutoFit/>
          </a:bodyPr>
          <a:lstStyle/>
          <a:p>
            <a:r>
              <a:rPr lang="en-IN" sz="2400" b="1" dirty="0"/>
              <a:t>4</a:t>
            </a:r>
          </a:p>
        </p:txBody>
      </p:sp>
      <p:sp>
        <p:nvSpPr>
          <p:cNvPr id="14" name="TextBox 13"/>
          <p:cNvSpPr txBox="1"/>
          <p:nvPr/>
        </p:nvSpPr>
        <p:spPr>
          <a:xfrm>
            <a:off x="1982866" y="4355812"/>
            <a:ext cx="576064" cy="461665"/>
          </a:xfrm>
          <a:prstGeom prst="rect">
            <a:avLst/>
          </a:prstGeom>
          <a:noFill/>
        </p:spPr>
        <p:txBody>
          <a:bodyPr wrap="square" rtlCol="0">
            <a:spAutoFit/>
          </a:bodyPr>
          <a:lstStyle/>
          <a:p>
            <a:r>
              <a:rPr lang="en-IN" sz="2400" b="1" dirty="0"/>
              <a:t>5</a:t>
            </a:r>
          </a:p>
        </p:txBody>
      </p:sp>
      <p:sp>
        <p:nvSpPr>
          <p:cNvPr id="15" name="TextBox 14"/>
          <p:cNvSpPr txBox="1"/>
          <p:nvPr/>
        </p:nvSpPr>
        <p:spPr>
          <a:xfrm>
            <a:off x="2851280" y="4355812"/>
            <a:ext cx="576064" cy="461665"/>
          </a:xfrm>
          <a:prstGeom prst="rect">
            <a:avLst/>
          </a:prstGeom>
          <a:noFill/>
        </p:spPr>
        <p:txBody>
          <a:bodyPr wrap="square" rtlCol="0">
            <a:spAutoFit/>
          </a:bodyPr>
          <a:lstStyle/>
          <a:p>
            <a:r>
              <a:rPr lang="en-IN" sz="2400" b="1" dirty="0"/>
              <a:t>6</a:t>
            </a:r>
          </a:p>
        </p:txBody>
      </p:sp>
      <p:sp>
        <p:nvSpPr>
          <p:cNvPr id="16" name="TextBox 15"/>
          <p:cNvSpPr txBox="1"/>
          <p:nvPr/>
        </p:nvSpPr>
        <p:spPr>
          <a:xfrm>
            <a:off x="2346006" y="3077645"/>
            <a:ext cx="425849" cy="646331"/>
          </a:xfrm>
          <a:prstGeom prst="rect">
            <a:avLst/>
          </a:prstGeom>
          <a:noFill/>
        </p:spPr>
        <p:txBody>
          <a:bodyPr wrap="square" rtlCol="0">
            <a:spAutoFit/>
          </a:bodyPr>
          <a:lstStyle/>
          <a:p>
            <a:r>
              <a:rPr lang="en-IN" sz="2400" b="1" dirty="0"/>
              <a:t> </a:t>
            </a:r>
            <a:r>
              <a:rPr lang="en-IN" sz="3600" b="1" dirty="0"/>
              <a:t>:</a:t>
            </a:r>
            <a:endParaRPr lang="en-IN" sz="2400" b="1" dirty="0"/>
          </a:p>
        </p:txBody>
      </p:sp>
      <p:sp>
        <p:nvSpPr>
          <p:cNvPr id="17" name="TextBox 16"/>
          <p:cNvSpPr txBox="1"/>
          <p:nvPr/>
        </p:nvSpPr>
        <p:spPr>
          <a:xfrm>
            <a:off x="2346006" y="4221088"/>
            <a:ext cx="425849" cy="646331"/>
          </a:xfrm>
          <a:prstGeom prst="rect">
            <a:avLst/>
          </a:prstGeom>
          <a:noFill/>
        </p:spPr>
        <p:txBody>
          <a:bodyPr wrap="square" rtlCol="0">
            <a:spAutoFit/>
          </a:bodyPr>
          <a:lstStyle/>
          <a:p>
            <a:r>
              <a:rPr lang="en-IN" sz="2400" b="1" dirty="0"/>
              <a:t> </a:t>
            </a:r>
            <a:r>
              <a:rPr lang="en-IN" sz="3600" b="1" dirty="0"/>
              <a:t>:</a:t>
            </a:r>
            <a:endParaRPr lang="en-IN" sz="2400" b="1" dirty="0"/>
          </a:p>
        </p:txBody>
      </p:sp>
      <p:sp>
        <p:nvSpPr>
          <p:cNvPr id="18" name="TextBox 17"/>
          <p:cNvSpPr txBox="1"/>
          <p:nvPr/>
        </p:nvSpPr>
        <p:spPr>
          <a:xfrm>
            <a:off x="784581" y="3638060"/>
            <a:ext cx="576064" cy="461665"/>
          </a:xfrm>
          <a:prstGeom prst="rect">
            <a:avLst/>
          </a:prstGeom>
          <a:noFill/>
          <a:ln>
            <a:solidFill>
              <a:schemeClr val="tx1"/>
            </a:solidFill>
          </a:ln>
        </p:spPr>
        <p:txBody>
          <a:bodyPr wrap="square" rtlCol="0">
            <a:spAutoFit/>
          </a:bodyPr>
          <a:lstStyle/>
          <a:p>
            <a:r>
              <a:rPr lang="en-IN" sz="2400" b="1" dirty="0"/>
              <a:t>2R</a:t>
            </a:r>
          </a:p>
        </p:txBody>
      </p:sp>
      <p:sp>
        <p:nvSpPr>
          <p:cNvPr id="19" name="TextBox 18"/>
          <p:cNvSpPr txBox="1"/>
          <p:nvPr/>
        </p:nvSpPr>
        <p:spPr>
          <a:xfrm>
            <a:off x="3707904" y="3641006"/>
            <a:ext cx="576064" cy="461665"/>
          </a:xfrm>
          <a:prstGeom prst="rect">
            <a:avLst/>
          </a:prstGeom>
          <a:noFill/>
          <a:ln>
            <a:solidFill>
              <a:schemeClr val="tx1"/>
            </a:solidFill>
          </a:ln>
        </p:spPr>
        <p:txBody>
          <a:bodyPr wrap="square" rtlCol="0">
            <a:spAutoFit/>
          </a:bodyPr>
          <a:lstStyle/>
          <a:p>
            <a:r>
              <a:rPr lang="en-IN" sz="2400" b="1" dirty="0"/>
              <a:t>2R</a:t>
            </a:r>
          </a:p>
        </p:txBody>
      </p:sp>
      <p:sp>
        <p:nvSpPr>
          <p:cNvPr id="24" name="Curved Left Arrow 23"/>
          <p:cNvSpPr/>
          <p:nvPr/>
        </p:nvSpPr>
        <p:spPr>
          <a:xfrm>
            <a:off x="3166843" y="3339255"/>
            <a:ext cx="426050" cy="1342167"/>
          </a:xfrm>
          <a:prstGeom prst="curvedLeft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sz="2400" b="1">
              <a:solidFill>
                <a:schemeClr val="tx1"/>
              </a:solidFill>
            </a:endParaRPr>
          </a:p>
        </p:txBody>
      </p:sp>
      <p:sp>
        <p:nvSpPr>
          <p:cNvPr id="25" name="Curved Left Arrow 24"/>
          <p:cNvSpPr/>
          <p:nvPr/>
        </p:nvSpPr>
        <p:spPr>
          <a:xfrm flipH="1">
            <a:off x="1498513" y="3356992"/>
            <a:ext cx="484353" cy="1409298"/>
          </a:xfrm>
          <a:prstGeom prst="curvedLeft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sz="2400" b="1">
              <a:solidFill>
                <a:schemeClr val="tx1"/>
              </a:solidFill>
            </a:endParaRPr>
          </a:p>
        </p:txBody>
      </p:sp>
      <p:sp>
        <p:nvSpPr>
          <p:cNvPr id="26" name="TextBox 25"/>
          <p:cNvSpPr txBox="1"/>
          <p:nvPr/>
        </p:nvSpPr>
        <p:spPr>
          <a:xfrm>
            <a:off x="1907704" y="5157192"/>
            <a:ext cx="1636271" cy="461665"/>
          </a:xfrm>
          <a:prstGeom prst="rect">
            <a:avLst/>
          </a:prstGeom>
          <a:noFill/>
        </p:spPr>
        <p:txBody>
          <a:bodyPr wrap="square" rtlCol="0">
            <a:spAutoFit/>
          </a:bodyPr>
          <a:lstStyle/>
          <a:p>
            <a:r>
              <a:rPr lang="en-IN" sz="2400" b="1" dirty="0"/>
              <a:t>2R = 20 </a:t>
            </a:r>
          </a:p>
        </p:txBody>
      </p:sp>
      <p:sp>
        <p:nvSpPr>
          <p:cNvPr id="27" name="TextBox 26"/>
          <p:cNvSpPr txBox="1"/>
          <p:nvPr/>
        </p:nvSpPr>
        <p:spPr>
          <a:xfrm>
            <a:off x="1907704" y="5678924"/>
            <a:ext cx="1564263" cy="461665"/>
          </a:xfrm>
          <a:prstGeom prst="rect">
            <a:avLst/>
          </a:prstGeom>
          <a:noFill/>
        </p:spPr>
        <p:txBody>
          <a:bodyPr wrap="square" rtlCol="0">
            <a:spAutoFit/>
          </a:bodyPr>
          <a:lstStyle/>
          <a:p>
            <a:r>
              <a:rPr lang="en-IN" sz="2400" b="1" dirty="0">
                <a:solidFill>
                  <a:srgbClr val="00B050"/>
                </a:solidFill>
              </a:rPr>
              <a:t>1R = 10 </a:t>
            </a:r>
          </a:p>
        </p:txBody>
      </p:sp>
    </p:spTree>
    <p:extLst>
      <p:ext uri="{BB962C8B-B14F-4D97-AF65-F5344CB8AC3E}">
        <p14:creationId xmlns:p14="http://schemas.microsoft.com/office/powerpoint/2010/main" val="30500041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8"/>
                                        </p:tgtEl>
                                        <p:attrNameLst>
                                          <p:attrName>style.visibility</p:attrName>
                                        </p:attrNameLst>
                                      </p:cBhvr>
                                      <p:to>
                                        <p:strVal val="visible"/>
                                      </p:to>
                                    </p:set>
                                    <p:animEffect transition="in" filter="fade">
                                      <p:cBhvr>
                                        <p:cTn id="7" dur="500"/>
                                        <p:tgtEl>
                                          <p:spTgt spid="8"/>
                                        </p:tgtEl>
                                      </p:cBhvr>
                                    </p:animEffect>
                                  </p:childTnLst>
                                </p:cTn>
                              </p:par>
                              <p:par>
                                <p:cTn id="8" presetID="10" presetClass="entr" presetSubtype="0" fill="hold" grpId="0" nodeType="withEffect">
                                  <p:stCondLst>
                                    <p:cond delay="0"/>
                                  </p:stCondLst>
                                  <p:childTnLst>
                                    <p:set>
                                      <p:cBhvr>
                                        <p:cTn id="9" dur="1" fill="hold">
                                          <p:stCondLst>
                                            <p:cond delay="0"/>
                                          </p:stCondLst>
                                        </p:cTn>
                                        <p:tgtEl>
                                          <p:spTgt spid="9"/>
                                        </p:tgtEl>
                                        <p:attrNameLst>
                                          <p:attrName>style.visibility</p:attrName>
                                        </p:attrNameLst>
                                      </p:cBhvr>
                                      <p:to>
                                        <p:strVal val="visible"/>
                                      </p:to>
                                    </p:set>
                                    <p:animEffect transition="in" filter="fade">
                                      <p:cBhvr>
                                        <p:cTn id="10" dur="500"/>
                                        <p:tgtEl>
                                          <p:spTgt spid="9"/>
                                        </p:tgtEl>
                                      </p:cBhvr>
                                    </p:animEffect>
                                  </p:childTnLst>
                                </p:cTn>
                              </p:par>
                              <p:par>
                                <p:cTn id="11" presetID="10" presetClass="entr" presetSubtype="0" fill="hold" grpId="0" nodeType="withEffect">
                                  <p:stCondLst>
                                    <p:cond delay="0"/>
                                  </p:stCondLst>
                                  <p:childTnLst>
                                    <p:set>
                                      <p:cBhvr>
                                        <p:cTn id="12" dur="1" fill="hold">
                                          <p:stCondLst>
                                            <p:cond delay="0"/>
                                          </p:stCondLst>
                                        </p:cTn>
                                        <p:tgtEl>
                                          <p:spTgt spid="10"/>
                                        </p:tgtEl>
                                        <p:attrNameLst>
                                          <p:attrName>style.visibility</p:attrName>
                                        </p:attrNameLst>
                                      </p:cBhvr>
                                      <p:to>
                                        <p:strVal val="visible"/>
                                      </p:to>
                                    </p:set>
                                    <p:animEffect transition="in" filter="fade">
                                      <p:cBhvr>
                                        <p:cTn id="13" dur="500"/>
                                        <p:tgtEl>
                                          <p:spTgt spid="10"/>
                                        </p:tgtEl>
                                      </p:cBhvr>
                                    </p:animEffect>
                                  </p:childTnLst>
                                </p:cTn>
                              </p:par>
                              <p:par>
                                <p:cTn id="14" presetID="10" presetClass="entr" presetSubtype="0" fill="hold" grpId="0" nodeType="withEffect">
                                  <p:stCondLst>
                                    <p:cond delay="0"/>
                                  </p:stCondLst>
                                  <p:childTnLst>
                                    <p:set>
                                      <p:cBhvr>
                                        <p:cTn id="15" dur="1" fill="hold">
                                          <p:stCondLst>
                                            <p:cond delay="0"/>
                                          </p:stCondLst>
                                        </p:cTn>
                                        <p:tgtEl>
                                          <p:spTgt spid="16"/>
                                        </p:tgtEl>
                                        <p:attrNameLst>
                                          <p:attrName>style.visibility</p:attrName>
                                        </p:attrNameLst>
                                      </p:cBhvr>
                                      <p:to>
                                        <p:strVal val="visible"/>
                                      </p:to>
                                    </p:set>
                                    <p:animEffect transition="in" filter="fade">
                                      <p:cBhvr>
                                        <p:cTn id="16" dur="500"/>
                                        <p:tgtEl>
                                          <p:spTgt spid="16"/>
                                        </p:tgtEl>
                                      </p:cBhvr>
                                    </p:animEffect>
                                  </p:childTnLst>
                                </p:cTn>
                              </p:par>
                              <p:par>
                                <p:cTn id="17" presetID="10" presetClass="entr" presetSubtype="0" fill="hold" grpId="0" nodeType="withEffect">
                                  <p:stCondLst>
                                    <p:cond delay="0"/>
                                  </p:stCondLst>
                                  <p:childTnLst>
                                    <p:set>
                                      <p:cBhvr>
                                        <p:cTn id="18" dur="1" fill="hold">
                                          <p:stCondLst>
                                            <p:cond delay="0"/>
                                          </p:stCondLst>
                                        </p:cTn>
                                        <p:tgtEl>
                                          <p:spTgt spid="11"/>
                                        </p:tgtEl>
                                        <p:attrNameLst>
                                          <p:attrName>style.visibility</p:attrName>
                                        </p:attrNameLst>
                                      </p:cBhvr>
                                      <p:to>
                                        <p:strVal val="visible"/>
                                      </p:to>
                                    </p:set>
                                    <p:animEffect transition="in" filter="fade">
                                      <p:cBhvr>
                                        <p:cTn id="19" dur="500"/>
                                        <p:tgtEl>
                                          <p:spTgt spid="11"/>
                                        </p:tgtEl>
                                      </p:cBhvr>
                                    </p:animEffect>
                                  </p:childTnLst>
                                </p:cTn>
                              </p:par>
                              <p:par>
                                <p:cTn id="20" presetID="10" presetClass="entr" presetSubtype="0" fill="hold" grpId="0" nodeType="withEffect">
                                  <p:stCondLst>
                                    <p:cond delay="0"/>
                                  </p:stCondLst>
                                  <p:childTnLst>
                                    <p:set>
                                      <p:cBhvr>
                                        <p:cTn id="21" dur="1" fill="hold">
                                          <p:stCondLst>
                                            <p:cond delay="0"/>
                                          </p:stCondLst>
                                        </p:cTn>
                                        <p:tgtEl>
                                          <p:spTgt spid="17"/>
                                        </p:tgtEl>
                                        <p:attrNameLst>
                                          <p:attrName>style.visibility</p:attrName>
                                        </p:attrNameLst>
                                      </p:cBhvr>
                                      <p:to>
                                        <p:strVal val="visible"/>
                                      </p:to>
                                    </p:set>
                                    <p:animEffect transition="in" filter="fade">
                                      <p:cBhvr>
                                        <p:cTn id="22" dur="500"/>
                                        <p:tgtEl>
                                          <p:spTgt spid="17"/>
                                        </p:tgtEl>
                                      </p:cBhvr>
                                    </p:animEffect>
                                  </p:childTnLst>
                                </p:cTn>
                              </p:par>
                              <p:par>
                                <p:cTn id="23" presetID="10" presetClass="entr" presetSubtype="0" fill="hold" grpId="0" nodeType="withEffect">
                                  <p:stCondLst>
                                    <p:cond delay="0"/>
                                  </p:stCondLst>
                                  <p:childTnLst>
                                    <p:set>
                                      <p:cBhvr>
                                        <p:cTn id="24" dur="1" fill="hold">
                                          <p:stCondLst>
                                            <p:cond delay="0"/>
                                          </p:stCondLst>
                                        </p:cTn>
                                        <p:tgtEl>
                                          <p:spTgt spid="15"/>
                                        </p:tgtEl>
                                        <p:attrNameLst>
                                          <p:attrName>style.visibility</p:attrName>
                                        </p:attrNameLst>
                                      </p:cBhvr>
                                      <p:to>
                                        <p:strVal val="visible"/>
                                      </p:to>
                                    </p:set>
                                    <p:animEffect transition="in" filter="fade">
                                      <p:cBhvr>
                                        <p:cTn id="25" dur="500"/>
                                        <p:tgtEl>
                                          <p:spTgt spid="15"/>
                                        </p:tgtEl>
                                      </p:cBhvr>
                                    </p:animEffect>
                                  </p:childTnLst>
                                </p:cTn>
                              </p:par>
                              <p:par>
                                <p:cTn id="26" presetID="10" presetClass="entr" presetSubtype="0" fill="hold" grpId="0" nodeType="withEffect">
                                  <p:stCondLst>
                                    <p:cond delay="0"/>
                                  </p:stCondLst>
                                  <p:childTnLst>
                                    <p:set>
                                      <p:cBhvr>
                                        <p:cTn id="27" dur="1" fill="hold">
                                          <p:stCondLst>
                                            <p:cond delay="0"/>
                                          </p:stCondLst>
                                        </p:cTn>
                                        <p:tgtEl>
                                          <p:spTgt spid="14"/>
                                        </p:tgtEl>
                                        <p:attrNameLst>
                                          <p:attrName>style.visibility</p:attrName>
                                        </p:attrNameLst>
                                      </p:cBhvr>
                                      <p:to>
                                        <p:strVal val="visible"/>
                                      </p:to>
                                    </p:set>
                                    <p:animEffect transition="in" filter="fade">
                                      <p:cBhvr>
                                        <p:cTn id="28" dur="500"/>
                                        <p:tgtEl>
                                          <p:spTgt spid="14"/>
                                        </p:tgtEl>
                                      </p:cBhvr>
                                    </p:animEffect>
                                  </p:childTnLst>
                                </p:cTn>
                              </p:par>
                            </p:childTnLst>
                          </p:cTn>
                        </p:par>
                      </p:childTnLst>
                    </p:cTn>
                  </p:par>
                  <p:par>
                    <p:cTn id="29" fill="hold">
                      <p:stCondLst>
                        <p:cond delay="indefinite"/>
                      </p:stCondLst>
                      <p:childTnLst>
                        <p:par>
                          <p:cTn id="30" fill="hold">
                            <p:stCondLst>
                              <p:cond delay="0"/>
                            </p:stCondLst>
                            <p:childTnLst>
                              <p:par>
                                <p:cTn id="31" presetID="10" presetClass="entr" presetSubtype="0" fill="hold" grpId="0" nodeType="clickEffect">
                                  <p:stCondLst>
                                    <p:cond delay="0"/>
                                  </p:stCondLst>
                                  <p:childTnLst>
                                    <p:set>
                                      <p:cBhvr>
                                        <p:cTn id="32" dur="1" fill="hold">
                                          <p:stCondLst>
                                            <p:cond delay="0"/>
                                          </p:stCondLst>
                                        </p:cTn>
                                        <p:tgtEl>
                                          <p:spTgt spid="25"/>
                                        </p:tgtEl>
                                        <p:attrNameLst>
                                          <p:attrName>style.visibility</p:attrName>
                                        </p:attrNameLst>
                                      </p:cBhvr>
                                      <p:to>
                                        <p:strVal val="visible"/>
                                      </p:to>
                                    </p:set>
                                    <p:animEffect transition="in" filter="fade">
                                      <p:cBhvr>
                                        <p:cTn id="33" dur="500"/>
                                        <p:tgtEl>
                                          <p:spTgt spid="25"/>
                                        </p:tgtEl>
                                      </p:cBhvr>
                                    </p:animEffect>
                                  </p:childTnLst>
                                </p:cTn>
                              </p:par>
                              <p:par>
                                <p:cTn id="34" presetID="10" presetClass="entr" presetSubtype="0" fill="hold" grpId="0" nodeType="withEffect">
                                  <p:stCondLst>
                                    <p:cond delay="0"/>
                                  </p:stCondLst>
                                  <p:childTnLst>
                                    <p:set>
                                      <p:cBhvr>
                                        <p:cTn id="35" dur="1" fill="hold">
                                          <p:stCondLst>
                                            <p:cond delay="0"/>
                                          </p:stCondLst>
                                        </p:cTn>
                                        <p:tgtEl>
                                          <p:spTgt spid="18"/>
                                        </p:tgtEl>
                                        <p:attrNameLst>
                                          <p:attrName>style.visibility</p:attrName>
                                        </p:attrNameLst>
                                      </p:cBhvr>
                                      <p:to>
                                        <p:strVal val="visible"/>
                                      </p:to>
                                    </p:set>
                                    <p:animEffect transition="in" filter="fade">
                                      <p:cBhvr>
                                        <p:cTn id="36" dur="500"/>
                                        <p:tgtEl>
                                          <p:spTgt spid="18"/>
                                        </p:tgtEl>
                                      </p:cBhvr>
                                    </p:animEffect>
                                  </p:childTnLst>
                                </p:cTn>
                              </p:par>
                            </p:childTnLst>
                          </p:cTn>
                        </p:par>
                      </p:childTnLst>
                    </p:cTn>
                  </p:par>
                  <p:par>
                    <p:cTn id="37" fill="hold">
                      <p:stCondLst>
                        <p:cond delay="indefinite"/>
                      </p:stCondLst>
                      <p:childTnLst>
                        <p:par>
                          <p:cTn id="38" fill="hold">
                            <p:stCondLst>
                              <p:cond delay="0"/>
                            </p:stCondLst>
                            <p:childTnLst>
                              <p:par>
                                <p:cTn id="39" presetID="10" presetClass="entr" presetSubtype="0" fill="hold" grpId="0" nodeType="clickEffect">
                                  <p:stCondLst>
                                    <p:cond delay="0"/>
                                  </p:stCondLst>
                                  <p:childTnLst>
                                    <p:set>
                                      <p:cBhvr>
                                        <p:cTn id="40" dur="1" fill="hold">
                                          <p:stCondLst>
                                            <p:cond delay="0"/>
                                          </p:stCondLst>
                                        </p:cTn>
                                        <p:tgtEl>
                                          <p:spTgt spid="24"/>
                                        </p:tgtEl>
                                        <p:attrNameLst>
                                          <p:attrName>style.visibility</p:attrName>
                                        </p:attrNameLst>
                                      </p:cBhvr>
                                      <p:to>
                                        <p:strVal val="visible"/>
                                      </p:to>
                                    </p:set>
                                    <p:animEffect transition="in" filter="fade">
                                      <p:cBhvr>
                                        <p:cTn id="41" dur="500"/>
                                        <p:tgtEl>
                                          <p:spTgt spid="24"/>
                                        </p:tgtEl>
                                      </p:cBhvr>
                                    </p:animEffect>
                                  </p:childTnLst>
                                </p:cTn>
                              </p:par>
                              <p:par>
                                <p:cTn id="42" presetID="10" presetClass="entr" presetSubtype="0" fill="hold" grpId="0" nodeType="withEffect">
                                  <p:stCondLst>
                                    <p:cond delay="0"/>
                                  </p:stCondLst>
                                  <p:childTnLst>
                                    <p:set>
                                      <p:cBhvr>
                                        <p:cTn id="43" dur="1" fill="hold">
                                          <p:stCondLst>
                                            <p:cond delay="0"/>
                                          </p:stCondLst>
                                        </p:cTn>
                                        <p:tgtEl>
                                          <p:spTgt spid="19"/>
                                        </p:tgtEl>
                                        <p:attrNameLst>
                                          <p:attrName>style.visibility</p:attrName>
                                        </p:attrNameLst>
                                      </p:cBhvr>
                                      <p:to>
                                        <p:strVal val="visible"/>
                                      </p:to>
                                    </p:set>
                                    <p:animEffect transition="in" filter="fade">
                                      <p:cBhvr>
                                        <p:cTn id="44" dur="500"/>
                                        <p:tgtEl>
                                          <p:spTgt spid="19"/>
                                        </p:tgtEl>
                                      </p:cBhvr>
                                    </p:animEffect>
                                  </p:childTnLst>
                                </p:cTn>
                              </p:par>
                            </p:childTnLst>
                          </p:cTn>
                        </p:par>
                      </p:childTnLst>
                    </p:cTn>
                  </p:par>
                  <p:par>
                    <p:cTn id="45" fill="hold">
                      <p:stCondLst>
                        <p:cond delay="indefinite"/>
                      </p:stCondLst>
                      <p:childTnLst>
                        <p:par>
                          <p:cTn id="46" fill="hold">
                            <p:stCondLst>
                              <p:cond delay="0"/>
                            </p:stCondLst>
                            <p:childTnLst>
                              <p:par>
                                <p:cTn id="47" presetID="10" presetClass="entr" presetSubtype="0" fill="hold" grpId="0" nodeType="clickEffect">
                                  <p:stCondLst>
                                    <p:cond delay="0"/>
                                  </p:stCondLst>
                                  <p:childTnLst>
                                    <p:set>
                                      <p:cBhvr>
                                        <p:cTn id="48" dur="1" fill="hold">
                                          <p:stCondLst>
                                            <p:cond delay="0"/>
                                          </p:stCondLst>
                                        </p:cTn>
                                        <p:tgtEl>
                                          <p:spTgt spid="26"/>
                                        </p:tgtEl>
                                        <p:attrNameLst>
                                          <p:attrName>style.visibility</p:attrName>
                                        </p:attrNameLst>
                                      </p:cBhvr>
                                      <p:to>
                                        <p:strVal val="visible"/>
                                      </p:to>
                                    </p:set>
                                    <p:animEffect transition="in" filter="fade">
                                      <p:cBhvr>
                                        <p:cTn id="49" dur="500"/>
                                        <p:tgtEl>
                                          <p:spTgt spid="26"/>
                                        </p:tgtEl>
                                      </p:cBhvr>
                                    </p:animEffect>
                                  </p:childTnLst>
                                </p:cTn>
                              </p:par>
                            </p:childTnLst>
                          </p:cTn>
                        </p:par>
                      </p:childTnLst>
                    </p:cTn>
                  </p:par>
                  <p:par>
                    <p:cTn id="50" fill="hold">
                      <p:stCondLst>
                        <p:cond delay="indefinite"/>
                      </p:stCondLst>
                      <p:childTnLst>
                        <p:par>
                          <p:cTn id="51" fill="hold">
                            <p:stCondLst>
                              <p:cond delay="0"/>
                            </p:stCondLst>
                            <p:childTnLst>
                              <p:par>
                                <p:cTn id="52" presetID="10" presetClass="entr" presetSubtype="0" fill="hold" grpId="0" nodeType="clickEffect">
                                  <p:stCondLst>
                                    <p:cond delay="0"/>
                                  </p:stCondLst>
                                  <p:childTnLst>
                                    <p:set>
                                      <p:cBhvr>
                                        <p:cTn id="53" dur="1" fill="hold">
                                          <p:stCondLst>
                                            <p:cond delay="0"/>
                                          </p:stCondLst>
                                        </p:cTn>
                                        <p:tgtEl>
                                          <p:spTgt spid="27"/>
                                        </p:tgtEl>
                                        <p:attrNameLst>
                                          <p:attrName>style.visibility</p:attrName>
                                        </p:attrNameLst>
                                      </p:cBhvr>
                                      <p:to>
                                        <p:strVal val="visible"/>
                                      </p:to>
                                    </p:set>
                                    <p:animEffect transition="in" filter="fade">
                                      <p:cBhvr>
                                        <p:cTn id="54" dur="500"/>
                                        <p:tgtEl>
                                          <p:spTgt spid="27"/>
                                        </p:tgtEl>
                                      </p:cBhvr>
                                    </p:animEffect>
                                  </p:childTnLst>
                                </p:cTn>
                              </p:par>
                            </p:childTnLst>
                          </p:cTn>
                        </p:par>
                      </p:childTnLst>
                    </p:cTn>
                  </p:par>
                  <p:par>
                    <p:cTn id="55" fill="hold">
                      <p:stCondLst>
                        <p:cond delay="indefinite"/>
                      </p:stCondLst>
                      <p:childTnLst>
                        <p:par>
                          <p:cTn id="56" fill="hold">
                            <p:stCondLst>
                              <p:cond delay="0"/>
                            </p:stCondLst>
                            <p:childTnLst>
                              <p:par>
                                <p:cTn id="57" presetID="10" presetClass="entr" presetSubtype="0" fill="hold" nodeType="clickEffect">
                                  <p:stCondLst>
                                    <p:cond delay="0"/>
                                  </p:stCondLst>
                                  <p:childTnLst>
                                    <p:set>
                                      <p:cBhvr>
                                        <p:cTn id="58" dur="1" fill="hold">
                                          <p:stCondLst>
                                            <p:cond delay="0"/>
                                          </p:stCondLst>
                                        </p:cTn>
                                        <p:tgtEl>
                                          <p:spTgt spid="28">
                                            <p:txEl>
                                              <p:pRg st="1" end="1"/>
                                            </p:txEl>
                                          </p:spTgt>
                                        </p:tgtEl>
                                        <p:attrNameLst>
                                          <p:attrName>style.visibility</p:attrName>
                                        </p:attrNameLst>
                                      </p:cBhvr>
                                      <p:to>
                                        <p:strVal val="visible"/>
                                      </p:to>
                                    </p:set>
                                    <p:animEffect transition="in" filter="fade">
                                      <p:cBhvr>
                                        <p:cTn id="59" dur="500"/>
                                        <p:tgtEl>
                                          <p:spTgt spid="28">
                                            <p:txEl>
                                              <p:pRg st="1" end="1"/>
                                            </p:txEl>
                                          </p:spTgt>
                                        </p:tgtEl>
                                      </p:cBhvr>
                                    </p:animEffect>
                                  </p:childTnLst>
                                </p:cTn>
                              </p:par>
                            </p:childTnLst>
                          </p:cTn>
                        </p:par>
                      </p:childTnLst>
                    </p:cTn>
                  </p:par>
                  <p:par>
                    <p:cTn id="60" fill="hold">
                      <p:stCondLst>
                        <p:cond delay="indefinite"/>
                      </p:stCondLst>
                      <p:childTnLst>
                        <p:par>
                          <p:cTn id="61" fill="hold">
                            <p:stCondLst>
                              <p:cond delay="0"/>
                            </p:stCondLst>
                            <p:childTnLst>
                              <p:par>
                                <p:cTn id="62" presetID="10" presetClass="entr" presetSubtype="0" fill="hold" nodeType="clickEffect">
                                  <p:stCondLst>
                                    <p:cond delay="0"/>
                                  </p:stCondLst>
                                  <p:childTnLst>
                                    <p:set>
                                      <p:cBhvr>
                                        <p:cTn id="63" dur="1" fill="hold">
                                          <p:stCondLst>
                                            <p:cond delay="0"/>
                                          </p:stCondLst>
                                        </p:cTn>
                                        <p:tgtEl>
                                          <p:spTgt spid="28">
                                            <p:txEl>
                                              <p:pRg st="3" end="3"/>
                                            </p:txEl>
                                          </p:spTgt>
                                        </p:tgtEl>
                                        <p:attrNameLst>
                                          <p:attrName>style.visibility</p:attrName>
                                        </p:attrNameLst>
                                      </p:cBhvr>
                                      <p:to>
                                        <p:strVal val="visible"/>
                                      </p:to>
                                    </p:set>
                                    <p:animEffect transition="in" filter="fade">
                                      <p:cBhvr>
                                        <p:cTn id="64" dur="500"/>
                                        <p:tgtEl>
                                          <p:spTgt spid="28">
                                            <p:txEl>
                                              <p:pRg st="3" end="3"/>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 grpId="0" animBg="1"/>
      <p:bldP spid="9" grpId="0" animBg="1"/>
      <p:bldP spid="10" grpId="0"/>
      <p:bldP spid="11" grpId="0"/>
      <p:bldP spid="14" grpId="0"/>
      <p:bldP spid="15" grpId="0"/>
      <p:bldP spid="16" grpId="0"/>
      <p:bldP spid="17" grpId="0"/>
      <p:bldP spid="18" grpId="0" animBg="1"/>
      <p:bldP spid="19" grpId="0" animBg="1"/>
      <p:bldP spid="24" grpId="0" animBg="1"/>
      <p:bldP spid="25" grpId="0" animBg="1"/>
      <p:bldP spid="26" grpId="0"/>
      <p:bldP spid="27" grpId="0"/>
    </p:bldLst>
  </p:timing>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467544" y="2060848"/>
            <a:ext cx="8229600" cy="4389120"/>
          </a:xfrm>
        </p:spPr>
        <p:txBody>
          <a:bodyPr/>
          <a:lstStyle/>
          <a:p>
            <a:pPr marL="0" lvl="0" indent="0" algn="just">
              <a:buNone/>
            </a:pPr>
            <a:r>
              <a:rPr lang="en-US" sz="3600" b="1" dirty="0">
                <a:solidFill>
                  <a:srgbClr val="FF0000"/>
                </a:solidFill>
                <a:latin typeface="Times New Roman" panose="02020603050405020304" pitchFamily="18" charset="0"/>
                <a:cs typeface="Times New Roman" panose="02020603050405020304" pitchFamily="18" charset="0"/>
              </a:rPr>
              <a:t>Q.12)</a:t>
            </a:r>
          </a:p>
          <a:p>
            <a:pPr marL="0" lvl="0" indent="0" algn="just">
              <a:buNone/>
            </a:pPr>
            <a:r>
              <a:rPr lang="en-US" sz="3600" b="1" dirty="0">
                <a:solidFill>
                  <a:srgbClr val="FF0000"/>
                </a:solidFill>
                <a:latin typeface="Times New Roman" panose="02020603050405020304" pitchFamily="18" charset="0"/>
                <a:cs typeface="Times New Roman" panose="02020603050405020304" pitchFamily="18" charset="0"/>
              </a:rPr>
              <a:t>Two numbers P and Q are in the ratio of 7 : 9. If each number is decreased by 24, then the new ratio becomes 3 : 5. Find the sum of P and Q.</a:t>
            </a:r>
            <a:endParaRPr lang="en-IN" sz="3600" b="1" dirty="0">
              <a:solidFill>
                <a:srgbClr val="FF0000"/>
              </a:solidFill>
              <a:latin typeface="Times New Roman" panose="02020603050405020304" pitchFamily="18" charset="0"/>
              <a:cs typeface="Times New Roman" panose="02020603050405020304" pitchFamily="18" charset="0"/>
            </a:endParaRPr>
          </a:p>
          <a:p>
            <a:pPr marL="0" indent="0">
              <a:buNone/>
            </a:pPr>
            <a:r>
              <a:rPr lang="en-US" dirty="0">
                <a:latin typeface="Times New Roman" panose="02020603050405020304" pitchFamily="18" charset="0"/>
                <a:cs typeface="Times New Roman" panose="02020603050405020304" pitchFamily="18" charset="0"/>
              </a:rPr>
              <a:t>	</a:t>
            </a:r>
            <a:r>
              <a:rPr lang="en-US" sz="3600" b="1" dirty="0">
                <a:latin typeface="Times New Roman" panose="02020603050405020304" pitchFamily="18" charset="0"/>
                <a:cs typeface="Times New Roman" panose="02020603050405020304" pitchFamily="18" charset="0"/>
              </a:rPr>
              <a:t>a)80				b)96	</a:t>
            </a:r>
          </a:p>
          <a:p>
            <a:pPr marL="0" indent="0">
              <a:buNone/>
            </a:pPr>
            <a:r>
              <a:rPr lang="en-US" sz="3600" b="1" dirty="0">
                <a:latin typeface="Times New Roman" panose="02020603050405020304" pitchFamily="18" charset="0"/>
                <a:cs typeface="Times New Roman" panose="02020603050405020304" pitchFamily="18" charset="0"/>
              </a:rPr>
              <a:t>	c)64				d)112</a:t>
            </a:r>
            <a:endParaRPr lang="en-IN" sz="3600" b="1" dirty="0">
              <a:latin typeface="Times New Roman" panose="02020603050405020304" pitchFamily="18" charset="0"/>
              <a:cs typeface="Times New Roman" panose="02020603050405020304" pitchFamily="18" charset="0"/>
            </a:endParaRPr>
          </a:p>
          <a:p>
            <a:pPr marL="0" indent="0">
              <a:buNone/>
            </a:pPr>
            <a:endParaRPr lang="en-IN" dirty="0">
              <a:latin typeface="Times New Roman" panose="02020603050405020304" pitchFamily="18" charset="0"/>
              <a:cs typeface="Times New Roman" panose="02020603050405020304" pitchFamily="18" charset="0"/>
            </a:endParaRPr>
          </a:p>
        </p:txBody>
      </p:sp>
      <p:sp>
        <p:nvSpPr>
          <p:cNvPr id="2" name="Title 1"/>
          <p:cNvSpPr>
            <a:spLocks noGrp="1"/>
          </p:cNvSpPr>
          <p:nvPr>
            <p:ph type="title"/>
          </p:nvPr>
        </p:nvSpPr>
        <p:spPr/>
        <p:txBody>
          <a:bodyPr/>
          <a:lstStyle/>
          <a:p>
            <a:pPr algn="l"/>
            <a:r>
              <a:rPr lang="en-IN" sz="4400" b="1" dirty="0"/>
              <a:t>Two Ratios Based Problems </a:t>
            </a:r>
          </a:p>
        </p:txBody>
      </p:sp>
    </p:spTree>
    <p:extLst>
      <p:ext uri="{BB962C8B-B14F-4D97-AF65-F5344CB8AC3E}">
        <p14:creationId xmlns:p14="http://schemas.microsoft.com/office/powerpoint/2010/main" val="3412219656"/>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p:cNvSpPr>
            <a:spLocks noGrp="1"/>
          </p:cNvSpPr>
          <p:nvPr>
            <p:ph type="title"/>
          </p:nvPr>
        </p:nvSpPr>
        <p:spPr/>
        <p:txBody>
          <a:bodyPr/>
          <a:lstStyle/>
          <a:p>
            <a:pPr algn="l"/>
            <a:r>
              <a:rPr lang="en-IN" b="1" dirty="0">
                <a:solidFill>
                  <a:srgbClr val="00B050"/>
                </a:solidFill>
              </a:rPr>
              <a:t>12)Explanation</a:t>
            </a:r>
          </a:p>
        </p:txBody>
      </p:sp>
      <mc:AlternateContent xmlns:mc="http://schemas.openxmlformats.org/markup-compatibility/2006" xmlns:a14="http://schemas.microsoft.com/office/drawing/2010/main">
        <mc:Choice Requires="a14">
          <p:sp>
            <p:nvSpPr>
              <p:cNvPr id="5" name="Content Placeholder 4"/>
              <p:cNvSpPr>
                <a:spLocks noGrp="1"/>
              </p:cNvSpPr>
              <p:nvPr>
                <p:ph sz="quarter" idx="13"/>
              </p:nvPr>
            </p:nvSpPr>
            <p:spPr>
              <a:xfrm>
                <a:off x="685800" y="2240280"/>
                <a:ext cx="3803904" cy="4213056"/>
              </a:xfrm>
            </p:spPr>
            <p:txBody>
              <a:bodyPr/>
              <a:lstStyle/>
              <a:p>
                <a:pPr marL="0" indent="0">
                  <a:buNone/>
                </a:pPr>
                <a:r>
                  <a:rPr lang="en-IN" b="1" dirty="0">
                    <a:solidFill>
                      <a:schemeClr val="tx1"/>
                    </a:solidFill>
                  </a:rPr>
                  <a:t> </a:t>
                </a:r>
              </a:p>
              <a:p>
                <a:pPr marL="0" indent="0">
                  <a:buNone/>
                </a:pPr>
                <a:endParaRPr lang="en-IN" b="1" dirty="0">
                  <a:solidFill>
                    <a:schemeClr val="tx1"/>
                  </a:solidFill>
                </a:endParaRPr>
              </a:p>
              <a:p>
                <a:pPr marL="0" indent="0">
                  <a:buNone/>
                </a:pPr>
                <a:endParaRPr lang="en-IN" b="1" dirty="0">
                  <a:solidFill>
                    <a:schemeClr val="tx1"/>
                  </a:solidFill>
                </a:endParaRPr>
              </a:p>
              <a:p>
                <a:pPr marL="0" indent="0">
                  <a:buNone/>
                </a:pPr>
                <a:endParaRPr lang="en-IN" b="1" dirty="0">
                  <a:solidFill>
                    <a:schemeClr val="tx1"/>
                  </a:solidFill>
                </a:endParaRPr>
              </a:p>
              <a:p>
                <a:pPr marL="0" indent="0">
                  <a:buNone/>
                </a:pPr>
                <a:endParaRPr lang="en-IN" b="1" dirty="0">
                  <a:solidFill>
                    <a:schemeClr val="tx1"/>
                  </a:solidFill>
                </a:endParaRPr>
              </a:p>
              <a:p>
                <a:pPr marL="0" indent="0">
                  <a:buNone/>
                </a:pPr>
                <a:endParaRPr lang="en-IN" b="1" dirty="0">
                  <a:solidFill>
                    <a:schemeClr val="tx1"/>
                  </a:solidFill>
                </a:endParaRPr>
              </a:p>
              <a:p>
                <a:pPr marL="0" indent="0">
                  <a:buNone/>
                </a:pPr>
                <a:endParaRPr lang="en-IN" b="1" dirty="0">
                  <a:solidFill>
                    <a:schemeClr val="tx1"/>
                  </a:solidFill>
                </a:endParaRPr>
              </a:p>
              <a:p>
                <a:pPr marL="0" indent="0">
                  <a:buNone/>
                </a:pPr>
                <a14:m>
                  <m:oMath xmlns:m="http://schemas.openxmlformats.org/officeDocument/2006/math">
                    <m:f>
                      <m:fPr>
                        <m:ctrlPr>
                          <a:rPr lang="en-IN" sz="3600" b="1" i="1">
                            <a:solidFill>
                              <a:schemeClr val="tx1"/>
                            </a:solidFill>
                            <a:latin typeface="Cambria Math" panose="02040503050406030204" pitchFamily="18" charset="0"/>
                          </a:rPr>
                        </m:ctrlPr>
                      </m:fPr>
                      <m:num>
                        <m:r>
                          <a:rPr lang="en-IN" sz="3600" b="1" i="1">
                            <a:solidFill>
                              <a:schemeClr val="tx1"/>
                            </a:solidFill>
                            <a:latin typeface="Cambria Math"/>
                          </a:rPr>
                          <m:t>𝑷</m:t>
                        </m:r>
                      </m:num>
                      <m:den>
                        <m:r>
                          <a:rPr lang="en-IN" sz="3600" b="1" i="1">
                            <a:solidFill>
                              <a:schemeClr val="tx1"/>
                            </a:solidFill>
                            <a:latin typeface="Cambria Math"/>
                          </a:rPr>
                          <m:t>𝑸</m:t>
                        </m:r>
                      </m:den>
                    </m:f>
                  </m:oMath>
                </a14:m>
                <a:r>
                  <a:rPr lang="en-IN" sz="3600" b="1" dirty="0">
                    <a:solidFill>
                      <a:schemeClr val="tx1"/>
                    </a:solidFill>
                  </a:rPr>
                  <a:t> =&gt;  </a:t>
                </a:r>
                <a14:m>
                  <m:oMath xmlns:m="http://schemas.openxmlformats.org/officeDocument/2006/math">
                    <m:f>
                      <m:fPr>
                        <m:ctrlPr>
                          <a:rPr lang="en-IN" sz="3600" b="1" i="1">
                            <a:solidFill>
                              <a:schemeClr val="tx1"/>
                            </a:solidFill>
                            <a:latin typeface="Cambria Math" panose="02040503050406030204" pitchFamily="18" charset="0"/>
                          </a:rPr>
                        </m:ctrlPr>
                      </m:fPr>
                      <m:num>
                        <m:r>
                          <a:rPr lang="en-IN" sz="3600" b="1" i="1">
                            <a:solidFill>
                              <a:schemeClr val="tx1"/>
                            </a:solidFill>
                            <a:latin typeface="Cambria Math"/>
                          </a:rPr>
                          <m:t>𝟕</m:t>
                        </m:r>
                        <m:r>
                          <a:rPr lang="en-IN" sz="3600" b="1" i="1">
                            <a:solidFill>
                              <a:schemeClr val="tx1"/>
                            </a:solidFill>
                            <a:latin typeface="Cambria Math"/>
                          </a:rPr>
                          <m:t>𝒙</m:t>
                        </m:r>
                        <m:r>
                          <a:rPr lang="en-IN" sz="3600" b="1" i="1">
                            <a:solidFill>
                              <a:schemeClr val="tx1"/>
                            </a:solidFill>
                            <a:latin typeface="Cambria Math"/>
                          </a:rPr>
                          <m:t>−</m:t>
                        </m:r>
                        <m:r>
                          <a:rPr lang="en-IN" sz="3600" b="1" i="1">
                            <a:solidFill>
                              <a:schemeClr val="tx1"/>
                            </a:solidFill>
                            <a:latin typeface="Cambria Math"/>
                          </a:rPr>
                          <m:t>𝟐𝟒</m:t>
                        </m:r>
                      </m:num>
                      <m:den>
                        <m:r>
                          <a:rPr lang="en-IN" sz="3600" b="1" i="1">
                            <a:solidFill>
                              <a:schemeClr val="tx1"/>
                            </a:solidFill>
                            <a:latin typeface="Cambria Math"/>
                          </a:rPr>
                          <m:t>𝟗</m:t>
                        </m:r>
                        <m:r>
                          <a:rPr lang="en-IN" sz="3600" b="1" i="1">
                            <a:solidFill>
                              <a:schemeClr val="tx1"/>
                            </a:solidFill>
                            <a:latin typeface="Cambria Math"/>
                          </a:rPr>
                          <m:t>𝒙</m:t>
                        </m:r>
                        <m:r>
                          <a:rPr lang="en-IN" sz="3600" b="1" i="1">
                            <a:solidFill>
                              <a:schemeClr val="tx1"/>
                            </a:solidFill>
                            <a:latin typeface="Cambria Math"/>
                          </a:rPr>
                          <m:t>−</m:t>
                        </m:r>
                        <m:r>
                          <a:rPr lang="en-IN" sz="3600" b="1" i="1">
                            <a:solidFill>
                              <a:schemeClr val="tx1"/>
                            </a:solidFill>
                            <a:latin typeface="Cambria Math"/>
                          </a:rPr>
                          <m:t>𝟐𝟒</m:t>
                        </m:r>
                      </m:den>
                    </m:f>
                  </m:oMath>
                </a14:m>
                <a:r>
                  <a:rPr lang="en-IN" sz="3600" b="1" dirty="0">
                    <a:solidFill>
                      <a:schemeClr val="tx1"/>
                    </a:solidFill>
                  </a:rPr>
                  <a:t> = </a:t>
                </a:r>
                <a14:m>
                  <m:oMath xmlns:m="http://schemas.openxmlformats.org/officeDocument/2006/math">
                    <m:f>
                      <m:fPr>
                        <m:ctrlPr>
                          <a:rPr lang="en-IN" sz="3600" b="1" i="1">
                            <a:solidFill>
                              <a:schemeClr val="tx1"/>
                            </a:solidFill>
                            <a:latin typeface="Cambria Math" panose="02040503050406030204" pitchFamily="18" charset="0"/>
                          </a:rPr>
                        </m:ctrlPr>
                      </m:fPr>
                      <m:num>
                        <m:r>
                          <a:rPr lang="en-IN" sz="3600" b="1" i="1">
                            <a:solidFill>
                              <a:schemeClr val="tx1"/>
                            </a:solidFill>
                            <a:latin typeface="Cambria Math"/>
                          </a:rPr>
                          <m:t>𝟑</m:t>
                        </m:r>
                      </m:num>
                      <m:den>
                        <m:r>
                          <a:rPr lang="en-IN" sz="3600" b="1" i="1">
                            <a:solidFill>
                              <a:schemeClr val="tx1"/>
                            </a:solidFill>
                            <a:latin typeface="Cambria Math"/>
                          </a:rPr>
                          <m:t>𝟓</m:t>
                        </m:r>
                      </m:den>
                    </m:f>
                  </m:oMath>
                </a14:m>
                <a:endParaRPr lang="en-IN" b="1" dirty="0">
                  <a:solidFill>
                    <a:schemeClr val="tx1"/>
                  </a:solidFill>
                </a:endParaRPr>
              </a:p>
            </p:txBody>
          </p:sp>
        </mc:Choice>
        <mc:Fallback xmlns="">
          <p:sp>
            <p:nvSpPr>
              <p:cNvPr id="5" name="Content Placeholder 4"/>
              <p:cNvSpPr>
                <a:spLocks noGrp="1" noRot="1" noChangeAspect="1" noMove="1" noResize="1" noEditPoints="1" noAdjustHandles="1" noChangeArrowheads="1" noChangeShapeType="1" noTextEdit="1"/>
              </p:cNvSpPr>
              <p:nvPr>
                <p:ph sz="quarter" idx="13"/>
              </p:nvPr>
            </p:nvSpPr>
            <p:spPr>
              <a:xfrm>
                <a:off x="685800" y="2240280"/>
                <a:ext cx="3803904" cy="4213056"/>
              </a:xfrm>
              <a:blipFill rotWithShape="1">
                <a:blip r:embed="rId2"/>
                <a:stretch>
                  <a:fillRect/>
                </a:stretch>
              </a:blipFill>
            </p:spPr>
            <p:txBody>
              <a:bodyPr/>
              <a:lstStyle/>
              <a:p>
                <a:r>
                  <a:rPr lang="en-IN">
                    <a:noFill/>
                  </a:rPr>
                  <a:t> </a:t>
                </a:r>
              </a:p>
            </p:txBody>
          </p:sp>
        </mc:Fallback>
      </mc:AlternateContent>
      <mc:AlternateContent xmlns:mc="http://schemas.openxmlformats.org/markup-compatibility/2006" xmlns:a14="http://schemas.microsoft.com/office/drawing/2010/main">
        <mc:Choice Requires="a14">
          <p:sp>
            <p:nvSpPr>
              <p:cNvPr id="6" name="Content Placeholder 5"/>
              <p:cNvSpPr>
                <a:spLocks noGrp="1"/>
              </p:cNvSpPr>
              <p:nvPr>
                <p:ph sz="quarter" idx="14"/>
              </p:nvPr>
            </p:nvSpPr>
            <p:spPr>
              <a:xfrm>
                <a:off x="4645151" y="2240280"/>
                <a:ext cx="3803904" cy="4429080"/>
              </a:xfrm>
            </p:spPr>
            <p:txBody>
              <a:bodyPr>
                <a:normAutofit/>
              </a:bodyPr>
              <a:lstStyle/>
              <a:p>
                <a:pPr marL="0" indent="0">
                  <a:buNone/>
                </a:pPr>
                <a:r>
                  <a:rPr lang="en-IN" sz="2000" b="1" dirty="0">
                    <a:solidFill>
                      <a:srgbClr val="FF0000"/>
                    </a:solidFill>
                  </a:rPr>
                  <a:t>Cross multiply the values,</a:t>
                </a:r>
              </a:p>
              <a:p>
                <a:pPr marL="0" indent="0">
                  <a:buNone/>
                </a:pPr>
                <a:r>
                  <a:rPr lang="en-IN" sz="2800" b="1" dirty="0">
                    <a:solidFill>
                      <a:schemeClr val="tx1"/>
                    </a:solidFill>
                  </a:rPr>
                  <a:t>  35x - 120 = 27x - 72</a:t>
                </a:r>
              </a:p>
              <a:p>
                <a:pPr marL="0" indent="0">
                  <a:buNone/>
                </a:pPr>
                <a:r>
                  <a:rPr lang="en-IN" sz="2800" b="1" dirty="0">
                    <a:solidFill>
                      <a:schemeClr val="tx1"/>
                    </a:solidFill>
                  </a:rPr>
                  <a:t>             </a:t>
                </a:r>
                <a14:m>
                  <m:oMath xmlns:m="http://schemas.openxmlformats.org/officeDocument/2006/math">
                    <m:r>
                      <a:rPr lang="en-IN" sz="2800" b="1" i="1" dirty="0" smtClean="0">
                        <a:solidFill>
                          <a:schemeClr val="tx1"/>
                        </a:solidFill>
                        <a:latin typeface="Cambria Math"/>
                      </a:rPr>
                      <m:t>𝟖</m:t>
                    </m:r>
                    <m:r>
                      <a:rPr lang="en-IN" sz="2800" b="1" i="1" dirty="0" smtClean="0">
                        <a:solidFill>
                          <a:schemeClr val="tx1"/>
                        </a:solidFill>
                        <a:latin typeface="Cambria Math"/>
                      </a:rPr>
                      <m:t>𝒙</m:t>
                    </m:r>
                  </m:oMath>
                </a14:m>
                <a:r>
                  <a:rPr lang="en-IN" sz="2800" b="1" dirty="0">
                    <a:solidFill>
                      <a:schemeClr val="tx1"/>
                    </a:solidFill>
                  </a:rPr>
                  <a:t> = 48</a:t>
                </a:r>
              </a:p>
              <a:p>
                <a:pPr marL="0" indent="0">
                  <a:buNone/>
                </a:pPr>
                <a:r>
                  <a:rPr lang="en-IN" sz="2800" b="1" dirty="0">
                    <a:solidFill>
                      <a:schemeClr val="tx1"/>
                    </a:solidFill>
                  </a:rPr>
                  <a:t>	   </a:t>
                </a:r>
                <a14:m>
                  <m:oMath xmlns:m="http://schemas.openxmlformats.org/officeDocument/2006/math">
                    <m:r>
                      <a:rPr lang="en-IN" sz="2800" b="1" i="0" dirty="0" smtClean="0">
                        <a:solidFill>
                          <a:schemeClr val="tx1"/>
                        </a:solidFill>
                        <a:latin typeface="Cambria Math"/>
                      </a:rPr>
                      <m:t>  </m:t>
                    </m:r>
                    <m:r>
                      <a:rPr lang="en-IN" sz="2800" b="1" i="1" dirty="0" smtClean="0">
                        <a:solidFill>
                          <a:schemeClr val="tx1"/>
                        </a:solidFill>
                        <a:latin typeface="Cambria Math"/>
                      </a:rPr>
                      <m:t> </m:t>
                    </m:r>
                    <m:r>
                      <a:rPr lang="en-IN" sz="2800" b="1" i="1" dirty="0" smtClean="0">
                        <a:solidFill>
                          <a:schemeClr val="tx1"/>
                        </a:solidFill>
                        <a:latin typeface="Cambria Math"/>
                      </a:rPr>
                      <m:t>𝒙</m:t>
                    </m:r>
                    <m:r>
                      <a:rPr lang="en-IN" sz="2800" b="1" i="1" dirty="0" smtClean="0">
                        <a:solidFill>
                          <a:schemeClr val="tx1"/>
                        </a:solidFill>
                        <a:latin typeface="Cambria Math"/>
                      </a:rPr>
                      <m:t> </m:t>
                    </m:r>
                  </m:oMath>
                </a14:m>
                <a:r>
                  <a:rPr lang="en-IN" sz="2800" b="1" dirty="0">
                    <a:solidFill>
                      <a:schemeClr val="tx1"/>
                    </a:solidFill>
                  </a:rPr>
                  <a:t>= 6</a:t>
                </a:r>
              </a:p>
              <a:p>
                <a:pPr marL="0" indent="0">
                  <a:buNone/>
                </a:pPr>
                <a:endParaRPr lang="en-IN" sz="2800" b="1" dirty="0">
                  <a:solidFill>
                    <a:schemeClr val="tx1"/>
                  </a:solidFill>
                </a:endParaRPr>
              </a:p>
              <a:p>
                <a:pPr marL="0" indent="0">
                  <a:buNone/>
                </a:pPr>
                <a:r>
                  <a:rPr lang="en-IN" sz="2800" b="1" dirty="0">
                    <a:solidFill>
                      <a:schemeClr val="tx1"/>
                    </a:solidFill>
                  </a:rPr>
                  <a:t>P = 7x =&gt; 7(6) = 42</a:t>
                </a:r>
              </a:p>
              <a:p>
                <a:pPr marL="0" indent="0">
                  <a:buNone/>
                </a:pPr>
                <a:r>
                  <a:rPr lang="en-IN" sz="2800" b="1" dirty="0">
                    <a:solidFill>
                      <a:schemeClr val="tx1"/>
                    </a:solidFill>
                  </a:rPr>
                  <a:t>Q = 9x =&gt; 9(6) = 54</a:t>
                </a:r>
              </a:p>
              <a:p>
                <a:pPr marL="0" indent="0">
                  <a:buNone/>
                </a:pPr>
                <a:endParaRPr lang="en-IN" sz="2000" b="1" dirty="0">
                  <a:solidFill>
                    <a:schemeClr val="tx1"/>
                  </a:solidFill>
                </a:endParaRPr>
              </a:p>
              <a:p>
                <a:pPr marL="0" indent="0">
                  <a:buNone/>
                </a:pPr>
                <a:r>
                  <a:rPr lang="en-IN" sz="2800" b="1" dirty="0">
                    <a:solidFill>
                      <a:srgbClr val="00B050"/>
                    </a:solidFill>
                  </a:rPr>
                  <a:t>P + Q = 42 + 54 = 96</a:t>
                </a:r>
              </a:p>
            </p:txBody>
          </p:sp>
        </mc:Choice>
        <mc:Fallback xmlns="">
          <p:sp>
            <p:nvSpPr>
              <p:cNvPr id="6" name="Content Placeholder 5"/>
              <p:cNvSpPr>
                <a:spLocks noGrp="1" noRot="1" noChangeAspect="1" noMove="1" noResize="1" noEditPoints="1" noAdjustHandles="1" noChangeArrowheads="1" noChangeShapeType="1" noTextEdit="1"/>
              </p:cNvSpPr>
              <p:nvPr>
                <p:ph sz="quarter" idx="14"/>
              </p:nvPr>
            </p:nvSpPr>
            <p:spPr>
              <a:xfrm>
                <a:off x="4645151" y="2240280"/>
                <a:ext cx="3803904" cy="4429080"/>
              </a:xfrm>
              <a:blipFill rotWithShape="1">
                <a:blip r:embed="rId3"/>
                <a:stretch>
                  <a:fillRect l="-3205" t="-689" b="-1791"/>
                </a:stretch>
              </a:blipFill>
            </p:spPr>
            <p:txBody>
              <a:bodyPr/>
              <a:lstStyle/>
              <a:p>
                <a:r>
                  <a:rPr lang="en-IN">
                    <a:noFill/>
                  </a:rPr>
                  <a:t> </a:t>
                </a:r>
              </a:p>
            </p:txBody>
          </p:sp>
        </mc:Fallback>
      </mc:AlternateContent>
      <p:sp>
        <p:nvSpPr>
          <p:cNvPr id="7" name="TextBox 6"/>
          <p:cNvSpPr txBox="1"/>
          <p:nvPr/>
        </p:nvSpPr>
        <p:spPr>
          <a:xfrm>
            <a:off x="1324457" y="2635681"/>
            <a:ext cx="576064" cy="369332"/>
          </a:xfrm>
          <a:prstGeom prst="rect">
            <a:avLst/>
          </a:prstGeom>
          <a:noFill/>
          <a:ln>
            <a:solidFill>
              <a:schemeClr val="tx1"/>
            </a:solidFill>
          </a:ln>
        </p:spPr>
        <p:txBody>
          <a:bodyPr wrap="square" rtlCol="0">
            <a:spAutoFit/>
          </a:bodyPr>
          <a:lstStyle/>
          <a:p>
            <a:r>
              <a:rPr lang="en-IN" b="1" dirty="0"/>
              <a:t>  P</a:t>
            </a:r>
          </a:p>
        </p:txBody>
      </p:sp>
      <p:sp>
        <p:nvSpPr>
          <p:cNvPr id="8" name="TextBox 7"/>
          <p:cNvSpPr txBox="1"/>
          <p:nvPr/>
        </p:nvSpPr>
        <p:spPr>
          <a:xfrm>
            <a:off x="2186644" y="2635681"/>
            <a:ext cx="576064" cy="369332"/>
          </a:xfrm>
          <a:prstGeom prst="rect">
            <a:avLst/>
          </a:prstGeom>
          <a:noFill/>
          <a:ln>
            <a:solidFill>
              <a:schemeClr val="tx1"/>
            </a:solidFill>
          </a:ln>
        </p:spPr>
        <p:txBody>
          <a:bodyPr wrap="square" rtlCol="0">
            <a:spAutoFit/>
          </a:bodyPr>
          <a:lstStyle/>
          <a:p>
            <a:r>
              <a:rPr lang="en-IN" b="1" dirty="0"/>
              <a:t>  Q</a:t>
            </a:r>
          </a:p>
        </p:txBody>
      </p:sp>
      <p:sp>
        <p:nvSpPr>
          <p:cNvPr id="9" name="TextBox 8"/>
          <p:cNvSpPr txBox="1"/>
          <p:nvPr/>
        </p:nvSpPr>
        <p:spPr>
          <a:xfrm>
            <a:off x="1449805" y="3194554"/>
            <a:ext cx="576064" cy="369332"/>
          </a:xfrm>
          <a:prstGeom prst="rect">
            <a:avLst/>
          </a:prstGeom>
          <a:noFill/>
        </p:spPr>
        <p:txBody>
          <a:bodyPr wrap="square" rtlCol="0">
            <a:spAutoFit/>
          </a:bodyPr>
          <a:lstStyle/>
          <a:p>
            <a:r>
              <a:rPr lang="en-IN" b="1" dirty="0"/>
              <a:t>7</a:t>
            </a:r>
          </a:p>
        </p:txBody>
      </p:sp>
      <p:sp>
        <p:nvSpPr>
          <p:cNvPr id="10" name="TextBox 9"/>
          <p:cNvSpPr txBox="1"/>
          <p:nvPr/>
        </p:nvSpPr>
        <p:spPr>
          <a:xfrm>
            <a:off x="2345750" y="3194554"/>
            <a:ext cx="576064" cy="369332"/>
          </a:xfrm>
          <a:prstGeom prst="rect">
            <a:avLst/>
          </a:prstGeom>
          <a:noFill/>
        </p:spPr>
        <p:txBody>
          <a:bodyPr wrap="square" rtlCol="0">
            <a:spAutoFit/>
          </a:bodyPr>
          <a:lstStyle/>
          <a:p>
            <a:r>
              <a:rPr lang="en-IN" b="1" dirty="0"/>
              <a:t>9</a:t>
            </a:r>
          </a:p>
        </p:txBody>
      </p:sp>
      <p:sp>
        <p:nvSpPr>
          <p:cNvPr id="11" name="TextBox 10"/>
          <p:cNvSpPr txBox="1"/>
          <p:nvPr/>
        </p:nvSpPr>
        <p:spPr>
          <a:xfrm>
            <a:off x="1371432" y="3636545"/>
            <a:ext cx="576064" cy="369332"/>
          </a:xfrm>
          <a:prstGeom prst="rect">
            <a:avLst/>
          </a:prstGeom>
          <a:noFill/>
        </p:spPr>
        <p:txBody>
          <a:bodyPr wrap="square" rtlCol="0">
            <a:spAutoFit/>
          </a:bodyPr>
          <a:lstStyle/>
          <a:p>
            <a:r>
              <a:rPr lang="en-IN" b="1" dirty="0"/>
              <a:t>7x</a:t>
            </a:r>
          </a:p>
        </p:txBody>
      </p:sp>
      <p:sp>
        <p:nvSpPr>
          <p:cNvPr id="12" name="TextBox 11"/>
          <p:cNvSpPr txBox="1"/>
          <p:nvPr/>
        </p:nvSpPr>
        <p:spPr>
          <a:xfrm>
            <a:off x="2345750" y="3636545"/>
            <a:ext cx="576064" cy="369332"/>
          </a:xfrm>
          <a:prstGeom prst="rect">
            <a:avLst/>
          </a:prstGeom>
          <a:noFill/>
        </p:spPr>
        <p:txBody>
          <a:bodyPr wrap="square" rtlCol="0">
            <a:spAutoFit/>
          </a:bodyPr>
          <a:lstStyle/>
          <a:p>
            <a:r>
              <a:rPr lang="en-IN" b="1" dirty="0"/>
              <a:t>9x</a:t>
            </a:r>
          </a:p>
        </p:txBody>
      </p:sp>
      <p:sp>
        <p:nvSpPr>
          <p:cNvPr id="13" name="TextBox 12"/>
          <p:cNvSpPr txBox="1"/>
          <p:nvPr/>
        </p:nvSpPr>
        <p:spPr>
          <a:xfrm>
            <a:off x="1449805" y="4355812"/>
            <a:ext cx="576064" cy="369332"/>
          </a:xfrm>
          <a:prstGeom prst="rect">
            <a:avLst/>
          </a:prstGeom>
          <a:noFill/>
        </p:spPr>
        <p:txBody>
          <a:bodyPr wrap="square" rtlCol="0">
            <a:spAutoFit/>
          </a:bodyPr>
          <a:lstStyle/>
          <a:p>
            <a:r>
              <a:rPr lang="en-IN" b="1" dirty="0"/>
              <a:t>3</a:t>
            </a:r>
          </a:p>
        </p:txBody>
      </p:sp>
      <p:sp>
        <p:nvSpPr>
          <p:cNvPr id="14" name="TextBox 13"/>
          <p:cNvSpPr txBox="1"/>
          <p:nvPr/>
        </p:nvSpPr>
        <p:spPr>
          <a:xfrm>
            <a:off x="2318219" y="4355812"/>
            <a:ext cx="576064" cy="369332"/>
          </a:xfrm>
          <a:prstGeom prst="rect">
            <a:avLst/>
          </a:prstGeom>
          <a:noFill/>
        </p:spPr>
        <p:txBody>
          <a:bodyPr wrap="square" rtlCol="0">
            <a:spAutoFit/>
          </a:bodyPr>
          <a:lstStyle/>
          <a:p>
            <a:r>
              <a:rPr lang="en-IN" b="1" dirty="0"/>
              <a:t>5</a:t>
            </a:r>
          </a:p>
        </p:txBody>
      </p:sp>
      <p:sp>
        <p:nvSpPr>
          <p:cNvPr id="15" name="TextBox 14"/>
          <p:cNvSpPr txBox="1"/>
          <p:nvPr/>
        </p:nvSpPr>
        <p:spPr>
          <a:xfrm>
            <a:off x="1812945" y="3077645"/>
            <a:ext cx="425849" cy="523220"/>
          </a:xfrm>
          <a:prstGeom prst="rect">
            <a:avLst/>
          </a:prstGeom>
          <a:noFill/>
        </p:spPr>
        <p:txBody>
          <a:bodyPr wrap="square" rtlCol="0">
            <a:spAutoFit/>
          </a:bodyPr>
          <a:lstStyle/>
          <a:p>
            <a:r>
              <a:rPr lang="en-IN" b="1" dirty="0"/>
              <a:t> </a:t>
            </a:r>
            <a:r>
              <a:rPr lang="en-IN" sz="2800" b="1" dirty="0"/>
              <a:t>:</a:t>
            </a:r>
            <a:endParaRPr lang="en-IN" b="1" dirty="0"/>
          </a:p>
        </p:txBody>
      </p:sp>
      <p:sp>
        <p:nvSpPr>
          <p:cNvPr id="17" name="TextBox 16"/>
          <p:cNvSpPr txBox="1"/>
          <p:nvPr/>
        </p:nvSpPr>
        <p:spPr>
          <a:xfrm>
            <a:off x="1812945" y="4278868"/>
            <a:ext cx="425849" cy="523220"/>
          </a:xfrm>
          <a:prstGeom prst="rect">
            <a:avLst/>
          </a:prstGeom>
          <a:noFill/>
        </p:spPr>
        <p:txBody>
          <a:bodyPr wrap="square" rtlCol="0">
            <a:spAutoFit/>
          </a:bodyPr>
          <a:lstStyle/>
          <a:p>
            <a:r>
              <a:rPr lang="en-IN" b="1" dirty="0"/>
              <a:t> </a:t>
            </a:r>
            <a:r>
              <a:rPr lang="en-IN" sz="2800" b="1" dirty="0"/>
              <a:t>:</a:t>
            </a:r>
            <a:endParaRPr lang="en-IN" b="1" dirty="0"/>
          </a:p>
        </p:txBody>
      </p:sp>
      <p:sp>
        <p:nvSpPr>
          <p:cNvPr id="18" name="TextBox 17"/>
          <p:cNvSpPr txBox="1"/>
          <p:nvPr/>
        </p:nvSpPr>
        <p:spPr>
          <a:xfrm>
            <a:off x="748393" y="3645060"/>
            <a:ext cx="576064" cy="369332"/>
          </a:xfrm>
          <a:prstGeom prst="rect">
            <a:avLst/>
          </a:prstGeom>
          <a:noFill/>
          <a:ln>
            <a:solidFill>
              <a:schemeClr val="tx1"/>
            </a:solidFill>
          </a:ln>
        </p:spPr>
        <p:txBody>
          <a:bodyPr wrap="square" rtlCol="0">
            <a:spAutoFit/>
          </a:bodyPr>
          <a:lstStyle/>
          <a:p>
            <a:r>
              <a:rPr lang="en-IN" b="1" dirty="0"/>
              <a:t>- 24</a:t>
            </a:r>
          </a:p>
        </p:txBody>
      </p:sp>
      <p:sp>
        <p:nvSpPr>
          <p:cNvPr id="19" name="TextBox 18"/>
          <p:cNvSpPr txBox="1"/>
          <p:nvPr/>
        </p:nvSpPr>
        <p:spPr>
          <a:xfrm>
            <a:off x="2874277" y="3641880"/>
            <a:ext cx="576064" cy="369332"/>
          </a:xfrm>
          <a:prstGeom prst="rect">
            <a:avLst/>
          </a:prstGeom>
          <a:noFill/>
          <a:ln>
            <a:solidFill>
              <a:schemeClr val="tx1"/>
            </a:solidFill>
          </a:ln>
        </p:spPr>
        <p:txBody>
          <a:bodyPr wrap="square" rtlCol="0">
            <a:spAutoFit/>
          </a:bodyPr>
          <a:lstStyle/>
          <a:p>
            <a:r>
              <a:rPr lang="en-IN" b="1" dirty="0"/>
              <a:t>- 24</a:t>
            </a:r>
          </a:p>
        </p:txBody>
      </p:sp>
      <p:cxnSp>
        <p:nvCxnSpPr>
          <p:cNvPr id="23" name="Straight Arrow Connector 22"/>
          <p:cNvCxnSpPr>
            <a:endCxn id="19" idx="0"/>
          </p:cNvCxnSpPr>
          <p:nvPr/>
        </p:nvCxnSpPr>
        <p:spPr>
          <a:xfrm>
            <a:off x="2606251" y="3379220"/>
            <a:ext cx="556058" cy="262660"/>
          </a:xfrm>
          <a:prstGeom prst="straightConnector1">
            <a:avLst/>
          </a:prstGeom>
          <a:ln w="38100">
            <a:tailEnd type="arrow"/>
          </a:ln>
        </p:spPr>
        <p:style>
          <a:lnRef idx="1">
            <a:schemeClr val="accent1"/>
          </a:lnRef>
          <a:fillRef idx="0">
            <a:schemeClr val="accent1"/>
          </a:fillRef>
          <a:effectRef idx="0">
            <a:schemeClr val="accent1"/>
          </a:effectRef>
          <a:fontRef idx="minor">
            <a:schemeClr val="tx1"/>
          </a:fontRef>
        </p:style>
      </p:cxnSp>
      <p:cxnSp>
        <p:nvCxnSpPr>
          <p:cNvPr id="26" name="Straight Arrow Connector 25"/>
          <p:cNvCxnSpPr>
            <a:stCxn id="9" idx="1"/>
            <a:endCxn id="18" idx="0"/>
          </p:cNvCxnSpPr>
          <p:nvPr/>
        </p:nvCxnSpPr>
        <p:spPr>
          <a:xfrm flipH="1">
            <a:off x="1036425" y="3379220"/>
            <a:ext cx="413380" cy="265840"/>
          </a:xfrm>
          <a:prstGeom prst="straightConnector1">
            <a:avLst/>
          </a:prstGeom>
          <a:ln w="38100">
            <a:tailEnd type="arrow"/>
          </a:ln>
        </p:spPr>
        <p:style>
          <a:lnRef idx="1">
            <a:schemeClr val="accent1"/>
          </a:lnRef>
          <a:fillRef idx="0">
            <a:schemeClr val="accent1"/>
          </a:fillRef>
          <a:effectRef idx="0">
            <a:schemeClr val="accent1"/>
          </a:effectRef>
          <a:fontRef idx="minor">
            <a:schemeClr val="tx1"/>
          </a:fontRef>
        </p:style>
      </p:cxnSp>
      <p:cxnSp>
        <p:nvCxnSpPr>
          <p:cNvPr id="27" name="Straight Arrow Connector 26"/>
          <p:cNvCxnSpPr>
            <a:stCxn id="18" idx="2"/>
            <a:endCxn id="13" idx="1"/>
          </p:cNvCxnSpPr>
          <p:nvPr/>
        </p:nvCxnSpPr>
        <p:spPr>
          <a:xfrm>
            <a:off x="1036425" y="4014392"/>
            <a:ext cx="413380" cy="526086"/>
          </a:xfrm>
          <a:prstGeom prst="straightConnector1">
            <a:avLst/>
          </a:prstGeom>
          <a:ln w="38100">
            <a:tailEnd type="arrow"/>
          </a:ln>
        </p:spPr>
        <p:style>
          <a:lnRef idx="1">
            <a:schemeClr val="accent1"/>
          </a:lnRef>
          <a:fillRef idx="0">
            <a:schemeClr val="accent1"/>
          </a:fillRef>
          <a:effectRef idx="0">
            <a:schemeClr val="accent1"/>
          </a:effectRef>
          <a:fontRef idx="minor">
            <a:schemeClr val="tx1"/>
          </a:fontRef>
        </p:style>
      </p:cxnSp>
      <p:cxnSp>
        <p:nvCxnSpPr>
          <p:cNvPr id="30" name="Straight Arrow Connector 29"/>
          <p:cNvCxnSpPr>
            <a:stCxn id="19" idx="2"/>
          </p:cNvCxnSpPr>
          <p:nvPr/>
        </p:nvCxnSpPr>
        <p:spPr>
          <a:xfrm flipH="1">
            <a:off x="2609629" y="4011212"/>
            <a:ext cx="552680" cy="477520"/>
          </a:xfrm>
          <a:prstGeom prst="straightConnector1">
            <a:avLst/>
          </a:prstGeom>
          <a:ln w="38100">
            <a:tailEnd type="arrow"/>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89708746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15"/>
                                        </p:tgtEl>
                                        <p:attrNameLst>
                                          <p:attrName>style.visibility</p:attrName>
                                        </p:attrNameLst>
                                      </p:cBhvr>
                                      <p:to>
                                        <p:strVal val="visible"/>
                                      </p:to>
                                    </p:set>
                                    <p:animEffect transition="in" filter="fade">
                                      <p:cBhvr>
                                        <p:cTn id="7" dur="500"/>
                                        <p:tgtEl>
                                          <p:spTgt spid="15"/>
                                        </p:tgtEl>
                                      </p:cBhvr>
                                    </p:animEffect>
                                  </p:childTnLst>
                                </p:cTn>
                              </p:par>
                              <p:par>
                                <p:cTn id="8" presetID="10" presetClass="entr" presetSubtype="0" fill="hold" grpId="0" nodeType="withEffect">
                                  <p:stCondLst>
                                    <p:cond delay="0"/>
                                  </p:stCondLst>
                                  <p:childTnLst>
                                    <p:set>
                                      <p:cBhvr>
                                        <p:cTn id="9" dur="1" fill="hold">
                                          <p:stCondLst>
                                            <p:cond delay="0"/>
                                          </p:stCondLst>
                                        </p:cTn>
                                        <p:tgtEl>
                                          <p:spTgt spid="7"/>
                                        </p:tgtEl>
                                        <p:attrNameLst>
                                          <p:attrName>style.visibility</p:attrName>
                                        </p:attrNameLst>
                                      </p:cBhvr>
                                      <p:to>
                                        <p:strVal val="visible"/>
                                      </p:to>
                                    </p:set>
                                    <p:animEffect transition="in" filter="fade">
                                      <p:cBhvr>
                                        <p:cTn id="10" dur="500"/>
                                        <p:tgtEl>
                                          <p:spTgt spid="7"/>
                                        </p:tgtEl>
                                      </p:cBhvr>
                                    </p:animEffect>
                                  </p:childTnLst>
                                </p:cTn>
                              </p:par>
                              <p:par>
                                <p:cTn id="11" presetID="10" presetClass="entr" presetSubtype="0" fill="hold" grpId="0" nodeType="withEffect">
                                  <p:stCondLst>
                                    <p:cond delay="0"/>
                                  </p:stCondLst>
                                  <p:childTnLst>
                                    <p:set>
                                      <p:cBhvr>
                                        <p:cTn id="12" dur="1" fill="hold">
                                          <p:stCondLst>
                                            <p:cond delay="0"/>
                                          </p:stCondLst>
                                        </p:cTn>
                                        <p:tgtEl>
                                          <p:spTgt spid="8"/>
                                        </p:tgtEl>
                                        <p:attrNameLst>
                                          <p:attrName>style.visibility</p:attrName>
                                        </p:attrNameLst>
                                      </p:cBhvr>
                                      <p:to>
                                        <p:strVal val="visible"/>
                                      </p:to>
                                    </p:set>
                                    <p:animEffect transition="in" filter="fade">
                                      <p:cBhvr>
                                        <p:cTn id="13" dur="500"/>
                                        <p:tgtEl>
                                          <p:spTgt spid="8"/>
                                        </p:tgtEl>
                                      </p:cBhvr>
                                    </p:animEffect>
                                  </p:childTnLst>
                                </p:cTn>
                              </p:par>
                              <p:par>
                                <p:cTn id="14" presetID="10" presetClass="entr" presetSubtype="0" fill="hold" grpId="0" nodeType="withEffect">
                                  <p:stCondLst>
                                    <p:cond delay="0"/>
                                  </p:stCondLst>
                                  <p:childTnLst>
                                    <p:set>
                                      <p:cBhvr>
                                        <p:cTn id="15" dur="1" fill="hold">
                                          <p:stCondLst>
                                            <p:cond delay="0"/>
                                          </p:stCondLst>
                                        </p:cTn>
                                        <p:tgtEl>
                                          <p:spTgt spid="9"/>
                                        </p:tgtEl>
                                        <p:attrNameLst>
                                          <p:attrName>style.visibility</p:attrName>
                                        </p:attrNameLst>
                                      </p:cBhvr>
                                      <p:to>
                                        <p:strVal val="visible"/>
                                      </p:to>
                                    </p:set>
                                    <p:animEffect transition="in" filter="fade">
                                      <p:cBhvr>
                                        <p:cTn id="16" dur="500"/>
                                        <p:tgtEl>
                                          <p:spTgt spid="9"/>
                                        </p:tgtEl>
                                      </p:cBhvr>
                                    </p:animEffect>
                                  </p:childTnLst>
                                </p:cTn>
                              </p:par>
                              <p:par>
                                <p:cTn id="17" presetID="10" presetClass="entr" presetSubtype="0" fill="hold" grpId="0" nodeType="withEffect">
                                  <p:stCondLst>
                                    <p:cond delay="0"/>
                                  </p:stCondLst>
                                  <p:childTnLst>
                                    <p:set>
                                      <p:cBhvr>
                                        <p:cTn id="18" dur="1" fill="hold">
                                          <p:stCondLst>
                                            <p:cond delay="0"/>
                                          </p:stCondLst>
                                        </p:cTn>
                                        <p:tgtEl>
                                          <p:spTgt spid="10"/>
                                        </p:tgtEl>
                                        <p:attrNameLst>
                                          <p:attrName>style.visibility</p:attrName>
                                        </p:attrNameLst>
                                      </p:cBhvr>
                                      <p:to>
                                        <p:strVal val="visible"/>
                                      </p:to>
                                    </p:set>
                                    <p:animEffect transition="in" filter="fade">
                                      <p:cBhvr>
                                        <p:cTn id="19" dur="500"/>
                                        <p:tgtEl>
                                          <p:spTgt spid="10"/>
                                        </p:tgtEl>
                                      </p:cBhvr>
                                    </p:animEffect>
                                  </p:childTnLst>
                                </p:cTn>
                              </p:par>
                            </p:childTnLst>
                          </p:cTn>
                        </p:par>
                      </p:childTnLst>
                    </p:cTn>
                  </p:par>
                  <p:par>
                    <p:cTn id="20" fill="hold">
                      <p:stCondLst>
                        <p:cond delay="indefinite"/>
                      </p:stCondLst>
                      <p:childTnLst>
                        <p:par>
                          <p:cTn id="21" fill="hold">
                            <p:stCondLst>
                              <p:cond delay="0"/>
                            </p:stCondLst>
                            <p:childTnLst>
                              <p:par>
                                <p:cTn id="22" presetID="10" presetClass="entr" presetSubtype="0" fill="hold" nodeType="clickEffect">
                                  <p:stCondLst>
                                    <p:cond delay="0"/>
                                  </p:stCondLst>
                                  <p:childTnLst>
                                    <p:set>
                                      <p:cBhvr>
                                        <p:cTn id="23" dur="1" fill="hold">
                                          <p:stCondLst>
                                            <p:cond delay="0"/>
                                          </p:stCondLst>
                                        </p:cTn>
                                        <p:tgtEl>
                                          <p:spTgt spid="26"/>
                                        </p:tgtEl>
                                        <p:attrNameLst>
                                          <p:attrName>style.visibility</p:attrName>
                                        </p:attrNameLst>
                                      </p:cBhvr>
                                      <p:to>
                                        <p:strVal val="visible"/>
                                      </p:to>
                                    </p:set>
                                    <p:animEffect transition="in" filter="fade">
                                      <p:cBhvr>
                                        <p:cTn id="24" dur="500"/>
                                        <p:tgtEl>
                                          <p:spTgt spid="26"/>
                                        </p:tgtEl>
                                      </p:cBhvr>
                                    </p:animEffect>
                                  </p:childTnLst>
                                </p:cTn>
                              </p:par>
                              <p:par>
                                <p:cTn id="25" presetID="10" presetClass="entr" presetSubtype="0" fill="hold" nodeType="withEffect">
                                  <p:stCondLst>
                                    <p:cond delay="0"/>
                                  </p:stCondLst>
                                  <p:childTnLst>
                                    <p:set>
                                      <p:cBhvr>
                                        <p:cTn id="26" dur="1" fill="hold">
                                          <p:stCondLst>
                                            <p:cond delay="0"/>
                                          </p:stCondLst>
                                        </p:cTn>
                                        <p:tgtEl>
                                          <p:spTgt spid="23"/>
                                        </p:tgtEl>
                                        <p:attrNameLst>
                                          <p:attrName>style.visibility</p:attrName>
                                        </p:attrNameLst>
                                      </p:cBhvr>
                                      <p:to>
                                        <p:strVal val="visible"/>
                                      </p:to>
                                    </p:set>
                                    <p:animEffect transition="in" filter="fade">
                                      <p:cBhvr>
                                        <p:cTn id="27" dur="500"/>
                                        <p:tgtEl>
                                          <p:spTgt spid="23"/>
                                        </p:tgtEl>
                                      </p:cBhvr>
                                    </p:animEffect>
                                  </p:childTnLst>
                                </p:cTn>
                              </p:par>
                              <p:par>
                                <p:cTn id="28" presetID="10" presetClass="entr" presetSubtype="0" fill="hold" grpId="0" nodeType="withEffect">
                                  <p:stCondLst>
                                    <p:cond delay="0"/>
                                  </p:stCondLst>
                                  <p:childTnLst>
                                    <p:set>
                                      <p:cBhvr>
                                        <p:cTn id="29" dur="1" fill="hold">
                                          <p:stCondLst>
                                            <p:cond delay="0"/>
                                          </p:stCondLst>
                                        </p:cTn>
                                        <p:tgtEl>
                                          <p:spTgt spid="18"/>
                                        </p:tgtEl>
                                        <p:attrNameLst>
                                          <p:attrName>style.visibility</p:attrName>
                                        </p:attrNameLst>
                                      </p:cBhvr>
                                      <p:to>
                                        <p:strVal val="visible"/>
                                      </p:to>
                                    </p:set>
                                    <p:animEffect transition="in" filter="fade">
                                      <p:cBhvr>
                                        <p:cTn id="30" dur="500"/>
                                        <p:tgtEl>
                                          <p:spTgt spid="18"/>
                                        </p:tgtEl>
                                      </p:cBhvr>
                                    </p:animEffect>
                                  </p:childTnLst>
                                </p:cTn>
                              </p:par>
                              <p:par>
                                <p:cTn id="31" presetID="10" presetClass="entr" presetSubtype="0" fill="hold" grpId="0" nodeType="withEffect">
                                  <p:stCondLst>
                                    <p:cond delay="0"/>
                                  </p:stCondLst>
                                  <p:childTnLst>
                                    <p:set>
                                      <p:cBhvr>
                                        <p:cTn id="32" dur="1" fill="hold">
                                          <p:stCondLst>
                                            <p:cond delay="0"/>
                                          </p:stCondLst>
                                        </p:cTn>
                                        <p:tgtEl>
                                          <p:spTgt spid="19"/>
                                        </p:tgtEl>
                                        <p:attrNameLst>
                                          <p:attrName>style.visibility</p:attrName>
                                        </p:attrNameLst>
                                      </p:cBhvr>
                                      <p:to>
                                        <p:strVal val="visible"/>
                                      </p:to>
                                    </p:set>
                                    <p:animEffect transition="in" filter="fade">
                                      <p:cBhvr>
                                        <p:cTn id="33" dur="500"/>
                                        <p:tgtEl>
                                          <p:spTgt spid="19"/>
                                        </p:tgtEl>
                                      </p:cBhvr>
                                    </p:animEffect>
                                  </p:childTnLst>
                                </p:cTn>
                              </p:par>
                            </p:childTnLst>
                          </p:cTn>
                        </p:par>
                      </p:childTnLst>
                    </p:cTn>
                  </p:par>
                  <p:par>
                    <p:cTn id="34" fill="hold">
                      <p:stCondLst>
                        <p:cond delay="indefinite"/>
                      </p:stCondLst>
                      <p:childTnLst>
                        <p:par>
                          <p:cTn id="35" fill="hold">
                            <p:stCondLst>
                              <p:cond delay="0"/>
                            </p:stCondLst>
                            <p:childTnLst>
                              <p:par>
                                <p:cTn id="36" presetID="10" presetClass="entr" presetSubtype="0" fill="hold" nodeType="clickEffect">
                                  <p:stCondLst>
                                    <p:cond delay="0"/>
                                  </p:stCondLst>
                                  <p:childTnLst>
                                    <p:set>
                                      <p:cBhvr>
                                        <p:cTn id="37" dur="1" fill="hold">
                                          <p:stCondLst>
                                            <p:cond delay="0"/>
                                          </p:stCondLst>
                                        </p:cTn>
                                        <p:tgtEl>
                                          <p:spTgt spid="27"/>
                                        </p:tgtEl>
                                        <p:attrNameLst>
                                          <p:attrName>style.visibility</p:attrName>
                                        </p:attrNameLst>
                                      </p:cBhvr>
                                      <p:to>
                                        <p:strVal val="visible"/>
                                      </p:to>
                                    </p:set>
                                    <p:animEffect transition="in" filter="fade">
                                      <p:cBhvr>
                                        <p:cTn id="38" dur="500"/>
                                        <p:tgtEl>
                                          <p:spTgt spid="27"/>
                                        </p:tgtEl>
                                      </p:cBhvr>
                                    </p:animEffect>
                                  </p:childTnLst>
                                </p:cTn>
                              </p:par>
                              <p:par>
                                <p:cTn id="39" presetID="10" presetClass="entr" presetSubtype="0" fill="hold" nodeType="withEffect">
                                  <p:stCondLst>
                                    <p:cond delay="0"/>
                                  </p:stCondLst>
                                  <p:childTnLst>
                                    <p:set>
                                      <p:cBhvr>
                                        <p:cTn id="40" dur="1" fill="hold">
                                          <p:stCondLst>
                                            <p:cond delay="0"/>
                                          </p:stCondLst>
                                        </p:cTn>
                                        <p:tgtEl>
                                          <p:spTgt spid="30"/>
                                        </p:tgtEl>
                                        <p:attrNameLst>
                                          <p:attrName>style.visibility</p:attrName>
                                        </p:attrNameLst>
                                      </p:cBhvr>
                                      <p:to>
                                        <p:strVal val="visible"/>
                                      </p:to>
                                    </p:set>
                                    <p:animEffect transition="in" filter="fade">
                                      <p:cBhvr>
                                        <p:cTn id="41" dur="500"/>
                                        <p:tgtEl>
                                          <p:spTgt spid="30"/>
                                        </p:tgtEl>
                                      </p:cBhvr>
                                    </p:animEffect>
                                  </p:childTnLst>
                                </p:cTn>
                              </p:par>
                              <p:par>
                                <p:cTn id="42" presetID="10" presetClass="entr" presetSubtype="0" fill="hold" grpId="0" nodeType="withEffect">
                                  <p:stCondLst>
                                    <p:cond delay="0"/>
                                  </p:stCondLst>
                                  <p:childTnLst>
                                    <p:set>
                                      <p:cBhvr>
                                        <p:cTn id="43" dur="1" fill="hold">
                                          <p:stCondLst>
                                            <p:cond delay="0"/>
                                          </p:stCondLst>
                                        </p:cTn>
                                        <p:tgtEl>
                                          <p:spTgt spid="17"/>
                                        </p:tgtEl>
                                        <p:attrNameLst>
                                          <p:attrName>style.visibility</p:attrName>
                                        </p:attrNameLst>
                                      </p:cBhvr>
                                      <p:to>
                                        <p:strVal val="visible"/>
                                      </p:to>
                                    </p:set>
                                    <p:animEffect transition="in" filter="fade">
                                      <p:cBhvr>
                                        <p:cTn id="44" dur="500"/>
                                        <p:tgtEl>
                                          <p:spTgt spid="17"/>
                                        </p:tgtEl>
                                      </p:cBhvr>
                                    </p:animEffect>
                                  </p:childTnLst>
                                </p:cTn>
                              </p:par>
                              <p:par>
                                <p:cTn id="45" presetID="10" presetClass="entr" presetSubtype="0" fill="hold" grpId="0" nodeType="withEffect">
                                  <p:stCondLst>
                                    <p:cond delay="0"/>
                                  </p:stCondLst>
                                  <p:childTnLst>
                                    <p:set>
                                      <p:cBhvr>
                                        <p:cTn id="46" dur="1" fill="hold">
                                          <p:stCondLst>
                                            <p:cond delay="0"/>
                                          </p:stCondLst>
                                        </p:cTn>
                                        <p:tgtEl>
                                          <p:spTgt spid="13"/>
                                        </p:tgtEl>
                                        <p:attrNameLst>
                                          <p:attrName>style.visibility</p:attrName>
                                        </p:attrNameLst>
                                      </p:cBhvr>
                                      <p:to>
                                        <p:strVal val="visible"/>
                                      </p:to>
                                    </p:set>
                                    <p:animEffect transition="in" filter="fade">
                                      <p:cBhvr>
                                        <p:cTn id="47" dur="500"/>
                                        <p:tgtEl>
                                          <p:spTgt spid="13"/>
                                        </p:tgtEl>
                                      </p:cBhvr>
                                    </p:animEffect>
                                  </p:childTnLst>
                                </p:cTn>
                              </p:par>
                              <p:par>
                                <p:cTn id="48" presetID="10" presetClass="entr" presetSubtype="0" fill="hold" grpId="0" nodeType="withEffect">
                                  <p:stCondLst>
                                    <p:cond delay="0"/>
                                  </p:stCondLst>
                                  <p:childTnLst>
                                    <p:set>
                                      <p:cBhvr>
                                        <p:cTn id="49" dur="1" fill="hold">
                                          <p:stCondLst>
                                            <p:cond delay="0"/>
                                          </p:stCondLst>
                                        </p:cTn>
                                        <p:tgtEl>
                                          <p:spTgt spid="14"/>
                                        </p:tgtEl>
                                        <p:attrNameLst>
                                          <p:attrName>style.visibility</p:attrName>
                                        </p:attrNameLst>
                                      </p:cBhvr>
                                      <p:to>
                                        <p:strVal val="visible"/>
                                      </p:to>
                                    </p:set>
                                    <p:animEffect transition="in" filter="fade">
                                      <p:cBhvr>
                                        <p:cTn id="50" dur="500"/>
                                        <p:tgtEl>
                                          <p:spTgt spid="14"/>
                                        </p:tgtEl>
                                      </p:cBhvr>
                                    </p:animEffect>
                                  </p:childTnLst>
                                </p:cTn>
                              </p:par>
                            </p:childTnLst>
                          </p:cTn>
                        </p:par>
                      </p:childTnLst>
                    </p:cTn>
                  </p:par>
                  <p:par>
                    <p:cTn id="51" fill="hold">
                      <p:stCondLst>
                        <p:cond delay="indefinite"/>
                      </p:stCondLst>
                      <p:childTnLst>
                        <p:par>
                          <p:cTn id="52" fill="hold">
                            <p:stCondLst>
                              <p:cond delay="0"/>
                            </p:stCondLst>
                            <p:childTnLst>
                              <p:par>
                                <p:cTn id="53" presetID="10" presetClass="entr" presetSubtype="0" fill="hold" grpId="0" nodeType="clickEffect">
                                  <p:stCondLst>
                                    <p:cond delay="0"/>
                                  </p:stCondLst>
                                  <p:childTnLst>
                                    <p:set>
                                      <p:cBhvr>
                                        <p:cTn id="54" dur="1" fill="hold">
                                          <p:stCondLst>
                                            <p:cond delay="0"/>
                                          </p:stCondLst>
                                        </p:cTn>
                                        <p:tgtEl>
                                          <p:spTgt spid="11"/>
                                        </p:tgtEl>
                                        <p:attrNameLst>
                                          <p:attrName>style.visibility</p:attrName>
                                        </p:attrNameLst>
                                      </p:cBhvr>
                                      <p:to>
                                        <p:strVal val="visible"/>
                                      </p:to>
                                    </p:set>
                                    <p:animEffect transition="in" filter="fade">
                                      <p:cBhvr>
                                        <p:cTn id="55" dur="500"/>
                                        <p:tgtEl>
                                          <p:spTgt spid="11"/>
                                        </p:tgtEl>
                                      </p:cBhvr>
                                    </p:animEffect>
                                  </p:childTnLst>
                                </p:cTn>
                              </p:par>
                              <p:par>
                                <p:cTn id="56" presetID="10" presetClass="entr" presetSubtype="0" fill="hold" grpId="0" nodeType="withEffect">
                                  <p:stCondLst>
                                    <p:cond delay="0"/>
                                  </p:stCondLst>
                                  <p:childTnLst>
                                    <p:set>
                                      <p:cBhvr>
                                        <p:cTn id="57" dur="1" fill="hold">
                                          <p:stCondLst>
                                            <p:cond delay="0"/>
                                          </p:stCondLst>
                                        </p:cTn>
                                        <p:tgtEl>
                                          <p:spTgt spid="12"/>
                                        </p:tgtEl>
                                        <p:attrNameLst>
                                          <p:attrName>style.visibility</p:attrName>
                                        </p:attrNameLst>
                                      </p:cBhvr>
                                      <p:to>
                                        <p:strVal val="visible"/>
                                      </p:to>
                                    </p:set>
                                    <p:animEffect transition="in" filter="fade">
                                      <p:cBhvr>
                                        <p:cTn id="58" dur="500"/>
                                        <p:tgtEl>
                                          <p:spTgt spid="12"/>
                                        </p:tgtEl>
                                      </p:cBhvr>
                                    </p:animEffect>
                                  </p:childTnLst>
                                </p:cTn>
                              </p:par>
                            </p:childTnLst>
                          </p:cTn>
                        </p:par>
                      </p:childTnLst>
                    </p:cTn>
                  </p:par>
                  <p:par>
                    <p:cTn id="59" fill="hold">
                      <p:stCondLst>
                        <p:cond delay="indefinite"/>
                      </p:stCondLst>
                      <p:childTnLst>
                        <p:par>
                          <p:cTn id="60" fill="hold">
                            <p:stCondLst>
                              <p:cond delay="0"/>
                            </p:stCondLst>
                            <p:childTnLst>
                              <p:par>
                                <p:cTn id="61" presetID="10" presetClass="entr" presetSubtype="0" fill="hold" nodeType="clickEffect">
                                  <p:stCondLst>
                                    <p:cond delay="0"/>
                                  </p:stCondLst>
                                  <p:childTnLst>
                                    <p:set>
                                      <p:cBhvr>
                                        <p:cTn id="62" dur="1" fill="hold">
                                          <p:stCondLst>
                                            <p:cond delay="0"/>
                                          </p:stCondLst>
                                        </p:cTn>
                                        <p:tgtEl>
                                          <p:spTgt spid="5">
                                            <p:txEl>
                                              <p:pRg st="7" end="7"/>
                                            </p:txEl>
                                          </p:spTgt>
                                        </p:tgtEl>
                                        <p:attrNameLst>
                                          <p:attrName>style.visibility</p:attrName>
                                        </p:attrNameLst>
                                      </p:cBhvr>
                                      <p:to>
                                        <p:strVal val="visible"/>
                                      </p:to>
                                    </p:set>
                                    <p:animEffect transition="in" filter="fade">
                                      <p:cBhvr>
                                        <p:cTn id="63" dur="500"/>
                                        <p:tgtEl>
                                          <p:spTgt spid="5">
                                            <p:txEl>
                                              <p:pRg st="7" end="7"/>
                                            </p:txEl>
                                          </p:spTgt>
                                        </p:tgtEl>
                                      </p:cBhvr>
                                    </p:animEffect>
                                  </p:childTnLst>
                                </p:cTn>
                              </p:par>
                            </p:childTnLst>
                          </p:cTn>
                        </p:par>
                      </p:childTnLst>
                    </p:cTn>
                  </p:par>
                  <p:par>
                    <p:cTn id="64" fill="hold">
                      <p:stCondLst>
                        <p:cond delay="indefinite"/>
                      </p:stCondLst>
                      <p:childTnLst>
                        <p:par>
                          <p:cTn id="65" fill="hold">
                            <p:stCondLst>
                              <p:cond delay="0"/>
                            </p:stCondLst>
                            <p:childTnLst>
                              <p:par>
                                <p:cTn id="66" presetID="10" presetClass="entr" presetSubtype="0" fill="hold" nodeType="clickEffect">
                                  <p:stCondLst>
                                    <p:cond delay="0"/>
                                  </p:stCondLst>
                                  <p:childTnLst>
                                    <p:set>
                                      <p:cBhvr>
                                        <p:cTn id="67" dur="1" fill="hold">
                                          <p:stCondLst>
                                            <p:cond delay="0"/>
                                          </p:stCondLst>
                                        </p:cTn>
                                        <p:tgtEl>
                                          <p:spTgt spid="6">
                                            <p:txEl>
                                              <p:pRg st="0" end="0"/>
                                            </p:txEl>
                                          </p:spTgt>
                                        </p:tgtEl>
                                        <p:attrNameLst>
                                          <p:attrName>style.visibility</p:attrName>
                                        </p:attrNameLst>
                                      </p:cBhvr>
                                      <p:to>
                                        <p:strVal val="visible"/>
                                      </p:to>
                                    </p:set>
                                    <p:animEffect transition="in" filter="fade">
                                      <p:cBhvr>
                                        <p:cTn id="68" dur="500"/>
                                        <p:tgtEl>
                                          <p:spTgt spid="6">
                                            <p:txEl>
                                              <p:pRg st="0" end="0"/>
                                            </p:txEl>
                                          </p:spTgt>
                                        </p:tgtEl>
                                      </p:cBhvr>
                                    </p:animEffect>
                                  </p:childTnLst>
                                </p:cTn>
                              </p:par>
                            </p:childTnLst>
                          </p:cTn>
                        </p:par>
                      </p:childTnLst>
                    </p:cTn>
                  </p:par>
                  <p:par>
                    <p:cTn id="69" fill="hold">
                      <p:stCondLst>
                        <p:cond delay="indefinite"/>
                      </p:stCondLst>
                      <p:childTnLst>
                        <p:par>
                          <p:cTn id="70" fill="hold">
                            <p:stCondLst>
                              <p:cond delay="0"/>
                            </p:stCondLst>
                            <p:childTnLst>
                              <p:par>
                                <p:cTn id="71" presetID="10" presetClass="entr" presetSubtype="0" fill="hold" nodeType="clickEffect">
                                  <p:stCondLst>
                                    <p:cond delay="0"/>
                                  </p:stCondLst>
                                  <p:childTnLst>
                                    <p:set>
                                      <p:cBhvr>
                                        <p:cTn id="72" dur="1" fill="hold">
                                          <p:stCondLst>
                                            <p:cond delay="0"/>
                                          </p:stCondLst>
                                        </p:cTn>
                                        <p:tgtEl>
                                          <p:spTgt spid="6">
                                            <p:txEl>
                                              <p:pRg st="1" end="1"/>
                                            </p:txEl>
                                          </p:spTgt>
                                        </p:tgtEl>
                                        <p:attrNameLst>
                                          <p:attrName>style.visibility</p:attrName>
                                        </p:attrNameLst>
                                      </p:cBhvr>
                                      <p:to>
                                        <p:strVal val="visible"/>
                                      </p:to>
                                    </p:set>
                                    <p:animEffect transition="in" filter="fade">
                                      <p:cBhvr>
                                        <p:cTn id="73" dur="500"/>
                                        <p:tgtEl>
                                          <p:spTgt spid="6">
                                            <p:txEl>
                                              <p:pRg st="1" end="1"/>
                                            </p:txEl>
                                          </p:spTgt>
                                        </p:tgtEl>
                                      </p:cBhvr>
                                    </p:animEffect>
                                  </p:childTnLst>
                                </p:cTn>
                              </p:par>
                            </p:childTnLst>
                          </p:cTn>
                        </p:par>
                      </p:childTnLst>
                    </p:cTn>
                  </p:par>
                  <p:par>
                    <p:cTn id="74" fill="hold">
                      <p:stCondLst>
                        <p:cond delay="indefinite"/>
                      </p:stCondLst>
                      <p:childTnLst>
                        <p:par>
                          <p:cTn id="75" fill="hold">
                            <p:stCondLst>
                              <p:cond delay="0"/>
                            </p:stCondLst>
                            <p:childTnLst>
                              <p:par>
                                <p:cTn id="76" presetID="10" presetClass="entr" presetSubtype="0" fill="hold" nodeType="clickEffect">
                                  <p:stCondLst>
                                    <p:cond delay="0"/>
                                  </p:stCondLst>
                                  <p:childTnLst>
                                    <p:set>
                                      <p:cBhvr>
                                        <p:cTn id="77" dur="1" fill="hold">
                                          <p:stCondLst>
                                            <p:cond delay="0"/>
                                          </p:stCondLst>
                                        </p:cTn>
                                        <p:tgtEl>
                                          <p:spTgt spid="6">
                                            <p:txEl>
                                              <p:pRg st="2" end="2"/>
                                            </p:txEl>
                                          </p:spTgt>
                                        </p:tgtEl>
                                        <p:attrNameLst>
                                          <p:attrName>style.visibility</p:attrName>
                                        </p:attrNameLst>
                                      </p:cBhvr>
                                      <p:to>
                                        <p:strVal val="visible"/>
                                      </p:to>
                                    </p:set>
                                    <p:animEffect transition="in" filter="fade">
                                      <p:cBhvr>
                                        <p:cTn id="78" dur="500"/>
                                        <p:tgtEl>
                                          <p:spTgt spid="6">
                                            <p:txEl>
                                              <p:pRg st="2" end="2"/>
                                            </p:txEl>
                                          </p:spTgt>
                                        </p:tgtEl>
                                      </p:cBhvr>
                                    </p:animEffect>
                                  </p:childTnLst>
                                </p:cTn>
                              </p:par>
                            </p:childTnLst>
                          </p:cTn>
                        </p:par>
                      </p:childTnLst>
                    </p:cTn>
                  </p:par>
                  <p:par>
                    <p:cTn id="79" fill="hold">
                      <p:stCondLst>
                        <p:cond delay="indefinite"/>
                      </p:stCondLst>
                      <p:childTnLst>
                        <p:par>
                          <p:cTn id="80" fill="hold">
                            <p:stCondLst>
                              <p:cond delay="0"/>
                            </p:stCondLst>
                            <p:childTnLst>
                              <p:par>
                                <p:cTn id="81" presetID="10" presetClass="entr" presetSubtype="0" fill="hold" nodeType="clickEffect">
                                  <p:stCondLst>
                                    <p:cond delay="0"/>
                                  </p:stCondLst>
                                  <p:childTnLst>
                                    <p:set>
                                      <p:cBhvr>
                                        <p:cTn id="82" dur="1" fill="hold">
                                          <p:stCondLst>
                                            <p:cond delay="0"/>
                                          </p:stCondLst>
                                        </p:cTn>
                                        <p:tgtEl>
                                          <p:spTgt spid="6">
                                            <p:txEl>
                                              <p:pRg st="3" end="3"/>
                                            </p:txEl>
                                          </p:spTgt>
                                        </p:tgtEl>
                                        <p:attrNameLst>
                                          <p:attrName>style.visibility</p:attrName>
                                        </p:attrNameLst>
                                      </p:cBhvr>
                                      <p:to>
                                        <p:strVal val="visible"/>
                                      </p:to>
                                    </p:set>
                                    <p:animEffect transition="in" filter="fade">
                                      <p:cBhvr>
                                        <p:cTn id="83" dur="500"/>
                                        <p:tgtEl>
                                          <p:spTgt spid="6">
                                            <p:txEl>
                                              <p:pRg st="3" end="3"/>
                                            </p:txEl>
                                          </p:spTgt>
                                        </p:tgtEl>
                                      </p:cBhvr>
                                    </p:animEffect>
                                  </p:childTnLst>
                                </p:cTn>
                              </p:par>
                            </p:childTnLst>
                          </p:cTn>
                        </p:par>
                      </p:childTnLst>
                    </p:cTn>
                  </p:par>
                  <p:par>
                    <p:cTn id="84" fill="hold">
                      <p:stCondLst>
                        <p:cond delay="indefinite"/>
                      </p:stCondLst>
                      <p:childTnLst>
                        <p:par>
                          <p:cTn id="85" fill="hold">
                            <p:stCondLst>
                              <p:cond delay="0"/>
                            </p:stCondLst>
                            <p:childTnLst>
                              <p:par>
                                <p:cTn id="86" presetID="10" presetClass="entr" presetSubtype="0" fill="hold" nodeType="clickEffect">
                                  <p:stCondLst>
                                    <p:cond delay="0"/>
                                  </p:stCondLst>
                                  <p:childTnLst>
                                    <p:set>
                                      <p:cBhvr>
                                        <p:cTn id="87" dur="1" fill="hold">
                                          <p:stCondLst>
                                            <p:cond delay="0"/>
                                          </p:stCondLst>
                                        </p:cTn>
                                        <p:tgtEl>
                                          <p:spTgt spid="6">
                                            <p:txEl>
                                              <p:pRg st="5" end="5"/>
                                            </p:txEl>
                                          </p:spTgt>
                                        </p:tgtEl>
                                        <p:attrNameLst>
                                          <p:attrName>style.visibility</p:attrName>
                                        </p:attrNameLst>
                                      </p:cBhvr>
                                      <p:to>
                                        <p:strVal val="visible"/>
                                      </p:to>
                                    </p:set>
                                    <p:animEffect transition="in" filter="fade">
                                      <p:cBhvr>
                                        <p:cTn id="88" dur="500"/>
                                        <p:tgtEl>
                                          <p:spTgt spid="6">
                                            <p:txEl>
                                              <p:pRg st="5" end="5"/>
                                            </p:txEl>
                                          </p:spTgt>
                                        </p:tgtEl>
                                      </p:cBhvr>
                                    </p:animEffect>
                                  </p:childTnLst>
                                </p:cTn>
                              </p:par>
                            </p:childTnLst>
                          </p:cTn>
                        </p:par>
                      </p:childTnLst>
                    </p:cTn>
                  </p:par>
                  <p:par>
                    <p:cTn id="89" fill="hold">
                      <p:stCondLst>
                        <p:cond delay="indefinite"/>
                      </p:stCondLst>
                      <p:childTnLst>
                        <p:par>
                          <p:cTn id="90" fill="hold">
                            <p:stCondLst>
                              <p:cond delay="0"/>
                            </p:stCondLst>
                            <p:childTnLst>
                              <p:par>
                                <p:cTn id="91" presetID="10" presetClass="entr" presetSubtype="0" fill="hold" nodeType="clickEffect">
                                  <p:stCondLst>
                                    <p:cond delay="0"/>
                                  </p:stCondLst>
                                  <p:childTnLst>
                                    <p:set>
                                      <p:cBhvr>
                                        <p:cTn id="92" dur="1" fill="hold">
                                          <p:stCondLst>
                                            <p:cond delay="0"/>
                                          </p:stCondLst>
                                        </p:cTn>
                                        <p:tgtEl>
                                          <p:spTgt spid="6">
                                            <p:txEl>
                                              <p:pRg st="6" end="6"/>
                                            </p:txEl>
                                          </p:spTgt>
                                        </p:tgtEl>
                                        <p:attrNameLst>
                                          <p:attrName>style.visibility</p:attrName>
                                        </p:attrNameLst>
                                      </p:cBhvr>
                                      <p:to>
                                        <p:strVal val="visible"/>
                                      </p:to>
                                    </p:set>
                                    <p:animEffect transition="in" filter="fade">
                                      <p:cBhvr>
                                        <p:cTn id="93" dur="500"/>
                                        <p:tgtEl>
                                          <p:spTgt spid="6">
                                            <p:txEl>
                                              <p:pRg st="6" end="6"/>
                                            </p:txEl>
                                          </p:spTgt>
                                        </p:tgtEl>
                                      </p:cBhvr>
                                    </p:animEffect>
                                  </p:childTnLst>
                                </p:cTn>
                              </p:par>
                            </p:childTnLst>
                          </p:cTn>
                        </p:par>
                      </p:childTnLst>
                    </p:cTn>
                  </p:par>
                  <p:par>
                    <p:cTn id="94" fill="hold">
                      <p:stCondLst>
                        <p:cond delay="indefinite"/>
                      </p:stCondLst>
                      <p:childTnLst>
                        <p:par>
                          <p:cTn id="95" fill="hold">
                            <p:stCondLst>
                              <p:cond delay="0"/>
                            </p:stCondLst>
                            <p:childTnLst>
                              <p:par>
                                <p:cTn id="96" presetID="10" presetClass="entr" presetSubtype="0" fill="hold" nodeType="clickEffect">
                                  <p:stCondLst>
                                    <p:cond delay="0"/>
                                  </p:stCondLst>
                                  <p:childTnLst>
                                    <p:set>
                                      <p:cBhvr>
                                        <p:cTn id="97" dur="1" fill="hold">
                                          <p:stCondLst>
                                            <p:cond delay="0"/>
                                          </p:stCondLst>
                                        </p:cTn>
                                        <p:tgtEl>
                                          <p:spTgt spid="6">
                                            <p:txEl>
                                              <p:pRg st="8" end="8"/>
                                            </p:txEl>
                                          </p:spTgt>
                                        </p:tgtEl>
                                        <p:attrNameLst>
                                          <p:attrName>style.visibility</p:attrName>
                                        </p:attrNameLst>
                                      </p:cBhvr>
                                      <p:to>
                                        <p:strVal val="visible"/>
                                      </p:to>
                                    </p:set>
                                    <p:animEffect transition="in" filter="fade">
                                      <p:cBhvr>
                                        <p:cTn id="98" dur="500"/>
                                        <p:tgtEl>
                                          <p:spTgt spid="6">
                                            <p:txEl>
                                              <p:pRg st="8" end="8"/>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animBg="1"/>
      <p:bldP spid="8" grpId="0" animBg="1"/>
      <p:bldP spid="9" grpId="0"/>
      <p:bldP spid="10" grpId="0"/>
      <p:bldP spid="11" grpId="0"/>
      <p:bldP spid="12" grpId="0"/>
      <p:bldP spid="13" grpId="0"/>
      <p:bldP spid="14" grpId="0"/>
      <p:bldP spid="15" grpId="0"/>
      <p:bldP spid="17" grpId="0"/>
      <p:bldP spid="18" grpId="0" animBg="1"/>
      <p:bldP spid="19" grpId="0" animBg="1"/>
    </p:bldLst>
  </p:timing>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p:cNvSpPr>
            <a:spLocks noGrp="1"/>
          </p:cNvSpPr>
          <p:nvPr>
            <p:ph type="title"/>
          </p:nvPr>
        </p:nvSpPr>
        <p:spPr/>
        <p:txBody>
          <a:bodyPr/>
          <a:lstStyle/>
          <a:p>
            <a:pPr algn="l"/>
            <a:r>
              <a:rPr lang="en-IN" b="1" dirty="0">
                <a:solidFill>
                  <a:srgbClr val="00B050"/>
                </a:solidFill>
              </a:rPr>
              <a:t>12)Shortcut</a:t>
            </a:r>
          </a:p>
        </p:txBody>
      </p:sp>
      <p:sp>
        <p:nvSpPr>
          <p:cNvPr id="6" name="Content Placeholder 5"/>
          <p:cNvSpPr>
            <a:spLocks noGrp="1"/>
          </p:cNvSpPr>
          <p:nvPr>
            <p:ph sz="quarter" idx="13"/>
          </p:nvPr>
        </p:nvSpPr>
        <p:spPr/>
        <p:txBody>
          <a:bodyPr/>
          <a:lstStyle/>
          <a:p>
            <a:pPr marL="0" indent="0">
              <a:buNone/>
            </a:pPr>
            <a:r>
              <a:rPr lang="en-IN" sz="3200" b="1" dirty="0">
                <a:solidFill>
                  <a:schemeClr val="tx1"/>
                </a:solidFill>
              </a:rPr>
              <a:t> </a:t>
            </a:r>
          </a:p>
        </p:txBody>
      </p:sp>
      <p:sp>
        <p:nvSpPr>
          <p:cNvPr id="28" name="Content Placeholder 27"/>
          <p:cNvSpPr>
            <a:spLocks noGrp="1"/>
          </p:cNvSpPr>
          <p:nvPr>
            <p:ph sz="quarter" idx="14"/>
          </p:nvPr>
        </p:nvSpPr>
        <p:spPr>
          <a:xfrm>
            <a:off x="4645150" y="2240280"/>
            <a:ext cx="3959297" cy="3877056"/>
          </a:xfrm>
        </p:spPr>
        <p:txBody>
          <a:bodyPr>
            <a:normAutofit fontScale="92500" lnSpcReduction="10000"/>
          </a:bodyPr>
          <a:lstStyle/>
          <a:p>
            <a:pPr marL="0" indent="0">
              <a:buNone/>
            </a:pPr>
            <a:endParaRPr lang="en-IN" dirty="0">
              <a:solidFill>
                <a:schemeClr val="tx1"/>
              </a:solidFill>
            </a:endParaRPr>
          </a:p>
          <a:p>
            <a:pPr marL="0" indent="0">
              <a:buNone/>
            </a:pPr>
            <a:r>
              <a:rPr lang="en-IN" sz="3200" b="1" dirty="0">
                <a:solidFill>
                  <a:schemeClr val="tx1"/>
                </a:solidFill>
              </a:rPr>
              <a:t>P = 7R = 7(6) = 42</a:t>
            </a:r>
          </a:p>
          <a:p>
            <a:pPr marL="0" indent="0">
              <a:buNone/>
            </a:pPr>
            <a:r>
              <a:rPr lang="en-IN" sz="3200" b="1" dirty="0">
                <a:solidFill>
                  <a:schemeClr val="tx1"/>
                </a:solidFill>
              </a:rPr>
              <a:t>Q = 9R = 9(6) = 54</a:t>
            </a:r>
          </a:p>
          <a:p>
            <a:pPr marL="0" indent="0">
              <a:buNone/>
            </a:pPr>
            <a:r>
              <a:rPr lang="en-IN" sz="3200" b="1" dirty="0">
                <a:solidFill>
                  <a:srgbClr val="00B050"/>
                </a:solidFill>
              </a:rPr>
              <a:t>P + Q = 42 + 54 = 96</a:t>
            </a:r>
          </a:p>
          <a:p>
            <a:pPr marL="0" indent="0">
              <a:buNone/>
            </a:pPr>
            <a:r>
              <a:rPr lang="en-IN" sz="3200" b="1" dirty="0">
                <a:solidFill>
                  <a:srgbClr val="00B050"/>
                </a:solidFill>
              </a:rPr>
              <a:t>	      </a:t>
            </a:r>
            <a:r>
              <a:rPr lang="en-IN" sz="3200" b="1" dirty="0">
                <a:solidFill>
                  <a:srgbClr val="FF0000"/>
                </a:solidFill>
              </a:rPr>
              <a:t>or</a:t>
            </a:r>
          </a:p>
          <a:p>
            <a:pPr marL="0" indent="0">
              <a:buNone/>
            </a:pPr>
            <a:r>
              <a:rPr lang="en-IN" sz="2800" b="1" dirty="0">
                <a:solidFill>
                  <a:schemeClr val="tx1"/>
                </a:solidFill>
              </a:rPr>
              <a:t>P + Q = 7R + 9R </a:t>
            </a:r>
          </a:p>
          <a:p>
            <a:pPr marL="0" indent="0">
              <a:buNone/>
            </a:pPr>
            <a:r>
              <a:rPr lang="en-IN" sz="2800" b="1" dirty="0">
                <a:solidFill>
                  <a:schemeClr val="tx1"/>
                </a:solidFill>
              </a:rPr>
              <a:t>	 = 16 R</a:t>
            </a:r>
          </a:p>
          <a:p>
            <a:pPr marL="0" indent="0">
              <a:buNone/>
            </a:pPr>
            <a:r>
              <a:rPr lang="en-IN" sz="2800" b="1" dirty="0">
                <a:solidFill>
                  <a:srgbClr val="00B050"/>
                </a:solidFill>
              </a:rPr>
              <a:t>P + Q = 16(6) = 96</a:t>
            </a:r>
          </a:p>
          <a:p>
            <a:pPr marL="0" indent="0">
              <a:buNone/>
            </a:pPr>
            <a:endParaRPr lang="en-IN" dirty="0">
              <a:solidFill>
                <a:schemeClr val="tx1"/>
              </a:solidFill>
            </a:endParaRPr>
          </a:p>
        </p:txBody>
      </p:sp>
      <p:sp>
        <p:nvSpPr>
          <p:cNvPr id="8" name="TextBox 7"/>
          <p:cNvSpPr txBox="1"/>
          <p:nvPr/>
        </p:nvSpPr>
        <p:spPr>
          <a:xfrm>
            <a:off x="1857518" y="2635681"/>
            <a:ext cx="576064" cy="461665"/>
          </a:xfrm>
          <a:prstGeom prst="rect">
            <a:avLst/>
          </a:prstGeom>
          <a:noFill/>
          <a:ln>
            <a:solidFill>
              <a:schemeClr val="tx1"/>
            </a:solidFill>
          </a:ln>
        </p:spPr>
        <p:txBody>
          <a:bodyPr wrap="square" rtlCol="0">
            <a:spAutoFit/>
          </a:bodyPr>
          <a:lstStyle/>
          <a:p>
            <a:r>
              <a:rPr lang="en-IN" sz="2400" b="1" dirty="0"/>
              <a:t>  P</a:t>
            </a:r>
          </a:p>
        </p:txBody>
      </p:sp>
      <p:sp>
        <p:nvSpPr>
          <p:cNvPr id="9" name="TextBox 8"/>
          <p:cNvSpPr txBox="1"/>
          <p:nvPr/>
        </p:nvSpPr>
        <p:spPr>
          <a:xfrm>
            <a:off x="2719705" y="2635681"/>
            <a:ext cx="660164" cy="461665"/>
          </a:xfrm>
          <a:prstGeom prst="rect">
            <a:avLst/>
          </a:prstGeom>
          <a:noFill/>
          <a:ln>
            <a:solidFill>
              <a:schemeClr val="tx1"/>
            </a:solidFill>
          </a:ln>
        </p:spPr>
        <p:txBody>
          <a:bodyPr wrap="square" rtlCol="0">
            <a:spAutoFit/>
          </a:bodyPr>
          <a:lstStyle/>
          <a:p>
            <a:r>
              <a:rPr lang="en-IN" sz="2400" b="1" dirty="0"/>
              <a:t> Q</a:t>
            </a:r>
          </a:p>
        </p:txBody>
      </p:sp>
      <p:sp>
        <p:nvSpPr>
          <p:cNvPr id="10" name="TextBox 9"/>
          <p:cNvSpPr txBox="1"/>
          <p:nvPr/>
        </p:nvSpPr>
        <p:spPr>
          <a:xfrm>
            <a:off x="1982866" y="3194554"/>
            <a:ext cx="576064" cy="461665"/>
          </a:xfrm>
          <a:prstGeom prst="rect">
            <a:avLst/>
          </a:prstGeom>
          <a:noFill/>
        </p:spPr>
        <p:txBody>
          <a:bodyPr wrap="square" rtlCol="0">
            <a:spAutoFit/>
          </a:bodyPr>
          <a:lstStyle/>
          <a:p>
            <a:r>
              <a:rPr lang="en-IN" sz="2400" b="1" dirty="0"/>
              <a:t>7</a:t>
            </a:r>
          </a:p>
        </p:txBody>
      </p:sp>
      <p:sp>
        <p:nvSpPr>
          <p:cNvPr id="11" name="TextBox 10"/>
          <p:cNvSpPr txBox="1"/>
          <p:nvPr/>
        </p:nvSpPr>
        <p:spPr>
          <a:xfrm>
            <a:off x="2878811" y="3194554"/>
            <a:ext cx="576064" cy="461665"/>
          </a:xfrm>
          <a:prstGeom prst="rect">
            <a:avLst/>
          </a:prstGeom>
          <a:noFill/>
        </p:spPr>
        <p:txBody>
          <a:bodyPr wrap="square" rtlCol="0">
            <a:spAutoFit/>
          </a:bodyPr>
          <a:lstStyle/>
          <a:p>
            <a:r>
              <a:rPr lang="en-IN" sz="2400" b="1" dirty="0"/>
              <a:t>9</a:t>
            </a:r>
          </a:p>
        </p:txBody>
      </p:sp>
      <p:sp>
        <p:nvSpPr>
          <p:cNvPr id="14" name="TextBox 13"/>
          <p:cNvSpPr txBox="1"/>
          <p:nvPr/>
        </p:nvSpPr>
        <p:spPr>
          <a:xfrm>
            <a:off x="1982866" y="4355812"/>
            <a:ext cx="576064" cy="461665"/>
          </a:xfrm>
          <a:prstGeom prst="rect">
            <a:avLst/>
          </a:prstGeom>
          <a:noFill/>
        </p:spPr>
        <p:txBody>
          <a:bodyPr wrap="square" rtlCol="0">
            <a:spAutoFit/>
          </a:bodyPr>
          <a:lstStyle/>
          <a:p>
            <a:r>
              <a:rPr lang="en-IN" sz="2400" b="1" dirty="0"/>
              <a:t>3</a:t>
            </a:r>
          </a:p>
        </p:txBody>
      </p:sp>
      <p:sp>
        <p:nvSpPr>
          <p:cNvPr id="15" name="TextBox 14"/>
          <p:cNvSpPr txBox="1"/>
          <p:nvPr/>
        </p:nvSpPr>
        <p:spPr>
          <a:xfrm>
            <a:off x="2851280" y="4355812"/>
            <a:ext cx="576064" cy="461665"/>
          </a:xfrm>
          <a:prstGeom prst="rect">
            <a:avLst/>
          </a:prstGeom>
          <a:noFill/>
        </p:spPr>
        <p:txBody>
          <a:bodyPr wrap="square" rtlCol="0">
            <a:spAutoFit/>
          </a:bodyPr>
          <a:lstStyle/>
          <a:p>
            <a:r>
              <a:rPr lang="en-IN" sz="2400" b="1" dirty="0"/>
              <a:t>5</a:t>
            </a:r>
          </a:p>
        </p:txBody>
      </p:sp>
      <p:sp>
        <p:nvSpPr>
          <p:cNvPr id="16" name="TextBox 15"/>
          <p:cNvSpPr txBox="1"/>
          <p:nvPr/>
        </p:nvSpPr>
        <p:spPr>
          <a:xfrm>
            <a:off x="2346006" y="3077645"/>
            <a:ext cx="425849" cy="646331"/>
          </a:xfrm>
          <a:prstGeom prst="rect">
            <a:avLst/>
          </a:prstGeom>
          <a:noFill/>
        </p:spPr>
        <p:txBody>
          <a:bodyPr wrap="square" rtlCol="0">
            <a:spAutoFit/>
          </a:bodyPr>
          <a:lstStyle/>
          <a:p>
            <a:r>
              <a:rPr lang="en-IN" sz="2400" b="1" dirty="0"/>
              <a:t> </a:t>
            </a:r>
            <a:r>
              <a:rPr lang="en-IN" sz="3600" b="1" dirty="0"/>
              <a:t>:</a:t>
            </a:r>
            <a:endParaRPr lang="en-IN" sz="2400" b="1" dirty="0"/>
          </a:p>
        </p:txBody>
      </p:sp>
      <p:sp>
        <p:nvSpPr>
          <p:cNvPr id="17" name="TextBox 16"/>
          <p:cNvSpPr txBox="1"/>
          <p:nvPr/>
        </p:nvSpPr>
        <p:spPr>
          <a:xfrm>
            <a:off x="2346006" y="4221088"/>
            <a:ext cx="425849" cy="646331"/>
          </a:xfrm>
          <a:prstGeom prst="rect">
            <a:avLst/>
          </a:prstGeom>
          <a:noFill/>
        </p:spPr>
        <p:txBody>
          <a:bodyPr wrap="square" rtlCol="0">
            <a:spAutoFit/>
          </a:bodyPr>
          <a:lstStyle/>
          <a:p>
            <a:r>
              <a:rPr lang="en-IN" sz="2400" b="1" dirty="0"/>
              <a:t> </a:t>
            </a:r>
            <a:r>
              <a:rPr lang="en-IN" sz="3600" b="1" dirty="0"/>
              <a:t>:</a:t>
            </a:r>
            <a:endParaRPr lang="en-IN" sz="2400" b="1" dirty="0"/>
          </a:p>
        </p:txBody>
      </p:sp>
      <p:sp>
        <p:nvSpPr>
          <p:cNvPr id="18" name="TextBox 17"/>
          <p:cNvSpPr txBox="1"/>
          <p:nvPr/>
        </p:nvSpPr>
        <p:spPr>
          <a:xfrm>
            <a:off x="784581" y="3638060"/>
            <a:ext cx="576064" cy="461665"/>
          </a:xfrm>
          <a:prstGeom prst="rect">
            <a:avLst/>
          </a:prstGeom>
          <a:noFill/>
          <a:ln>
            <a:solidFill>
              <a:schemeClr val="tx1"/>
            </a:solidFill>
          </a:ln>
        </p:spPr>
        <p:txBody>
          <a:bodyPr wrap="square" rtlCol="0">
            <a:spAutoFit/>
          </a:bodyPr>
          <a:lstStyle/>
          <a:p>
            <a:r>
              <a:rPr lang="en-IN" sz="2400" b="1" dirty="0"/>
              <a:t>4R</a:t>
            </a:r>
          </a:p>
        </p:txBody>
      </p:sp>
      <p:sp>
        <p:nvSpPr>
          <p:cNvPr id="19" name="TextBox 18"/>
          <p:cNvSpPr txBox="1"/>
          <p:nvPr/>
        </p:nvSpPr>
        <p:spPr>
          <a:xfrm>
            <a:off x="3707904" y="3641006"/>
            <a:ext cx="576064" cy="461665"/>
          </a:xfrm>
          <a:prstGeom prst="rect">
            <a:avLst/>
          </a:prstGeom>
          <a:noFill/>
          <a:ln>
            <a:solidFill>
              <a:schemeClr val="tx1"/>
            </a:solidFill>
          </a:ln>
        </p:spPr>
        <p:txBody>
          <a:bodyPr wrap="square" rtlCol="0">
            <a:spAutoFit/>
          </a:bodyPr>
          <a:lstStyle/>
          <a:p>
            <a:r>
              <a:rPr lang="en-IN" sz="2400" b="1" dirty="0"/>
              <a:t>4R</a:t>
            </a:r>
          </a:p>
        </p:txBody>
      </p:sp>
      <p:sp>
        <p:nvSpPr>
          <p:cNvPr id="24" name="Curved Left Arrow 23"/>
          <p:cNvSpPr/>
          <p:nvPr/>
        </p:nvSpPr>
        <p:spPr>
          <a:xfrm>
            <a:off x="3166843" y="3339255"/>
            <a:ext cx="426050" cy="1342167"/>
          </a:xfrm>
          <a:prstGeom prst="curvedLeft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sz="2400" b="1">
              <a:solidFill>
                <a:schemeClr val="tx1"/>
              </a:solidFill>
            </a:endParaRPr>
          </a:p>
        </p:txBody>
      </p:sp>
      <p:sp>
        <p:nvSpPr>
          <p:cNvPr id="25" name="Curved Left Arrow 24"/>
          <p:cNvSpPr/>
          <p:nvPr/>
        </p:nvSpPr>
        <p:spPr>
          <a:xfrm flipH="1">
            <a:off x="1498513" y="3356992"/>
            <a:ext cx="484353" cy="1409298"/>
          </a:xfrm>
          <a:prstGeom prst="curvedLeft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sz="2400" b="1">
              <a:solidFill>
                <a:schemeClr val="tx1"/>
              </a:solidFill>
            </a:endParaRPr>
          </a:p>
        </p:txBody>
      </p:sp>
      <p:sp>
        <p:nvSpPr>
          <p:cNvPr id="26" name="TextBox 25"/>
          <p:cNvSpPr txBox="1"/>
          <p:nvPr/>
        </p:nvSpPr>
        <p:spPr>
          <a:xfrm>
            <a:off x="1907704" y="5157192"/>
            <a:ext cx="1636271" cy="461665"/>
          </a:xfrm>
          <a:prstGeom prst="rect">
            <a:avLst/>
          </a:prstGeom>
          <a:noFill/>
        </p:spPr>
        <p:txBody>
          <a:bodyPr wrap="square" rtlCol="0">
            <a:spAutoFit/>
          </a:bodyPr>
          <a:lstStyle/>
          <a:p>
            <a:r>
              <a:rPr lang="en-IN" sz="2400" b="1" dirty="0"/>
              <a:t>4R = 24 </a:t>
            </a:r>
          </a:p>
        </p:txBody>
      </p:sp>
      <p:sp>
        <p:nvSpPr>
          <p:cNvPr id="27" name="TextBox 26"/>
          <p:cNvSpPr txBox="1"/>
          <p:nvPr/>
        </p:nvSpPr>
        <p:spPr>
          <a:xfrm>
            <a:off x="1907704" y="5678924"/>
            <a:ext cx="1564263" cy="461665"/>
          </a:xfrm>
          <a:prstGeom prst="rect">
            <a:avLst/>
          </a:prstGeom>
          <a:noFill/>
        </p:spPr>
        <p:txBody>
          <a:bodyPr wrap="square" rtlCol="0">
            <a:spAutoFit/>
          </a:bodyPr>
          <a:lstStyle/>
          <a:p>
            <a:r>
              <a:rPr lang="en-IN" sz="2400" b="1" dirty="0">
                <a:solidFill>
                  <a:srgbClr val="00B050"/>
                </a:solidFill>
              </a:rPr>
              <a:t>1R = 6 </a:t>
            </a:r>
          </a:p>
        </p:txBody>
      </p:sp>
    </p:spTree>
    <p:extLst>
      <p:ext uri="{BB962C8B-B14F-4D97-AF65-F5344CB8AC3E}">
        <p14:creationId xmlns:p14="http://schemas.microsoft.com/office/powerpoint/2010/main" val="276754188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8"/>
                                        </p:tgtEl>
                                        <p:attrNameLst>
                                          <p:attrName>style.visibility</p:attrName>
                                        </p:attrNameLst>
                                      </p:cBhvr>
                                      <p:to>
                                        <p:strVal val="visible"/>
                                      </p:to>
                                    </p:set>
                                    <p:animEffect transition="in" filter="fade">
                                      <p:cBhvr>
                                        <p:cTn id="7" dur="500"/>
                                        <p:tgtEl>
                                          <p:spTgt spid="8"/>
                                        </p:tgtEl>
                                      </p:cBhvr>
                                    </p:animEffect>
                                  </p:childTnLst>
                                </p:cTn>
                              </p:par>
                              <p:par>
                                <p:cTn id="8" presetID="10" presetClass="entr" presetSubtype="0" fill="hold" grpId="0" nodeType="withEffect">
                                  <p:stCondLst>
                                    <p:cond delay="0"/>
                                  </p:stCondLst>
                                  <p:childTnLst>
                                    <p:set>
                                      <p:cBhvr>
                                        <p:cTn id="9" dur="1" fill="hold">
                                          <p:stCondLst>
                                            <p:cond delay="0"/>
                                          </p:stCondLst>
                                        </p:cTn>
                                        <p:tgtEl>
                                          <p:spTgt spid="9"/>
                                        </p:tgtEl>
                                        <p:attrNameLst>
                                          <p:attrName>style.visibility</p:attrName>
                                        </p:attrNameLst>
                                      </p:cBhvr>
                                      <p:to>
                                        <p:strVal val="visible"/>
                                      </p:to>
                                    </p:set>
                                    <p:animEffect transition="in" filter="fade">
                                      <p:cBhvr>
                                        <p:cTn id="10" dur="500"/>
                                        <p:tgtEl>
                                          <p:spTgt spid="9"/>
                                        </p:tgtEl>
                                      </p:cBhvr>
                                    </p:animEffect>
                                  </p:childTnLst>
                                </p:cTn>
                              </p:par>
                              <p:par>
                                <p:cTn id="11" presetID="10" presetClass="entr" presetSubtype="0" fill="hold" grpId="0" nodeType="withEffect">
                                  <p:stCondLst>
                                    <p:cond delay="0"/>
                                  </p:stCondLst>
                                  <p:childTnLst>
                                    <p:set>
                                      <p:cBhvr>
                                        <p:cTn id="12" dur="1" fill="hold">
                                          <p:stCondLst>
                                            <p:cond delay="0"/>
                                          </p:stCondLst>
                                        </p:cTn>
                                        <p:tgtEl>
                                          <p:spTgt spid="10"/>
                                        </p:tgtEl>
                                        <p:attrNameLst>
                                          <p:attrName>style.visibility</p:attrName>
                                        </p:attrNameLst>
                                      </p:cBhvr>
                                      <p:to>
                                        <p:strVal val="visible"/>
                                      </p:to>
                                    </p:set>
                                    <p:animEffect transition="in" filter="fade">
                                      <p:cBhvr>
                                        <p:cTn id="13" dur="500"/>
                                        <p:tgtEl>
                                          <p:spTgt spid="10"/>
                                        </p:tgtEl>
                                      </p:cBhvr>
                                    </p:animEffect>
                                  </p:childTnLst>
                                </p:cTn>
                              </p:par>
                              <p:par>
                                <p:cTn id="14" presetID="10" presetClass="entr" presetSubtype="0" fill="hold" grpId="0" nodeType="withEffect">
                                  <p:stCondLst>
                                    <p:cond delay="0"/>
                                  </p:stCondLst>
                                  <p:childTnLst>
                                    <p:set>
                                      <p:cBhvr>
                                        <p:cTn id="15" dur="1" fill="hold">
                                          <p:stCondLst>
                                            <p:cond delay="0"/>
                                          </p:stCondLst>
                                        </p:cTn>
                                        <p:tgtEl>
                                          <p:spTgt spid="16"/>
                                        </p:tgtEl>
                                        <p:attrNameLst>
                                          <p:attrName>style.visibility</p:attrName>
                                        </p:attrNameLst>
                                      </p:cBhvr>
                                      <p:to>
                                        <p:strVal val="visible"/>
                                      </p:to>
                                    </p:set>
                                    <p:animEffect transition="in" filter="fade">
                                      <p:cBhvr>
                                        <p:cTn id="16" dur="500"/>
                                        <p:tgtEl>
                                          <p:spTgt spid="16"/>
                                        </p:tgtEl>
                                      </p:cBhvr>
                                    </p:animEffect>
                                  </p:childTnLst>
                                </p:cTn>
                              </p:par>
                              <p:par>
                                <p:cTn id="17" presetID="10" presetClass="entr" presetSubtype="0" fill="hold" grpId="0" nodeType="withEffect">
                                  <p:stCondLst>
                                    <p:cond delay="0"/>
                                  </p:stCondLst>
                                  <p:childTnLst>
                                    <p:set>
                                      <p:cBhvr>
                                        <p:cTn id="18" dur="1" fill="hold">
                                          <p:stCondLst>
                                            <p:cond delay="0"/>
                                          </p:stCondLst>
                                        </p:cTn>
                                        <p:tgtEl>
                                          <p:spTgt spid="11"/>
                                        </p:tgtEl>
                                        <p:attrNameLst>
                                          <p:attrName>style.visibility</p:attrName>
                                        </p:attrNameLst>
                                      </p:cBhvr>
                                      <p:to>
                                        <p:strVal val="visible"/>
                                      </p:to>
                                    </p:set>
                                    <p:animEffect transition="in" filter="fade">
                                      <p:cBhvr>
                                        <p:cTn id="19" dur="500"/>
                                        <p:tgtEl>
                                          <p:spTgt spid="11"/>
                                        </p:tgtEl>
                                      </p:cBhvr>
                                    </p:animEffect>
                                  </p:childTnLst>
                                </p:cTn>
                              </p:par>
                              <p:par>
                                <p:cTn id="20" presetID="10" presetClass="entr" presetSubtype="0" fill="hold" grpId="0" nodeType="withEffect">
                                  <p:stCondLst>
                                    <p:cond delay="0"/>
                                  </p:stCondLst>
                                  <p:childTnLst>
                                    <p:set>
                                      <p:cBhvr>
                                        <p:cTn id="21" dur="1" fill="hold">
                                          <p:stCondLst>
                                            <p:cond delay="0"/>
                                          </p:stCondLst>
                                        </p:cTn>
                                        <p:tgtEl>
                                          <p:spTgt spid="17"/>
                                        </p:tgtEl>
                                        <p:attrNameLst>
                                          <p:attrName>style.visibility</p:attrName>
                                        </p:attrNameLst>
                                      </p:cBhvr>
                                      <p:to>
                                        <p:strVal val="visible"/>
                                      </p:to>
                                    </p:set>
                                    <p:animEffect transition="in" filter="fade">
                                      <p:cBhvr>
                                        <p:cTn id="22" dur="500"/>
                                        <p:tgtEl>
                                          <p:spTgt spid="17"/>
                                        </p:tgtEl>
                                      </p:cBhvr>
                                    </p:animEffect>
                                  </p:childTnLst>
                                </p:cTn>
                              </p:par>
                              <p:par>
                                <p:cTn id="23" presetID="10" presetClass="entr" presetSubtype="0" fill="hold" grpId="0" nodeType="withEffect">
                                  <p:stCondLst>
                                    <p:cond delay="0"/>
                                  </p:stCondLst>
                                  <p:childTnLst>
                                    <p:set>
                                      <p:cBhvr>
                                        <p:cTn id="24" dur="1" fill="hold">
                                          <p:stCondLst>
                                            <p:cond delay="0"/>
                                          </p:stCondLst>
                                        </p:cTn>
                                        <p:tgtEl>
                                          <p:spTgt spid="15"/>
                                        </p:tgtEl>
                                        <p:attrNameLst>
                                          <p:attrName>style.visibility</p:attrName>
                                        </p:attrNameLst>
                                      </p:cBhvr>
                                      <p:to>
                                        <p:strVal val="visible"/>
                                      </p:to>
                                    </p:set>
                                    <p:animEffect transition="in" filter="fade">
                                      <p:cBhvr>
                                        <p:cTn id="25" dur="500"/>
                                        <p:tgtEl>
                                          <p:spTgt spid="15"/>
                                        </p:tgtEl>
                                      </p:cBhvr>
                                    </p:animEffect>
                                  </p:childTnLst>
                                </p:cTn>
                              </p:par>
                              <p:par>
                                <p:cTn id="26" presetID="10" presetClass="entr" presetSubtype="0" fill="hold" grpId="0" nodeType="withEffect">
                                  <p:stCondLst>
                                    <p:cond delay="0"/>
                                  </p:stCondLst>
                                  <p:childTnLst>
                                    <p:set>
                                      <p:cBhvr>
                                        <p:cTn id="27" dur="1" fill="hold">
                                          <p:stCondLst>
                                            <p:cond delay="0"/>
                                          </p:stCondLst>
                                        </p:cTn>
                                        <p:tgtEl>
                                          <p:spTgt spid="14"/>
                                        </p:tgtEl>
                                        <p:attrNameLst>
                                          <p:attrName>style.visibility</p:attrName>
                                        </p:attrNameLst>
                                      </p:cBhvr>
                                      <p:to>
                                        <p:strVal val="visible"/>
                                      </p:to>
                                    </p:set>
                                    <p:animEffect transition="in" filter="fade">
                                      <p:cBhvr>
                                        <p:cTn id="28" dur="500"/>
                                        <p:tgtEl>
                                          <p:spTgt spid="14"/>
                                        </p:tgtEl>
                                      </p:cBhvr>
                                    </p:animEffect>
                                  </p:childTnLst>
                                </p:cTn>
                              </p:par>
                            </p:childTnLst>
                          </p:cTn>
                        </p:par>
                      </p:childTnLst>
                    </p:cTn>
                  </p:par>
                  <p:par>
                    <p:cTn id="29" fill="hold">
                      <p:stCondLst>
                        <p:cond delay="indefinite"/>
                      </p:stCondLst>
                      <p:childTnLst>
                        <p:par>
                          <p:cTn id="30" fill="hold">
                            <p:stCondLst>
                              <p:cond delay="0"/>
                            </p:stCondLst>
                            <p:childTnLst>
                              <p:par>
                                <p:cTn id="31" presetID="10" presetClass="entr" presetSubtype="0" fill="hold" grpId="0" nodeType="clickEffect">
                                  <p:stCondLst>
                                    <p:cond delay="0"/>
                                  </p:stCondLst>
                                  <p:childTnLst>
                                    <p:set>
                                      <p:cBhvr>
                                        <p:cTn id="32" dur="1" fill="hold">
                                          <p:stCondLst>
                                            <p:cond delay="0"/>
                                          </p:stCondLst>
                                        </p:cTn>
                                        <p:tgtEl>
                                          <p:spTgt spid="25"/>
                                        </p:tgtEl>
                                        <p:attrNameLst>
                                          <p:attrName>style.visibility</p:attrName>
                                        </p:attrNameLst>
                                      </p:cBhvr>
                                      <p:to>
                                        <p:strVal val="visible"/>
                                      </p:to>
                                    </p:set>
                                    <p:animEffect transition="in" filter="fade">
                                      <p:cBhvr>
                                        <p:cTn id="33" dur="500"/>
                                        <p:tgtEl>
                                          <p:spTgt spid="25"/>
                                        </p:tgtEl>
                                      </p:cBhvr>
                                    </p:animEffect>
                                  </p:childTnLst>
                                </p:cTn>
                              </p:par>
                              <p:par>
                                <p:cTn id="34" presetID="10" presetClass="entr" presetSubtype="0" fill="hold" grpId="0" nodeType="withEffect">
                                  <p:stCondLst>
                                    <p:cond delay="0"/>
                                  </p:stCondLst>
                                  <p:childTnLst>
                                    <p:set>
                                      <p:cBhvr>
                                        <p:cTn id="35" dur="1" fill="hold">
                                          <p:stCondLst>
                                            <p:cond delay="0"/>
                                          </p:stCondLst>
                                        </p:cTn>
                                        <p:tgtEl>
                                          <p:spTgt spid="18"/>
                                        </p:tgtEl>
                                        <p:attrNameLst>
                                          <p:attrName>style.visibility</p:attrName>
                                        </p:attrNameLst>
                                      </p:cBhvr>
                                      <p:to>
                                        <p:strVal val="visible"/>
                                      </p:to>
                                    </p:set>
                                    <p:animEffect transition="in" filter="fade">
                                      <p:cBhvr>
                                        <p:cTn id="36" dur="500"/>
                                        <p:tgtEl>
                                          <p:spTgt spid="18"/>
                                        </p:tgtEl>
                                      </p:cBhvr>
                                    </p:animEffect>
                                  </p:childTnLst>
                                </p:cTn>
                              </p:par>
                            </p:childTnLst>
                          </p:cTn>
                        </p:par>
                      </p:childTnLst>
                    </p:cTn>
                  </p:par>
                  <p:par>
                    <p:cTn id="37" fill="hold">
                      <p:stCondLst>
                        <p:cond delay="indefinite"/>
                      </p:stCondLst>
                      <p:childTnLst>
                        <p:par>
                          <p:cTn id="38" fill="hold">
                            <p:stCondLst>
                              <p:cond delay="0"/>
                            </p:stCondLst>
                            <p:childTnLst>
                              <p:par>
                                <p:cTn id="39" presetID="10" presetClass="entr" presetSubtype="0" fill="hold" grpId="0" nodeType="clickEffect">
                                  <p:stCondLst>
                                    <p:cond delay="0"/>
                                  </p:stCondLst>
                                  <p:childTnLst>
                                    <p:set>
                                      <p:cBhvr>
                                        <p:cTn id="40" dur="1" fill="hold">
                                          <p:stCondLst>
                                            <p:cond delay="0"/>
                                          </p:stCondLst>
                                        </p:cTn>
                                        <p:tgtEl>
                                          <p:spTgt spid="24"/>
                                        </p:tgtEl>
                                        <p:attrNameLst>
                                          <p:attrName>style.visibility</p:attrName>
                                        </p:attrNameLst>
                                      </p:cBhvr>
                                      <p:to>
                                        <p:strVal val="visible"/>
                                      </p:to>
                                    </p:set>
                                    <p:animEffect transition="in" filter="fade">
                                      <p:cBhvr>
                                        <p:cTn id="41" dur="500"/>
                                        <p:tgtEl>
                                          <p:spTgt spid="24"/>
                                        </p:tgtEl>
                                      </p:cBhvr>
                                    </p:animEffect>
                                  </p:childTnLst>
                                </p:cTn>
                              </p:par>
                              <p:par>
                                <p:cTn id="42" presetID="10" presetClass="entr" presetSubtype="0" fill="hold" grpId="0" nodeType="withEffect">
                                  <p:stCondLst>
                                    <p:cond delay="0"/>
                                  </p:stCondLst>
                                  <p:childTnLst>
                                    <p:set>
                                      <p:cBhvr>
                                        <p:cTn id="43" dur="1" fill="hold">
                                          <p:stCondLst>
                                            <p:cond delay="0"/>
                                          </p:stCondLst>
                                        </p:cTn>
                                        <p:tgtEl>
                                          <p:spTgt spid="19"/>
                                        </p:tgtEl>
                                        <p:attrNameLst>
                                          <p:attrName>style.visibility</p:attrName>
                                        </p:attrNameLst>
                                      </p:cBhvr>
                                      <p:to>
                                        <p:strVal val="visible"/>
                                      </p:to>
                                    </p:set>
                                    <p:animEffect transition="in" filter="fade">
                                      <p:cBhvr>
                                        <p:cTn id="44" dur="500"/>
                                        <p:tgtEl>
                                          <p:spTgt spid="19"/>
                                        </p:tgtEl>
                                      </p:cBhvr>
                                    </p:animEffect>
                                  </p:childTnLst>
                                </p:cTn>
                              </p:par>
                            </p:childTnLst>
                          </p:cTn>
                        </p:par>
                      </p:childTnLst>
                    </p:cTn>
                  </p:par>
                  <p:par>
                    <p:cTn id="45" fill="hold">
                      <p:stCondLst>
                        <p:cond delay="indefinite"/>
                      </p:stCondLst>
                      <p:childTnLst>
                        <p:par>
                          <p:cTn id="46" fill="hold">
                            <p:stCondLst>
                              <p:cond delay="0"/>
                            </p:stCondLst>
                            <p:childTnLst>
                              <p:par>
                                <p:cTn id="47" presetID="10" presetClass="entr" presetSubtype="0" fill="hold" grpId="0" nodeType="clickEffect">
                                  <p:stCondLst>
                                    <p:cond delay="0"/>
                                  </p:stCondLst>
                                  <p:childTnLst>
                                    <p:set>
                                      <p:cBhvr>
                                        <p:cTn id="48" dur="1" fill="hold">
                                          <p:stCondLst>
                                            <p:cond delay="0"/>
                                          </p:stCondLst>
                                        </p:cTn>
                                        <p:tgtEl>
                                          <p:spTgt spid="26"/>
                                        </p:tgtEl>
                                        <p:attrNameLst>
                                          <p:attrName>style.visibility</p:attrName>
                                        </p:attrNameLst>
                                      </p:cBhvr>
                                      <p:to>
                                        <p:strVal val="visible"/>
                                      </p:to>
                                    </p:set>
                                    <p:animEffect transition="in" filter="fade">
                                      <p:cBhvr>
                                        <p:cTn id="49" dur="500"/>
                                        <p:tgtEl>
                                          <p:spTgt spid="26"/>
                                        </p:tgtEl>
                                      </p:cBhvr>
                                    </p:animEffect>
                                  </p:childTnLst>
                                </p:cTn>
                              </p:par>
                            </p:childTnLst>
                          </p:cTn>
                        </p:par>
                      </p:childTnLst>
                    </p:cTn>
                  </p:par>
                  <p:par>
                    <p:cTn id="50" fill="hold">
                      <p:stCondLst>
                        <p:cond delay="indefinite"/>
                      </p:stCondLst>
                      <p:childTnLst>
                        <p:par>
                          <p:cTn id="51" fill="hold">
                            <p:stCondLst>
                              <p:cond delay="0"/>
                            </p:stCondLst>
                            <p:childTnLst>
                              <p:par>
                                <p:cTn id="52" presetID="10" presetClass="entr" presetSubtype="0" fill="hold" grpId="0" nodeType="clickEffect">
                                  <p:stCondLst>
                                    <p:cond delay="0"/>
                                  </p:stCondLst>
                                  <p:childTnLst>
                                    <p:set>
                                      <p:cBhvr>
                                        <p:cTn id="53" dur="1" fill="hold">
                                          <p:stCondLst>
                                            <p:cond delay="0"/>
                                          </p:stCondLst>
                                        </p:cTn>
                                        <p:tgtEl>
                                          <p:spTgt spid="27"/>
                                        </p:tgtEl>
                                        <p:attrNameLst>
                                          <p:attrName>style.visibility</p:attrName>
                                        </p:attrNameLst>
                                      </p:cBhvr>
                                      <p:to>
                                        <p:strVal val="visible"/>
                                      </p:to>
                                    </p:set>
                                    <p:animEffect transition="in" filter="fade">
                                      <p:cBhvr>
                                        <p:cTn id="54" dur="500"/>
                                        <p:tgtEl>
                                          <p:spTgt spid="27"/>
                                        </p:tgtEl>
                                      </p:cBhvr>
                                    </p:animEffect>
                                  </p:childTnLst>
                                </p:cTn>
                              </p:par>
                            </p:childTnLst>
                          </p:cTn>
                        </p:par>
                      </p:childTnLst>
                    </p:cTn>
                  </p:par>
                  <p:par>
                    <p:cTn id="55" fill="hold">
                      <p:stCondLst>
                        <p:cond delay="indefinite"/>
                      </p:stCondLst>
                      <p:childTnLst>
                        <p:par>
                          <p:cTn id="56" fill="hold">
                            <p:stCondLst>
                              <p:cond delay="0"/>
                            </p:stCondLst>
                            <p:childTnLst>
                              <p:par>
                                <p:cTn id="57" presetID="10" presetClass="entr" presetSubtype="0" fill="hold" nodeType="clickEffect">
                                  <p:stCondLst>
                                    <p:cond delay="0"/>
                                  </p:stCondLst>
                                  <p:childTnLst>
                                    <p:set>
                                      <p:cBhvr>
                                        <p:cTn id="58" dur="1" fill="hold">
                                          <p:stCondLst>
                                            <p:cond delay="0"/>
                                          </p:stCondLst>
                                        </p:cTn>
                                        <p:tgtEl>
                                          <p:spTgt spid="28">
                                            <p:txEl>
                                              <p:pRg st="1" end="1"/>
                                            </p:txEl>
                                          </p:spTgt>
                                        </p:tgtEl>
                                        <p:attrNameLst>
                                          <p:attrName>style.visibility</p:attrName>
                                        </p:attrNameLst>
                                      </p:cBhvr>
                                      <p:to>
                                        <p:strVal val="visible"/>
                                      </p:to>
                                    </p:set>
                                    <p:animEffect transition="in" filter="fade">
                                      <p:cBhvr>
                                        <p:cTn id="59" dur="500"/>
                                        <p:tgtEl>
                                          <p:spTgt spid="28">
                                            <p:txEl>
                                              <p:pRg st="1" end="1"/>
                                            </p:txEl>
                                          </p:spTgt>
                                        </p:tgtEl>
                                      </p:cBhvr>
                                    </p:animEffect>
                                  </p:childTnLst>
                                </p:cTn>
                              </p:par>
                            </p:childTnLst>
                          </p:cTn>
                        </p:par>
                      </p:childTnLst>
                    </p:cTn>
                  </p:par>
                  <p:par>
                    <p:cTn id="60" fill="hold">
                      <p:stCondLst>
                        <p:cond delay="indefinite"/>
                      </p:stCondLst>
                      <p:childTnLst>
                        <p:par>
                          <p:cTn id="61" fill="hold">
                            <p:stCondLst>
                              <p:cond delay="0"/>
                            </p:stCondLst>
                            <p:childTnLst>
                              <p:par>
                                <p:cTn id="62" presetID="10" presetClass="entr" presetSubtype="0" fill="hold" nodeType="clickEffect">
                                  <p:stCondLst>
                                    <p:cond delay="0"/>
                                  </p:stCondLst>
                                  <p:childTnLst>
                                    <p:set>
                                      <p:cBhvr>
                                        <p:cTn id="63" dur="1" fill="hold">
                                          <p:stCondLst>
                                            <p:cond delay="0"/>
                                          </p:stCondLst>
                                        </p:cTn>
                                        <p:tgtEl>
                                          <p:spTgt spid="28">
                                            <p:txEl>
                                              <p:pRg st="2" end="2"/>
                                            </p:txEl>
                                          </p:spTgt>
                                        </p:tgtEl>
                                        <p:attrNameLst>
                                          <p:attrName>style.visibility</p:attrName>
                                        </p:attrNameLst>
                                      </p:cBhvr>
                                      <p:to>
                                        <p:strVal val="visible"/>
                                      </p:to>
                                    </p:set>
                                    <p:animEffect transition="in" filter="fade">
                                      <p:cBhvr>
                                        <p:cTn id="64" dur="500"/>
                                        <p:tgtEl>
                                          <p:spTgt spid="28">
                                            <p:txEl>
                                              <p:pRg st="2" end="2"/>
                                            </p:txEl>
                                          </p:spTgt>
                                        </p:tgtEl>
                                      </p:cBhvr>
                                    </p:animEffect>
                                  </p:childTnLst>
                                </p:cTn>
                              </p:par>
                            </p:childTnLst>
                          </p:cTn>
                        </p:par>
                      </p:childTnLst>
                    </p:cTn>
                  </p:par>
                  <p:par>
                    <p:cTn id="65" fill="hold">
                      <p:stCondLst>
                        <p:cond delay="indefinite"/>
                      </p:stCondLst>
                      <p:childTnLst>
                        <p:par>
                          <p:cTn id="66" fill="hold">
                            <p:stCondLst>
                              <p:cond delay="0"/>
                            </p:stCondLst>
                            <p:childTnLst>
                              <p:par>
                                <p:cTn id="67" presetID="10" presetClass="entr" presetSubtype="0" fill="hold" nodeType="clickEffect">
                                  <p:stCondLst>
                                    <p:cond delay="0"/>
                                  </p:stCondLst>
                                  <p:childTnLst>
                                    <p:set>
                                      <p:cBhvr>
                                        <p:cTn id="68" dur="1" fill="hold">
                                          <p:stCondLst>
                                            <p:cond delay="0"/>
                                          </p:stCondLst>
                                        </p:cTn>
                                        <p:tgtEl>
                                          <p:spTgt spid="28">
                                            <p:txEl>
                                              <p:pRg st="3" end="3"/>
                                            </p:txEl>
                                          </p:spTgt>
                                        </p:tgtEl>
                                        <p:attrNameLst>
                                          <p:attrName>style.visibility</p:attrName>
                                        </p:attrNameLst>
                                      </p:cBhvr>
                                      <p:to>
                                        <p:strVal val="visible"/>
                                      </p:to>
                                    </p:set>
                                    <p:animEffect transition="in" filter="fade">
                                      <p:cBhvr>
                                        <p:cTn id="69" dur="500"/>
                                        <p:tgtEl>
                                          <p:spTgt spid="28">
                                            <p:txEl>
                                              <p:pRg st="3" end="3"/>
                                            </p:txEl>
                                          </p:spTgt>
                                        </p:tgtEl>
                                      </p:cBhvr>
                                    </p:animEffect>
                                  </p:childTnLst>
                                </p:cTn>
                              </p:par>
                            </p:childTnLst>
                          </p:cTn>
                        </p:par>
                      </p:childTnLst>
                    </p:cTn>
                  </p:par>
                  <p:par>
                    <p:cTn id="70" fill="hold">
                      <p:stCondLst>
                        <p:cond delay="indefinite"/>
                      </p:stCondLst>
                      <p:childTnLst>
                        <p:par>
                          <p:cTn id="71" fill="hold">
                            <p:stCondLst>
                              <p:cond delay="0"/>
                            </p:stCondLst>
                            <p:childTnLst>
                              <p:par>
                                <p:cTn id="72" presetID="10" presetClass="entr" presetSubtype="0" fill="hold" nodeType="clickEffect">
                                  <p:stCondLst>
                                    <p:cond delay="0"/>
                                  </p:stCondLst>
                                  <p:childTnLst>
                                    <p:set>
                                      <p:cBhvr>
                                        <p:cTn id="73" dur="1" fill="hold">
                                          <p:stCondLst>
                                            <p:cond delay="0"/>
                                          </p:stCondLst>
                                        </p:cTn>
                                        <p:tgtEl>
                                          <p:spTgt spid="28">
                                            <p:txEl>
                                              <p:pRg st="4" end="4"/>
                                            </p:txEl>
                                          </p:spTgt>
                                        </p:tgtEl>
                                        <p:attrNameLst>
                                          <p:attrName>style.visibility</p:attrName>
                                        </p:attrNameLst>
                                      </p:cBhvr>
                                      <p:to>
                                        <p:strVal val="visible"/>
                                      </p:to>
                                    </p:set>
                                    <p:animEffect transition="in" filter="fade">
                                      <p:cBhvr>
                                        <p:cTn id="74" dur="500"/>
                                        <p:tgtEl>
                                          <p:spTgt spid="28">
                                            <p:txEl>
                                              <p:pRg st="4" end="4"/>
                                            </p:txEl>
                                          </p:spTgt>
                                        </p:tgtEl>
                                      </p:cBhvr>
                                    </p:animEffect>
                                  </p:childTnLst>
                                </p:cTn>
                              </p:par>
                            </p:childTnLst>
                          </p:cTn>
                        </p:par>
                      </p:childTnLst>
                    </p:cTn>
                  </p:par>
                  <p:par>
                    <p:cTn id="75" fill="hold">
                      <p:stCondLst>
                        <p:cond delay="indefinite"/>
                      </p:stCondLst>
                      <p:childTnLst>
                        <p:par>
                          <p:cTn id="76" fill="hold">
                            <p:stCondLst>
                              <p:cond delay="0"/>
                            </p:stCondLst>
                            <p:childTnLst>
                              <p:par>
                                <p:cTn id="77" presetID="10" presetClass="entr" presetSubtype="0" fill="hold" nodeType="clickEffect">
                                  <p:stCondLst>
                                    <p:cond delay="0"/>
                                  </p:stCondLst>
                                  <p:childTnLst>
                                    <p:set>
                                      <p:cBhvr>
                                        <p:cTn id="78" dur="1" fill="hold">
                                          <p:stCondLst>
                                            <p:cond delay="0"/>
                                          </p:stCondLst>
                                        </p:cTn>
                                        <p:tgtEl>
                                          <p:spTgt spid="28">
                                            <p:txEl>
                                              <p:pRg st="5" end="5"/>
                                            </p:txEl>
                                          </p:spTgt>
                                        </p:tgtEl>
                                        <p:attrNameLst>
                                          <p:attrName>style.visibility</p:attrName>
                                        </p:attrNameLst>
                                      </p:cBhvr>
                                      <p:to>
                                        <p:strVal val="visible"/>
                                      </p:to>
                                    </p:set>
                                    <p:animEffect transition="in" filter="fade">
                                      <p:cBhvr>
                                        <p:cTn id="79" dur="500"/>
                                        <p:tgtEl>
                                          <p:spTgt spid="28">
                                            <p:txEl>
                                              <p:pRg st="5" end="5"/>
                                            </p:txEl>
                                          </p:spTgt>
                                        </p:tgtEl>
                                      </p:cBhvr>
                                    </p:animEffect>
                                  </p:childTnLst>
                                </p:cTn>
                              </p:par>
                            </p:childTnLst>
                          </p:cTn>
                        </p:par>
                      </p:childTnLst>
                    </p:cTn>
                  </p:par>
                  <p:par>
                    <p:cTn id="80" fill="hold">
                      <p:stCondLst>
                        <p:cond delay="indefinite"/>
                      </p:stCondLst>
                      <p:childTnLst>
                        <p:par>
                          <p:cTn id="81" fill="hold">
                            <p:stCondLst>
                              <p:cond delay="0"/>
                            </p:stCondLst>
                            <p:childTnLst>
                              <p:par>
                                <p:cTn id="82" presetID="10" presetClass="entr" presetSubtype="0" fill="hold" nodeType="clickEffect">
                                  <p:stCondLst>
                                    <p:cond delay="0"/>
                                  </p:stCondLst>
                                  <p:childTnLst>
                                    <p:set>
                                      <p:cBhvr>
                                        <p:cTn id="83" dur="1" fill="hold">
                                          <p:stCondLst>
                                            <p:cond delay="0"/>
                                          </p:stCondLst>
                                        </p:cTn>
                                        <p:tgtEl>
                                          <p:spTgt spid="28">
                                            <p:txEl>
                                              <p:pRg st="6" end="6"/>
                                            </p:txEl>
                                          </p:spTgt>
                                        </p:tgtEl>
                                        <p:attrNameLst>
                                          <p:attrName>style.visibility</p:attrName>
                                        </p:attrNameLst>
                                      </p:cBhvr>
                                      <p:to>
                                        <p:strVal val="visible"/>
                                      </p:to>
                                    </p:set>
                                    <p:animEffect transition="in" filter="fade">
                                      <p:cBhvr>
                                        <p:cTn id="84" dur="500"/>
                                        <p:tgtEl>
                                          <p:spTgt spid="28">
                                            <p:txEl>
                                              <p:pRg st="6" end="6"/>
                                            </p:txEl>
                                          </p:spTgt>
                                        </p:tgtEl>
                                      </p:cBhvr>
                                    </p:animEffect>
                                  </p:childTnLst>
                                </p:cTn>
                              </p:par>
                            </p:childTnLst>
                          </p:cTn>
                        </p:par>
                      </p:childTnLst>
                    </p:cTn>
                  </p:par>
                  <p:par>
                    <p:cTn id="85" fill="hold">
                      <p:stCondLst>
                        <p:cond delay="indefinite"/>
                      </p:stCondLst>
                      <p:childTnLst>
                        <p:par>
                          <p:cTn id="86" fill="hold">
                            <p:stCondLst>
                              <p:cond delay="0"/>
                            </p:stCondLst>
                            <p:childTnLst>
                              <p:par>
                                <p:cTn id="87" presetID="10" presetClass="entr" presetSubtype="0" fill="hold" nodeType="clickEffect">
                                  <p:stCondLst>
                                    <p:cond delay="0"/>
                                  </p:stCondLst>
                                  <p:childTnLst>
                                    <p:set>
                                      <p:cBhvr>
                                        <p:cTn id="88" dur="1" fill="hold">
                                          <p:stCondLst>
                                            <p:cond delay="0"/>
                                          </p:stCondLst>
                                        </p:cTn>
                                        <p:tgtEl>
                                          <p:spTgt spid="28">
                                            <p:txEl>
                                              <p:pRg st="7" end="7"/>
                                            </p:txEl>
                                          </p:spTgt>
                                        </p:tgtEl>
                                        <p:attrNameLst>
                                          <p:attrName>style.visibility</p:attrName>
                                        </p:attrNameLst>
                                      </p:cBhvr>
                                      <p:to>
                                        <p:strVal val="visible"/>
                                      </p:to>
                                    </p:set>
                                    <p:animEffect transition="in" filter="fade">
                                      <p:cBhvr>
                                        <p:cTn id="89" dur="500"/>
                                        <p:tgtEl>
                                          <p:spTgt spid="28">
                                            <p:txEl>
                                              <p:pRg st="7" end="7"/>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 grpId="0" animBg="1"/>
      <p:bldP spid="9" grpId="0" animBg="1"/>
      <p:bldP spid="10" grpId="0"/>
      <p:bldP spid="11" grpId="0"/>
      <p:bldP spid="14" grpId="0"/>
      <p:bldP spid="15" grpId="0"/>
      <p:bldP spid="16" grpId="0"/>
      <p:bldP spid="17" grpId="0"/>
      <p:bldP spid="18" grpId="0" animBg="1"/>
      <p:bldP spid="19" grpId="0" animBg="1"/>
      <p:bldP spid="24" grpId="0" animBg="1"/>
      <p:bldP spid="25" grpId="0" animBg="1"/>
      <p:bldP spid="26" grpId="0"/>
      <p:bldP spid="27" grpId="0"/>
    </p:bldLst>
  </p:timing>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457200" y="1992208"/>
            <a:ext cx="8229600" cy="4389120"/>
          </a:xfrm>
        </p:spPr>
        <p:txBody>
          <a:bodyPr>
            <a:normAutofit/>
          </a:bodyPr>
          <a:lstStyle/>
          <a:p>
            <a:pPr marL="0" lvl="0" indent="0" algn="just">
              <a:buNone/>
            </a:pPr>
            <a:r>
              <a:rPr lang="en-US" sz="3600" b="1" dirty="0">
                <a:solidFill>
                  <a:srgbClr val="FF0000"/>
                </a:solidFill>
                <a:latin typeface="Times New Roman" panose="02020603050405020304" pitchFamily="18" charset="0"/>
                <a:cs typeface="Times New Roman" panose="02020603050405020304" pitchFamily="18" charset="0"/>
              </a:rPr>
              <a:t>Two numbers A and B are in the ratio of  6:11. If each number is increased by 8 new the ratio becomes 2 : 3. Find the new </a:t>
            </a:r>
            <a:r>
              <a:rPr lang="en-IN" sz="3600" b="1" dirty="0">
                <a:solidFill>
                  <a:srgbClr val="FF0000"/>
                </a:solidFill>
                <a:latin typeface="Times New Roman" panose="02020603050405020304" pitchFamily="18" charset="0"/>
                <a:cs typeface="Times New Roman" panose="02020603050405020304" pitchFamily="18" charset="0"/>
              </a:rPr>
              <a:t>value of B.</a:t>
            </a:r>
          </a:p>
          <a:p>
            <a:pPr marL="0" indent="0">
              <a:buNone/>
            </a:pPr>
            <a:r>
              <a:rPr lang="en-US" sz="3200" b="1" dirty="0">
                <a:latin typeface="Times New Roman" panose="02020603050405020304" pitchFamily="18" charset="0"/>
                <a:cs typeface="Times New Roman" panose="02020603050405020304" pitchFamily="18" charset="0"/>
              </a:rPr>
              <a:t>	a)22				b)34		</a:t>
            </a:r>
          </a:p>
          <a:p>
            <a:pPr marL="0" indent="0">
              <a:buNone/>
            </a:pPr>
            <a:r>
              <a:rPr lang="en-US" sz="3200" b="1" dirty="0">
                <a:latin typeface="Times New Roman" panose="02020603050405020304" pitchFamily="18" charset="0"/>
                <a:cs typeface="Times New Roman" panose="02020603050405020304" pitchFamily="18" charset="0"/>
              </a:rPr>
              <a:t>	c)60				d)17</a:t>
            </a:r>
            <a:endParaRPr lang="en-IN" sz="3200" b="1" dirty="0">
              <a:latin typeface="Times New Roman" panose="02020603050405020304" pitchFamily="18" charset="0"/>
              <a:cs typeface="Times New Roman" panose="02020603050405020304" pitchFamily="18" charset="0"/>
            </a:endParaRPr>
          </a:p>
          <a:p>
            <a:pPr marL="0" indent="0">
              <a:buNone/>
            </a:pPr>
            <a:endParaRPr lang="en-IN" sz="3200" dirty="0">
              <a:latin typeface="Times New Roman" panose="02020603050405020304" pitchFamily="18" charset="0"/>
              <a:cs typeface="Times New Roman" panose="02020603050405020304" pitchFamily="18" charset="0"/>
            </a:endParaRPr>
          </a:p>
          <a:p>
            <a:pPr marL="0" indent="0">
              <a:buNone/>
            </a:pPr>
            <a:endParaRPr lang="en-IN" sz="3200" dirty="0"/>
          </a:p>
        </p:txBody>
      </p:sp>
      <p:sp>
        <p:nvSpPr>
          <p:cNvPr id="2" name="Title 1"/>
          <p:cNvSpPr>
            <a:spLocks noGrp="1"/>
          </p:cNvSpPr>
          <p:nvPr>
            <p:ph type="title"/>
          </p:nvPr>
        </p:nvSpPr>
        <p:spPr/>
        <p:txBody>
          <a:bodyPr/>
          <a:lstStyle/>
          <a:p>
            <a:pPr algn="l"/>
            <a:r>
              <a:rPr lang="en-IN" b="1" dirty="0">
                <a:solidFill>
                  <a:srgbClr val="FF0000"/>
                </a:solidFill>
                <a:latin typeface="Times New Roman" panose="02020603050405020304" pitchFamily="18" charset="0"/>
                <a:cs typeface="Times New Roman" panose="02020603050405020304" pitchFamily="18" charset="0"/>
              </a:rPr>
              <a:t>Q.13)</a:t>
            </a:r>
            <a:r>
              <a:rPr lang="en-IN" dirty="0"/>
              <a:t> </a:t>
            </a:r>
          </a:p>
        </p:txBody>
      </p:sp>
    </p:spTree>
    <p:extLst>
      <p:ext uri="{BB962C8B-B14F-4D97-AF65-F5344CB8AC3E}">
        <p14:creationId xmlns:p14="http://schemas.microsoft.com/office/powerpoint/2010/main" val="3026483880"/>
      </p:ext>
    </p:extLst>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p:cNvSpPr>
            <a:spLocks noGrp="1"/>
          </p:cNvSpPr>
          <p:nvPr>
            <p:ph type="title"/>
          </p:nvPr>
        </p:nvSpPr>
        <p:spPr/>
        <p:txBody>
          <a:bodyPr/>
          <a:lstStyle/>
          <a:p>
            <a:pPr algn="l"/>
            <a:r>
              <a:rPr lang="en-IN" b="1" dirty="0">
                <a:solidFill>
                  <a:srgbClr val="00B050"/>
                </a:solidFill>
              </a:rPr>
              <a:t>Q.13) Explanation</a:t>
            </a:r>
            <a:endParaRPr lang="en-IN" dirty="0"/>
          </a:p>
        </p:txBody>
      </p:sp>
      <mc:AlternateContent xmlns:mc="http://schemas.openxmlformats.org/markup-compatibility/2006" xmlns:a14="http://schemas.microsoft.com/office/drawing/2010/main">
        <mc:Choice Requires="a14">
          <p:sp>
            <p:nvSpPr>
              <p:cNvPr id="5" name="Content Placeholder 4"/>
              <p:cNvSpPr>
                <a:spLocks noGrp="1"/>
              </p:cNvSpPr>
              <p:nvPr>
                <p:ph sz="quarter" idx="13"/>
              </p:nvPr>
            </p:nvSpPr>
            <p:spPr>
              <a:xfrm>
                <a:off x="685800" y="2240280"/>
                <a:ext cx="3803904" cy="4357072"/>
              </a:xfrm>
            </p:spPr>
            <p:txBody>
              <a:bodyPr/>
              <a:lstStyle/>
              <a:p>
                <a:pPr marL="0" indent="0">
                  <a:buNone/>
                </a:pPr>
                <a:r>
                  <a:rPr lang="en-IN" dirty="0"/>
                  <a:t> </a:t>
                </a:r>
              </a:p>
              <a:p>
                <a:pPr marL="0" indent="0">
                  <a:buNone/>
                </a:pPr>
                <a:endParaRPr lang="en-IN" dirty="0"/>
              </a:p>
              <a:p>
                <a:pPr marL="0" indent="0">
                  <a:buNone/>
                </a:pPr>
                <a:endParaRPr lang="en-IN" dirty="0"/>
              </a:p>
              <a:p>
                <a:pPr marL="0" indent="0">
                  <a:buNone/>
                </a:pPr>
                <a:endParaRPr lang="en-IN" dirty="0"/>
              </a:p>
              <a:p>
                <a:pPr marL="0" indent="0">
                  <a:buNone/>
                </a:pPr>
                <a:endParaRPr lang="en-IN" dirty="0"/>
              </a:p>
              <a:p>
                <a:pPr marL="0" indent="0">
                  <a:buNone/>
                </a:pPr>
                <a:endParaRPr lang="en-IN" dirty="0"/>
              </a:p>
              <a:p>
                <a:pPr marL="0" indent="0">
                  <a:buNone/>
                </a:pPr>
                <a:endParaRPr lang="en-IN" dirty="0"/>
              </a:p>
              <a:p>
                <a:pPr marL="0" indent="0">
                  <a:buNone/>
                </a:pPr>
                <a:r>
                  <a:rPr lang="en-IN" dirty="0"/>
                  <a:t> </a:t>
                </a:r>
                <a14:m>
                  <m:oMath xmlns:m="http://schemas.openxmlformats.org/officeDocument/2006/math">
                    <m:f>
                      <m:fPr>
                        <m:ctrlPr>
                          <a:rPr lang="en-IN" sz="3600" b="1" i="1">
                            <a:latin typeface="Cambria Math" panose="02040503050406030204" pitchFamily="18" charset="0"/>
                          </a:rPr>
                        </m:ctrlPr>
                      </m:fPr>
                      <m:num>
                        <m:r>
                          <a:rPr lang="en-IN" sz="3600" b="1" i="1">
                            <a:latin typeface="Cambria Math"/>
                          </a:rPr>
                          <m:t>𝑨</m:t>
                        </m:r>
                      </m:num>
                      <m:den>
                        <m:r>
                          <a:rPr lang="en-IN" sz="3600" b="1" i="1">
                            <a:latin typeface="Cambria Math"/>
                          </a:rPr>
                          <m:t>𝑩</m:t>
                        </m:r>
                      </m:den>
                    </m:f>
                  </m:oMath>
                </a14:m>
                <a:r>
                  <a:rPr lang="en-IN" sz="3600" b="1" dirty="0"/>
                  <a:t> =&gt;  </a:t>
                </a:r>
                <a14:m>
                  <m:oMath xmlns:m="http://schemas.openxmlformats.org/officeDocument/2006/math">
                    <m:f>
                      <m:fPr>
                        <m:ctrlPr>
                          <a:rPr lang="en-IN" sz="3600" b="1" i="1">
                            <a:latin typeface="Cambria Math" panose="02040503050406030204" pitchFamily="18" charset="0"/>
                          </a:rPr>
                        </m:ctrlPr>
                      </m:fPr>
                      <m:num>
                        <m:r>
                          <a:rPr lang="en-IN" sz="3600" b="1" i="1">
                            <a:latin typeface="Cambria Math"/>
                          </a:rPr>
                          <m:t>𝟔</m:t>
                        </m:r>
                        <m:r>
                          <a:rPr lang="en-IN" sz="3600" b="1" i="1">
                            <a:latin typeface="Cambria Math"/>
                          </a:rPr>
                          <m:t>𝒙</m:t>
                        </m:r>
                        <m:r>
                          <a:rPr lang="en-IN" sz="3600" b="1" i="1">
                            <a:latin typeface="Cambria Math"/>
                          </a:rPr>
                          <m:t>+</m:t>
                        </m:r>
                        <m:r>
                          <a:rPr lang="en-IN" sz="3600" b="1" i="1">
                            <a:latin typeface="Cambria Math"/>
                          </a:rPr>
                          <m:t>𝟖</m:t>
                        </m:r>
                      </m:num>
                      <m:den>
                        <m:r>
                          <a:rPr lang="en-IN" sz="3600" b="1" i="1">
                            <a:latin typeface="Cambria Math"/>
                          </a:rPr>
                          <m:t>𝟏𝟏</m:t>
                        </m:r>
                        <m:r>
                          <a:rPr lang="en-IN" sz="3600" b="1" i="1">
                            <a:latin typeface="Cambria Math"/>
                          </a:rPr>
                          <m:t>𝒙</m:t>
                        </m:r>
                        <m:r>
                          <a:rPr lang="en-IN" sz="3600" b="1" i="1">
                            <a:latin typeface="Cambria Math"/>
                          </a:rPr>
                          <m:t>+</m:t>
                        </m:r>
                        <m:r>
                          <a:rPr lang="en-IN" sz="3600" b="1" i="1">
                            <a:latin typeface="Cambria Math"/>
                          </a:rPr>
                          <m:t>𝟖</m:t>
                        </m:r>
                      </m:den>
                    </m:f>
                  </m:oMath>
                </a14:m>
                <a:r>
                  <a:rPr lang="en-IN" sz="3600" b="1" dirty="0"/>
                  <a:t> = </a:t>
                </a:r>
                <a14:m>
                  <m:oMath xmlns:m="http://schemas.openxmlformats.org/officeDocument/2006/math">
                    <m:f>
                      <m:fPr>
                        <m:ctrlPr>
                          <a:rPr lang="en-IN" sz="3600" b="1" i="1">
                            <a:latin typeface="Cambria Math" panose="02040503050406030204" pitchFamily="18" charset="0"/>
                          </a:rPr>
                        </m:ctrlPr>
                      </m:fPr>
                      <m:num>
                        <m:r>
                          <a:rPr lang="en-IN" sz="3600" b="1" i="1">
                            <a:latin typeface="Cambria Math"/>
                          </a:rPr>
                          <m:t>𝟐</m:t>
                        </m:r>
                      </m:num>
                      <m:den>
                        <m:r>
                          <a:rPr lang="en-IN" sz="3600" b="1" i="1">
                            <a:latin typeface="Cambria Math"/>
                          </a:rPr>
                          <m:t>𝟑</m:t>
                        </m:r>
                      </m:den>
                    </m:f>
                  </m:oMath>
                </a14:m>
                <a:endParaRPr lang="en-IN" dirty="0"/>
              </a:p>
            </p:txBody>
          </p:sp>
        </mc:Choice>
        <mc:Fallback xmlns="">
          <p:sp>
            <p:nvSpPr>
              <p:cNvPr id="5" name="Content Placeholder 4"/>
              <p:cNvSpPr>
                <a:spLocks noGrp="1" noRot="1" noChangeAspect="1" noMove="1" noResize="1" noEditPoints="1" noAdjustHandles="1" noChangeArrowheads="1" noChangeShapeType="1" noTextEdit="1"/>
              </p:cNvSpPr>
              <p:nvPr>
                <p:ph sz="quarter" idx="13"/>
              </p:nvPr>
            </p:nvSpPr>
            <p:spPr>
              <a:xfrm>
                <a:off x="685800" y="2240280"/>
                <a:ext cx="3803904" cy="4357072"/>
              </a:xfrm>
              <a:blipFill rotWithShape="1">
                <a:blip r:embed="rId2"/>
                <a:stretch>
                  <a:fillRect/>
                </a:stretch>
              </a:blipFill>
            </p:spPr>
            <p:txBody>
              <a:bodyPr/>
              <a:lstStyle/>
              <a:p>
                <a:r>
                  <a:rPr lang="en-IN">
                    <a:noFill/>
                  </a:rPr>
                  <a:t> </a:t>
                </a:r>
              </a:p>
            </p:txBody>
          </p:sp>
        </mc:Fallback>
      </mc:AlternateContent>
      <mc:AlternateContent xmlns:mc="http://schemas.openxmlformats.org/markup-compatibility/2006" xmlns:a14="http://schemas.microsoft.com/office/drawing/2010/main">
        <mc:Choice Requires="a14">
          <p:sp>
            <p:nvSpPr>
              <p:cNvPr id="6" name="Content Placeholder 5"/>
              <p:cNvSpPr>
                <a:spLocks noGrp="1"/>
              </p:cNvSpPr>
              <p:nvPr>
                <p:ph sz="quarter" idx="14"/>
              </p:nvPr>
            </p:nvSpPr>
            <p:spPr>
              <a:xfrm>
                <a:off x="4427984" y="2240280"/>
                <a:ext cx="4464496" cy="4429080"/>
              </a:xfrm>
            </p:spPr>
            <p:txBody>
              <a:bodyPr>
                <a:normAutofit/>
              </a:bodyPr>
              <a:lstStyle/>
              <a:p>
                <a:pPr marL="0" indent="0">
                  <a:buNone/>
                </a:pPr>
                <a:r>
                  <a:rPr lang="en-IN" b="1" dirty="0"/>
                  <a:t>Cross multiply the values,</a:t>
                </a:r>
              </a:p>
              <a:p>
                <a:pPr marL="0" indent="0">
                  <a:buNone/>
                </a:pPr>
                <a:r>
                  <a:rPr lang="en-IN" sz="3200" b="1" dirty="0"/>
                  <a:t>  </a:t>
                </a:r>
                <a:r>
                  <a:rPr lang="en-IN" sz="2800" dirty="0"/>
                  <a:t>18x + 24 = 22x + 16</a:t>
                </a:r>
              </a:p>
              <a:p>
                <a:pPr marL="0" indent="0">
                  <a:buNone/>
                </a:pPr>
                <a:r>
                  <a:rPr lang="en-IN" sz="2800" dirty="0"/>
                  <a:t>	   4x = 8</a:t>
                </a:r>
              </a:p>
              <a:p>
                <a:pPr marL="0" indent="0">
                  <a:buNone/>
                </a:pPr>
                <a:r>
                  <a:rPr lang="en-IN" sz="2800" b="1" dirty="0">
                    <a:solidFill>
                      <a:srgbClr val="00B050"/>
                    </a:solidFill>
                  </a:rPr>
                  <a:t>              </a:t>
                </a:r>
                <a14:m>
                  <m:oMath xmlns:m="http://schemas.openxmlformats.org/officeDocument/2006/math">
                    <m:r>
                      <a:rPr lang="en-IN" sz="2800" b="1" i="0" dirty="0" smtClean="0">
                        <a:solidFill>
                          <a:srgbClr val="00B050"/>
                        </a:solidFill>
                        <a:latin typeface="Cambria Math"/>
                      </a:rPr>
                      <m:t> </m:t>
                    </m:r>
                    <m:r>
                      <a:rPr lang="en-IN" sz="2800" b="1" i="1" dirty="0" smtClean="0">
                        <a:solidFill>
                          <a:srgbClr val="00B050"/>
                        </a:solidFill>
                        <a:latin typeface="Cambria Math"/>
                      </a:rPr>
                      <m:t>𝒙</m:t>
                    </m:r>
                  </m:oMath>
                </a14:m>
                <a:r>
                  <a:rPr lang="en-IN" sz="2800" b="1" dirty="0">
                    <a:solidFill>
                      <a:srgbClr val="00B050"/>
                    </a:solidFill>
                  </a:rPr>
                  <a:t> = 2</a:t>
                </a:r>
              </a:p>
              <a:p>
                <a:pPr marL="0" indent="0">
                  <a:buNone/>
                </a:pPr>
                <a:endParaRPr lang="en-IN" sz="2800" b="1" dirty="0">
                  <a:solidFill>
                    <a:srgbClr val="00B050"/>
                  </a:solidFill>
                </a:endParaRPr>
              </a:p>
              <a:p>
                <a:pPr marL="0" indent="0">
                  <a:buNone/>
                </a:pPr>
                <a:r>
                  <a:rPr lang="en-IN" sz="2800" b="1" dirty="0">
                    <a:solidFill>
                      <a:srgbClr val="00B050"/>
                    </a:solidFill>
                  </a:rPr>
                  <a:t>New value of B = 11x + 8</a:t>
                </a:r>
              </a:p>
              <a:p>
                <a:pPr marL="0" indent="0">
                  <a:buNone/>
                </a:pPr>
                <a:r>
                  <a:rPr lang="en-IN" sz="2800" b="1" dirty="0">
                    <a:solidFill>
                      <a:srgbClr val="00B050"/>
                    </a:solidFill>
                  </a:rPr>
                  <a:t>	                   = 11(2) + 8</a:t>
                </a:r>
              </a:p>
              <a:p>
                <a:pPr marL="0" indent="0">
                  <a:buNone/>
                </a:pPr>
                <a:r>
                  <a:rPr lang="en-IN" sz="2800" b="1" dirty="0">
                    <a:solidFill>
                      <a:srgbClr val="00B050"/>
                    </a:solidFill>
                  </a:rPr>
                  <a:t>	                    = 30</a:t>
                </a:r>
              </a:p>
              <a:p>
                <a:pPr marL="0" indent="0">
                  <a:buNone/>
                </a:pPr>
                <a:endParaRPr lang="en-IN" sz="1800" b="1" dirty="0"/>
              </a:p>
            </p:txBody>
          </p:sp>
        </mc:Choice>
        <mc:Fallback xmlns="">
          <p:sp>
            <p:nvSpPr>
              <p:cNvPr id="6" name="Content Placeholder 5"/>
              <p:cNvSpPr>
                <a:spLocks noGrp="1" noRot="1" noChangeAspect="1" noMove="1" noResize="1" noEditPoints="1" noAdjustHandles="1" noChangeArrowheads="1" noChangeShapeType="1" noTextEdit="1"/>
              </p:cNvSpPr>
              <p:nvPr>
                <p:ph sz="quarter" idx="14"/>
              </p:nvPr>
            </p:nvSpPr>
            <p:spPr>
              <a:xfrm>
                <a:off x="4427984" y="2240280"/>
                <a:ext cx="4464496" cy="4429080"/>
              </a:xfrm>
              <a:blipFill rotWithShape="1">
                <a:blip r:embed="rId3"/>
                <a:stretch>
                  <a:fillRect l="-2729" t="-1102" r="-2046"/>
                </a:stretch>
              </a:blipFill>
            </p:spPr>
            <p:txBody>
              <a:bodyPr/>
              <a:lstStyle/>
              <a:p>
                <a:r>
                  <a:rPr lang="en-IN">
                    <a:noFill/>
                  </a:rPr>
                  <a:t> </a:t>
                </a:r>
              </a:p>
            </p:txBody>
          </p:sp>
        </mc:Fallback>
      </mc:AlternateContent>
      <p:sp>
        <p:nvSpPr>
          <p:cNvPr id="7" name="TextBox 6"/>
          <p:cNvSpPr txBox="1"/>
          <p:nvPr/>
        </p:nvSpPr>
        <p:spPr>
          <a:xfrm>
            <a:off x="1324457" y="2635681"/>
            <a:ext cx="576064" cy="369332"/>
          </a:xfrm>
          <a:prstGeom prst="rect">
            <a:avLst/>
          </a:prstGeom>
          <a:noFill/>
          <a:ln>
            <a:solidFill>
              <a:schemeClr val="tx1"/>
            </a:solidFill>
          </a:ln>
        </p:spPr>
        <p:txBody>
          <a:bodyPr wrap="square" rtlCol="0">
            <a:spAutoFit/>
          </a:bodyPr>
          <a:lstStyle/>
          <a:p>
            <a:r>
              <a:rPr lang="en-IN" b="1" dirty="0"/>
              <a:t>  A</a:t>
            </a:r>
          </a:p>
        </p:txBody>
      </p:sp>
      <p:sp>
        <p:nvSpPr>
          <p:cNvPr id="8" name="TextBox 7"/>
          <p:cNvSpPr txBox="1"/>
          <p:nvPr/>
        </p:nvSpPr>
        <p:spPr>
          <a:xfrm>
            <a:off x="2186644" y="2635681"/>
            <a:ext cx="576064" cy="369332"/>
          </a:xfrm>
          <a:prstGeom prst="rect">
            <a:avLst/>
          </a:prstGeom>
          <a:noFill/>
          <a:ln>
            <a:solidFill>
              <a:schemeClr val="tx1"/>
            </a:solidFill>
          </a:ln>
        </p:spPr>
        <p:txBody>
          <a:bodyPr wrap="square" rtlCol="0">
            <a:spAutoFit/>
          </a:bodyPr>
          <a:lstStyle/>
          <a:p>
            <a:r>
              <a:rPr lang="en-IN" b="1" dirty="0"/>
              <a:t>  B</a:t>
            </a:r>
          </a:p>
        </p:txBody>
      </p:sp>
      <p:sp>
        <p:nvSpPr>
          <p:cNvPr id="9" name="TextBox 8"/>
          <p:cNvSpPr txBox="1"/>
          <p:nvPr/>
        </p:nvSpPr>
        <p:spPr>
          <a:xfrm>
            <a:off x="1449805" y="3194554"/>
            <a:ext cx="576064" cy="369332"/>
          </a:xfrm>
          <a:prstGeom prst="rect">
            <a:avLst/>
          </a:prstGeom>
          <a:noFill/>
        </p:spPr>
        <p:txBody>
          <a:bodyPr wrap="square" rtlCol="0">
            <a:spAutoFit/>
          </a:bodyPr>
          <a:lstStyle/>
          <a:p>
            <a:r>
              <a:rPr lang="en-IN" dirty="0"/>
              <a:t>6</a:t>
            </a:r>
          </a:p>
        </p:txBody>
      </p:sp>
      <p:sp>
        <p:nvSpPr>
          <p:cNvPr id="10" name="TextBox 9"/>
          <p:cNvSpPr txBox="1"/>
          <p:nvPr/>
        </p:nvSpPr>
        <p:spPr>
          <a:xfrm>
            <a:off x="2244654" y="3194554"/>
            <a:ext cx="576064" cy="369332"/>
          </a:xfrm>
          <a:prstGeom prst="rect">
            <a:avLst/>
          </a:prstGeom>
          <a:noFill/>
        </p:spPr>
        <p:txBody>
          <a:bodyPr wrap="square" rtlCol="0">
            <a:spAutoFit/>
          </a:bodyPr>
          <a:lstStyle/>
          <a:p>
            <a:r>
              <a:rPr lang="en-IN" dirty="0"/>
              <a:t>11</a:t>
            </a:r>
          </a:p>
        </p:txBody>
      </p:sp>
      <p:sp>
        <p:nvSpPr>
          <p:cNvPr id="11" name="TextBox 10"/>
          <p:cNvSpPr txBox="1"/>
          <p:nvPr/>
        </p:nvSpPr>
        <p:spPr>
          <a:xfrm>
            <a:off x="1449805" y="3636545"/>
            <a:ext cx="576064" cy="369332"/>
          </a:xfrm>
          <a:prstGeom prst="rect">
            <a:avLst/>
          </a:prstGeom>
          <a:noFill/>
        </p:spPr>
        <p:txBody>
          <a:bodyPr wrap="square" rtlCol="0">
            <a:spAutoFit/>
          </a:bodyPr>
          <a:lstStyle/>
          <a:p>
            <a:r>
              <a:rPr lang="en-IN" dirty="0"/>
              <a:t>6x</a:t>
            </a:r>
          </a:p>
        </p:txBody>
      </p:sp>
      <p:sp>
        <p:nvSpPr>
          <p:cNvPr id="12" name="TextBox 11"/>
          <p:cNvSpPr txBox="1"/>
          <p:nvPr/>
        </p:nvSpPr>
        <p:spPr>
          <a:xfrm>
            <a:off x="2186644" y="3645060"/>
            <a:ext cx="576064" cy="369332"/>
          </a:xfrm>
          <a:prstGeom prst="rect">
            <a:avLst/>
          </a:prstGeom>
          <a:noFill/>
        </p:spPr>
        <p:txBody>
          <a:bodyPr wrap="square" rtlCol="0">
            <a:spAutoFit/>
          </a:bodyPr>
          <a:lstStyle/>
          <a:p>
            <a:r>
              <a:rPr lang="en-IN" dirty="0"/>
              <a:t>11x</a:t>
            </a:r>
          </a:p>
        </p:txBody>
      </p:sp>
      <p:sp>
        <p:nvSpPr>
          <p:cNvPr id="13" name="TextBox 12"/>
          <p:cNvSpPr txBox="1"/>
          <p:nvPr/>
        </p:nvSpPr>
        <p:spPr>
          <a:xfrm>
            <a:off x="1449805" y="4355812"/>
            <a:ext cx="576064" cy="369332"/>
          </a:xfrm>
          <a:prstGeom prst="rect">
            <a:avLst/>
          </a:prstGeom>
          <a:noFill/>
        </p:spPr>
        <p:txBody>
          <a:bodyPr wrap="square" rtlCol="0">
            <a:spAutoFit/>
          </a:bodyPr>
          <a:lstStyle/>
          <a:p>
            <a:r>
              <a:rPr lang="en-IN" dirty="0"/>
              <a:t>2</a:t>
            </a:r>
          </a:p>
        </p:txBody>
      </p:sp>
      <p:sp>
        <p:nvSpPr>
          <p:cNvPr id="14" name="TextBox 13"/>
          <p:cNvSpPr txBox="1"/>
          <p:nvPr/>
        </p:nvSpPr>
        <p:spPr>
          <a:xfrm>
            <a:off x="2318219" y="4355812"/>
            <a:ext cx="576064" cy="369332"/>
          </a:xfrm>
          <a:prstGeom prst="rect">
            <a:avLst/>
          </a:prstGeom>
          <a:noFill/>
        </p:spPr>
        <p:txBody>
          <a:bodyPr wrap="square" rtlCol="0">
            <a:spAutoFit/>
          </a:bodyPr>
          <a:lstStyle/>
          <a:p>
            <a:r>
              <a:rPr lang="en-IN" dirty="0"/>
              <a:t>3</a:t>
            </a:r>
          </a:p>
        </p:txBody>
      </p:sp>
      <p:sp>
        <p:nvSpPr>
          <p:cNvPr id="15" name="TextBox 14"/>
          <p:cNvSpPr txBox="1"/>
          <p:nvPr/>
        </p:nvSpPr>
        <p:spPr>
          <a:xfrm>
            <a:off x="1812945" y="3077645"/>
            <a:ext cx="425849" cy="523220"/>
          </a:xfrm>
          <a:prstGeom prst="rect">
            <a:avLst/>
          </a:prstGeom>
          <a:noFill/>
        </p:spPr>
        <p:txBody>
          <a:bodyPr wrap="square" rtlCol="0">
            <a:spAutoFit/>
          </a:bodyPr>
          <a:lstStyle/>
          <a:p>
            <a:r>
              <a:rPr lang="en-IN" dirty="0"/>
              <a:t> </a:t>
            </a:r>
            <a:r>
              <a:rPr lang="en-IN" sz="2800" b="1" dirty="0"/>
              <a:t>:</a:t>
            </a:r>
            <a:endParaRPr lang="en-IN" b="1" dirty="0"/>
          </a:p>
        </p:txBody>
      </p:sp>
      <p:sp>
        <p:nvSpPr>
          <p:cNvPr id="17" name="TextBox 16"/>
          <p:cNvSpPr txBox="1"/>
          <p:nvPr/>
        </p:nvSpPr>
        <p:spPr>
          <a:xfrm>
            <a:off x="1812945" y="4278868"/>
            <a:ext cx="425849" cy="523220"/>
          </a:xfrm>
          <a:prstGeom prst="rect">
            <a:avLst/>
          </a:prstGeom>
          <a:noFill/>
        </p:spPr>
        <p:txBody>
          <a:bodyPr wrap="square" rtlCol="0">
            <a:spAutoFit/>
          </a:bodyPr>
          <a:lstStyle/>
          <a:p>
            <a:r>
              <a:rPr lang="en-IN" dirty="0"/>
              <a:t> </a:t>
            </a:r>
            <a:r>
              <a:rPr lang="en-IN" sz="2800" b="1" dirty="0"/>
              <a:t>:</a:t>
            </a:r>
            <a:endParaRPr lang="en-IN" b="1" dirty="0"/>
          </a:p>
        </p:txBody>
      </p:sp>
      <p:sp>
        <p:nvSpPr>
          <p:cNvPr id="18" name="TextBox 17"/>
          <p:cNvSpPr txBox="1"/>
          <p:nvPr/>
        </p:nvSpPr>
        <p:spPr>
          <a:xfrm>
            <a:off x="748393" y="3645060"/>
            <a:ext cx="576064" cy="369332"/>
          </a:xfrm>
          <a:prstGeom prst="rect">
            <a:avLst/>
          </a:prstGeom>
          <a:noFill/>
          <a:ln>
            <a:solidFill>
              <a:schemeClr val="tx1"/>
            </a:solidFill>
          </a:ln>
        </p:spPr>
        <p:txBody>
          <a:bodyPr wrap="square" rtlCol="0">
            <a:spAutoFit/>
          </a:bodyPr>
          <a:lstStyle/>
          <a:p>
            <a:r>
              <a:rPr lang="en-IN" dirty="0"/>
              <a:t>+8</a:t>
            </a:r>
          </a:p>
        </p:txBody>
      </p:sp>
      <p:sp>
        <p:nvSpPr>
          <p:cNvPr id="19" name="TextBox 18"/>
          <p:cNvSpPr txBox="1"/>
          <p:nvPr/>
        </p:nvSpPr>
        <p:spPr>
          <a:xfrm>
            <a:off x="2874277" y="3641880"/>
            <a:ext cx="576064" cy="369332"/>
          </a:xfrm>
          <a:prstGeom prst="rect">
            <a:avLst/>
          </a:prstGeom>
          <a:noFill/>
          <a:ln>
            <a:solidFill>
              <a:schemeClr val="tx1"/>
            </a:solidFill>
          </a:ln>
        </p:spPr>
        <p:txBody>
          <a:bodyPr wrap="square" rtlCol="0">
            <a:spAutoFit/>
          </a:bodyPr>
          <a:lstStyle/>
          <a:p>
            <a:r>
              <a:rPr lang="en-IN" dirty="0"/>
              <a:t>+8</a:t>
            </a:r>
          </a:p>
        </p:txBody>
      </p:sp>
      <p:cxnSp>
        <p:nvCxnSpPr>
          <p:cNvPr id="23" name="Straight Arrow Connector 22"/>
          <p:cNvCxnSpPr>
            <a:endCxn id="19" idx="0"/>
          </p:cNvCxnSpPr>
          <p:nvPr/>
        </p:nvCxnSpPr>
        <p:spPr>
          <a:xfrm>
            <a:off x="2606251" y="3379220"/>
            <a:ext cx="556058" cy="262660"/>
          </a:xfrm>
          <a:prstGeom prst="straightConnector1">
            <a:avLst/>
          </a:prstGeom>
          <a:ln w="38100">
            <a:tailEnd type="arrow"/>
          </a:ln>
        </p:spPr>
        <p:style>
          <a:lnRef idx="1">
            <a:schemeClr val="accent1"/>
          </a:lnRef>
          <a:fillRef idx="0">
            <a:schemeClr val="accent1"/>
          </a:fillRef>
          <a:effectRef idx="0">
            <a:schemeClr val="accent1"/>
          </a:effectRef>
          <a:fontRef idx="minor">
            <a:schemeClr val="tx1"/>
          </a:fontRef>
        </p:style>
      </p:cxnSp>
      <p:cxnSp>
        <p:nvCxnSpPr>
          <p:cNvPr id="26" name="Straight Arrow Connector 25"/>
          <p:cNvCxnSpPr>
            <a:stCxn id="9" idx="1"/>
            <a:endCxn id="18" idx="0"/>
          </p:cNvCxnSpPr>
          <p:nvPr/>
        </p:nvCxnSpPr>
        <p:spPr>
          <a:xfrm flipH="1">
            <a:off x="1036425" y="3379220"/>
            <a:ext cx="413380" cy="265840"/>
          </a:xfrm>
          <a:prstGeom prst="straightConnector1">
            <a:avLst/>
          </a:prstGeom>
          <a:ln w="38100">
            <a:tailEnd type="arrow"/>
          </a:ln>
        </p:spPr>
        <p:style>
          <a:lnRef idx="1">
            <a:schemeClr val="accent1"/>
          </a:lnRef>
          <a:fillRef idx="0">
            <a:schemeClr val="accent1"/>
          </a:fillRef>
          <a:effectRef idx="0">
            <a:schemeClr val="accent1"/>
          </a:effectRef>
          <a:fontRef idx="minor">
            <a:schemeClr val="tx1"/>
          </a:fontRef>
        </p:style>
      </p:cxnSp>
      <p:cxnSp>
        <p:nvCxnSpPr>
          <p:cNvPr id="27" name="Straight Arrow Connector 26"/>
          <p:cNvCxnSpPr>
            <a:stCxn id="18" idx="2"/>
            <a:endCxn id="13" idx="1"/>
          </p:cNvCxnSpPr>
          <p:nvPr/>
        </p:nvCxnSpPr>
        <p:spPr>
          <a:xfrm>
            <a:off x="1036425" y="4014392"/>
            <a:ext cx="413380" cy="526086"/>
          </a:xfrm>
          <a:prstGeom prst="straightConnector1">
            <a:avLst/>
          </a:prstGeom>
          <a:ln w="38100">
            <a:tailEnd type="arrow"/>
          </a:ln>
        </p:spPr>
        <p:style>
          <a:lnRef idx="1">
            <a:schemeClr val="accent1"/>
          </a:lnRef>
          <a:fillRef idx="0">
            <a:schemeClr val="accent1"/>
          </a:fillRef>
          <a:effectRef idx="0">
            <a:schemeClr val="accent1"/>
          </a:effectRef>
          <a:fontRef idx="minor">
            <a:schemeClr val="tx1"/>
          </a:fontRef>
        </p:style>
      </p:cxnSp>
      <p:cxnSp>
        <p:nvCxnSpPr>
          <p:cNvPr id="30" name="Straight Arrow Connector 29"/>
          <p:cNvCxnSpPr>
            <a:stCxn id="19" idx="2"/>
          </p:cNvCxnSpPr>
          <p:nvPr/>
        </p:nvCxnSpPr>
        <p:spPr>
          <a:xfrm flipH="1">
            <a:off x="2609629" y="4011212"/>
            <a:ext cx="552680" cy="477520"/>
          </a:xfrm>
          <a:prstGeom prst="straightConnector1">
            <a:avLst/>
          </a:prstGeom>
          <a:ln w="38100">
            <a:tailEnd type="arrow"/>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64755614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15"/>
                                        </p:tgtEl>
                                        <p:attrNameLst>
                                          <p:attrName>style.visibility</p:attrName>
                                        </p:attrNameLst>
                                      </p:cBhvr>
                                      <p:to>
                                        <p:strVal val="visible"/>
                                      </p:to>
                                    </p:set>
                                    <p:animEffect transition="in" filter="fade">
                                      <p:cBhvr>
                                        <p:cTn id="7" dur="500"/>
                                        <p:tgtEl>
                                          <p:spTgt spid="15"/>
                                        </p:tgtEl>
                                      </p:cBhvr>
                                    </p:animEffect>
                                  </p:childTnLst>
                                </p:cTn>
                              </p:par>
                              <p:par>
                                <p:cTn id="8" presetID="10" presetClass="entr" presetSubtype="0" fill="hold" grpId="0" nodeType="withEffect">
                                  <p:stCondLst>
                                    <p:cond delay="0"/>
                                  </p:stCondLst>
                                  <p:childTnLst>
                                    <p:set>
                                      <p:cBhvr>
                                        <p:cTn id="9" dur="1" fill="hold">
                                          <p:stCondLst>
                                            <p:cond delay="0"/>
                                          </p:stCondLst>
                                        </p:cTn>
                                        <p:tgtEl>
                                          <p:spTgt spid="7"/>
                                        </p:tgtEl>
                                        <p:attrNameLst>
                                          <p:attrName>style.visibility</p:attrName>
                                        </p:attrNameLst>
                                      </p:cBhvr>
                                      <p:to>
                                        <p:strVal val="visible"/>
                                      </p:to>
                                    </p:set>
                                    <p:animEffect transition="in" filter="fade">
                                      <p:cBhvr>
                                        <p:cTn id="10" dur="500"/>
                                        <p:tgtEl>
                                          <p:spTgt spid="7"/>
                                        </p:tgtEl>
                                      </p:cBhvr>
                                    </p:animEffect>
                                  </p:childTnLst>
                                </p:cTn>
                              </p:par>
                              <p:par>
                                <p:cTn id="11" presetID="10" presetClass="entr" presetSubtype="0" fill="hold" grpId="0" nodeType="withEffect">
                                  <p:stCondLst>
                                    <p:cond delay="0"/>
                                  </p:stCondLst>
                                  <p:childTnLst>
                                    <p:set>
                                      <p:cBhvr>
                                        <p:cTn id="12" dur="1" fill="hold">
                                          <p:stCondLst>
                                            <p:cond delay="0"/>
                                          </p:stCondLst>
                                        </p:cTn>
                                        <p:tgtEl>
                                          <p:spTgt spid="8"/>
                                        </p:tgtEl>
                                        <p:attrNameLst>
                                          <p:attrName>style.visibility</p:attrName>
                                        </p:attrNameLst>
                                      </p:cBhvr>
                                      <p:to>
                                        <p:strVal val="visible"/>
                                      </p:to>
                                    </p:set>
                                    <p:animEffect transition="in" filter="fade">
                                      <p:cBhvr>
                                        <p:cTn id="13" dur="500"/>
                                        <p:tgtEl>
                                          <p:spTgt spid="8"/>
                                        </p:tgtEl>
                                      </p:cBhvr>
                                    </p:animEffect>
                                  </p:childTnLst>
                                </p:cTn>
                              </p:par>
                              <p:par>
                                <p:cTn id="14" presetID="10" presetClass="entr" presetSubtype="0" fill="hold" grpId="0" nodeType="withEffect">
                                  <p:stCondLst>
                                    <p:cond delay="0"/>
                                  </p:stCondLst>
                                  <p:childTnLst>
                                    <p:set>
                                      <p:cBhvr>
                                        <p:cTn id="15" dur="1" fill="hold">
                                          <p:stCondLst>
                                            <p:cond delay="0"/>
                                          </p:stCondLst>
                                        </p:cTn>
                                        <p:tgtEl>
                                          <p:spTgt spid="9"/>
                                        </p:tgtEl>
                                        <p:attrNameLst>
                                          <p:attrName>style.visibility</p:attrName>
                                        </p:attrNameLst>
                                      </p:cBhvr>
                                      <p:to>
                                        <p:strVal val="visible"/>
                                      </p:to>
                                    </p:set>
                                    <p:animEffect transition="in" filter="fade">
                                      <p:cBhvr>
                                        <p:cTn id="16" dur="500"/>
                                        <p:tgtEl>
                                          <p:spTgt spid="9"/>
                                        </p:tgtEl>
                                      </p:cBhvr>
                                    </p:animEffect>
                                  </p:childTnLst>
                                </p:cTn>
                              </p:par>
                              <p:par>
                                <p:cTn id="17" presetID="10" presetClass="entr" presetSubtype="0" fill="hold" grpId="0" nodeType="withEffect">
                                  <p:stCondLst>
                                    <p:cond delay="0"/>
                                  </p:stCondLst>
                                  <p:childTnLst>
                                    <p:set>
                                      <p:cBhvr>
                                        <p:cTn id="18" dur="1" fill="hold">
                                          <p:stCondLst>
                                            <p:cond delay="0"/>
                                          </p:stCondLst>
                                        </p:cTn>
                                        <p:tgtEl>
                                          <p:spTgt spid="10"/>
                                        </p:tgtEl>
                                        <p:attrNameLst>
                                          <p:attrName>style.visibility</p:attrName>
                                        </p:attrNameLst>
                                      </p:cBhvr>
                                      <p:to>
                                        <p:strVal val="visible"/>
                                      </p:to>
                                    </p:set>
                                    <p:animEffect transition="in" filter="fade">
                                      <p:cBhvr>
                                        <p:cTn id="19" dur="500"/>
                                        <p:tgtEl>
                                          <p:spTgt spid="10"/>
                                        </p:tgtEl>
                                      </p:cBhvr>
                                    </p:animEffect>
                                  </p:childTnLst>
                                </p:cTn>
                              </p:par>
                            </p:childTnLst>
                          </p:cTn>
                        </p:par>
                      </p:childTnLst>
                    </p:cTn>
                  </p:par>
                  <p:par>
                    <p:cTn id="20" fill="hold">
                      <p:stCondLst>
                        <p:cond delay="indefinite"/>
                      </p:stCondLst>
                      <p:childTnLst>
                        <p:par>
                          <p:cTn id="21" fill="hold">
                            <p:stCondLst>
                              <p:cond delay="0"/>
                            </p:stCondLst>
                            <p:childTnLst>
                              <p:par>
                                <p:cTn id="22" presetID="10" presetClass="entr" presetSubtype="0" fill="hold" nodeType="clickEffect">
                                  <p:stCondLst>
                                    <p:cond delay="0"/>
                                  </p:stCondLst>
                                  <p:childTnLst>
                                    <p:set>
                                      <p:cBhvr>
                                        <p:cTn id="23" dur="1" fill="hold">
                                          <p:stCondLst>
                                            <p:cond delay="0"/>
                                          </p:stCondLst>
                                        </p:cTn>
                                        <p:tgtEl>
                                          <p:spTgt spid="26"/>
                                        </p:tgtEl>
                                        <p:attrNameLst>
                                          <p:attrName>style.visibility</p:attrName>
                                        </p:attrNameLst>
                                      </p:cBhvr>
                                      <p:to>
                                        <p:strVal val="visible"/>
                                      </p:to>
                                    </p:set>
                                    <p:animEffect transition="in" filter="fade">
                                      <p:cBhvr>
                                        <p:cTn id="24" dur="500"/>
                                        <p:tgtEl>
                                          <p:spTgt spid="26"/>
                                        </p:tgtEl>
                                      </p:cBhvr>
                                    </p:animEffect>
                                  </p:childTnLst>
                                </p:cTn>
                              </p:par>
                              <p:par>
                                <p:cTn id="25" presetID="10" presetClass="entr" presetSubtype="0" fill="hold" nodeType="withEffect">
                                  <p:stCondLst>
                                    <p:cond delay="0"/>
                                  </p:stCondLst>
                                  <p:childTnLst>
                                    <p:set>
                                      <p:cBhvr>
                                        <p:cTn id="26" dur="1" fill="hold">
                                          <p:stCondLst>
                                            <p:cond delay="0"/>
                                          </p:stCondLst>
                                        </p:cTn>
                                        <p:tgtEl>
                                          <p:spTgt spid="23"/>
                                        </p:tgtEl>
                                        <p:attrNameLst>
                                          <p:attrName>style.visibility</p:attrName>
                                        </p:attrNameLst>
                                      </p:cBhvr>
                                      <p:to>
                                        <p:strVal val="visible"/>
                                      </p:to>
                                    </p:set>
                                    <p:animEffect transition="in" filter="fade">
                                      <p:cBhvr>
                                        <p:cTn id="27" dur="500"/>
                                        <p:tgtEl>
                                          <p:spTgt spid="23"/>
                                        </p:tgtEl>
                                      </p:cBhvr>
                                    </p:animEffect>
                                  </p:childTnLst>
                                </p:cTn>
                              </p:par>
                              <p:par>
                                <p:cTn id="28" presetID="10" presetClass="entr" presetSubtype="0" fill="hold" grpId="0" nodeType="withEffect">
                                  <p:stCondLst>
                                    <p:cond delay="0"/>
                                  </p:stCondLst>
                                  <p:childTnLst>
                                    <p:set>
                                      <p:cBhvr>
                                        <p:cTn id="29" dur="1" fill="hold">
                                          <p:stCondLst>
                                            <p:cond delay="0"/>
                                          </p:stCondLst>
                                        </p:cTn>
                                        <p:tgtEl>
                                          <p:spTgt spid="18"/>
                                        </p:tgtEl>
                                        <p:attrNameLst>
                                          <p:attrName>style.visibility</p:attrName>
                                        </p:attrNameLst>
                                      </p:cBhvr>
                                      <p:to>
                                        <p:strVal val="visible"/>
                                      </p:to>
                                    </p:set>
                                    <p:animEffect transition="in" filter="fade">
                                      <p:cBhvr>
                                        <p:cTn id="30" dur="500"/>
                                        <p:tgtEl>
                                          <p:spTgt spid="18"/>
                                        </p:tgtEl>
                                      </p:cBhvr>
                                    </p:animEffect>
                                  </p:childTnLst>
                                </p:cTn>
                              </p:par>
                              <p:par>
                                <p:cTn id="31" presetID="10" presetClass="entr" presetSubtype="0" fill="hold" grpId="0" nodeType="withEffect">
                                  <p:stCondLst>
                                    <p:cond delay="0"/>
                                  </p:stCondLst>
                                  <p:childTnLst>
                                    <p:set>
                                      <p:cBhvr>
                                        <p:cTn id="32" dur="1" fill="hold">
                                          <p:stCondLst>
                                            <p:cond delay="0"/>
                                          </p:stCondLst>
                                        </p:cTn>
                                        <p:tgtEl>
                                          <p:spTgt spid="19"/>
                                        </p:tgtEl>
                                        <p:attrNameLst>
                                          <p:attrName>style.visibility</p:attrName>
                                        </p:attrNameLst>
                                      </p:cBhvr>
                                      <p:to>
                                        <p:strVal val="visible"/>
                                      </p:to>
                                    </p:set>
                                    <p:animEffect transition="in" filter="fade">
                                      <p:cBhvr>
                                        <p:cTn id="33" dur="500"/>
                                        <p:tgtEl>
                                          <p:spTgt spid="19"/>
                                        </p:tgtEl>
                                      </p:cBhvr>
                                    </p:animEffect>
                                  </p:childTnLst>
                                </p:cTn>
                              </p:par>
                            </p:childTnLst>
                          </p:cTn>
                        </p:par>
                      </p:childTnLst>
                    </p:cTn>
                  </p:par>
                  <p:par>
                    <p:cTn id="34" fill="hold">
                      <p:stCondLst>
                        <p:cond delay="indefinite"/>
                      </p:stCondLst>
                      <p:childTnLst>
                        <p:par>
                          <p:cTn id="35" fill="hold">
                            <p:stCondLst>
                              <p:cond delay="0"/>
                            </p:stCondLst>
                            <p:childTnLst>
                              <p:par>
                                <p:cTn id="36" presetID="10" presetClass="entr" presetSubtype="0" fill="hold" nodeType="clickEffect">
                                  <p:stCondLst>
                                    <p:cond delay="0"/>
                                  </p:stCondLst>
                                  <p:childTnLst>
                                    <p:set>
                                      <p:cBhvr>
                                        <p:cTn id="37" dur="1" fill="hold">
                                          <p:stCondLst>
                                            <p:cond delay="0"/>
                                          </p:stCondLst>
                                        </p:cTn>
                                        <p:tgtEl>
                                          <p:spTgt spid="27"/>
                                        </p:tgtEl>
                                        <p:attrNameLst>
                                          <p:attrName>style.visibility</p:attrName>
                                        </p:attrNameLst>
                                      </p:cBhvr>
                                      <p:to>
                                        <p:strVal val="visible"/>
                                      </p:to>
                                    </p:set>
                                    <p:animEffect transition="in" filter="fade">
                                      <p:cBhvr>
                                        <p:cTn id="38" dur="500"/>
                                        <p:tgtEl>
                                          <p:spTgt spid="27"/>
                                        </p:tgtEl>
                                      </p:cBhvr>
                                    </p:animEffect>
                                  </p:childTnLst>
                                </p:cTn>
                              </p:par>
                              <p:par>
                                <p:cTn id="39" presetID="10" presetClass="entr" presetSubtype="0" fill="hold" nodeType="withEffect">
                                  <p:stCondLst>
                                    <p:cond delay="0"/>
                                  </p:stCondLst>
                                  <p:childTnLst>
                                    <p:set>
                                      <p:cBhvr>
                                        <p:cTn id="40" dur="1" fill="hold">
                                          <p:stCondLst>
                                            <p:cond delay="0"/>
                                          </p:stCondLst>
                                        </p:cTn>
                                        <p:tgtEl>
                                          <p:spTgt spid="30"/>
                                        </p:tgtEl>
                                        <p:attrNameLst>
                                          <p:attrName>style.visibility</p:attrName>
                                        </p:attrNameLst>
                                      </p:cBhvr>
                                      <p:to>
                                        <p:strVal val="visible"/>
                                      </p:to>
                                    </p:set>
                                    <p:animEffect transition="in" filter="fade">
                                      <p:cBhvr>
                                        <p:cTn id="41" dur="500"/>
                                        <p:tgtEl>
                                          <p:spTgt spid="30"/>
                                        </p:tgtEl>
                                      </p:cBhvr>
                                    </p:animEffect>
                                  </p:childTnLst>
                                </p:cTn>
                              </p:par>
                              <p:par>
                                <p:cTn id="42" presetID="10" presetClass="entr" presetSubtype="0" fill="hold" grpId="0" nodeType="withEffect">
                                  <p:stCondLst>
                                    <p:cond delay="0"/>
                                  </p:stCondLst>
                                  <p:childTnLst>
                                    <p:set>
                                      <p:cBhvr>
                                        <p:cTn id="43" dur="1" fill="hold">
                                          <p:stCondLst>
                                            <p:cond delay="0"/>
                                          </p:stCondLst>
                                        </p:cTn>
                                        <p:tgtEl>
                                          <p:spTgt spid="17"/>
                                        </p:tgtEl>
                                        <p:attrNameLst>
                                          <p:attrName>style.visibility</p:attrName>
                                        </p:attrNameLst>
                                      </p:cBhvr>
                                      <p:to>
                                        <p:strVal val="visible"/>
                                      </p:to>
                                    </p:set>
                                    <p:animEffect transition="in" filter="fade">
                                      <p:cBhvr>
                                        <p:cTn id="44" dur="500"/>
                                        <p:tgtEl>
                                          <p:spTgt spid="17"/>
                                        </p:tgtEl>
                                      </p:cBhvr>
                                    </p:animEffect>
                                  </p:childTnLst>
                                </p:cTn>
                              </p:par>
                              <p:par>
                                <p:cTn id="45" presetID="10" presetClass="entr" presetSubtype="0" fill="hold" grpId="0" nodeType="withEffect">
                                  <p:stCondLst>
                                    <p:cond delay="0"/>
                                  </p:stCondLst>
                                  <p:childTnLst>
                                    <p:set>
                                      <p:cBhvr>
                                        <p:cTn id="46" dur="1" fill="hold">
                                          <p:stCondLst>
                                            <p:cond delay="0"/>
                                          </p:stCondLst>
                                        </p:cTn>
                                        <p:tgtEl>
                                          <p:spTgt spid="13"/>
                                        </p:tgtEl>
                                        <p:attrNameLst>
                                          <p:attrName>style.visibility</p:attrName>
                                        </p:attrNameLst>
                                      </p:cBhvr>
                                      <p:to>
                                        <p:strVal val="visible"/>
                                      </p:to>
                                    </p:set>
                                    <p:animEffect transition="in" filter="fade">
                                      <p:cBhvr>
                                        <p:cTn id="47" dur="500"/>
                                        <p:tgtEl>
                                          <p:spTgt spid="13"/>
                                        </p:tgtEl>
                                      </p:cBhvr>
                                    </p:animEffect>
                                  </p:childTnLst>
                                </p:cTn>
                              </p:par>
                              <p:par>
                                <p:cTn id="48" presetID="10" presetClass="entr" presetSubtype="0" fill="hold" grpId="0" nodeType="withEffect">
                                  <p:stCondLst>
                                    <p:cond delay="0"/>
                                  </p:stCondLst>
                                  <p:childTnLst>
                                    <p:set>
                                      <p:cBhvr>
                                        <p:cTn id="49" dur="1" fill="hold">
                                          <p:stCondLst>
                                            <p:cond delay="0"/>
                                          </p:stCondLst>
                                        </p:cTn>
                                        <p:tgtEl>
                                          <p:spTgt spid="14"/>
                                        </p:tgtEl>
                                        <p:attrNameLst>
                                          <p:attrName>style.visibility</p:attrName>
                                        </p:attrNameLst>
                                      </p:cBhvr>
                                      <p:to>
                                        <p:strVal val="visible"/>
                                      </p:to>
                                    </p:set>
                                    <p:animEffect transition="in" filter="fade">
                                      <p:cBhvr>
                                        <p:cTn id="50" dur="500"/>
                                        <p:tgtEl>
                                          <p:spTgt spid="14"/>
                                        </p:tgtEl>
                                      </p:cBhvr>
                                    </p:animEffect>
                                  </p:childTnLst>
                                </p:cTn>
                              </p:par>
                            </p:childTnLst>
                          </p:cTn>
                        </p:par>
                      </p:childTnLst>
                    </p:cTn>
                  </p:par>
                  <p:par>
                    <p:cTn id="51" fill="hold">
                      <p:stCondLst>
                        <p:cond delay="indefinite"/>
                      </p:stCondLst>
                      <p:childTnLst>
                        <p:par>
                          <p:cTn id="52" fill="hold">
                            <p:stCondLst>
                              <p:cond delay="0"/>
                            </p:stCondLst>
                            <p:childTnLst>
                              <p:par>
                                <p:cTn id="53" presetID="10" presetClass="entr" presetSubtype="0" fill="hold" grpId="0" nodeType="clickEffect">
                                  <p:stCondLst>
                                    <p:cond delay="0"/>
                                  </p:stCondLst>
                                  <p:childTnLst>
                                    <p:set>
                                      <p:cBhvr>
                                        <p:cTn id="54" dur="1" fill="hold">
                                          <p:stCondLst>
                                            <p:cond delay="0"/>
                                          </p:stCondLst>
                                        </p:cTn>
                                        <p:tgtEl>
                                          <p:spTgt spid="11"/>
                                        </p:tgtEl>
                                        <p:attrNameLst>
                                          <p:attrName>style.visibility</p:attrName>
                                        </p:attrNameLst>
                                      </p:cBhvr>
                                      <p:to>
                                        <p:strVal val="visible"/>
                                      </p:to>
                                    </p:set>
                                    <p:animEffect transition="in" filter="fade">
                                      <p:cBhvr>
                                        <p:cTn id="55" dur="500"/>
                                        <p:tgtEl>
                                          <p:spTgt spid="11"/>
                                        </p:tgtEl>
                                      </p:cBhvr>
                                    </p:animEffect>
                                  </p:childTnLst>
                                </p:cTn>
                              </p:par>
                              <p:par>
                                <p:cTn id="56" presetID="10" presetClass="entr" presetSubtype="0" fill="hold" grpId="0" nodeType="withEffect">
                                  <p:stCondLst>
                                    <p:cond delay="0"/>
                                  </p:stCondLst>
                                  <p:childTnLst>
                                    <p:set>
                                      <p:cBhvr>
                                        <p:cTn id="57" dur="1" fill="hold">
                                          <p:stCondLst>
                                            <p:cond delay="0"/>
                                          </p:stCondLst>
                                        </p:cTn>
                                        <p:tgtEl>
                                          <p:spTgt spid="12"/>
                                        </p:tgtEl>
                                        <p:attrNameLst>
                                          <p:attrName>style.visibility</p:attrName>
                                        </p:attrNameLst>
                                      </p:cBhvr>
                                      <p:to>
                                        <p:strVal val="visible"/>
                                      </p:to>
                                    </p:set>
                                    <p:animEffect transition="in" filter="fade">
                                      <p:cBhvr>
                                        <p:cTn id="58" dur="500"/>
                                        <p:tgtEl>
                                          <p:spTgt spid="12"/>
                                        </p:tgtEl>
                                      </p:cBhvr>
                                    </p:animEffect>
                                  </p:childTnLst>
                                </p:cTn>
                              </p:par>
                            </p:childTnLst>
                          </p:cTn>
                        </p:par>
                      </p:childTnLst>
                    </p:cTn>
                  </p:par>
                  <p:par>
                    <p:cTn id="59" fill="hold">
                      <p:stCondLst>
                        <p:cond delay="indefinite"/>
                      </p:stCondLst>
                      <p:childTnLst>
                        <p:par>
                          <p:cTn id="60" fill="hold">
                            <p:stCondLst>
                              <p:cond delay="0"/>
                            </p:stCondLst>
                            <p:childTnLst>
                              <p:par>
                                <p:cTn id="61" presetID="10" presetClass="entr" presetSubtype="0" fill="hold" nodeType="clickEffect">
                                  <p:stCondLst>
                                    <p:cond delay="0"/>
                                  </p:stCondLst>
                                  <p:childTnLst>
                                    <p:set>
                                      <p:cBhvr>
                                        <p:cTn id="62" dur="1" fill="hold">
                                          <p:stCondLst>
                                            <p:cond delay="0"/>
                                          </p:stCondLst>
                                        </p:cTn>
                                        <p:tgtEl>
                                          <p:spTgt spid="5">
                                            <p:txEl>
                                              <p:pRg st="7" end="7"/>
                                            </p:txEl>
                                          </p:spTgt>
                                        </p:tgtEl>
                                        <p:attrNameLst>
                                          <p:attrName>style.visibility</p:attrName>
                                        </p:attrNameLst>
                                      </p:cBhvr>
                                      <p:to>
                                        <p:strVal val="visible"/>
                                      </p:to>
                                    </p:set>
                                    <p:animEffect transition="in" filter="fade">
                                      <p:cBhvr>
                                        <p:cTn id="63" dur="500"/>
                                        <p:tgtEl>
                                          <p:spTgt spid="5">
                                            <p:txEl>
                                              <p:pRg st="7" end="7"/>
                                            </p:txEl>
                                          </p:spTgt>
                                        </p:tgtEl>
                                      </p:cBhvr>
                                    </p:animEffect>
                                  </p:childTnLst>
                                </p:cTn>
                              </p:par>
                            </p:childTnLst>
                          </p:cTn>
                        </p:par>
                      </p:childTnLst>
                    </p:cTn>
                  </p:par>
                  <p:par>
                    <p:cTn id="64" fill="hold">
                      <p:stCondLst>
                        <p:cond delay="indefinite"/>
                      </p:stCondLst>
                      <p:childTnLst>
                        <p:par>
                          <p:cTn id="65" fill="hold">
                            <p:stCondLst>
                              <p:cond delay="0"/>
                            </p:stCondLst>
                            <p:childTnLst>
                              <p:par>
                                <p:cTn id="66" presetID="10" presetClass="entr" presetSubtype="0" fill="hold" grpId="0" nodeType="clickEffect">
                                  <p:stCondLst>
                                    <p:cond delay="0"/>
                                  </p:stCondLst>
                                  <p:childTnLst>
                                    <p:set>
                                      <p:cBhvr>
                                        <p:cTn id="67" dur="1" fill="hold">
                                          <p:stCondLst>
                                            <p:cond delay="0"/>
                                          </p:stCondLst>
                                        </p:cTn>
                                        <p:tgtEl>
                                          <p:spTgt spid="6">
                                            <p:txEl>
                                              <p:pRg st="0" end="0"/>
                                            </p:txEl>
                                          </p:spTgt>
                                        </p:tgtEl>
                                        <p:attrNameLst>
                                          <p:attrName>style.visibility</p:attrName>
                                        </p:attrNameLst>
                                      </p:cBhvr>
                                      <p:to>
                                        <p:strVal val="visible"/>
                                      </p:to>
                                    </p:set>
                                    <p:animEffect transition="in" filter="fade">
                                      <p:cBhvr>
                                        <p:cTn id="68" dur="500"/>
                                        <p:tgtEl>
                                          <p:spTgt spid="6">
                                            <p:txEl>
                                              <p:pRg st="0" end="0"/>
                                            </p:txEl>
                                          </p:spTgt>
                                        </p:tgtEl>
                                      </p:cBhvr>
                                    </p:animEffect>
                                  </p:childTnLst>
                                </p:cTn>
                              </p:par>
                            </p:childTnLst>
                          </p:cTn>
                        </p:par>
                      </p:childTnLst>
                    </p:cTn>
                  </p:par>
                  <p:par>
                    <p:cTn id="69" fill="hold">
                      <p:stCondLst>
                        <p:cond delay="indefinite"/>
                      </p:stCondLst>
                      <p:childTnLst>
                        <p:par>
                          <p:cTn id="70" fill="hold">
                            <p:stCondLst>
                              <p:cond delay="0"/>
                            </p:stCondLst>
                            <p:childTnLst>
                              <p:par>
                                <p:cTn id="71" presetID="10" presetClass="entr" presetSubtype="0" fill="hold" grpId="0" nodeType="clickEffect">
                                  <p:stCondLst>
                                    <p:cond delay="0"/>
                                  </p:stCondLst>
                                  <p:childTnLst>
                                    <p:set>
                                      <p:cBhvr>
                                        <p:cTn id="72" dur="1" fill="hold">
                                          <p:stCondLst>
                                            <p:cond delay="0"/>
                                          </p:stCondLst>
                                        </p:cTn>
                                        <p:tgtEl>
                                          <p:spTgt spid="6">
                                            <p:txEl>
                                              <p:pRg st="1" end="1"/>
                                            </p:txEl>
                                          </p:spTgt>
                                        </p:tgtEl>
                                        <p:attrNameLst>
                                          <p:attrName>style.visibility</p:attrName>
                                        </p:attrNameLst>
                                      </p:cBhvr>
                                      <p:to>
                                        <p:strVal val="visible"/>
                                      </p:to>
                                    </p:set>
                                    <p:animEffect transition="in" filter="fade">
                                      <p:cBhvr>
                                        <p:cTn id="73" dur="500"/>
                                        <p:tgtEl>
                                          <p:spTgt spid="6">
                                            <p:txEl>
                                              <p:pRg st="1" end="1"/>
                                            </p:txEl>
                                          </p:spTgt>
                                        </p:tgtEl>
                                      </p:cBhvr>
                                    </p:animEffect>
                                  </p:childTnLst>
                                </p:cTn>
                              </p:par>
                            </p:childTnLst>
                          </p:cTn>
                        </p:par>
                      </p:childTnLst>
                    </p:cTn>
                  </p:par>
                  <p:par>
                    <p:cTn id="74" fill="hold">
                      <p:stCondLst>
                        <p:cond delay="indefinite"/>
                      </p:stCondLst>
                      <p:childTnLst>
                        <p:par>
                          <p:cTn id="75" fill="hold">
                            <p:stCondLst>
                              <p:cond delay="0"/>
                            </p:stCondLst>
                            <p:childTnLst>
                              <p:par>
                                <p:cTn id="76" presetID="10" presetClass="entr" presetSubtype="0" fill="hold" grpId="0" nodeType="clickEffect">
                                  <p:stCondLst>
                                    <p:cond delay="0"/>
                                  </p:stCondLst>
                                  <p:childTnLst>
                                    <p:set>
                                      <p:cBhvr>
                                        <p:cTn id="77" dur="1" fill="hold">
                                          <p:stCondLst>
                                            <p:cond delay="0"/>
                                          </p:stCondLst>
                                        </p:cTn>
                                        <p:tgtEl>
                                          <p:spTgt spid="6">
                                            <p:txEl>
                                              <p:pRg st="2" end="2"/>
                                            </p:txEl>
                                          </p:spTgt>
                                        </p:tgtEl>
                                        <p:attrNameLst>
                                          <p:attrName>style.visibility</p:attrName>
                                        </p:attrNameLst>
                                      </p:cBhvr>
                                      <p:to>
                                        <p:strVal val="visible"/>
                                      </p:to>
                                    </p:set>
                                    <p:animEffect transition="in" filter="fade">
                                      <p:cBhvr>
                                        <p:cTn id="78" dur="500"/>
                                        <p:tgtEl>
                                          <p:spTgt spid="6">
                                            <p:txEl>
                                              <p:pRg st="2" end="2"/>
                                            </p:txEl>
                                          </p:spTgt>
                                        </p:tgtEl>
                                      </p:cBhvr>
                                    </p:animEffect>
                                  </p:childTnLst>
                                </p:cTn>
                              </p:par>
                            </p:childTnLst>
                          </p:cTn>
                        </p:par>
                      </p:childTnLst>
                    </p:cTn>
                  </p:par>
                  <p:par>
                    <p:cTn id="79" fill="hold">
                      <p:stCondLst>
                        <p:cond delay="indefinite"/>
                      </p:stCondLst>
                      <p:childTnLst>
                        <p:par>
                          <p:cTn id="80" fill="hold">
                            <p:stCondLst>
                              <p:cond delay="0"/>
                            </p:stCondLst>
                            <p:childTnLst>
                              <p:par>
                                <p:cTn id="81" presetID="10" presetClass="entr" presetSubtype="0" fill="hold" grpId="0" nodeType="clickEffect">
                                  <p:stCondLst>
                                    <p:cond delay="0"/>
                                  </p:stCondLst>
                                  <p:childTnLst>
                                    <p:set>
                                      <p:cBhvr>
                                        <p:cTn id="82" dur="1" fill="hold">
                                          <p:stCondLst>
                                            <p:cond delay="0"/>
                                          </p:stCondLst>
                                        </p:cTn>
                                        <p:tgtEl>
                                          <p:spTgt spid="6">
                                            <p:txEl>
                                              <p:pRg st="3" end="3"/>
                                            </p:txEl>
                                          </p:spTgt>
                                        </p:tgtEl>
                                        <p:attrNameLst>
                                          <p:attrName>style.visibility</p:attrName>
                                        </p:attrNameLst>
                                      </p:cBhvr>
                                      <p:to>
                                        <p:strVal val="visible"/>
                                      </p:to>
                                    </p:set>
                                    <p:animEffect transition="in" filter="fade">
                                      <p:cBhvr>
                                        <p:cTn id="83" dur="500"/>
                                        <p:tgtEl>
                                          <p:spTgt spid="6">
                                            <p:txEl>
                                              <p:pRg st="3" end="3"/>
                                            </p:txEl>
                                          </p:spTgt>
                                        </p:tgtEl>
                                      </p:cBhvr>
                                    </p:animEffect>
                                  </p:childTnLst>
                                </p:cTn>
                              </p:par>
                            </p:childTnLst>
                          </p:cTn>
                        </p:par>
                      </p:childTnLst>
                    </p:cTn>
                  </p:par>
                  <p:par>
                    <p:cTn id="84" fill="hold">
                      <p:stCondLst>
                        <p:cond delay="indefinite"/>
                      </p:stCondLst>
                      <p:childTnLst>
                        <p:par>
                          <p:cTn id="85" fill="hold">
                            <p:stCondLst>
                              <p:cond delay="0"/>
                            </p:stCondLst>
                            <p:childTnLst>
                              <p:par>
                                <p:cTn id="86" presetID="10" presetClass="entr" presetSubtype="0" fill="hold" grpId="0" nodeType="clickEffect">
                                  <p:stCondLst>
                                    <p:cond delay="0"/>
                                  </p:stCondLst>
                                  <p:childTnLst>
                                    <p:set>
                                      <p:cBhvr>
                                        <p:cTn id="87" dur="1" fill="hold">
                                          <p:stCondLst>
                                            <p:cond delay="0"/>
                                          </p:stCondLst>
                                        </p:cTn>
                                        <p:tgtEl>
                                          <p:spTgt spid="6">
                                            <p:txEl>
                                              <p:pRg st="5" end="5"/>
                                            </p:txEl>
                                          </p:spTgt>
                                        </p:tgtEl>
                                        <p:attrNameLst>
                                          <p:attrName>style.visibility</p:attrName>
                                        </p:attrNameLst>
                                      </p:cBhvr>
                                      <p:to>
                                        <p:strVal val="visible"/>
                                      </p:to>
                                    </p:set>
                                    <p:animEffect transition="in" filter="fade">
                                      <p:cBhvr>
                                        <p:cTn id="88" dur="500"/>
                                        <p:tgtEl>
                                          <p:spTgt spid="6">
                                            <p:txEl>
                                              <p:pRg st="5" end="5"/>
                                            </p:txEl>
                                          </p:spTgt>
                                        </p:tgtEl>
                                      </p:cBhvr>
                                    </p:animEffect>
                                  </p:childTnLst>
                                </p:cTn>
                              </p:par>
                            </p:childTnLst>
                          </p:cTn>
                        </p:par>
                      </p:childTnLst>
                    </p:cTn>
                  </p:par>
                  <p:par>
                    <p:cTn id="89" fill="hold">
                      <p:stCondLst>
                        <p:cond delay="indefinite"/>
                      </p:stCondLst>
                      <p:childTnLst>
                        <p:par>
                          <p:cTn id="90" fill="hold">
                            <p:stCondLst>
                              <p:cond delay="0"/>
                            </p:stCondLst>
                            <p:childTnLst>
                              <p:par>
                                <p:cTn id="91" presetID="10" presetClass="entr" presetSubtype="0" fill="hold" grpId="0" nodeType="clickEffect">
                                  <p:stCondLst>
                                    <p:cond delay="0"/>
                                  </p:stCondLst>
                                  <p:childTnLst>
                                    <p:set>
                                      <p:cBhvr>
                                        <p:cTn id="92" dur="1" fill="hold">
                                          <p:stCondLst>
                                            <p:cond delay="0"/>
                                          </p:stCondLst>
                                        </p:cTn>
                                        <p:tgtEl>
                                          <p:spTgt spid="6">
                                            <p:txEl>
                                              <p:pRg st="6" end="6"/>
                                            </p:txEl>
                                          </p:spTgt>
                                        </p:tgtEl>
                                        <p:attrNameLst>
                                          <p:attrName>style.visibility</p:attrName>
                                        </p:attrNameLst>
                                      </p:cBhvr>
                                      <p:to>
                                        <p:strVal val="visible"/>
                                      </p:to>
                                    </p:set>
                                    <p:animEffect transition="in" filter="fade">
                                      <p:cBhvr>
                                        <p:cTn id="93" dur="500"/>
                                        <p:tgtEl>
                                          <p:spTgt spid="6">
                                            <p:txEl>
                                              <p:pRg st="6" end="6"/>
                                            </p:txEl>
                                          </p:spTgt>
                                        </p:tgtEl>
                                      </p:cBhvr>
                                    </p:animEffect>
                                  </p:childTnLst>
                                </p:cTn>
                              </p:par>
                            </p:childTnLst>
                          </p:cTn>
                        </p:par>
                      </p:childTnLst>
                    </p:cTn>
                  </p:par>
                  <p:par>
                    <p:cTn id="94" fill="hold">
                      <p:stCondLst>
                        <p:cond delay="indefinite"/>
                      </p:stCondLst>
                      <p:childTnLst>
                        <p:par>
                          <p:cTn id="95" fill="hold">
                            <p:stCondLst>
                              <p:cond delay="0"/>
                            </p:stCondLst>
                            <p:childTnLst>
                              <p:par>
                                <p:cTn id="96" presetID="10" presetClass="entr" presetSubtype="0" fill="hold" grpId="0" nodeType="clickEffect">
                                  <p:stCondLst>
                                    <p:cond delay="0"/>
                                  </p:stCondLst>
                                  <p:childTnLst>
                                    <p:set>
                                      <p:cBhvr>
                                        <p:cTn id="97" dur="1" fill="hold">
                                          <p:stCondLst>
                                            <p:cond delay="0"/>
                                          </p:stCondLst>
                                        </p:cTn>
                                        <p:tgtEl>
                                          <p:spTgt spid="6">
                                            <p:txEl>
                                              <p:pRg st="7" end="7"/>
                                            </p:txEl>
                                          </p:spTgt>
                                        </p:tgtEl>
                                        <p:attrNameLst>
                                          <p:attrName>style.visibility</p:attrName>
                                        </p:attrNameLst>
                                      </p:cBhvr>
                                      <p:to>
                                        <p:strVal val="visible"/>
                                      </p:to>
                                    </p:set>
                                    <p:animEffect transition="in" filter="fade">
                                      <p:cBhvr>
                                        <p:cTn id="98" dur="500"/>
                                        <p:tgtEl>
                                          <p:spTgt spid="6">
                                            <p:txEl>
                                              <p:pRg st="7" end="7"/>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build="p"/>
      <p:bldP spid="7" grpId="0" animBg="1"/>
      <p:bldP spid="8" grpId="0" animBg="1"/>
      <p:bldP spid="9" grpId="0"/>
      <p:bldP spid="10" grpId="0"/>
      <p:bldP spid="11" grpId="0"/>
      <p:bldP spid="12" grpId="0"/>
      <p:bldP spid="13" grpId="0"/>
      <p:bldP spid="14" grpId="0"/>
      <p:bldP spid="15" grpId="0"/>
      <p:bldP spid="17" grpId="0"/>
      <p:bldP spid="18" grpId="0" animBg="1"/>
      <p:bldP spid="19" grpId="0" animBg="1"/>
    </p:bldLst>
  </p:timing>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algn="l"/>
            <a:r>
              <a:rPr lang="en-IN" b="1" dirty="0">
                <a:solidFill>
                  <a:srgbClr val="00B050"/>
                </a:solidFill>
              </a:rPr>
              <a:t>Q.13) Shortcut</a:t>
            </a:r>
            <a:endParaRPr lang="en-IN" dirty="0"/>
          </a:p>
        </p:txBody>
      </p:sp>
      <p:sp>
        <p:nvSpPr>
          <p:cNvPr id="23" name="Content Placeholder 22"/>
          <p:cNvSpPr>
            <a:spLocks noGrp="1"/>
          </p:cNvSpPr>
          <p:nvPr>
            <p:ph sz="quarter" idx="13"/>
          </p:nvPr>
        </p:nvSpPr>
        <p:spPr>
          <a:xfrm>
            <a:off x="685800" y="2240280"/>
            <a:ext cx="3803904" cy="4501088"/>
          </a:xfrm>
        </p:spPr>
        <p:txBody>
          <a:bodyPr>
            <a:normAutofit/>
          </a:bodyPr>
          <a:lstStyle/>
          <a:p>
            <a:pPr marL="0" indent="0">
              <a:buNone/>
            </a:pPr>
            <a:r>
              <a:rPr lang="en-IN" dirty="0"/>
              <a:t> </a:t>
            </a:r>
          </a:p>
          <a:p>
            <a:pPr marL="0" indent="0">
              <a:buNone/>
            </a:pPr>
            <a:endParaRPr lang="en-IN" dirty="0"/>
          </a:p>
          <a:p>
            <a:pPr marL="0" indent="0">
              <a:buNone/>
            </a:pPr>
            <a:endParaRPr lang="en-IN" dirty="0"/>
          </a:p>
          <a:p>
            <a:pPr marL="0" indent="0">
              <a:buNone/>
            </a:pPr>
            <a:endParaRPr lang="en-IN" dirty="0"/>
          </a:p>
          <a:p>
            <a:pPr marL="0" indent="0">
              <a:buNone/>
            </a:pPr>
            <a:endParaRPr lang="en-IN" dirty="0"/>
          </a:p>
          <a:p>
            <a:pPr marL="0" indent="0">
              <a:buNone/>
            </a:pPr>
            <a:endParaRPr lang="en-IN" dirty="0"/>
          </a:p>
          <a:p>
            <a:pPr marL="0" indent="0">
              <a:buNone/>
            </a:pPr>
            <a:endParaRPr lang="en-IN" dirty="0"/>
          </a:p>
        </p:txBody>
      </p:sp>
      <p:sp>
        <p:nvSpPr>
          <p:cNvPr id="24" name="Content Placeholder 23"/>
          <p:cNvSpPr>
            <a:spLocks noGrp="1"/>
          </p:cNvSpPr>
          <p:nvPr>
            <p:ph sz="quarter" idx="14"/>
          </p:nvPr>
        </p:nvSpPr>
        <p:spPr>
          <a:xfrm>
            <a:off x="4283968" y="2340654"/>
            <a:ext cx="4437322" cy="4517346"/>
          </a:xfrm>
        </p:spPr>
        <p:txBody>
          <a:bodyPr/>
          <a:lstStyle/>
          <a:p>
            <a:pPr marL="0" indent="0">
              <a:buNone/>
            </a:pPr>
            <a:r>
              <a:rPr lang="en-IN" dirty="0"/>
              <a:t> </a:t>
            </a:r>
          </a:p>
        </p:txBody>
      </p:sp>
      <p:sp>
        <p:nvSpPr>
          <p:cNvPr id="11" name="TextBox 10"/>
          <p:cNvSpPr txBox="1"/>
          <p:nvPr/>
        </p:nvSpPr>
        <p:spPr>
          <a:xfrm>
            <a:off x="1135528" y="2285591"/>
            <a:ext cx="602309" cy="369332"/>
          </a:xfrm>
          <a:prstGeom prst="rect">
            <a:avLst/>
          </a:prstGeom>
          <a:noFill/>
          <a:ln>
            <a:solidFill>
              <a:schemeClr val="tx1"/>
            </a:solidFill>
          </a:ln>
        </p:spPr>
        <p:txBody>
          <a:bodyPr wrap="square" rtlCol="0">
            <a:spAutoFit/>
          </a:bodyPr>
          <a:lstStyle/>
          <a:p>
            <a:r>
              <a:rPr lang="en-IN" b="1" dirty="0"/>
              <a:t>  A</a:t>
            </a:r>
          </a:p>
        </p:txBody>
      </p:sp>
      <p:sp>
        <p:nvSpPr>
          <p:cNvPr id="12" name="TextBox 11"/>
          <p:cNvSpPr txBox="1"/>
          <p:nvPr/>
        </p:nvSpPr>
        <p:spPr>
          <a:xfrm>
            <a:off x="2313202" y="2285591"/>
            <a:ext cx="602614" cy="369332"/>
          </a:xfrm>
          <a:prstGeom prst="rect">
            <a:avLst/>
          </a:prstGeom>
          <a:noFill/>
          <a:ln>
            <a:solidFill>
              <a:schemeClr val="tx1"/>
            </a:solidFill>
          </a:ln>
        </p:spPr>
        <p:txBody>
          <a:bodyPr wrap="square" rtlCol="0">
            <a:spAutoFit/>
          </a:bodyPr>
          <a:lstStyle/>
          <a:p>
            <a:r>
              <a:rPr lang="en-IN" b="1" dirty="0"/>
              <a:t> B</a:t>
            </a:r>
          </a:p>
        </p:txBody>
      </p:sp>
      <p:sp>
        <p:nvSpPr>
          <p:cNvPr id="13" name="TextBox 12"/>
          <p:cNvSpPr txBox="1"/>
          <p:nvPr/>
        </p:nvSpPr>
        <p:spPr>
          <a:xfrm>
            <a:off x="1449805" y="3194554"/>
            <a:ext cx="576064" cy="369332"/>
          </a:xfrm>
          <a:prstGeom prst="rect">
            <a:avLst/>
          </a:prstGeom>
          <a:noFill/>
        </p:spPr>
        <p:txBody>
          <a:bodyPr wrap="square" rtlCol="0">
            <a:spAutoFit/>
          </a:bodyPr>
          <a:lstStyle/>
          <a:p>
            <a:r>
              <a:rPr lang="en-IN" dirty="0"/>
              <a:t>6</a:t>
            </a:r>
          </a:p>
        </p:txBody>
      </p:sp>
      <p:sp>
        <p:nvSpPr>
          <p:cNvPr id="14" name="TextBox 13"/>
          <p:cNvSpPr txBox="1"/>
          <p:nvPr/>
        </p:nvSpPr>
        <p:spPr>
          <a:xfrm>
            <a:off x="2345750" y="3194554"/>
            <a:ext cx="576064" cy="369332"/>
          </a:xfrm>
          <a:prstGeom prst="rect">
            <a:avLst/>
          </a:prstGeom>
          <a:noFill/>
        </p:spPr>
        <p:txBody>
          <a:bodyPr wrap="square" rtlCol="0">
            <a:spAutoFit/>
          </a:bodyPr>
          <a:lstStyle/>
          <a:p>
            <a:r>
              <a:rPr lang="en-IN" dirty="0"/>
              <a:t>11</a:t>
            </a:r>
          </a:p>
        </p:txBody>
      </p:sp>
      <p:sp>
        <p:nvSpPr>
          <p:cNvPr id="17" name="TextBox 16"/>
          <p:cNvSpPr txBox="1"/>
          <p:nvPr/>
        </p:nvSpPr>
        <p:spPr>
          <a:xfrm>
            <a:off x="1812945" y="3077645"/>
            <a:ext cx="425849" cy="523220"/>
          </a:xfrm>
          <a:prstGeom prst="rect">
            <a:avLst/>
          </a:prstGeom>
          <a:noFill/>
        </p:spPr>
        <p:txBody>
          <a:bodyPr wrap="square" rtlCol="0">
            <a:spAutoFit/>
          </a:bodyPr>
          <a:lstStyle/>
          <a:p>
            <a:r>
              <a:rPr lang="en-IN" dirty="0"/>
              <a:t> </a:t>
            </a:r>
            <a:r>
              <a:rPr lang="en-IN" sz="2800" b="1" dirty="0"/>
              <a:t>:</a:t>
            </a:r>
            <a:endParaRPr lang="en-IN" b="1" dirty="0"/>
          </a:p>
        </p:txBody>
      </p:sp>
      <p:sp>
        <p:nvSpPr>
          <p:cNvPr id="25" name="TextBox 24"/>
          <p:cNvSpPr txBox="1"/>
          <p:nvPr/>
        </p:nvSpPr>
        <p:spPr>
          <a:xfrm>
            <a:off x="1443807" y="4149080"/>
            <a:ext cx="576064" cy="369332"/>
          </a:xfrm>
          <a:prstGeom prst="rect">
            <a:avLst/>
          </a:prstGeom>
          <a:noFill/>
        </p:spPr>
        <p:txBody>
          <a:bodyPr wrap="square" rtlCol="0">
            <a:spAutoFit/>
          </a:bodyPr>
          <a:lstStyle/>
          <a:p>
            <a:r>
              <a:rPr lang="en-IN" dirty="0"/>
              <a:t>2</a:t>
            </a:r>
          </a:p>
        </p:txBody>
      </p:sp>
      <p:sp>
        <p:nvSpPr>
          <p:cNvPr id="26" name="TextBox 25"/>
          <p:cNvSpPr txBox="1"/>
          <p:nvPr/>
        </p:nvSpPr>
        <p:spPr>
          <a:xfrm>
            <a:off x="2339752" y="4149080"/>
            <a:ext cx="576064" cy="369332"/>
          </a:xfrm>
          <a:prstGeom prst="rect">
            <a:avLst/>
          </a:prstGeom>
          <a:noFill/>
        </p:spPr>
        <p:txBody>
          <a:bodyPr wrap="square" rtlCol="0">
            <a:spAutoFit/>
          </a:bodyPr>
          <a:lstStyle/>
          <a:p>
            <a:r>
              <a:rPr lang="en-IN" dirty="0"/>
              <a:t>3</a:t>
            </a:r>
          </a:p>
        </p:txBody>
      </p:sp>
      <p:sp>
        <p:nvSpPr>
          <p:cNvPr id="27" name="TextBox 26"/>
          <p:cNvSpPr txBox="1"/>
          <p:nvPr/>
        </p:nvSpPr>
        <p:spPr>
          <a:xfrm>
            <a:off x="1806946" y="4072136"/>
            <a:ext cx="425849" cy="523220"/>
          </a:xfrm>
          <a:prstGeom prst="rect">
            <a:avLst/>
          </a:prstGeom>
          <a:noFill/>
        </p:spPr>
        <p:txBody>
          <a:bodyPr wrap="square" rtlCol="0">
            <a:spAutoFit/>
          </a:bodyPr>
          <a:lstStyle/>
          <a:p>
            <a:r>
              <a:rPr lang="en-IN" dirty="0"/>
              <a:t> </a:t>
            </a:r>
            <a:r>
              <a:rPr lang="en-IN" sz="2800" b="1" dirty="0"/>
              <a:t>:</a:t>
            </a:r>
            <a:endParaRPr lang="en-IN" b="1" dirty="0"/>
          </a:p>
        </p:txBody>
      </p:sp>
      <p:sp>
        <p:nvSpPr>
          <p:cNvPr id="28" name="Curved Left Arrow 27"/>
          <p:cNvSpPr/>
          <p:nvPr/>
        </p:nvSpPr>
        <p:spPr>
          <a:xfrm>
            <a:off x="2705790" y="3339255"/>
            <a:ext cx="282034" cy="994491"/>
          </a:xfrm>
          <a:prstGeom prst="curvedLeft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IN" dirty="0">
                <a:solidFill>
                  <a:schemeClr val="tx1"/>
                </a:solidFill>
              </a:rPr>
              <a:t>  </a:t>
            </a:r>
          </a:p>
        </p:txBody>
      </p:sp>
      <p:sp>
        <p:nvSpPr>
          <p:cNvPr id="29" name="Curved Left Arrow 28"/>
          <p:cNvSpPr/>
          <p:nvPr/>
        </p:nvSpPr>
        <p:spPr>
          <a:xfrm flipH="1">
            <a:off x="1168704" y="3339254"/>
            <a:ext cx="311506" cy="994491"/>
          </a:xfrm>
          <a:prstGeom prst="curvedLeft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solidFill>
                <a:schemeClr val="tx1"/>
              </a:solidFill>
            </a:endParaRPr>
          </a:p>
        </p:txBody>
      </p:sp>
      <p:sp>
        <p:nvSpPr>
          <p:cNvPr id="30" name="TextBox 29"/>
          <p:cNvSpPr txBox="1"/>
          <p:nvPr/>
        </p:nvSpPr>
        <p:spPr>
          <a:xfrm>
            <a:off x="323528" y="3563886"/>
            <a:ext cx="769884" cy="369332"/>
          </a:xfrm>
          <a:prstGeom prst="rect">
            <a:avLst/>
          </a:prstGeom>
          <a:noFill/>
          <a:ln>
            <a:solidFill>
              <a:schemeClr val="tx1"/>
            </a:solidFill>
          </a:ln>
        </p:spPr>
        <p:txBody>
          <a:bodyPr wrap="square" rtlCol="0">
            <a:spAutoFit/>
          </a:bodyPr>
          <a:lstStyle/>
          <a:p>
            <a:r>
              <a:rPr lang="en-IN" dirty="0"/>
              <a:t>- 4R</a:t>
            </a:r>
          </a:p>
        </p:txBody>
      </p:sp>
      <p:sp>
        <p:nvSpPr>
          <p:cNvPr id="31" name="TextBox 30"/>
          <p:cNvSpPr txBox="1"/>
          <p:nvPr/>
        </p:nvSpPr>
        <p:spPr>
          <a:xfrm>
            <a:off x="3059832" y="3600865"/>
            <a:ext cx="648072" cy="369332"/>
          </a:xfrm>
          <a:prstGeom prst="rect">
            <a:avLst/>
          </a:prstGeom>
          <a:noFill/>
          <a:ln>
            <a:solidFill>
              <a:schemeClr val="tx1"/>
            </a:solidFill>
          </a:ln>
        </p:spPr>
        <p:txBody>
          <a:bodyPr wrap="square" rtlCol="0">
            <a:spAutoFit/>
          </a:bodyPr>
          <a:lstStyle/>
          <a:p>
            <a:r>
              <a:rPr lang="en-IN" dirty="0"/>
              <a:t>- 8R</a:t>
            </a:r>
          </a:p>
        </p:txBody>
      </p:sp>
      <p:sp>
        <p:nvSpPr>
          <p:cNvPr id="18" name="Content Placeholder 22"/>
          <p:cNvSpPr txBox="1">
            <a:spLocks/>
          </p:cNvSpPr>
          <p:nvPr/>
        </p:nvSpPr>
        <p:spPr>
          <a:xfrm>
            <a:off x="4917386" y="3532021"/>
            <a:ext cx="3803904" cy="3877056"/>
          </a:xfrm>
          <a:prstGeom prst="rect">
            <a:avLst/>
          </a:prstGeom>
        </p:spPr>
        <p:txBody>
          <a:bodyPr vert="horz" lIns="91440" tIns="45720" rIns="91440" bIns="45720" rtlCol="0">
            <a:normAutofit/>
          </a:bodyPr>
          <a:lstStyle>
            <a:lvl1pPr marL="365760" indent="-365760" algn="l" defTabSz="914400" rtl="0" eaLnBrk="1" latinLnBrk="0" hangingPunct="1">
              <a:spcBef>
                <a:spcPct val="20000"/>
              </a:spcBef>
              <a:buClr>
                <a:schemeClr val="accent1"/>
              </a:buClr>
              <a:buFont typeface="Wingdings" pitchFamily="2" charset="2"/>
              <a:buChar char=""/>
              <a:defRPr sz="2400" kern="1200">
                <a:solidFill>
                  <a:schemeClr val="tx1">
                    <a:lumMod val="85000"/>
                    <a:lumOff val="15000"/>
                  </a:schemeClr>
                </a:solidFill>
                <a:latin typeface="+mn-lt"/>
                <a:ea typeface="+mn-ea"/>
                <a:cs typeface="+mn-cs"/>
              </a:defRPr>
            </a:lvl1pPr>
            <a:lvl2pPr marL="777240" indent="-365760" algn="l" defTabSz="914400" rtl="0" eaLnBrk="1" latinLnBrk="0" hangingPunct="1">
              <a:spcBef>
                <a:spcPct val="20000"/>
              </a:spcBef>
              <a:buClr>
                <a:schemeClr val="accent1"/>
              </a:buClr>
              <a:buFont typeface="Wingdings" pitchFamily="2" charset="2"/>
              <a:buChar char=""/>
              <a:defRPr sz="2200" kern="1200">
                <a:solidFill>
                  <a:schemeClr val="tx1">
                    <a:lumMod val="85000"/>
                    <a:lumOff val="15000"/>
                  </a:schemeClr>
                </a:solidFill>
                <a:latin typeface="+mn-lt"/>
                <a:ea typeface="+mn-ea"/>
                <a:cs typeface="+mn-cs"/>
              </a:defRPr>
            </a:lvl2pPr>
            <a:lvl3pPr marL="1143000" indent="-365760" algn="l" defTabSz="914400" rtl="0" eaLnBrk="1" latinLnBrk="0" hangingPunct="1">
              <a:spcBef>
                <a:spcPct val="20000"/>
              </a:spcBef>
              <a:buClr>
                <a:schemeClr val="accent1"/>
              </a:buClr>
              <a:buFont typeface="Wingdings" pitchFamily="2" charset="2"/>
              <a:buChar char=""/>
              <a:defRPr sz="2000" kern="1200">
                <a:solidFill>
                  <a:schemeClr val="tx1">
                    <a:lumMod val="85000"/>
                    <a:lumOff val="15000"/>
                  </a:schemeClr>
                </a:solidFill>
                <a:latin typeface="+mn-lt"/>
                <a:ea typeface="+mn-ea"/>
                <a:cs typeface="+mn-cs"/>
              </a:defRPr>
            </a:lvl3pPr>
            <a:lvl4pPr marL="1508760" indent="-320040" algn="l" defTabSz="914400" rtl="0" eaLnBrk="1" latinLnBrk="0" hangingPunct="1">
              <a:spcBef>
                <a:spcPct val="20000"/>
              </a:spcBef>
              <a:buClr>
                <a:schemeClr val="accent1"/>
              </a:buClr>
              <a:buFont typeface="Wingdings" pitchFamily="2" charset="2"/>
              <a:buChar char=""/>
              <a:defRPr sz="1800" kern="1200">
                <a:solidFill>
                  <a:schemeClr val="tx1">
                    <a:lumMod val="85000"/>
                    <a:lumOff val="15000"/>
                  </a:schemeClr>
                </a:solidFill>
                <a:latin typeface="+mn-lt"/>
                <a:ea typeface="+mn-ea"/>
                <a:cs typeface="+mn-cs"/>
              </a:defRPr>
            </a:lvl4pPr>
            <a:lvl5pPr marL="1828800" indent="-320040" algn="l" defTabSz="914400" rtl="0" eaLnBrk="1" latinLnBrk="0" hangingPunct="1">
              <a:spcBef>
                <a:spcPct val="20000"/>
              </a:spcBef>
              <a:buClr>
                <a:schemeClr val="accent1"/>
              </a:buClr>
              <a:buFont typeface="Wingdings" pitchFamily="2" charset="2"/>
              <a:buChar char=""/>
              <a:defRPr sz="1600" kern="1200">
                <a:solidFill>
                  <a:schemeClr val="tx1">
                    <a:lumMod val="85000"/>
                    <a:lumOff val="15000"/>
                  </a:schemeClr>
                </a:solidFill>
                <a:latin typeface="+mn-lt"/>
                <a:ea typeface="+mn-ea"/>
                <a:cs typeface="+mn-cs"/>
              </a:defRPr>
            </a:lvl5pPr>
            <a:lvl6pPr marL="2148840" indent="-274320" algn="l" defTabSz="914400" rtl="0" eaLnBrk="1" latinLnBrk="0" hangingPunct="1">
              <a:spcBef>
                <a:spcPts val="400"/>
              </a:spcBef>
              <a:buClr>
                <a:schemeClr val="accent1"/>
              </a:buClr>
              <a:buFont typeface="Wingdings" pitchFamily="2" charset="2"/>
              <a:buChar char=""/>
              <a:defRPr sz="1400" kern="1200">
                <a:solidFill>
                  <a:schemeClr val="tx1"/>
                </a:solidFill>
                <a:latin typeface="+mn-lt"/>
                <a:ea typeface="+mn-ea"/>
                <a:cs typeface="+mn-cs"/>
              </a:defRPr>
            </a:lvl6pPr>
            <a:lvl7pPr marL="2468880" indent="-274320" algn="l" defTabSz="914400" rtl="0" eaLnBrk="1" latinLnBrk="0" hangingPunct="1">
              <a:spcBef>
                <a:spcPts val="400"/>
              </a:spcBef>
              <a:buClr>
                <a:schemeClr val="accent1"/>
              </a:buClr>
              <a:buFont typeface="Wingdings" pitchFamily="2" charset="2"/>
              <a:buChar char=""/>
              <a:defRPr sz="1400" kern="1200">
                <a:solidFill>
                  <a:schemeClr val="tx1"/>
                </a:solidFill>
                <a:latin typeface="+mn-lt"/>
                <a:ea typeface="+mn-ea"/>
                <a:cs typeface="+mn-cs"/>
              </a:defRPr>
            </a:lvl7pPr>
            <a:lvl8pPr marL="2788920" indent="-274320" algn="l" defTabSz="914400" rtl="0" eaLnBrk="1" latinLnBrk="0" hangingPunct="1">
              <a:spcBef>
                <a:spcPts val="400"/>
              </a:spcBef>
              <a:buClr>
                <a:schemeClr val="accent1"/>
              </a:buClr>
              <a:buFont typeface="Wingdings" pitchFamily="2" charset="2"/>
              <a:buChar char=""/>
              <a:defRPr sz="1400" kern="1200">
                <a:solidFill>
                  <a:schemeClr val="tx1"/>
                </a:solidFill>
                <a:latin typeface="+mn-lt"/>
                <a:ea typeface="+mn-ea"/>
                <a:cs typeface="+mn-cs"/>
              </a:defRPr>
            </a:lvl8pPr>
            <a:lvl9pPr marL="3108960" indent="-274320" algn="l" defTabSz="914400" rtl="0" eaLnBrk="1" latinLnBrk="0" hangingPunct="1">
              <a:spcBef>
                <a:spcPts val="400"/>
              </a:spcBef>
              <a:buClr>
                <a:schemeClr val="accent1"/>
              </a:buClr>
              <a:buFont typeface="Wingdings" pitchFamily="2" charset="2"/>
              <a:buChar char=""/>
              <a:defRPr sz="1400" kern="1200">
                <a:solidFill>
                  <a:schemeClr val="tx1"/>
                </a:solidFill>
                <a:latin typeface="+mn-lt"/>
                <a:ea typeface="+mn-ea"/>
                <a:cs typeface="+mn-cs"/>
              </a:defRPr>
            </a:lvl9pPr>
          </a:lstStyle>
          <a:p>
            <a:pPr marL="0" indent="0">
              <a:buFont typeface="Wingdings" pitchFamily="2" charset="2"/>
              <a:buNone/>
            </a:pPr>
            <a:r>
              <a:rPr lang="en-IN" dirty="0"/>
              <a:t> </a:t>
            </a:r>
          </a:p>
          <a:p>
            <a:pPr marL="0" indent="0">
              <a:buFont typeface="Wingdings" pitchFamily="2" charset="2"/>
              <a:buNone/>
            </a:pPr>
            <a:endParaRPr lang="en-IN" dirty="0"/>
          </a:p>
          <a:p>
            <a:pPr marL="0" indent="0">
              <a:buFont typeface="Wingdings" pitchFamily="2" charset="2"/>
              <a:buNone/>
            </a:pPr>
            <a:endParaRPr lang="en-IN" dirty="0"/>
          </a:p>
          <a:p>
            <a:pPr marL="0" indent="0">
              <a:buFont typeface="Wingdings" pitchFamily="2" charset="2"/>
              <a:buNone/>
            </a:pPr>
            <a:endParaRPr lang="en-IN" dirty="0"/>
          </a:p>
          <a:p>
            <a:pPr marL="0" indent="0">
              <a:buFont typeface="Wingdings" pitchFamily="2" charset="2"/>
              <a:buNone/>
            </a:pPr>
            <a:endParaRPr lang="en-IN" dirty="0"/>
          </a:p>
          <a:p>
            <a:pPr marL="0" indent="0">
              <a:buFont typeface="Wingdings" pitchFamily="2" charset="2"/>
              <a:buNone/>
            </a:pPr>
            <a:endParaRPr lang="en-IN" dirty="0"/>
          </a:p>
          <a:p>
            <a:pPr marL="0" indent="0">
              <a:buFont typeface="Wingdings" pitchFamily="2" charset="2"/>
              <a:buNone/>
            </a:pPr>
            <a:endParaRPr lang="en-IN" dirty="0"/>
          </a:p>
        </p:txBody>
      </p:sp>
      <p:sp>
        <p:nvSpPr>
          <p:cNvPr id="19" name="TextBox 18"/>
          <p:cNvSpPr txBox="1"/>
          <p:nvPr/>
        </p:nvSpPr>
        <p:spPr>
          <a:xfrm>
            <a:off x="5251065" y="2204864"/>
            <a:ext cx="740160" cy="369332"/>
          </a:xfrm>
          <a:prstGeom prst="rect">
            <a:avLst/>
          </a:prstGeom>
          <a:noFill/>
          <a:ln>
            <a:solidFill>
              <a:schemeClr val="tx1"/>
            </a:solidFill>
          </a:ln>
        </p:spPr>
        <p:txBody>
          <a:bodyPr wrap="square" rtlCol="0">
            <a:spAutoFit/>
          </a:bodyPr>
          <a:lstStyle/>
          <a:p>
            <a:r>
              <a:rPr lang="en-IN" b="1" dirty="0"/>
              <a:t>  A</a:t>
            </a:r>
          </a:p>
        </p:txBody>
      </p:sp>
      <p:sp>
        <p:nvSpPr>
          <p:cNvPr id="20" name="TextBox 19"/>
          <p:cNvSpPr txBox="1"/>
          <p:nvPr/>
        </p:nvSpPr>
        <p:spPr>
          <a:xfrm>
            <a:off x="6409365" y="2204864"/>
            <a:ext cx="663933" cy="369332"/>
          </a:xfrm>
          <a:prstGeom prst="rect">
            <a:avLst/>
          </a:prstGeom>
          <a:noFill/>
          <a:ln>
            <a:solidFill>
              <a:schemeClr val="tx1"/>
            </a:solidFill>
          </a:ln>
        </p:spPr>
        <p:txBody>
          <a:bodyPr wrap="square" rtlCol="0">
            <a:spAutoFit/>
          </a:bodyPr>
          <a:lstStyle/>
          <a:p>
            <a:r>
              <a:rPr lang="en-IN" b="1" dirty="0"/>
              <a:t>B</a:t>
            </a:r>
          </a:p>
        </p:txBody>
      </p:sp>
      <p:sp>
        <p:nvSpPr>
          <p:cNvPr id="21" name="TextBox 20"/>
          <p:cNvSpPr txBox="1"/>
          <p:nvPr/>
        </p:nvSpPr>
        <p:spPr>
          <a:xfrm>
            <a:off x="5563353" y="2763737"/>
            <a:ext cx="576064" cy="369332"/>
          </a:xfrm>
          <a:prstGeom prst="rect">
            <a:avLst/>
          </a:prstGeom>
          <a:noFill/>
        </p:spPr>
        <p:txBody>
          <a:bodyPr wrap="square" rtlCol="0">
            <a:spAutoFit/>
          </a:bodyPr>
          <a:lstStyle/>
          <a:p>
            <a:r>
              <a:rPr lang="en-IN" dirty="0"/>
              <a:t>6</a:t>
            </a:r>
          </a:p>
        </p:txBody>
      </p:sp>
      <p:sp>
        <p:nvSpPr>
          <p:cNvPr id="22" name="TextBox 21"/>
          <p:cNvSpPr txBox="1"/>
          <p:nvPr/>
        </p:nvSpPr>
        <p:spPr>
          <a:xfrm>
            <a:off x="6459298" y="2763737"/>
            <a:ext cx="576064" cy="369332"/>
          </a:xfrm>
          <a:prstGeom prst="rect">
            <a:avLst/>
          </a:prstGeom>
          <a:noFill/>
        </p:spPr>
        <p:txBody>
          <a:bodyPr wrap="square" rtlCol="0">
            <a:spAutoFit/>
          </a:bodyPr>
          <a:lstStyle/>
          <a:p>
            <a:r>
              <a:rPr lang="en-IN" dirty="0"/>
              <a:t>11</a:t>
            </a:r>
          </a:p>
        </p:txBody>
      </p:sp>
      <p:sp>
        <p:nvSpPr>
          <p:cNvPr id="33" name="TextBox 32"/>
          <p:cNvSpPr txBox="1"/>
          <p:nvPr/>
        </p:nvSpPr>
        <p:spPr>
          <a:xfrm>
            <a:off x="6018359" y="2646828"/>
            <a:ext cx="425849" cy="523220"/>
          </a:xfrm>
          <a:prstGeom prst="rect">
            <a:avLst/>
          </a:prstGeom>
          <a:noFill/>
        </p:spPr>
        <p:txBody>
          <a:bodyPr wrap="square" rtlCol="0">
            <a:spAutoFit/>
          </a:bodyPr>
          <a:lstStyle/>
          <a:p>
            <a:r>
              <a:rPr lang="en-IN" dirty="0"/>
              <a:t> </a:t>
            </a:r>
            <a:r>
              <a:rPr lang="en-IN" sz="2800" b="1" dirty="0"/>
              <a:t>: </a:t>
            </a:r>
            <a:endParaRPr lang="en-IN" b="1" dirty="0"/>
          </a:p>
        </p:txBody>
      </p:sp>
      <p:sp>
        <p:nvSpPr>
          <p:cNvPr id="34" name="TextBox 33"/>
          <p:cNvSpPr txBox="1"/>
          <p:nvPr/>
        </p:nvSpPr>
        <p:spPr>
          <a:xfrm>
            <a:off x="5557355" y="3718263"/>
            <a:ext cx="576064" cy="369332"/>
          </a:xfrm>
          <a:prstGeom prst="rect">
            <a:avLst/>
          </a:prstGeom>
          <a:noFill/>
        </p:spPr>
        <p:txBody>
          <a:bodyPr wrap="square" rtlCol="0">
            <a:spAutoFit/>
          </a:bodyPr>
          <a:lstStyle/>
          <a:p>
            <a:r>
              <a:rPr lang="en-IN" dirty="0"/>
              <a:t>10</a:t>
            </a:r>
          </a:p>
        </p:txBody>
      </p:sp>
      <p:sp>
        <p:nvSpPr>
          <p:cNvPr id="35" name="TextBox 34"/>
          <p:cNvSpPr txBox="1"/>
          <p:nvPr/>
        </p:nvSpPr>
        <p:spPr>
          <a:xfrm>
            <a:off x="6453300" y="3718263"/>
            <a:ext cx="576064" cy="369332"/>
          </a:xfrm>
          <a:prstGeom prst="rect">
            <a:avLst/>
          </a:prstGeom>
          <a:noFill/>
        </p:spPr>
        <p:txBody>
          <a:bodyPr wrap="square" rtlCol="0">
            <a:spAutoFit/>
          </a:bodyPr>
          <a:lstStyle/>
          <a:p>
            <a:r>
              <a:rPr lang="en-IN" dirty="0"/>
              <a:t>15</a:t>
            </a:r>
          </a:p>
        </p:txBody>
      </p:sp>
      <p:sp>
        <p:nvSpPr>
          <p:cNvPr id="36" name="TextBox 35"/>
          <p:cNvSpPr txBox="1"/>
          <p:nvPr/>
        </p:nvSpPr>
        <p:spPr>
          <a:xfrm>
            <a:off x="6018359" y="3641319"/>
            <a:ext cx="425849" cy="523220"/>
          </a:xfrm>
          <a:prstGeom prst="rect">
            <a:avLst/>
          </a:prstGeom>
          <a:noFill/>
        </p:spPr>
        <p:txBody>
          <a:bodyPr wrap="square" rtlCol="0">
            <a:spAutoFit/>
          </a:bodyPr>
          <a:lstStyle/>
          <a:p>
            <a:r>
              <a:rPr lang="en-IN" dirty="0"/>
              <a:t> </a:t>
            </a:r>
            <a:r>
              <a:rPr lang="en-IN" sz="2800" b="1" dirty="0"/>
              <a:t>:</a:t>
            </a:r>
            <a:endParaRPr lang="en-IN" b="1" dirty="0"/>
          </a:p>
        </p:txBody>
      </p:sp>
      <p:sp>
        <p:nvSpPr>
          <p:cNvPr id="37" name="Curved Left Arrow 36"/>
          <p:cNvSpPr/>
          <p:nvPr/>
        </p:nvSpPr>
        <p:spPr>
          <a:xfrm>
            <a:off x="6819338" y="2908438"/>
            <a:ext cx="282034" cy="994491"/>
          </a:xfrm>
          <a:prstGeom prst="curvedLeft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IN" dirty="0">
                <a:solidFill>
                  <a:schemeClr val="tx1"/>
                </a:solidFill>
              </a:rPr>
              <a:t>  </a:t>
            </a:r>
          </a:p>
        </p:txBody>
      </p:sp>
      <p:sp>
        <p:nvSpPr>
          <p:cNvPr id="38" name="Curved Left Arrow 37"/>
          <p:cNvSpPr/>
          <p:nvPr/>
        </p:nvSpPr>
        <p:spPr>
          <a:xfrm flipH="1">
            <a:off x="5282252" y="2908437"/>
            <a:ext cx="311506" cy="994491"/>
          </a:xfrm>
          <a:prstGeom prst="curvedLeft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solidFill>
                <a:schemeClr val="tx1"/>
              </a:solidFill>
            </a:endParaRPr>
          </a:p>
        </p:txBody>
      </p:sp>
      <p:sp>
        <p:nvSpPr>
          <p:cNvPr id="39" name="TextBox 38"/>
          <p:cNvSpPr txBox="1"/>
          <p:nvPr/>
        </p:nvSpPr>
        <p:spPr>
          <a:xfrm>
            <a:off x="4437076" y="3133069"/>
            <a:ext cx="769884" cy="369332"/>
          </a:xfrm>
          <a:prstGeom prst="rect">
            <a:avLst/>
          </a:prstGeom>
          <a:noFill/>
          <a:ln>
            <a:solidFill>
              <a:schemeClr val="tx1"/>
            </a:solidFill>
          </a:ln>
        </p:spPr>
        <p:txBody>
          <a:bodyPr wrap="square" rtlCol="0">
            <a:spAutoFit/>
          </a:bodyPr>
          <a:lstStyle/>
          <a:p>
            <a:r>
              <a:rPr lang="en-IN" dirty="0"/>
              <a:t>  4R</a:t>
            </a:r>
          </a:p>
        </p:txBody>
      </p:sp>
      <p:sp>
        <p:nvSpPr>
          <p:cNvPr id="40" name="TextBox 39"/>
          <p:cNvSpPr txBox="1"/>
          <p:nvPr/>
        </p:nvSpPr>
        <p:spPr>
          <a:xfrm>
            <a:off x="7173380" y="3170048"/>
            <a:ext cx="648072" cy="369332"/>
          </a:xfrm>
          <a:prstGeom prst="rect">
            <a:avLst/>
          </a:prstGeom>
          <a:noFill/>
          <a:ln>
            <a:solidFill>
              <a:schemeClr val="tx1"/>
            </a:solidFill>
          </a:ln>
        </p:spPr>
        <p:txBody>
          <a:bodyPr wrap="square" rtlCol="0">
            <a:spAutoFit/>
          </a:bodyPr>
          <a:lstStyle/>
          <a:p>
            <a:r>
              <a:rPr lang="en-IN" dirty="0"/>
              <a:t> 4R</a:t>
            </a:r>
          </a:p>
        </p:txBody>
      </p:sp>
      <p:sp>
        <p:nvSpPr>
          <p:cNvPr id="3" name="Block Arc 2"/>
          <p:cNvSpPr/>
          <p:nvPr/>
        </p:nvSpPr>
        <p:spPr>
          <a:xfrm>
            <a:off x="1491318" y="2972922"/>
            <a:ext cx="1096812" cy="374207"/>
          </a:xfrm>
          <a:prstGeom prst="blockArc">
            <a:avLst/>
          </a:prstGeom>
          <a:solidFill>
            <a:srgbClr val="00B0F0"/>
          </a:solid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solidFill>
                <a:schemeClr val="tx1"/>
              </a:solidFill>
            </a:endParaRPr>
          </a:p>
        </p:txBody>
      </p:sp>
      <p:sp>
        <p:nvSpPr>
          <p:cNvPr id="41" name="TextBox 40"/>
          <p:cNvSpPr txBox="1"/>
          <p:nvPr/>
        </p:nvSpPr>
        <p:spPr>
          <a:xfrm>
            <a:off x="1783557" y="2643547"/>
            <a:ext cx="452344" cy="369332"/>
          </a:xfrm>
          <a:prstGeom prst="rect">
            <a:avLst/>
          </a:prstGeom>
          <a:noFill/>
          <a:ln>
            <a:solidFill>
              <a:schemeClr val="tx1"/>
            </a:solidFill>
          </a:ln>
        </p:spPr>
        <p:txBody>
          <a:bodyPr wrap="square" rtlCol="0">
            <a:spAutoFit/>
          </a:bodyPr>
          <a:lstStyle/>
          <a:p>
            <a:r>
              <a:rPr lang="en-IN" dirty="0"/>
              <a:t> 5</a:t>
            </a:r>
          </a:p>
        </p:txBody>
      </p:sp>
      <p:sp>
        <p:nvSpPr>
          <p:cNvPr id="42" name="Block Arc 41"/>
          <p:cNvSpPr/>
          <p:nvPr/>
        </p:nvSpPr>
        <p:spPr>
          <a:xfrm rot="10800000">
            <a:off x="1491318" y="4333746"/>
            <a:ext cx="1096812" cy="374207"/>
          </a:xfrm>
          <a:prstGeom prst="blockArc">
            <a:avLst/>
          </a:prstGeom>
          <a:solidFill>
            <a:srgbClr val="00B0F0"/>
          </a:solid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solidFill>
                <a:schemeClr val="tx1"/>
              </a:solidFill>
            </a:endParaRPr>
          </a:p>
        </p:txBody>
      </p:sp>
      <p:sp>
        <p:nvSpPr>
          <p:cNvPr id="43" name="TextBox 42"/>
          <p:cNvSpPr txBox="1"/>
          <p:nvPr/>
        </p:nvSpPr>
        <p:spPr>
          <a:xfrm>
            <a:off x="1816051" y="4705098"/>
            <a:ext cx="452344" cy="369332"/>
          </a:xfrm>
          <a:prstGeom prst="rect">
            <a:avLst/>
          </a:prstGeom>
          <a:noFill/>
          <a:ln>
            <a:solidFill>
              <a:schemeClr val="tx1"/>
            </a:solidFill>
          </a:ln>
        </p:spPr>
        <p:txBody>
          <a:bodyPr wrap="square" rtlCol="0">
            <a:spAutoFit/>
          </a:bodyPr>
          <a:lstStyle/>
          <a:p>
            <a:r>
              <a:rPr lang="en-IN" dirty="0"/>
              <a:t> 1</a:t>
            </a:r>
          </a:p>
        </p:txBody>
      </p:sp>
      <p:cxnSp>
        <p:nvCxnSpPr>
          <p:cNvPr id="5" name="Straight Arrow Connector 4"/>
          <p:cNvCxnSpPr>
            <a:stCxn id="41" idx="2"/>
          </p:cNvCxnSpPr>
          <p:nvPr/>
        </p:nvCxnSpPr>
        <p:spPr>
          <a:xfrm>
            <a:off x="2009729" y="3012879"/>
            <a:ext cx="474039" cy="1136201"/>
          </a:xfrm>
          <a:prstGeom prst="straightConnector1">
            <a:avLst/>
          </a:prstGeom>
          <a:ln w="38100">
            <a:solidFill>
              <a:srgbClr val="FF0000"/>
            </a:solidFill>
            <a:tailEnd type="arrow"/>
          </a:ln>
        </p:spPr>
        <p:style>
          <a:lnRef idx="1">
            <a:schemeClr val="accent1"/>
          </a:lnRef>
          <a:fillRef idx="0">
            <a:schemeClr val="accent1"/>
          </a:fillRef>
          <a:effectRef idx="0">
            <a:schemeClr val="accent1"/>
          </a:effectRef>
          <a:fontRef idx="minor">
            <a:schemeClr val="tx1"/>
          </a:fontRef>
        </p:style>
      </p:cxnSp>
      <p:cxnSp>
        <p:nvCxnSpPr>
          <p:cNvPr id="44" name="Straight Arrow Connector 43"/>
          <p:cNvCxnSpPr/>
          <p:nvPr/>
        </p:nvCxnSpPr>
        <p:spPr>
          <a:xfrm flipH="1">
            <a:off x="1619672" y="3012879"/>
            <a:ext cx="376103" cy="1136201"/>
          </a:xfrm>
          <a:prstGeom prst="straightConnector1">
            <a:avLst/>
          </a:prstGeom>
          <a:ln w="38100">
            <a:solidFill>
              <a:srgbClr val="FF0000"/>
            </a:solidFill>
            <a:tailEnd type="arrow"/>
          </a:ln>
        </p:spPr>
        <p:style>
          <a:lnRef idx="1">
            <a:schemeClr val="accent1"/>
          </a:lnRef>
          <a:fillRef idx="0">
            <a:schemeClr val="accent1"/>
          </a:fillRef>
          <a:effectRef idx="0">
            <a:schemeClr val="accent1"/>
          </a:effectRef>
          <a:fontRef idx="minor">
            <a:schemeClr val="tx1"/>
          </a:fontRef>
        </p:style>
      </p:cxnSp>
      <p:cxnSp>
        <p:nvCxnSpPr>
          <p:cNvPr id="9" name="Straight Arrow Connector 8"/>
          <p:cNvCxnSpPr/>
          <p:nvPr/>
        </p:nvCxnSpPr>
        <p:spPr>
          <a:xfrm flipV="1">
            <a:off x="1531572" y="3451570"/>
            <a:ext cx="0" cy="769859"/>
          </a:xfrm>
          <a:prstGeom prst="straightConnector1">
            <a:avLst/>
          </a:prstGeom>
          <a:ln w="57150">
            <a:solidFill>
              <a:srgbClr val="FF0000"/>
            </a:solidFill>
            <a:tailEnd type="arrow"/>
          </a:ln>
        </p:spPr>
        <p:style>
          <a:lnRef idx="1">
            <a:schemeClr val="accent1"/>
          </a:lnRef>
          <a:fillRef idx="0">
            <a:schemeClr val="accent1"/>
          </a:fillRef>
          <a:effectRef idx="0">
            <a:schemeClr val="accent1"/>
          </a:effectRef>
          <a:fontRef idx="minor">
            <a:schemeClr val="tx1"/>
          </a:fontRef>
        </p:style>
      </p:cxnSp>
      <p:cxnSp>
        <p:nvCxnSpPr>
          <p:cNvPr id="45" name="Straight Arrow Connector 44"/>
          <p:cNvCxnSpPr/>
          <p:nvPr/>
        </p:nvCxnSpPr>
        <p:spPr>
          <a:xfrm flipV="1">
            <a:off x="2586820" y="3451569"/>
            <a:ext cx="0" cy="769859"/>
          </a:xfrm>
          <a:prstGeom prst="straightConnector1">
            <a:avLst/>
          </a:prstGeom>
          <a:ln w="57150">
            <a:solidFill>
              <a:srgbClr val="FF0000"/>
            </a:solidFill>
            <a:tailEnd type="arrow"/>
          </a:ln>
        </p:spPr>
        <p:style>
          <a:lnRef idx="1">
            <a:schemeClr val="accent1"/>
          </a:lnRef>
          <a:fillRef idx="0">
            <a:schemeClr val="accent1"/>
          </a:fillRef>
          <a:effectRef idx="0">
            <a:schemeClr val="accent1"/>
          </a:effectRef>
          <a:fontRef idx="minor">
            <a:schemeClr val="tx1"/>
          </a:fontRef>
        </p:style>
      </p:cxnSp>
      <p:sp>
        <p:nvSpPr>
          <p:cNvPr id="6" name="Rectangle 5"/>
          <p:cNvSpPr/>
          <p:nvPr/>
        </p:nvSpPr>
        <p:spPr>
          <a:xfrm>
            <a:off x="5492083" y="4358113"/>
            <a:ext cx="1468272" cy="523220"/>
          </a:xfrm>
          <a:prstGeom prst="rect">
            <a:avLst/>
          </a:prstGeom>
        </p:spPr>
        <p:txBody>
          <a:bodyPr wrap="square">
            <a:spAutoFit/>
          </a:bodyPr>
          <a:lstStyle/>
          <a:p>
            <a:r>
              <a:rPr lang="en-IN" sz="2800" b="1" dirty="0"/>
              <a:t>4R = 8</a:t>
            </a:r>
          </a:p>
        </p:txBody>
      </p:sp>
      <p:sp>
        <p:nvSpPr>
          <p:cNvPr id="46" name="Rectangle 45"/>
          <p:cNvSpPr/>
          <p:nvPr/>
        </p:nvSpPr>
        <p:spPr>
          <a:xfrm>
            <a:off x="5492082" y="4855066"/>
            <a:ext cx="1255247" cy="523220"/>
          </a:xfrm>
          <a:prstGeom prst="rect">
            <a:avLst/>
          </a:prstGeom>
        </p:spPr>
        <p:txBody>
          <a:bodyPr wrap="square">
            <a:spAutoFit/>
          </a:bodyPr>
          <a:lstStyle/>
          <a:p>
            <a:r>
              <a:rPr lang="en-IN" sz="2800" b="1" dirty="0"/>
              <a:t>1R = 2</a:t>
            </a:r>
          </a:p>
        </p:txBody>
      </p:sp>
      <p:sp>
        <p:nvSpPr>
          <p:cNvPr id="47" name="Rectangle 46"/>
          <p:cNvSpPr/>
          <p:nvPr/>
        </p:nvSpPr>
        <p:spPr>
          <a:xfrm>
            <a:off x="4548700" y="5373216"/>
            <a:ext cx="4172589" cy="523220"/>
          </a:xfrm>
          <a:prstGeom prst="rect">
            <a:avLst/>
          </a:prstGeom>
        </p:spPr>
        <p:txBody>
          <a:bodyPr wrap="square">
            <a:spAutoFit/>
          </a:bodyPr>
          <a:lstStyle/>
          <a:p>
            <a:r>
              <a:rPr lang="en-IN" sz="2800" b="1" dirty="0">
                <a:solidFill>
                  <a:srgbClr val="00B050"/>
                </a:solidFill>
              </a:rPr>
              <a:t>New value of B = 15R     </a:t>
            </a:r>
          </a:p>
        </p:txBody>
      </p:sp>
      <p:cxnSp>
        <p:nvCxnSpPr>
          <p:cNvPr id="8" name="Straight Connector 7"/>
          <p:cNvCxnSpPr/>
          <p:nvPr/>
        </p:nvCxnSpPr>
        <p:spPr>
          <a:xfrm flipH="1">
            <a:off x="421640" y="1992932"/>
            <a:ext cx="2962228" cy="3977666"/>
          </a:xfrm>
          <a:prstGeom prst="line">
            <a:avLst/>
          </a:prstGeom>
          <a:ln w="76200">
            <a:solidFill>
              <a:srgbClr val="FF0000"/>
            </a:solidFill>
          </a:ln>
        </p:spPr>
        <p:style>
          <a:lnRef idx="1">
            <a:schemeClr val="accent1"/>
          </a:lnRef>
          <a:fillRef idx="0">
            <a:schemeClr val="accent1"/>
          </a:fillRef>
          <a:effectRef idx="0">
            <a:schemeClr val="accent1"/>
          </a:effectRef>
          <a:fontRef idx="minor">
            <a:schemeClr val="tx1"/>
          </a:fontRef>
        </p:style>
      </p:cxnSp>
      <p:cxnSp>
        <p:nvCxnSpPr>
          <p:cNvPr id="49" name="Straight Connector 48"/>
          <p:cNvCxnSpPr/>
          <p:nvPr/>
        </p:nvCxnSpPr>
        <p:spPr>
          <a:xfrm>
            <a:off x="708470" y="2031892"/>
            <a:ext cx="2855418" cy="3899747"/>
          </a:xfrm>
          <a:prstGeom prst="line">
            <a:avLst/>
          </a:prstGeom>
          <a:ln w="76200">
            <a:solidFill>
              <a:srgbClr val="FF0000"/>
            </a:solidFill>
          </a:ln>
        </p:spPr>
        <p:style>
          <a:lnRef idx="1">
            <a:schemeClr val="accent1"/>
          </a:lnRef>
          <a:fillRef idx="0">
            <a:schemeClr val="accent1"/>
          </a:fillRef>
          <a:effectRef idx="0">
            <a:schemeClr val="accent1"/>
          </a:effectRef>
          <a:fontRef idx="minor">
            <a:schemeClr val="tx1"/>
          </a:fontRef>
        </p:style>
      </p:cxnSp>
      <p:sp>
        <p:nvSpPr>
          <p:cNvPr id="55" name="TextBox 54"/>
          <p:cNvSpPr txBox="1"/>
          <p:nvPr/>
        </p:nvSpPr>
        <p:spPr>
          <a:xfrm>
            <a:off x="3970011" y="2723772"/>
            <a:ext cx="1875376" cy="369332"/>
          </a:xfrm>
          <a:prstGeom prst="rect">
            <a:avLst/>
          </a:prstGeom>
          <a:noFill/>
          <a:ln>
            <a:solidFill>
              <a:schemeClr val="tx1"/>
            </a:solidFill>
          </a:ln>
        </p:spPr>
        <p:txBody>
          <a:bodyPr wrap="square" rtlCol="0">
            <a:spAutoFit/>
          </a:bodyPr>
          <a:lstStyle/>
          <a:p>
            <a:r>
              <a:rPr lang="en-IN" b="1" dirty="0">
                <a:solidFill>
                  <a:srgbClr val="FF0000"/>
                </a:solidFill>
              </a:rPr>
              <a:t>Old Value--</a:t>
            </a:r>
            <a:r>
              <a:rPr lang="en-IN" b="1" dirty="0">
                <a:solidFill>
                  <a:srgbClr val="FF0000"/>
                </a:solidFill>
                <a:sym typeface="Wingdings" pitchFamily="2" charset="2"/>
              </a:rPr>
              <a:t></a:t>
            </a:r>
            <a:endParaRPr lang="en-IN" b="1" dirty="0">
              <a:solidFill>
                <a:srgbClr val="FF0000"/>
              </a:solidFill>
            </a:endParaRPr>
          </a:p>
        </p:txBody>
      </p:sp>
      <p:sp>
        <p:nvSpPr>
          <p:cNvPr id="56" name="TextBox 55"/>
          <p:cNvSpPr txBox="1"/>
          <p:nvPr/>
        </p:nvSpPr>
        <p:spPr>
          <a:xfrm>
            <a:off x="3970011" y="3735326"/>
            <a:ext cx="1950483" cy="369332"/>
          </a:xfrm>
          <a:prstGeom prst="rect">
            <a:avLst/>
          </a:prstGeom>
          <a:noFill/>
          <a:ln>
            <a:solidFill>
              <a:schemeClr val="tx1"/>
            </a:solidFill>
          </a:ln>
        </p:spPr>
        <p:txBody>
          <a:bodyPr wrap="square" rtlCol="0">
            <a:spAutoFit/>
          </a:bodyPr>
          <a:lstStyle/>
          <a:p>
            <a:r>
              <a:rPr lang="en-IN" b="1" dirty="0">
                <a:solidFill>
                  <a:srgbClr val="FF0000"/>
                </a:solidFill>
              </a:rPr>
              <a:t>New Value--</a:t>
            </a:r>
            <a:r>
              <a:rPr lang="en-IN" b="1" dirty="0">
                <a:solidFill>
                  <a:srgbClr val="FF0000"/>
                </a:solidFill>
                <a:sym typeface="Wingdings" pitchFamily="2" charset="2"/>
              </a:rPr>
              <a:t></a:t>
            </a:r>
            <a:endParaRPr lang="en-IN" b="1" dirty="0">
              <a:solidFill>
                <a:srgbClr val="FF0000"/>
              </a:solidFill>
            </a:endParaRPr>
          </a:p>
        </p:txBody>
      </p:sp>
      <p:sp>
        <p:nvSpPr>
          <p:cNvPr id="58" name="Rectangle 57"/>
          <p:cNvSpPr/>
          <p:nvPr/>
        </p:nvSpPr>
        <p:spPr>
          <a:xfrm>
            <a:off x="4548701" y="5790572"/>
            <a:ext cx="4172589" cy="1384995"/>
          </a:xfrm>
          <a:prstGeom prst="rect">
            <a:avLst/>
          </a:prstGeom>
        </p:spPr>
        <p:txBody>
          <a:bodyPr wrap="square">
            <a:spAutoFit/>
          </a:bodyPr>
          <a:lstStyle/>
          <a:p>
            <a:r>
              <a:rPr lang="en-IN" sz="2800" b="1" dirty="0">
                <a:solidFill>
                  <a:srgbClr val="00B050"/>
                </a:solidFill>
              </a:rPr>
              <a:t>		        = 15(2)</a:t>
            </a:r>
          </a:p>
          <a:p>
            <a:r>
              <a:rPr lang="en-IN" sz="2800" b="1" dirty="0">
                <a:solidFill>
                  <a:srgbClr val="00B050"/>
                </a:solidFill>
              </a:rPr>
              <a:t>		        = 30</a:t>
            </a:r>
          </a:p>
          <a:p>
            <a:r>
              <a:rPr lang="en-IN" sz="2800" b="1" dirty="0">
                <a:solidFill>
                  <a:srgbClr val="00B050"/>
                </a:solidFill>
              </a:rPr>
              <a:t>     </a:t>
            </a:r>
          </a:p>
        </p:txBody>
      </p:sp>
    </p:spTree>
    <p:extLst>
      <p:ext uri="{BB962C8B-B14F-4D97-AF65-F5344CB8AC3E}">
        <p14:creationId xmlns:p14="http://schemas.microsoft.com/office/powerpoint/2010/main" val="143337431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12"/>
                                        </p:tgtEl>
                                        <p:attrNameLst>
                                          <p:attrName>style.visibility</p:attrName>
                                        </p:attrNameLst>
                                      </p:cBhvr>
                                      <p:to>
                                        <p:strVal val="visible"/>
                                      </p:to>
                                    </p:set>
                                    <p:animEffect transition="in" filter="fade">
                                      <p:cBhvr>
                                        <p:cTn id="7" dur="500"/>
                                        <p:tgtEl>
                                          <p:spTgt spid="12"/>
                                        </p:tgtEl>
                                      </p:cBhvr>
                                    </p:animEffect>
                                  </p:childTnLst>
                                </p:cTn>
                              </p:par>
                              <p:par>
                                <p:cTn id="8" presetID="10" presetClass="entr" presetSubtype="0" fill="hold" grpId="0" nodeType="withEffect">
                                  <p:stCondLst>
                                    <p:cond delay="0"/>
                                  </p:stCondLst>
                                  <p:childTnLst>
                                    <p:set>
                                      <p:cBhvr>
                                        <p:cTn id="9" dur="1" fill="hold">
                                          <p:stCondLst>
                                            <p:cond delay="0"/>
                                          </p:stCondLst>
                                        </p:cTn>
                                        <p:tgtEl>
                                          <p:spTgt spid="13"/>
                                        </p:tgtEl>
                                        <p:attrNameLst>
                                          <p:attrName>style.visibility</p:attrName>
                                        </p:attrNameLst>
                                      </p:cBhvr>
                                      <p:to>
                                        <p:strVal val="visible"/>
                                      </p:to>
                                    </p:set>
                                    <p:animEffect transition="in" filter="fade">
                                      <p:cBhvr>
                                        <p:cTn id="10" dur="500"/>
                                        <p:tgtEl>
                                          <p:spTgt spid="13"/>
                                        </p:tgtEl>
                                      </p:cBhvr>
                                    </p:animEffect>
                                  </p:childTnLst>
                                </p:cTn>
                              </p:par>
                              <p:par>
                                <p:cTn id="11" presetID="10" presetClass="entr" presetSubtype="0" fill="hold" grpId="0" nodeType="withEffect">
                                  <p:stCondLst>
                                    <p:cond delay="0"/>
                                  </p:stCondLst>
                                  <p:childTnLst>
                                    <p:set>
                                      <p:cBhvr>
                                        <p:cTn id="12" dur="1" fill="hold">
                                          <p:stCondLst>
                                            <p:cond delay="0"/>
                                          </p:stCondLst>
                                        </p:cTn>
                                        <p:tgtEl>
                                          <p:spTgt spid="17"/>
                                        </p:tgtEl>
                                        <p:attrNameLst>
                                          <p:attrName>style.visibility</p:attrName>
                                        </p:attrNameLst>
                                      </p:cBhvr>
                                      <p:to>
                                        <p:strVal val="visible"/>
                                      </p:to>
                                    </p:set>
                                    <p:animEffect transition="in" filter="fade">
                                      <p:cBhvr>
                                        <p:cTn id="13" dur="500"/>
                                        <p:tgtEl>
                                          <p:spTgt spid="17"/>
                                        </p:tgtEl>
                                      </p:cBhvr>
                                    </p:animEffect>
                                  </p:childTnLst>
                                </p:cTn>
                              </p:par>
                              <p:par>
                                <p:cTn id="14" presetID="10" presetClass="entr" presetSubtype="0" fill="hold" grpId="0" nodeType="withEffect">
                                  <p:stCondLst>
                                    <p:cond delay="0"/>
                                  </p:stCondLst>
                                  <p:childTnLst>
                                    <p:set>
                                      <p:cBhvr>
                                        <p:cTn id="15" dur="1" fill="hold">
                                          <p:stCondLst>
                                            <p:cond delay="0"/>
                                          </p:stCondLst>
                                        </p:cTn>
                                        <p:tgtEl>
                                          <p:spTgt spid="14"/>
                                        </p:tgtEl>
                                        <p:attrNameLst>
                                          <p:attrName>style.visibility</p:attrName>
                                        </p:attrNameLst>
                                      </p:cBhvr>
                                      <p:to>
                                        <p:strVal val="visible"/>
                                      </p:to>
                                    </p:set>
                                    <p:animEffect transition="in" filter="fade">
                                      <p:cBhvr>
                                        <p:cTn id="16" dur="500"/>
                                        <p:tgtEl>
                                          <p:spTgt spid="14"/>
                                        </p:tgtEl>
                                      </p:cBhvr>
                                    </p:animEffect>
                                  </p:childTnLst>
                                </p:cTn>
                              </p:par>
                              <p:par>
                                <p:cTn id="17" presetID="10" presetClass="entr" presetSubtype="0" fill="hold" grpId="0" nodeType="withEffect">
                                  <p:stCondLst>
                                    <p:cond delay="0"/>
                                  </p:stCondLst>
                                  <p:childTnLst>
                                    <p:set>
                                      <p:cBhvr>
                                        <p:cTn id="18" dur="1" fill="hold">
                                          <p:stCondLst>
                                            <p:cond delay="0"/>
                                          </p:stCondLst>
                                        </p:cTn>
                                        <p:tgtEl>
                                          <p:spTgt spid="25"/>
                                        </p:tgtEl>
                                        <p:attrNameLst>
                                          <p:attrName>style.visibility</p:attrName>
                                        </p:attrNameLst>
                                      </p:cBhvr>
                                      <p:to>
                                        <p:strVal val="visible"/>
                                      </p:to>
                                    </p:set>
                                    <p:animEffect transition="in" filter="fade">
                                      <p:cBhvr>
                                        <p:cTn id="19" dur="500"/>
                                        <p:tgtEl>
                                          <p:spTgt spid="25"/>
                                        </p:tgtEl>
                                      </p:cBhvr>
                                    </p:animEffect>
                                  </p:childTnLst>
                                </p:cTn>
                              </p:par>
                              <p:par>
                                <p:cTn id="20" presetID="10" presetClass="entr" presetSubtype="0" fill="hold" grpId="0" nodeType="withEffect">
                                  <p:stCondLst>
                                    <p:cond delay="0"/>
                                  </p:stCondLst>
                                  <p:childTnLst>
                                    <p:set>
                                      <p:cBhvr>
                                        <p:cTn id="21" dur="1" fill="hold">
                                          <p:stCondLst>
                                            <p:cond delay="0"/>
                                          </p:stCondLst>
                                        </p:cTn>
                                        <p:tgtEl>
                                          <p:spTgt spid="27"/>
                                        </p:tgtEl>
                                        <p:attrNameLst>
                                          <p:attrName>style.visibility</p:attrName>
                                        </p:attrNameLst>
                                      </p:cBhvr>
                                      <p:to>
                                        <p:strVal val="visible"/>
                                      </p:to>
                                    </p:set>
                                    <p:animEffect transition="in" filter="fade">
                                      <p:cBhvr>
                                        <p:cTn id="22" dur="500"/>
                                        <p:tgtEl>
                                          <p:spTgt spid="27"/>
                                        </p:tgtEl>
                                      </p:cBhvr>
                                    </p:animEffect>
                                  </p:childTnLst>
                                </p:cTn>
                              </p:par>
                              <p:par>
                                <p:cTn id="23" presetID="10" presetClass="entr" presetSubtype="0" fill="hold" grpId="0" nodeType="withEffect">
                                  <p:stCondLst>
                                    <p:cond delay="0"/>
                                  </p:stCondLst>
                                  <p:childTnLst>
                                    <p:set>
                                      <p:cBhvr>
                                        <p:cTn id="24" dur="1" fill="hold">
                                          <p:stCondLst>
                                            <p:cond delay="0"/>
                                          </p:stCondLst>
                                        </p:cTn>
                                        <p:tgtEl>
                                          <p:spTgt spid="26"/>
                                        </p:tgtEl>
                                        <p:attrNameLst>
                                          <p:attrName>style.visibility</p:attrName>
                                        </p:attrNameLst>
                                      </p:cBhvr>
                                      <p:to>
                                        <p:strVal val="visible"/>
                                      </p:to>
                                    </p:set>
                                    <p:animEffect transition="in" filter="fade">
                                      <p:cBhvr>
                                        <p:cTn id="25" dur="500"/>
                                        <p:tgtEl>
                                          <p:spTgt spid="26"/>
                                        </p:tgtEl>
                                      </p:cBhvr>
                                    </p:animEffect>
                                  </p:childTnLst>
                                </p:cTn>
                              </p:par>
                            </p:childTnLst>
                          </p:cTn>
                        </p:par>
                      </p:childTnLst>
                    </p:cTn>
                  </p:par>
                  <p:par>
                    <p:cTn id="26" fill="hold">
                      <p:stCondLst>
                        <p:cond delay="indefinite"/>
                      </p:stCondLst>
                      <p:childTnLst>
                        <p:par>
                          <p:cTn id="27" fill="hold">
                            <p:stCondLst>
                              <p:cond delay="0"/>
                            </p:stCondLst>
                            <p:childTnLst>
                              <p:par>
                                <p:cTn id="28" presetID="10" presetClass="entr" presetSubtype="0" fill="hold" grpId="0" nodeType="clickEffect">
                                  <p:stCondLst>
                                    <p:cond delay="0"/>
                                  </p:stCondLst>
                                  <p:childTnLst>
                                    <p:set>
                                      <p:cBhvr>
                                        <p:cTn id="29" dur="1" fill="hold">
                                          <p:stCondLst>
                                            <p:cond delay="0"/>
                                          </p:stCondLst>
                                        </p:cTn>
                                        <p:tgtEl>
                                          <p:spTgt spid="29"/>
                                        </p:tgtEl>
                                        <p:attrNameLst>
                                          <p:attrName>style.visibility</p:attrName>
                                        </p:attrNameLst>
                                      </p:cBhvr>
                                      <p:to>
                                        <p:strVal val="visible"/>
                                      </p:to>
                                    </p:set>
                                    <p:animEffect transition="in" filter="fade">
                                      <p:cBhvr>
                                        <p:cTn id="30" dur="500"/>
                                        <p:tgtEl>
                                          <p:spTgt spid="29"/>
                                        </p:tgtEl>
                                      </p:cBhvr>
                                    </p:animEffect>
                                  </p:childTnLst>
                                </p:cTn>
                              </p:par>
                              <p:par>
                                <p:cTn id="31" presetID="10" presetClass="entr" presetSubtype="0" fill="hold" grpId="0" nodeType="withEffect">
                                  <p:stCondLst>
                                    <p:cond delay="0"/>
                                  </p:stCondLst>
                                  <p:childTnLst>
                                    <p:set>
                                      <p:cBhvr>
                                        <p:cTn id="32" dur="1" fill="hold">
                                          <p:stCondLst>
                                            <p:cond delay="0"/>
                                          </p:stCondLst>
                                        </p:cTn>
                                        <p:tgtEl>
                                          <p:spTgt spid="28"/>
                                        </p:tgtEl>
                                        <p:attrNameLst>
                                          <p:attrName>style.visibility</p:attrName>
                                        </p:attrNameLst>
                                      </p:cBhvr>
                                      <p:to>
                                        <p:strVal val="visible"/>
                                      </p:to>
                                    </p:set>
                                    <p:animEffect transition="in" filter="fade">
                                      <p:cBhvr>
                                        <p:cTn id="33" dur="500"/>
                                        <p:tgtEl>
                                          <p:spTgt spid="28"/>
                                        </p:tgtEl>
                                      </p:cBhvr>
                                    </p:animEffect>
                                  </p:childTnLst>
                                </p:cTn>
                              </p:par>
                            </p:childTnLst>
                          </p:cTn>
                        </p:par>
                      </p:childTnLst>
                    </p:cTn>
                  </p:par>
                  <p:par>
                    <p:cTn id="34" fill="hold">
                      <p:stCondLst>
                        <p:cond delay="indefinite"/>
                      </p:stCondLst>
                      <p:childTnLst>
                        <p:par>
                          <p:cTn id="35" fill="hold">
                            <p:stCondLst>
                              <p:cond delay="0"/>
                            </p:stCondLst>
                            <p:childTnLst>
                              <p:par>
                                <p:cTn id="36" presetID="10" presetClass="entr" presetSubtype="0" fill="hold" grpId="0" nodeType="clickEffect">
                                  <p:stCondLst>
                                    <p:cond delay="0"/>
                                  </p:stCondLst>
                                  <p:childTnLst>
                                    <p:set>
                                      <p:cBhvr>
                                        <p:cTn id="37" dur="1" fill="hold">
                                          <p:stCondLst>
                                            <p:cond delay="0"/>
                                          </p:stCondLst>
                                        </p:cTn>
                                        <p:tgtEl>
                                          <p:spTgt spid="31"/>
                                        </p:tgtEl>
                                        <p:attrNameLst>
                                          <p:attrName>style.visibility</p:attrName>
                                        </p:attrNameLst>
                                      </p:cBhvr>
                                      <p:to>
                                        <p:strVal val="visible"/>
                                      </p:to>
                                    </p:set>
                                    <p:animEffect transition="in" filter="fade">
                                      <p:cBhvr>
                                        <p:cTn id="38" dur="500"/>
                                        <p:tgtEl>
                                          <p:spTgt spid="31"/>
                                        </p:tgtEl>
                                      </p:cBhvr>
                                    </p:animEffect>
                                  </p:childTnLst>
                                </p:cTn>
                              </p:par>
                              <p:par>
                                <p:cTn id="39" presetID="10" presetClass="entr" presetSubtype="0" fill="hold" grpId="0" nodeType="withEffect">
                                  <p:stCondLst>
                                    <p:cond delay="0"/>
                                  </p:stCondLst>
                                  <p:childTnLst>
                                    <p:set>
                                      <p:cBhvr>
                                        <p:cTn id="40" dur="1" fill="hold">
                                          <p:stCondLst>
                                            <p:cond delay="0"/>
                                          </p:stCondLst>
                                        </p:cTn>
                                        <p:tgtEl>
                                          <p:spTgt spid="30"/>
                                        </p:tgtEl>
                                        <p:attrNameLst>
                                          <p:attrName>style.visibility</p:attrName>
                                        </p:attrNameLst>
                                      </p:cBhvr>
                                      <p:to>
                                        <p:strVal val="visible"/>
                                      </p:to>
                                    </p:set>
                                    <p:animEffect transition="in" filter="fade">
                                      <p:cBhvr>
                                        <p:cTn id="41" dur="500"/>
                                        <p:tgtEl>
                                          <p:spTgt spid="30"/>
                                        </p:tgtEl>
                                      </p:cBhvr>
                                    </p:animEffect>
                                  </p:childTnLst>
                                </p:cTn>
                              </p:par>
                            </p:childTnLst>
                          </p:cTn>
                        </p:par>
                      </p:childTnLst>
                    </p:cTn>
                  </p:par>
                  <p:par>
                    <p:cTn id="42" fill="hold">
                      <p:stCondLst>
                        <p:cond delay="indefinite"/>
                      </p:stCondLst>
                      <p:childTnLst>
                        <p:par>
                          <p:cTn id="43" fill="hold">
                            <p:stCondLst>
                              <p:cond delay="0"/>
                            </p:stCondLst>
                            <p:childTnLst>
                              <p:par>
                                <p:cTn id="44" presetID="10" presetClass="entr" presetSubtype="0" fill="hold" grpId="0" nodeType="clickEffect">
                                  <p:stCondLst>
                                    <p:cond delay="0"/>
                                  </p:stCondLst>
                                  <p:childTnLst>
                                    <p:set>
                                      <p:cBhvr>
                                        <p:cTn id="45" dur="1" fill="hold">
                                          <p:stCondLst>
                                            <p:cond delay="0"/>
                                          </p:stCondLst>
                                        </p:cTn>
                                        <p:tgtEl>
                                          <p:spTgt spid="3"/>
                                        </p:tgtEl>
                                        <p:attrNameLst>
                                          <p:attrName>style.visibility</p:attrName>
                                        </p:attrNameLst>
                                      </p:cBhvr>
                                      <p:to>
                                        <p:strVal val="visible"/>
                                      </p:to>
                                    </p:set>
                                    <p:animEffect transition="in" filter="fade">
                                      <p:cBhvr>
                                        <p:cTn id="46" dur="500"/>
                                        <p:tgtEl>
                                          <p:spTgt spid="3"/>
                                        </p:tgtEl>
                                      </p:cBhvr>
                                    </p:animEffect>
                                  </p:childTnLst>
                                </p:cTn>
                              </p:par>
                            </p:childTnLst>
                          </p:cTn>
                        </p:par>
                      </p:childTnLst>
                    </p:cTn>
                  </p:par>
                  <p:par>
                    <p:cTn id="47" fill="hold">
                      <p:stCondLst>
                        <p:cond delay="indefinite"/>
                      </p:stCondLst>
                      <p:childTnLst>
                        <p:par>
                          <p:cTn id="48" fill="hold">
                            <p:stCondLst>
                              <p:cond delay="0"/>
                            </p:stCondLst>
                            <p:childTnLst>
                              <p:par>
                                <p:cTn id="49" presetID="10" presetClass="entr" presetSubtype="0" fill="hold" grpId="0" nodeType="clickEffect">
                                  <p:stCondLst>
                                    <p:cond delay="0"/>
                                  </p:stCondLst>
                                  <p:childTnLst>
                                    <p:set>
                                      <p:cBhvr>
                                        <p:cTn id="50" dur="1" fill="hold">
                                          <p:stCondLst>
                                            <p:cond delay="0"/>
                                          </p:stCondLst>
                                        </p:cTn>
                                        <p:tgtEl>
                                          <p:spTgt spid="41"/>
                                        </p:tgtEl>
                                        <p:attrNameLst>
                                          <p:attrName>style.visibility</p:attrName>
                                        </p:attrNameLst>
                                      </p:cBhvr>
                                      <p:to>
                                        <p:strVal val="visible"/>
                                      </p:to>
                                    </p:set>
                                    <p:animEffect transition="in" filter="fade">
                                      <p:cBhvr>
                                        <p:cTn id="51" dur="500"/>
                                        <p:tgtEl>
                                          <p:spTgt spid="41"/>
                                        </p:tgtEl>
                                      </p:cBhvr>
                                    </p:animEffect>
                                  </p:childTnLst>
                                </p:cTn>
                              </p:par>
                            </p:childTnLst>
                          </p:cTn>
                        </p:par>
                      </p:childTnLst>
                    </p:cTn>
                  </p:par>
                  <p:par>
                    <p:cTn id="52" fill="hold">
                      <p:stCondLst>
                        <p:cond delay="indefinite"/>
                      </p:stCondLst>
                      <p:childTnLst>
                        <p:par>
                          <p:cTn id="53" fill="hold">
                            <p:stCondLst>
                              <p:cond delay="0"/>
                            </p:stCondLst>
                            <p:childTnLst>
                              <p:par>
                                <p:cTn id="54" presetID="10" presetClass="entr" presetSubtype="0" fill="hold" nodeType="clickEffect">
                                  <p:stCondLst>
                                    <p:cond delay="0"/>
                                  </p:stCondLst>
                                  <p:childTnLst>
                                    <p:set>
                                      <p:cBhvr>
                                        <p:cTn id="55" dur="1" fill="hold">
                                          <p:stCondLst>
                                            <p:cond delay="0"/>
                                          </p:stCondLst>
                                        </p:cTn>
                                        <p:tgtEl>
                                          <p:spTgt spid="44"/>
                                        </p:tgtEl>
                                        <p:attrNameLst>
                                          <p:attrName>style.visibility</p:attrName>
                                        </p:attrNameLst>
                                      </p:cBhvr>
                                      <p:to>
                                        <p:strVal val="visible"/>
                                      </p:to>
                                    </p:set>
                                    <p:animEffect transition="in" filter="fade">
                                      <p:cBhvr>
                                        <p:cTn id="56" dur="500"/>
                                        <p:tgtEl>
                                          <p:spTgt spid="44"/>
                                        </p:tgtEl>
                                      </p:cBhvr>
                                    </p:animEffect>
                                  </p:childTnLst>
                                </p:cTn>
                              </p:par>
                              <p:par>
                                <p:cTn id="57" presetID="10" presetClass="entr" presetSubtype="0" fill="hold" nodeType="withEffect">
                                  <p:stCondLst>
                                    <p:cond delay="0"/>
                                  </p:stCondLst>
                                  <p:childTnLst>
                                    <p:set>
                                      <p:cBhvr>
                                        <p:cTn id="58" dur="1" fill="hold">
                                          <p:stCondLst>
                                            <p:cond delay="0"/>
                                          </p:stCondLst>
                                        </p:cTn>
                                        <p:tgtEl>
                                          <p:spTgt spid="5"/>
                                        </p:tgtEl>
                                        <p:attrNameLst>
                                          <p:attrName>style.visibility</p:attrName>
                                        </p:attrNameLst>
                                      </p:cBhvr>
                                      <p:to>
                                        <p:strVal val="visible"/>
                                      </p:to>
                                    </p:set>
                                    <p:animEffect transition="in" filter="fade">
                                      <p:cBhvr>
                                        <p:cTn id="59" dur="500"/>
                                        <p:tgtEl>
                                          <p:spTgt spid="5"/>
                                        </p:tgtEl>
                                      </p:cBhvr>
                                    </p:animEffect>
                                  </p:childTnLst>
                                </p:cTn>
                              </p:par>
                              <p:par>
                                <p:cTn id="60" presetID="10" presetClass="entr" presetSubtype="0" fill="hold" grpId="0" nodeType="withEffect">
                                  <p:stCondLst>
                                    <p:cond delay="0"/>
                                  </p:stCondLst>
                                  <p:childTnLst>
                                    <p:set>
                                      <p:cBhvr>
                                        <p:cTn id="61" dur="1" fill="hold">
                                          <p:stCondLst>
                                            <p:cond delay="0"/>
                                          </p:stCondLst>
                                        </p:cTn>
                                        <p:tgtEl>
                                          <p:spTgt spid="34"/>
                                        </p:tgtEl>
                                        <p:attrNameLst>
                                          <p:attrName>style.visibility</p:attrName>
                                        </p:attrNameLst>
                                      </p:cBhvr>
                                      <p:to>
                                        <p:strVal val="visible"/>
                                      </p:to>
                                    </p:set>
                                    <p:animEffect transition="in" filter="fade">
                                      <p:cBhvr>
                                        <p:cTn id="62" dur="500"/>
                                        <p:tgtEl>
                                          <p:spTgt spid="34"/>
                                        </p:tgtEl>
                                      </p:cBhvr>
                                    </p:animEffect>
                                  </p:childTnLst>
                                </p:cTn>
                              </p:par>
                              <p:par>
                                <p:cTn id="63" presetID="10" presetClass="entr" presetSubtype="0" fill="hold" grpId="0" nodeType="withEffect">
                                  <p:stCondLst>
                                    <p:cond delay="0"/>
                                  </p:stCondLst>
                                  <p:childTnLst>
                                    <p:set>
                                      <p:cBhvr>
                                        <p:cTn id="64" dur="1" fill="hold">
                                          <p:stCondLst>
                                            <p:cond delay="0"/>
                                          </p:stCondLst>
                                        </p:cTn>
                                        <p:tgtEl>
                                          <p:spTgt spid="36"/>
                                        </p:tgtEl>
                                        <p:attrNameLst>
                                          <p:attrName>style.visibility</p:attrName>
                                        </p:attrNameLst>
                                      </p:cBhvr>
                                      <p:to>
                                        <p:strVal val="visible"/>
                                      </p:to>
                                    </p:set>
                                    <p:animEffect transition="in" filter="fade">
                                      <p:cBhvr>
                                        <p:cTn id="65" dur="500"/>
                                        <p:tgtEl>
                                          <p:spTgt spid="36"/>
                                        </p:tgtEl>
                                      </p:cBhvr>
                                    </p:animEffect>
                                  </p:childTnLst>
                                </p:cTn>
                              </p:par>
                              <p:par>
                                <p:cTn id="66" presetID="10" presetClass="entr" presetSubtype="0" fill="hold" grpId="0" nodeType="withEffect">
                                  <p:stCondLst>
                                    <p:cond delay="0"/>
                                  </p:stCondLst>
                                  <p:childTnLst>
                                    <p:set>
                                      <p:cBhvr>
                                        <p:cTn id="67" dur="1" fill="hold">
                                          <p:stCondLst>
                                            <p:cond delay="0"/>
                                          </p:stCondLst>
                                        </p:cTn>
                                        <p:tgtEl>
                                          <p:spTgt spid="35"/>
                                        </p:tgtEl>
                                        <p:attrNameLst>
                                          <p:attrName>style.visibility</p:attrName>
                                        </p:attrNameLst>
                                      </p:cBhvr>
                                      <p:to>
                                        <p:strVal val="visible"/>
                                      </p:to>
                                    </p:set>
                                    <p:animEffect transition="in" filter="fade">
                                      <p:cBhvr>
                                        <p:cTn id="68" dur="500"/>
                                        <p:tgtEl>
                                          <p:spTgt spid="35"/>
                                        </p:tgtEl>
                                      </p:cBhvr>
                                    </p:animEffect>
                                  </p:childTnLst>
                                </p:cTn>
                              </p:par>
                            </p:childTnLst>
                          </p:cTn>
                        </p:par>
                      </p:childTnLst>
                    </p:cTn>
                  </p:par>
                  <p:par>
                    <p:cTn id="69" fill="hold">
                      <p:stCondLst>
                        <p:cond delay="indefinite"/>
                      </p:stCondLst>
                      <p:childTnLst>
                        <p:par>
                          <p:cTn id="70" fill="hold">
                            <p:stCondLst>
                              <p:cond delay="0"/>
                            </p:stCondLst>
                            <p:childTnLst>
                              <p:par>
                                <p:cTn id="71" presetID="10" presetClass="entr" presetSubtype="0" fill="hold" grpId="0" nodeType="clickEffect">
                                  <p:stCondLst>
                                    <p:cond delay="0"/>
                                  </p:stCondLst>
                                  <p:childTnLst>
                                    <p:set>
                                      <p:cBhvr>
                                        <p:cTn id="72" dur="1" fill="hold">
                                          <p:stCondLst>
                                            <p:cond delay="0"/>
                                          </p:stCondLst>
                                        </p:cTn>
                                        <p:tgtEl>
                                          <p:spTgt spid="42"/>
                                        </p:tgtEl>
                                        <p:attrNameLst>
                                          <p:attrName>style.visibility</p:attrName>
                                        </p:attrNameLst>
                                      </p:cBhvr>
                                      <p:to>
                                        <p:strVal val="visible"/>
                                      </p:to>
                                    </p:set>
                                    <p:animEffect transition="in" filter="fade">
                                      <p:cBhvr>
                                        <p:cTn id="73" dur="500"/>
                                        <p:tgtEl>
                                          <p:spTgt spid="42"/>
                                        </p:tgtEl>
                                      </p:cBhvr>
                                    </p:animEffect>
                                  </p:childTnLst>
                                </p:cTn>
                              </p:par>
                            </p:childTnLst>
                          </p:cTn>
                        </p:par>
                      </p:childTnLst>
                    </p:cTn>
                  </p:par>
                  <p:par>
                    <p:cTn id="74" fill="hold">
                      <p:stCondLst>
                        <p:cond delay="indefinite"/>
                      </p:stCondLst>
                      <p:childTnLst>
                        <p:par>
                          <p:cTn id="75" fill="hold">
                            <p:stCondLst>
                              <p:cond delay="0"/>
                            </p:stCondLst>
                            <p:childTnLst>
                              <p:par>
                                <p:cTn id="76" presetID="10" presetClass="entr" presetSubtype="0" fill="hold" grpId="0" nodeType="clickEffect">
                                  <p:stCondLst>
                                    <p:cond delay="0"/>
                                  </p:stCondLst>
                                  <p:childTnLst>
                                    <p:set>
                                      <p:cBhvr>
                                        <p:cTn id="77" dur="1" fill="hold">
                                          <p:stCondLst>
                                            <p:cond delay="0"/>
                                          </p:stCondLst>
                                        </p:cTn>
                                        <p:tgtEl>
                                          <p:spTgt spid="43"/>
                                        </p:tgtEl>
                                        <p:attrNameLst>
                                          <p:attrName>style.visibility</p:attrName>
                                        </p:attrNameLst>
                                      </p:cBhvr>
                                      <p:to>
                                        <p:strVal val="visible"/>
                                      </p:to>
                                    </p:set>
                                    <p:animEffect transition="in" filter="fade">
                                      <p:cBhvr>
                                        <p:cTn id="78" dur="500"/>
                                        <p:tgtEl>
                                          <p:spTgt spid="43"/>
                                        </p:tgtEl>
                                      </p:cBhvr>
                                    </p:animEffect>
                                  </p:childTnLst>
                                </p:cTn>
                              </p:par>
                              <p:par>
                                <p:cTn id="79" presetID="10" presetClass="entr" presetSubtype="0" fill="hold" nodeType="withEffect">
                                  <p:stCondLst>
                                    <p:cond delay="0"/>
                                  </p:stCondLst>
                                  <p:childTnLst>
                                    <p:set>
                                      <p:cBhvr>
                                        <p:cTn id="80" dur="1" fill="hold">
                                          <p:stCondLst>
                                            <p:cond delay="0"/>
                                          </p:stCondLst>
                                        </p:cTn>
                                        <p:tgtEl>
                                          <p:spTgt spid="9"/>
                                        </p:tgtEl>
                                        <p:attrNameLst>
                                          <p:attrName>style.visibility</p:attrName>
                                        </p:attrNameLst>
                                      </p:cBhvr>
                                      <p:to>
                                        <p:strVal val="visible"/>
                                      </p:to>
                                    </p:set>
                                    <p:animEffect transition="in" filter="fade">
                                      <p:cBhvr>
                                        <p:cTn id="81" dur="500"/>
                                        <p:tgtEl>
                                          <p:spTgt spid="9"/>
                                        </p:tgtEl>
                                      </p:cBhvr>
                                    </p:animEffect>
                                  </p:childTnLst>
                                </p:cTn>
                              </p:par>
                              <p:par>
                                <p:cTn id="82" presetID="10" presetClass="entr" presetSubtype="0" fill="hold" nodeType="withEffect">
                                  <p:stCondLst>
                                    <p:cond delay="0"/>
                                  </p:stCondLst>
                                  <p:childTnLst>
                                    <p:set>
                                      <p:cBhvr>
                                        <p:cTn id="83" dur="1" fill="hold">
                                          <p:stCondLst>
                                            <p:cond delay="0"/>
                                          </p:stCondLst>
                                        </p:cTn>
                                        <p:tgtEl>
                                          <p:spTgt spid="45"/>
                                        </p:tgtEl>
                                        <p:attrNameLst>
                                          <p:attrName>style.visibility</p:attrName>
                                        </p:attrNameLst>
                                      </p:cBhvr>
                                      <p:to>
                                        <p:strVal val="visible"/>
                                      </p:to>
                                    </p:set>
                                    <p:animEffect transition="in" filter="fade">
                                      <p:cBhvr>
                                        <p:cTn id="84" dur="500"/>
                                        <p:tgtEl>
                                          <p:spTgt spid="45"/>
                                        </p:tgtEl>
                                      </p:cBhvr>
                                    </p:animEffect>
                                  </p:childTnLst>
                                </p:cTn>
                              </p:par>
                              <p:par>
                                <p:cTn id="85" presetID="10" presetClass="entr" presetSubtype="0" fill="hold" grpId="0" nodeType="withEffect">
                                  <p:stCondLst>
                                    <p:cond delay="0"/>
                                  </p:stCondLst>
                                  <p:childTnLst>
                                    <p:set>
                                      <p:cBhvr>
                                        <p:cTn id="86" dur="1" fill="hold">
                                          <p:stCondLst>
                                            <p:cond delay="0"/>
                                          </p:stCondLst>
                                        </p:cTn>
                                        <p:tgtEl>
                                          <p:spTgt spid="21"/>
                                        </p:tgtEl>
                                        <p:attrNameLst>
                                          <p:attrName>style.visibility</p:attrName>
                                        </p:attrNameLst>
                                      </p:cBhvr>
                                      <p:to>
                                        <p:strVal val="visible"/>
                                      </p:to>
                                    </p:set>
                                    <p:animEffect transition="in" filter="fade">
                                      <p:cBhvr>
                                        <p:cTn id="87" dur="500"/>
                                        <p:tgtEl>
                                          <p:spTgt spid="21"/>
                                        </p:tgtEl>
                                      </p:cBhvr>
                                    </p:animEffect>
                                  </p:childTnLst>
                                </p:cTn>
                              </p:par>
                              <p:par>
                                <p:cTn id="88" presetID="10" presetClass="entr" presetSubtype="0" fill="hold" grpId="0" nodeType="withEffect">
                                  <p:stCondLst>
                                    <p:cond delay="0"/>
                                  </p:stCondLst>
                                  <p:childTnLst>
                                    <p:set>
                                      <p:cBhvr>
                                        <p:cTn id="89" dur="1" fill="hold">
                                          <p:stCondLst>
                                            <p:cond delay="0"/>
                                          </p:stCondLst>
                                        </p:cTn>
                                        <p:tgtEl>
                                          <p:spTgt spid="33"/>
                                        </p:tgtEl>
                                        <p:attrNameLst>
                                          <p:attrName>style.visibility</p:attrName>
                                        </p:attrNameLst>
                                      </p:cBhvr>
                                      <p:to>
                                        <p:strVal val="visible"/>
                                      </p:to>
                                    </p:set>
                                    <p:animEffect transition="in" filter="fade">
                                      <p:cBhvr>
                                        <p:cTn id="90" dur="500"/>
                                        <p:tgtEl>
                                          <p:spTgt spid="33"/>
                                        </p:tgtEl>
                                      </p:cBhvr>
                                    </p:animEffect>
                                  </p:childTnLst>
                                </p:cTn>
                              </p:par>
                              <p:par>
                                <p:cTn id="91" presetID="10" presetClass="entr" presetSubtype="0" fill="hold" grpId="0" nodeType="withEffect">
                                  <p:stCondLst>
                                    <p:cond delay="0"/>
                                  </p:stCondLst>
                                  <p:childTnLst>
                                    <p:set>
                                      <p:cBhvr>
                                        <p:cTn id="92" dur="1" fill="hold">
                                          <p:stCondLst>
                                            <p:cond delay="0"/>
                                          </p:stCondLst>
                                        </p:cTn>
                                        <p:tgtEl>
                                          <p:spTgt spid="22"/>
                                        </p:tgtEl>
                                        <p:attrNameLst>
                                          <p:attrName>style.visibility</p:attrName>
                                        </p:attrNameLst>
                                      </p:cBhvr>
                                      <p:to>
                                        <p:strVal val="visible"/>
                                      </p:to>
                                    </p:set>
                                    <p:animEffect transition="in" filter="fade">
                                      <p:cBhvr>
                                        <p:cTn id="93" dur="500"/>
                                        <p:tgtEl>
                                          <p:spTgt spid="22"/>
                                        </p:tgtEl>
                                      </p:cBhvr>
                                    </p:animEffect>
                                  </p:childTnLst>
                                </p:cTn>
                              </p:par>
                            </p:childTnLst>
                          </p:cTn>
                        </p:par>
                      </p:childTnLst>
                    </p:cTn>
                  </p:par>
                  <p:par>
                    <p:cTn id="94" fill="hold">
                      <p:stCondLst>
                        <p:cond delay="indefinite"/>
                      </p:stCondLst>
                      <p:childTnLst>
                        <p:par>
                          <p:cTn id="95" fill="hold">
                            <p:stCondLst>
                              <p:cond delay="0"/>
                            </p:stCondLst>
                            <p:childTnLst>
                              <p:par>
                                <p:cTn id="96" presetID="10" presetClass="entr" presetSubtype="0" fill="hold" grpId="0" nodeType="clickEffect">
                                  <p:stCondLst>
                                    <p:cond delay="0"/>
                                  </p:stCondLst>
                                  <p:childTnLst>
                                    <p:set>
                                      <p:cBhvr>
                                        <p:cTn id="97" dur="1" fill="hold">
                                          <p:stCondLst>
                                            <p:cond delay="0"/>
                                          </p:stCondLst>
                                        </p:cTn>
                                        <p:tgtEl>
                                          <p:spTgt spid="19"/>
                                        </p:tgtEl>
                                        <p:attrNameLst>
                                          <p:attrName>style.visibility</p:attrName>
                                        </p:attrNameLst>
                                      </p:cBhvr>
                                      <p:to>
                                        <p:strVal val="visible"/>
                                      </p:to>
                                    </p:set>
                                    <p:animEffect transition="in" filter="fade">
                                      <p:cBhvr>
                                        <p:cTn id="98" dur="500"/>
                                        <p:tgtEl>
                                          <p:spTgt spid="19"/>
                                        </p:tgtEl>
                                      </p:cBhvr>
                                    </p:animEffect>
                                  </p:childTnLst>
                                </p:cTn>
                              </p:par>
                              <p:par>
                                <p:cTn id="99" presetID="10" presetClass="entr" presetSubtype="0" fill="hold" grpId="0" nodeType="withEffect">
                                  <p:stCondLst>
                                    <p:cond delay="0"/>
                                  </p:stCondLst>
                                  <p:childTnLst>
                                    <p:set>
                                      <p:cBhvr>
                                        <p:cTn id="100" dur="1" fill="hold">
                                          <p:stCondLst>
                                            <p:cond delay="0"/>
                                          </p:stCondLst>
                                        </p:cTn>
                                        <p:tgtEl>
                                          <p:spTgt spid="20"/>
                                        </p:tgtEl>
                                        <p:attrNameLst>
                                          <p:attrName>style.visibility</p:attrName>
                                        </p:attrNameLst>
                                      </p:cBhvr>
                                      <p:to>
                                        <p:strVal val="visible"/>
                                      </p:to>
                                    </p:set>
                                    <p:animEffect transition="in" filter="fade">
                                      <p:cBhvr>
                                        <p:cTn id="101" dur="500"/>
                                        <p:tgtEl>
                                          <p:spTgt spid="20"/>
                                        </p:tgtEl>
                                      </p:cBhvr>
                                    </p:animEffect>
                                  </p:childTnLst>
                                </p:cTn>
                              </p:par>
                              <p:par>
                                <p:cTn id="102" presetID="10" presetClass="entr" presetSubtype="0" fill="hold" grpId="0" nodeType="withEffect">
                                  <p:stCondLst>
                                    <p:cond delay="0"/>
                                  </p:stCondLst>
                                  <p:childTnLst>
                                    <p:set>
                                      <p:cBhvr>
                                        <p:cTn id="103" dur="1" fill="hold">
                                          <p:stCondLst>
                                            <p:cond delay="0"/>
                                          </p:stCondLst>
                                        </p:cTn>
                                        <p:tgtEl>
                                          <p:spTgt spid="37"/>
                                        </p:tgtEl>
                                        <p:attrNameLst>
                                          <p:attrName>style.visibility</p:attrName>
                                        </p:attrNameLst>
                                      </p:cBhvr>
                                      <p:to>
                                        <p:strVal val="visible"/>
                                      </p:to>
                                    </p:set>
                                    <p:animEffect transition="in" filter="fade">
                                      <p:cBhvr>
                                        <p:cTn id="104" dur="500"/>
                                        <p:tgtEl>
                                          <p:spTgt spid="37"/>
                                        </p:tgtEl>
                                      </p:cBhvr>
                                    </p:animEffect>
                                  </p:childTnLst>
                                </p:cTn>
                              </p:par>
                              <p:par>
                                <p:cTn id="105" presetID="10" presetClass="entr" presetSubtype="0" fill="hold" grpId="0" nodeType="withEffect">
                                  <p:stCondLst>
                                    <p:cond delay="0"/>
                                  </p:stCondLst>
                                  <p:childTnLst>
                                    <p:set>
                                      <p:cBhvr>
                                        <p:cTn id="106" dur="1" fill="hold">
                                          <p:stCondLst>
                                            <p:cond delay="0"/>
                                          </p:stCondLst>
                                        </p:cTn>
                                        <p:tgtEl>
                                          <p:spTgt spid="38"/>
                                        </p:tgtEl>
                                        <p:attrNameLst>
                                          <p:attrName>style.visibility</p:attrName>
                                        </p:attrNameLst>
                                      </p:cBhvr>
                                      <p:to>
                                        <p:strVal val="visible"/>
                                      </p:to>
                                    </p:set>
                                    <p:animEffect transition="in" filter="fade">
                                      <p:cBhvr>
                                        <p:cTn id="107" dur="500"/>
                                        <p:tgtEl>
                                          <p:spTgt spid="38"/>
                                        </p:tgtEl>
                                      </p:cBhvr>
                                    </p:animEffect>
                                  </p:childTnLst>
                                </p:cTn>
                              </p:par>
                            </p:childTnLst>
                          </p:cTn>
                        </p:par>
                      </p:childTnLst>
                    </p:cTn>
                  </p:par>
                  <p:par>
                    <p:cTn id="108" fill="hold">
                      <p:stCondLst>
                        <p:cond delay="indefinite"/>
                      </p:stCondLst>
                      <p:childTnLst>
                        <p:par>
                          <p:cTn id="109" fill="hold">
                            <p:stCondLst>
                              <p:cond delay="0"/>
                            </p:stCondLst>
                            <p:childTnLst>
                              <p:par>
                                <p:cTn id="110" presetID="10" presetClass="entr" presetSubtype="0" fill="hold" grpId="0" nodeType="clickEffect">
                                  <p:stCondLst>
                                    <p:cond delay="0"/>
                                  </p:stCondLst>
                                  <p:childTnLst>
                                    <p:set>
                                      <p:cBhvr>
                                        <p:cTn id="111" dur="1" fill="hold">
                                          <p:stCondLst>
                                            <p:cond delay="0"/>
                                          </p:stCondLst>
                                        </p:cTn>
                                        <p:tgtEl>
                                          <p:spTgt spid="40"/>
                                        </p:tgtEl>
                                        <p:attrNameLst>
                                          <p:attrName>style.visibility</p:attrName>
                                        </p:attrNameLst>
                                      </p:cBhvr>
                                      <p:to>
                                        <p:strVal val="visible"/>
                                      </p:to>
                                    </p:set>
                                    <p:animEffect transition="in" filter="fade">
                                      <p:cBhvr>
                                        <p:cTn id="112" dur="500"/>
                                        <p:tgtEl>
                                          <p:spTgt spid="40"/>
                                        </p:tgtEl>
                                      </p:cBhvr>
                                    </p:animEffect>
                                  </p:childTnLst>
                                </p:cTn>
                              </p:par>
                              <p:par>
                                <p:cTn id="113" presetID="10" presetClass="entr" presetSubtype="0" fill="hold" grpId="0" nodeType="withEffect">
                                  <p:stCondLst>
                                    <p:cond delay="0"/>
                                  </p:stCondLst>
                                  <p:childTnLst>
                                    <p:set>
                                      <p:cBhvr>
                                        <p:cTn id="114" dur="1" fill="hold">
                                          <p:stCondLst>
                                            <p:cond delay="0"/>
                                          </p:stCondLst>
                                        </p:cTn>
                                        <p:tgtEl>
                                          <p:spTgt spid="39"/>
                                        </p:tgtEl>
                                        <p:attrNameLst>
                                          <p:attrName>style.visibility</p:attrName>
                                        </p:attrNameLst>
                                      </p:cBhvr>
                                      <p:to>
                                        <p:strVal val="visible"/>
                                      </p:to>
                                    </p:set>
                                    <p:animEffect transition="in" filter="fade">
                                      <p:cBhvr>
                                        <p:cTn id="115" dur="500"/>
                                        <p:tgtEl>
                                          <p:spTgt spid="39"/>
                                        </p:tgtEl>
                                      </p:cBhvr>
                                    </p:animEffect>
                                  </p:childTnLst>
                                </p:cTn>
                              </p:par>
                            </p:childTnLst>
                          </p:cTn>
                        </p:par>
                      </p:childTnLst>
                    </p:cTn>
                  </p:par>
                  <p:par>
                    <p:cTn id="116" fill="hold">
                      <p:stCondLst>
                        <p:cond delay="indefinite"/>
                      </p:stCondLst>
                      <p:childTnLst>
                        <p:par>
                          <p:cTn id="117" fill="hold">
                            <p:stCondLst>
                              <p:cond delay="0"/>
                            </p:stCondLst>
                            <p:childTnLst>
                              <p:par>
                                <p:cTn id="118" presetID="10" presetClass="entr" presetSubtype="0" fill="hold" grpId="0" nodeType="clickEffect">
                                  <p:stCondLst>
                                    <p:cond delay="0"/>
                                  </p:stCondLst>
                                  <p:childTnLst>
                                    <p:set>
                                      <p:cBhvr>
                                        <p:cTn id="119" dur="1" fill="hold">
                                          <p:stCondLst>
                                            <p:cond delay="0"/>
                                          </p:stCondLst>
                                        </p:cTn>
                                        <p:tgtEl>
                                          <p:spTgt spid="6"/>
                                        </p:tgtEl>
                                        <p:attrNameLst>
                                          <p:attrName>style.visibility</p:attrName>
                                        </p:attrNameLst>
                                      </p:cBhvr>
                                      <p:to>
                                        <p:strVal val="visible"/>
                                      </p:to>
                                    </p:set>
                                    <p:animEffect transition="in" filter="fade">
                                      <p:cBhvr>
                                        <p:cTn id="120" dur="500"/>
                                        <p:tgtEl>
                                          <p:spTgt spid="6"/>
                                        </p:tgtEl>
                                      </p:cBhvr>
                                    </p:animEffect>
                                  </p:childTnLst>
                                </p:cTn>
                              </p:par>
                            </p:childTnLst>
                          </p:cTn>
                        </p:par>
                      </p:childTnLst>
                    </p:cTn>
                  </p:par>
                  <p:par>
                    <p:cTn id="121" fill="hold">
                      <p:stCondLst>
                        <p:cond delay="indefinite"/>
                      </p:stCondLst>
                      <p:childTnLst>
                        <p:par>
                          <p:cTn id="122" fill="hold">
                            <p:stCondLst>
                              <p:cond delay="0"/>
                            </p:stCondLst>
                            <p:childTnLst>
                              <p:par>
                                <p:cTn id="123" presetID="10" presetClass="entr" presetSubtype="0" fill="hold" grpId="0" nodeType="clickEffect">
                                  <p:stCondLst>
                                    <p:cond delay="0"/>
                                  </p:stCondLst>
                                  <p:childTnLst>
                                    <p:set>
                                      <p:cBhvr>
                                        <p:cTn id="124" dur="1" fill="hold">
                                          <p:stCondLst>
                                            <p:cond delay="0"/>
                                          </p:stCondLst>
                                        </p:cTn>
                                        <p:tgtEl>
                                          <p:spTgt spid="46"/>
                                        </p:tgtEl>
                                        <p:attrNameLst>
                                          <p:attrName>style.visibility</p:attrName>
                                        </p:attrNameLst>
                                      </p:cBhvr>
                                      <p:to>
                                        <p:strVal val="visible"/>
                                      </p:to>
                                    </p:set>
                                    <p:animEffect transition="in" filter="fade">
                                      <p:cBhvr>
                                        <p:cTn id="125" dur="500"/>
                                        <p:tgtEl>
                                          <p:spTgt spid="46"/>
                                        </p:tgtEl>
                                      </p:cBhvr>
                                    </p:animEffect>
                                  </p:childTnLst>
                                </p:cTn>
                              </p:par>
                            </p:childTnLst>
                          </p:cTn>
                        </p:par>
                      </p:childTnLst>
                    </p:cTn>
                  </p:par>
                  <p:par>
                    <p:cTn id="126" fill="hold">
                      <p:stCondLst>
                        <p:cond delay="indefinite"/>
                      </p:stCondLst>
                      <p:childTnLst>
                        <p:par>
                          <p:cTn id="127" fill="hold">
                            <p:stCondLst>
                              <p:cond delay="0"/>
                            </p:stCondLst>
                            <p:childTnLst>
                              <p:par>
                                <p:cTn id="128" presetID="10" presetClass="entr" presetSubtype="0" fill="hold" nodeType="clickEffect">
                                  <p:stCondLst>
                                    <p:cond delay="0"/>
                                  </p:stCondLst>
                                  <p:childTnLst>
                                    <p:set>
                                      <p:cBhvr>
                                        <p:cTn id="129" dur="1" fill="hold">
                                          <p:stCondLst>
                                            <p:cond delay="0"/>
                                          </p:stCondLst>
                                        </p:cTn>
                                        <p:tgtEl>
                                          <p:spTgt spid="49"/>
                                        </p:tgtEl>
                                        <p:attrNameLst>
                                          <p:attrName>style.visibility</p:attrName>
                                        </p:attrNameLst>
                                      </p:cBhvr>
                                      <p:to>
                                        <p:strVal val="visible"/>
                                      </p:to>
                                    </p:set>
                                    <p:animEffect transition="in" filter="fade">
                                      <p:cBhvr>
                                        <p:cTn id="130" dur="500"/>
                                        <p:tgtEl>
                                          <p:spTgt spid="49"/>
                                        </p:tgtEl>
                                      </p:cBhvr>
                                    </p:animEffect>
                                  </p:childTnLst>
                                </p:cTn>
                              </p:par>
                              <p:par>
                                <p:cTn id="131" presetID="10" presetClass="entr" presetSubtype="0" fill="hold" nodeType="withEffect">
                                  <p:stCondLst>
                                    <p:cond delay="0"/>
                                  </p:stCondLst>
                                  <p:childTnLst>
                                    <p:set>
                                      <p:cBhvr>
                                        <p:cTn id="132" dur="1" fill="hold">
                                          <p:stCondLst>
                                            <p:cond delay="0"/>
                                          </p:stCondLst>
                                        </p:cTn>
                                        <p:tgtEl>
                                          <p:spTgt spid="8"/>
                                        </p:tgtEl>
                                        <p:attrNameLst>
                                          <p:attrName>style.visibility</p:attrName>
                                        </p:attrNameLst>
                                      </p:cBhvr>
                                      <p:to>
                                        <p:strVal val="visible"/>
                                      </p:to>
                                    </p:set>
                                    <p:animEffect transition="in" filter="fade">
                                      <p:cBhvr>
                                        <p:cTn id="133" dur="500"/>
                                        <p:tgtEl>
                                          <p:spTgt spid="8"/>
                                        </p:tgtEl>
                                      </p:cBhvr>
                                    </p:animEffect>
                                  </p:childTnLst>
                                </p:cTn>
                              </p:par>
                            </p:childTnLst>
                          </p:cTn>
                        </p:par>
                      </p:childTnLst>
                    </p:cTn>
                  </p:par>
                  <p:par>
                    <p:cTn id="134" fill="hold">
                      <p:stCondLst>
                        <p:cond delay="indefinite"/>
                      </p:stCondLst>
                      <p:childTnLst>
                        <p:par>
                          <p:cTn id="135" fill="hold">
                            <p:stCondLst>
                              <p:cond delay="0"/>
                            </p:stCondLst>
                            <p:childTnLst>
                              <p:par>
                                <p:cTn id="136" presetID="10" presetClass="entr" presetSubtype="0" fill="hold" grpId="0" nodeType="clickEffect">
                                  <p:stCondLst>
                                    <p:cond delay="0"/>
                                  </p:stCondLst>
                                  <p:childTnLst>
                                    <p:set>
                                      <p:cBhvr>
                                        <p:cTn id="137" dur="1" fill="hold">
                                          <p:stCondLst>
                                            <p:cond delay="0"/>
                                          </p:stCondLst>
                                        </p:cTn>
                                        <p:tgtEl>
                                          <p:spTgt spid="55"/>
                                        </p:tgtEl>
                                        <p:attrNameLst>
                                          <p:attrName>style.visibility</p:attrName>
                                        </p:attrNameLst>
                                      </p:cBhvr>
                                      <p:to>
                                        <p:strVal val="visible"/>
                                      </p:to>
                                    </p:set>
                                    <p:animEffect transition="in" filter="fade">
                                      <p:cBhvr>
                                        <p:cTn id="138" dur="500"/>
                                        <p:tgtEl>
                                          <p:spTgt spid="55"/>
                                        </p:tgtEl>
                                      </p:cBhvr>
                                    </p:animEffect>
                                  </p:childTnLst>
                                </p:cTn>
                              </p:par>
                              <p:par>
                                <p:cTn id="139" presetID="10" presetClass="entr" presetSubtype="0" fill="hold" grpId="0" nodeType="withEffect">
                                  <p:stCondLst>
                                    <p:cond delay="0"/>
                                  </p:stCondLst>
                                  <p:childTnLst>
                                    <p:set>
                                      <p:cBhvr>
                                        <p:cTn id="140" dur="1" fill="hold">
                                          <p:stCondLst>
                                            <p:cond delay="0"/>
                                          </p:stCondLst>
                                        </p:cTn>
                                        <p:tgtEl>
                                          <p:spTgt spid="56"/>
                                        </p:tgtEl>
                                        <p:attrNameLst>
                                          <p:attrName>style.visibility</p:attrName>
                                        </p:attrNameLst>
                                      </p:cBhvr>
                                      <p:to>
                                        <p:strVal val="visible"/>
                                      </p:to>
                                    </p:set>
                                    <p:animEffect transition="in" filter="fade">
                                      <p:cBhvr>
                                        <p:cTn id="141" dur="500"/>
                                        <p:tgtEl>
                                          <p:spTgt spid="56"/>
                                        </p:tgtEl>
                                      </p:cBhvr>
                                    </p:animEffect>
                                  </p:childTnLst>
                                </p:cTn>
                              </p:par>
                            </p:childTnLst>
                          </p:cTn>
                        </p:par>
                      </p:childTnLst>
                    </p:cTn>
                  </p:par>
                  <p:par>
                    <p:cTn id="142" fill="hold">
                      <p:stCondLst>
                        <p:cond delay="indefinite"/>
                      </p:stCondLst>
                      <p:childTnLst>
                        <p:par>
                          <p:cTn id="143" fill="hold">
                            <p:stCondLst>
                              <p:cond delay="0"/>
                            </p:stCondLst>
                            <p:childTnLst>
                              <p:par>
                                <p:cTn id="144" presetID="10" presetClass="entr" presetSubtype="0" fill="hold" grpId="0" nodeType="clickEffect">
                                  <p:stCondLst>
                                    <p:cond delay="0"/>
                                  </p:stCondLst>
                                  <p:childTnLst>
                                    <p:set>
                                      <p:cBhvr>
                                        <p:cTn id="145" dur="1" fill="hold">
                                          <p:stCondLst>
                                            <p:cond delay="0"/>
                                          </p:stCondLst>
                                        </p:cTn>
                                        <p:tgtEl>
                                          <p:spTgt spid="47"/>
                                        </p:tgtEl>
                                        <p:attrNameLst>
                                          <p:attrName>style.visibility</p:attrName>
                                        </p:attrNameLst>
                                      </p:cBhvr>
                                      <p:to>
                                        <p:strVal val="visible"/>
                                      </p:to>
                                    </p:set>
                                    <p:animEffect transition="in" filter="fade">
                                      <p:cBhvr>
                                        <p:cTn id="146" dur="500"/>
                                        <p:tgtEl>
                                          <p:spTgt spid="47"/>
                                        </p:tgtEl>
                                      </p:cBhvr>
                                    </p:animEffect>
                                  </p:childTnLst>
                                </p:cTn>
                              </p:par>
                            </p:childTnLst>
                          </p:cTn>
                        </p:par>
                      </p:childTnLst>
                    </p:cTn>
                  </p:par>
                  <p:par>
                    <p:cTn id="147" fill="hold">
                      <p:stCondLst>
                        <p:cond delay="indefinite"/>
                      </p:stCondLst>
                      <p:childTnLst>
                        <p:par>
                          <p:cTn id="148" fill="hold">
                            <p:stCondLst>
                              <p:cond delay="0"/>
                            </p:stCondLst>
                            <p:childTnLst>
                              <p:par>
                                <p:cTn id="149" presetID="10" presetClass="entr" presetSubtype="0" fill="hold" grpId="0" nodeType="clickEffect">
                                  <p:stCondLst>
                                    <p:cond delay="0"/>
                                  </p:stCondLst>
                                  <p:childTnLst>
                                    <p:set>
                                      <p:cBhvr>
                                        <p:cTn id="150" dur="1" fill="hold">
                                          <p:stCondLst>
                                            <p:cond delay="0"/>
                                          </p:stCondLst>
                                        </p:cTn>
                                        <p:tgtEl>
                                          <p:spTgt spid="58"/>
                                        </p:tgtEl>
                                        <p:attrNameLst>
                                          <p:attrName>style.visibility</p:attrName>
                                        </p:attrNameLst>
                                      </p:cBhvr>
                                      <p:to>
                                        <p:strVal val="visible"/>
                                      </p:to>
                                    </p:set>
                                    <p:animEffect transition="in" filter="fade">
                                      <p:cBhvr>
                                        <p:cTn id="151" dur="500"/>
                                        <p:tgtEl>
                                          <p:spTgt spid="5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2" grpId="0" animBg="1"/>
      <p:bldP spid="13" grpId="0"/>
      <p:bldP spid="14" grpId="0"/>
      <p:bldP spid="17" grpId="0"/>
      <p:bldP spid="25" grpId="0"/>
      <p:bldP spid="26" grpId="0"/>
      <p:bldP spid="27" grpId="0"/>
      <p:bldP spid="28" grpId="0" animBg="1"/>
      <p:bldP spid="29" grpId="0" animBg="1"/>
      <p:bldP spid="30" grpId="0" animBg="1"/>
      <p:bldP spid="31" grpId="0" animBg="1"/>
      <p:bldP spid="19" grpId="0" animBg="1"/>
      <p:bldP spid="20" grpId="0" animBg="1"/>
      <p:bldP spid="21" grpId="0"/>
      <p:bldP spid="22" grpId="0"/>
      <p:bldP spid="33" grpId="0"/>
      <p:bldP spid="34" grpId="0"/>
      <p:bldP spid="35" grpId="0"/>
      <p:bldP spid="36" grpId="0"/>
      <p:bldP spid="37" grpId="0" animBg="1"/>
      <p:bldP spid="38" grpId="0" animBg="1"/>
      <p:bldP spid="39" grpId="0" animBg="1"/>
      <p:bldP spid="40" grpId="0" animBg="1"/>
      <p:bldP spid="3" grpId="0" animBg="1"/>
      <p:bldP spid="41" grpId="0" animBg="1"/>
      <p:bldP spid="42" grpId="0" animBg="1"/>
      <p:bldP spid="43" grpId="0" animBg="1"/>
      <p:bldP spid="6" grpId="0"/>
      <p:bldP spid="46" grpId="0"/>
      <p:bldP spid="47" grpId="0"/>
      <p:bldP spid="55" grpId="0" animBg="1"/>
      <p:bldP spid="56" grpId="0" animBg="1"/>
      <p:bldP spid="58" grpId="0"/>
    </p:bldLst>
  </p:timing>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Content Placeholder 4"/>
          <p:cNvSpPr>
            <a:spLocks noGrp="1"/>
          </p:cNvSpPr>
          <p:nvPr>
            <p:ph idx="1"/>
          </p:nvPr>
        </p:nvSpPr>
        <p:spPr/>
        <p:txBody>
          <a:bodyPr>
            <a:normAutofit fontScale="92500"/>
          </a:bodyPr>
          <a:lstStyle/>
          <a:p>
            <a:pPr marL="0" lvl="0" indent="0" algn="just">
              <a:buNone/>
            </a:pPr>
            <a:r>
              <a:rPr lang="en-US" sz="3200" b="1" dirty="0"/>
              <a:t>	The present age of A and B are in the ratio of  2 : 5. After 8 years, the ratio of their ages will become 1 : 2. Find the </a:t>
            </a:r>
            <a:r>
              <a:rPr lang="en-IN" sz="3200" b="1" dirty="0"/>
              <a:t>present age of B.</a:t>
            </a:r>
          </a:p>
          <a:p>
            <a:pPr marL="0" lvl="0" indent="0" algn="just">
              <a:buNone/>
            </a:pPr>
            <a:endParaRPr lang="en-IN" sz="3200" b="1" dirty="0"/>
          </a:p>
          <a:p>
            <a:pPr marL="0" indent="0" algn="just">
              <a:buNone/>
            </a:pPr>
            <a:r>
              <a:rPr lang="en-US" sz="3200" b="1" dirty="0"/>
              <a:t>a)45 years				b)50	years		</a:t>
            </a:r>
          </a:p>
          <a:p>
            <a:pPr marL="0" indent="0" algn="just">
              <a:buNone/>
            </a:pPr>
            <a:r>
              <a:rPr lang="en-US" sz="3200" b="1" dirty="0"/>
              <a:t>c)40 years 				d)60 years</a:t>
            </a:r>
            <a:endParaRPr lang="en-IN" sz="3200" b="1" dirty="0"/>
          </a:p>
        </p:txBody>
      </p:sp>
      <p:sp>
        <p:nvSpPr>
          <p:cNvPr id="2" name="Title 1"/>
          <p:cNvSpPr>
            <a:spLocks noGrp="1"/>
          </p:cNvSpPr>
          <p:nvPr>
            <p:ph type="title"/>
          </p:nvPr>
        </p:nvSpPr>
        <p:spPr/>
        <p:txBody>
          <a:bodyPr/>
          <a:lstStyle/>
          <a:p>
            <a:pPr algn="l"/>
            <a:r>
              <a:rPr lang="en-IN" b="1" dirty="0"/>
              <a:t>Q.14)</a:t>
            </a:r>
          </a:p>
        </p:txBody>
      </p:sp>
    </p:spTree>
    <p:extLst>
      <p:ext uri="{BB962C8B-B14F-4D97-AF65-F5344CB8AC3E}">
        <p14:creationId xmlns:p14="http://schemas.microsoft.com/office/powerpoint/2010/main" val="1108968365"/>
      </p:ext>
    </p:extLst>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p:cNvSpPr>
            <a:spLocks noGrp="1"/>
          </p:cNvSpPr>
          <p:nvPr>
            <p:ph type="title"/>
          </p:nvPr>
        </p:nvSpPr>
        <p:spPr/>
        <p:txBody>
          <a:bodyPr/>
          <a:lstStyle/>
          <a:p>
            <a:pPr algn="l"/>
            <a:r>
              <a:rPr lang="en-IN" b="1" dirty="0">
                <a:solidFill>
                  <a:srgbClr val="00B050"/>
                </a:solidFill>
              </a:rPr>
              <a:t>Q.14) Explanation</a:t>
            </a:r>
            <a:endParaRPr lang="en-IN" dirty="0"/>
          </a:p>
        </p:txBody>
      </p:sp>
      <p:sp>
        <p:nvSpPr>
          <p:cNvPr id="5" name="Content Placeholder 4"/>
          <p:cNvSpPr>
            <a:spLocks noGrp="1"/>
          </p:cNvSpPr>
          <p:nvPr>
            <p:ph sz="quarter" idx="13"/>
          </p:nvPr>
        </p:nvSpPr>
        <p:spPr/>
        <p:txBody>
          <a:bodyPr/>
          <a:lstStyle/>
          <a:p>
            <a:pPr marL="0" indent="0">
              <a:buNone/>
            </a:pPr>
            <a:r>
              <a:rPr lang="en-IN" dirty="0"/>
              <a:t> </a:t>
            </a:r>
          </a:p>
        </p:txBody>
      </p:sp>
      <mc:AlternateContent xmlns:mc="http://schemas.openxmlformats.org/markup-compatibility/2006" xmlns:a14="http://schemas.microsoft.com/office/drawing/2010/main">
        <mc:Choice Requires="a14">
          <p:sp>
            <p:nvSpPr>
              <p:cNvPr id="6" name="Content Placeholder 5"/>
              <p:cNvSpPr>
                <a:spLocks noGrp="1"/>
              </p:cNvSpPr>
              <p:nvPr>
                <p:ph sz="quarter" idx="14"/>
              </p:nvPr>
            </p:nvSpPr>
            <p:spPr>
              <a:xfrm>
                <a:off x="4645151" y="2240280"/>
                <a:ext cx="3803904" cy="4213056"/>
              </a:xfrm>
            </p:spPr>
            <p:txBody>
              <a:bodyPr>
                <a:normAutofit/>
              </a:bodyPr>
              <a:lstStyle/>
              <a:p>
                <a:pPr marL="0" indent="0">
                  <a:buNone/>
                </a:pPr>
                <a:r>
                  <a:rPr lang="en-IN" dirty="0"/>
                  <a:t> </a:t>
                </a:r>
                <a14:m>
                  <m:oMath xmlns:m="http://schemas.openxmlformats.org/officeDocument/2006/math">
                    <m:f>
                      <m:fPr>
                        <m:ctrlPr>
                          <a:rPr lang="en-IN" sz="3600" b="1" i="1" smtClean="0">
                            <a:latin typeface="Cambria Math" panose="02040503050406030204" pitchFamily="18" charset="0"/>
                          </a:rPr>
                        </m:ctrlPr>
                      </m:fPr>
                      <m:num>
                        <m:r>
                          <a:rPr lang="en-IN" sz="3600" b="1" i="1" smtClean="0">
                            <a:latin typeface="Cambria Math"/>
                          </a:rPr>
                          <m:t>𝑨</m:t>
                        </m:r>
                      </m:num>
                      <m:den>
                        <m:r>
                          <a:rPr lang="en-IN" sz="3600" b="1" i="1" smtClean="0">
                            <a:latin typeface="Cambria Math"/>
                          </a:rPr>
                          <m:t>𝑩</m:t>
                        </m:r>
                      </m:den>
                    </m:f>
                  </m:oMath>
                </a14:m>
                <a:r>
                  <a:rPr lang="en-IN" sz="3600" b="1" dirty="0"/>
                  <a:t> =&gt;  </a:t>
                </a:r>
                <a14:m>
                  <m:oMath xmlns:m="http://schemas.openxmlformats.org/officeDocument/2006/math">
                    <m:f>
                      <m:fPr>
                        <m:ctrlPr>
                          <a:rPr lang="en-IN" sz="3600" b="1" i="1" smtClean="0">
                            <a:latin typeface="Cambria Math" panose="02040503050406030204" pitchFamily="18" charset="0"/>
                          </a:rPr>
                        </m:ctrlPr>
                      </m:fPr>
                      <m:num>
                        <m:r>
                          <a:rPr lang="en-IN" sz="3600" b="1" i="1" smtClean="0">
                            <a:latin typeface="Cambria Math"/>
                          </a:rPr>
                          <m:t>𝟐</m:t>
                        </m:r>
                        <m:r>
                          <a:rPr lang="en-IN" sz="3600" b="1" i="1" smtClean="0">
                            <a:latin typeface="Cambria Math"/>
                          </a:rPr>
                          <m:t>𝒙</m:t>
                        </m:r>
                        <m:r>
                          <a:rPr lang="en-IN" sz="3600" b="1" i="1" smtClean="0">
                            <a:latin typeface="Cambria Math"/>
                          </a:rPr>
                          <m:t>+</m:t>
                        </m:r>
                        <m:r>
                          <a:rPr lang="en-IN" sz="3600" b="1" i="1" smtClean="0">
                            <a:latin typeface="Cambria Math"/>
                          </a:rPr>
                          <m:t>𝟖</m:t>
                        </m:r>
                      </m:num>
                      <m:den>
                        <m:r>
                          <a:rPr lang="en-IN" sz="3600" b="1" i="1" smtClean="0">
                            <a:latin typeface="Cambria Math"/>
                          </a:rPr>
                          <m:t>𝟓</m:t>
                        </m:r>
                        <m:r>
                          <a:rPr lang="en-IN" sz="3600" b="1" i="1" smtClean="0">
                            <a:latin typeface="Cambria Math"/>
                          </a:rPr>
                          <m:t>𝒙</m:t>
                        </m:r>
                        <m:r>
                          <a:rPr lang="en-IN" sz="3600" b="1" i="1" smtClean="0">
                            <a:latin typeface="Cambria Math"/>
                          </a:rPr>
                          <m:t>+</m:t>
                        </m:r>
                        <m:r>
                          <a:rPr lang="en-IN" sz="3600" b="1" i="1" smtClean="0">
                            <a:latin typeface="Cambria Math"/>
                          </a:rPr>
                          <m:t>𝟖</m:t>
                        </m:r>
                      </m:den>
                    </m:f>
                  </m:oMath>
                </a14:m>
                <a:r>
                  <a:rPr lang="en-IN" sz="3600" b="1" dirty="0"/>
                  <a:t> = </a:t>
                </a:r>
                <a14:m>
                  <m:oMath xmlns:m="http://schemas.openxmlformats.org/officeDocument/2006/math">
                    <m:f>
                      <m:fPr>
                        <m:ctrlPr>
                          <a:rPr lang="en-IN" sz="3600" b="1" i="1" smtClean="0">
                            <a:latin typeface="Cambria Math" panose="02040503050406030204" pitchFamily="18" charset="0"/>
                          </a:rPr>
                        </m:ctrlPr>
                      </m:fPr>
                      <m:num>
                        <m:r>
                          <a:rPr lang="en-IN" sz="3600" b="1" i="1" smtClean="0">
                            <a:latin typeface="Cambria Math"/>
                          </a:rPr>
                          <m:t>𝟏</m:t>
                        </m:r>
                      </m:num>
                      <m:den>
                        <m:r>
                          <a:rPr lang="en-IN" sz="3600" b="1" i="1" smtClean="0">
                            <a:latin typeface="Cambria Math"/>
                          </a:rPr>
                          <m:t>𝟐</m:t>
                        </m:r>
                      </m:den>
                    </m:f>
                  </m:oMath>
                </a14:m>
                <a:endParaRPr lang="en-IN" b="1" dirty="0"/>
              </a:p>
              <a:p>
                <a:pPr marL="0" indent="0">
                  <a:buNone/>
                </a:pPr>
                <a:endParaRPr lang="en-IN" b="1" dirty="0"/>
              </a:p>
              <a:p>
                <a:pPr marL="0" indent="0">
                  <a:buNone/>
                </a:pPr>
                <a:r>
                  <a:rPr lang="en-IN" sz="1800" b="1" dirty="0"/>
                  <a:t>Cross multiply the values,</a:t>
                </a:r>
              </a:p>
              <a:p>
                <a:pPr marL="0" indent="0">
                  <a:buNone/>
                </a:pPr>
                <a:r>
                  <a:rPr lang="en-IN" b="1" dirty="0"/>
                  <a:t>  </a:t>
                </a:r>
                <a:r>
                  <a:rPr lang="en-IN" dirty="0"/>
                  <a:t>4x + 16= 5x + 8 </a:t>
                </a:r>
              </a:p>
              <a:p>
                <a:pPr marL="0" indent="0">
                  <a:buNone/>
                </a:pPr>
                <a:r>
                  <a:rPr lang="en-IN" dirty="0"/>
                  <a:t>	   </a:t>
                </a:r>
                <a14:m>
                  <m:oMath xmlns:m="http://schemas.openxmlformats.org/officeDocument/2006/math">
                    <m:r>
                      <a:rPr lang="en-IN" i="1" dirty="0">
                        <a:latin typeface="Cambria Math"/>
                      </a:rPr>
                      <m:t>𝑥</m:t>
                    </m:r>
                  </m:oMath>
                </a14:m>
                <a:r>
                  <a:rPr lang="en-IN" dirty="0"/>
                  <a:t> = 8</a:t>
                </a:r>
              </a:p>
              <a:p>
                <a:pPr marL="0" indent="0">
                  <a:buNone/>
                </a:pPr>
                <a:endParaRPr lang="en-IN" dirty="0"/>
              </a:p>
              <a:p>
                <a:pPr marL="0" indent="0">
                  <a:buNone/>
                </a:pPr>
                <a:r>
                  <a:rPr lang="en-IN" dirty="0"/>
                  <a:t>B = 5x =&gt; 5(8) = </a:t>
                </a:r>
                <a:r>
                  <a:rPr lang="en-IN" b="1" dirty="0">
                    <a:solidFill>
                      <a:srgbClr val="00B050"/>
                    </a:solidFill>
                  </a:rPr>
                  <a:t>40 years</a:t>
                </a:r>
              </a:p>
              <a:p>
                <a:pPr marL="0" indent="0">
                  <a:buNone/>
                </a:pPr>
                <a:endParaRPr lang="en-IN" sz="1800" b="1" dirty="0"/>
              </a:p>
            </p:txBody>
          </p:sp>
        </mc:Choice>
        <mc:Fallback xmlns="">
          <p:sp>
            <p:nvSpPr>
              <p:cNvPr id="6" name="Content Placeholder 5"/>
              <p:cNvSpPr>
                <a:spLocks noGrp="1" noRot="1" noChangeAspect="1" noMove="1" noResize="1" noEditPoints="1" noAdjustHandles="1" noChangeArrowheads="1" noChangeShapeType="1" noTextEdit="1"/>
              </p:cNvSpPr>
              <p:nvPr>
                <p:ph sz="quarter" idx="14"/>
              </p:nvPr>
            </p:nvSpPr>
            <p:spPr>
              <a:xfrm>
                <a:off x="4645151" y="2240280"/>
                <a:ext cx="3803904" cy="4213056"/>
              </a:xfrm>
              <a:blipFill rotWithShape="1">
                <a:blip r:embed="rId2"/>
                <a:stretch>
                  <a:fillRect l="-2404"/>
                </a:stretch>
              </a:blipFill>
            </p:spPr>
            <p:txBody>
              <a:bodyPr/>
              <a:lstStyle/>
              <a:p>
                <a:r>
                  <a:rPr lang="en-IN">
                    <a:noFill/>
                  </a:rPr>
                  <a:t> </a:t>
                </a:r>
              </a:p>
            </p:txBody>
          </p:sp>
        </mc:Fallback>
      </mc:AlternateContent>
      <p:sp>
        <p:nvSpPr>
          <p:cNvPr id="7" name="TextBox 6"/>
          <p:cNvSpPr txBox="1"/>
          <p:nvPr/>
        </p:nvSpPr>
        <p:spPr>
          <a:xfrm>
            <a:off x="1324457" y="2635681"/>
            <a:ext cx="576064" cy="369332"/>
          </a:xfrm>
          <a:prstGeom prst="rect">
            <a:avLst/>
          </a:prstGeom>
          <a:noFill/>
          <a:ln>
            <a:solidFill>
              <a:schemeClr val="tx1"/>
            </a:solidFill>
          </a:ln>
        </p:spPr>
        <p:txBody>
          <a:bodyPr wrap="square" rtlCol="0">
            <a:spAutoFit/>
          </a:bodyPr>
          <a:lstStyle/>
          <a:p>
            <a:r>
              <a:rPr lang="en-IN" b="1" dirty="0"/>
              <a:t>  A</a:t>
            </a:r>
          </a:p>
        </p:txBody>
      </p:sp>
      <p:sp>
        <p:nvSpPr>
          <p:cNvPr id="8" name="TextBox 7"/>
          <p:cNvSpPr txBox="1"/>
          <p:nvPr/>
        </p:nvSpPr>
        <p:spPr>
          <a:xfrm>
            <a:off x="2186644" y="2636912"/>
            <a:ext cx="576064" cy="369332"/>
          </a:xfrm>
          <a:prstGeom prst="rect">
            <a:avLst/>
          </a:prstGeom>
          <a:noFill/>
          <a:ln>
            <a:solidFill>
              <a:schemeClr val="tx1"/>
            </a:solidFill>
          </a:ln>
        </p:spPr>
        <p:txBody>
          <a:bodyPr wrap="square" rtlCol="0">
            <a:spAutoFit/>
          </a:bodyPr>
          <a:lstStyle/>
          <a:p>
            <a:r>
              <a:rPr lang="en-IN" b="1" dirty="0"/>
              <a:t>  B</a:t>
            </a:r>
          </a:p>
        </p:txBody>
      </p:sp>
      <p:sp>
        <p:nvSpPr>
          <p:cNvPr id="9" name="TextBox 8"/>
          <p:cNvSpPr txBox="1"/>
          <p:nvPr/>
        </p:nvSpPr>
        <p:spPr>
          <a:xfrm>
            <a:off x="1449805" y="3194554"/>
            <a:ext cx="576064" cy="369332"/>
          </a:xfrm>
          <a:prstGeom prst="rect">
            <a:avLst/>
          </a:prstGeom>
          <a:noFill/>
        </p:spPr>
        <p:txBody>
          <a:bodyPr wrap="square" rtlCol="0">
            <a:spAutoFit/>
          </a:bodyPr>
          <a:lstStyle/>
          <a:p>
            <a:r>
              <a:rPr lang="en-IN" dirty="0"/>
              <a:t>2</a:t>
            </a:r>
          </a:p>
        </p:txBody>
      </p:sp>
      <p:sp>
        <p:nvSpPr>
          <p:cNvPr id="10" name="TextBox 9"/>
          <p:cNvSpPr txBox="1"/>
          <p:nvPr/>
        </p:nvSpPr>
        <p:spPr>
          <a:xfrm>
            <a:off x="2345750" y="3194554"/>
            <a:ext cx="576064" cy="369332"/>
          </a:xfrm>
          <a:prstGeom prst="rect">
            <a:avLst/>
          </a:prstGeom>
          <a:noFill/>
        </p:spPr>
        <p:txBody>
          <a:bodyPr wrap="square" rtlCol="0">
            <a:spAutoFit/>
          </a:bodyPr>
          <a:lstStyle/>
          <a:p>
            <a:r>
              <a:rPr lang="en-IN" dirty="0"/>
              <a:t>5</a:t>
            </a:r>
          </a:p>
        </p:txBody>
      </p:sp>
      <p:sp>
        <p:nvSpPr>
          <p:cNvPr id="11" name="TextBox 10"/>
          <p:cNvSpPr txBox="1"/>
          <p:nvPr/>
        </p:nvSpPr>
        <p:spPr>
          <a:xfrm>
            <a:off x="1371432" y="3636545"/>
            <a:ext cx="576064" cy="369332"/>
          </a:xfrm>
          <a:prstGeom prst="rect">
            <a:avLst/>
          </a:prstGeom>
          <a:noFill/>
        </p:spPr>
        <p:txBody>
          <a:bodyPr wrap="square" rtlCol="0">
            <a:spAutoFit/>
          </a:bodyPr>
          <a:lstStyle/>
          <a:p>
            <a:r>
              <a:rPr lang="en-IN" dirty="0"/>
              <a:t>2x</a:t>
            </a:r>
          </a:p>
        </p:txBody>
      </p:sp>
      <p:sp>
        <p:nvSpPr>
          <p:cNvPr id="12" name="TextBox 11"/>
          <p:cNvSpPr txBox="1"/>
          <p:nvPr/>
        </p:nvSpPr>
        <p:spPr>
          <a:xfrm>
            <a:off x="2345750" y="3636545"/>
            <a:ext cx="576064" cy="369332"/>
          </a:xfrm>
          <a:prstGeom prst="rect">
            <a:avLst/>
          </a:prstGeom>
          <a:noFill/>
        </p:spPr>
        <p:txBody>
          <a:bodyPr wrap="square" rtlCol="0">
            <a:spAutoFit/>
          </a:bodyPr>
          <a:lstStyle/>
          <a:p>
            <a:r>
              <a:rPr lang="en-IN" dirty="0"/>
              <a:t>5x</a:t>
            </a:r>
          </a:p>
        </p:txBody>
      </p:sp>
      <p:sp>
        <p:nvSpPr>
          <p:cNvPr id="13" name="TextBox 12"/>
          <p:cNvSpPr txBox="1"/>
          <p:nvPr/>
        </p:nvSpPr>
        <p:spPr>
          <a:xfrm>
            <a:off x="1449805" y="4355812"/>
            <a:ext cx="576064" cy="369332"/>
          </a:xfrm>
          <a:prstGeom prst="rect">
            <a:avLst/>
          </a:prstGeom>
          <a:noFill/>
        </p:spPr>
        <p:txBody>
          <a:bodyPr wrap="square" rtlCol="0">
            <a:spAutoFit/>
          </a:bodyPr>
          <a:lstStyle/>
          <a:p>
            <a:r>
              <a:rPr lang="en-IN" dirty="0"/>
              <a:t>1</a:t>
            </a:r>
          </a:p>
        </p:txBody>
      </p:sp>
      <p:sp>
        <p:nvSpPr>
          <p:cNvPr id="14" name="TextBox 13"/>
          <p:cNvSpPr txBox="1"/>
          <p:nvPr/>
        </p:nvSpPr>
        <p:spPr>
          <a:xfrm>
            <a:off x="2318219" y="4355812"/>
            <a:ext cx="576064" cy="369332"/>
          </a:xfrm>
          <a:prstGeom prst="rect">
            <a:avLst/>
          </a:prstGeom>
          <a:noFill/>
        </p:spPr>
        <p:txBody>
          <a:bodyPr wrap="square" rtlCol="0">
            <a:spAutoFit/>
          </a:bodyPr>
          <a:lstStyle/>
          <a:p>
            <a:r>
              <a:rPr lang="en-IN" dirty="0"/>
              <a:t>2</a:t>
            </a:r>
          </a:p>
        </p:txBody>
      </p:sp>
      <p:sp>
        <p:nvSpPr>
          <p:cNvPr id="15" name="TextBox 14"/>
          <p:cNvSpPr txBox="1"/>
          <p:nvPr/>
        </p:nvSpPr>
        <p:spPr>
          <a:xfrm>
            <a:off x="1812945" y="3077645"/>
            <a:ext cx="425849" cy="523220"/>
          </a:xfrm>
          <a:prstGeom prst="rect">
            <a:avLst/>
          </a:prstGeom>
          <a:noFill/>
        </p:spPr>
        <p:txBody>
          <a:bodyPr wrap="square" rtlCol="0">
            <a:spAutoFit/>
          </a:bodyPr>
          <a:lstStyle/>
          <a:p>
            <a:r>
              <a:rPr lang="en-IN" dirty="0"/>
              <a:t> </a:t>
            </a:r>
            <a:r>
              <a:rPr lang="en-IN" sz="2800" b="1" dirty="0"/>
              <a:t>:</a:t>
            </a:r>
            <a:endParaRPr lang="en-IN" b="1" dirty="0"/>
          </a:p>
        </p:txBody>
      </p:sp>
      <p:sp>
        <p:nvSpPr>
          <p:cNvPr id="17" name="TextBox 16"/>
          <p:cNvSpPr txBox="1"/>
          <p:nvPr/>
        </p:nvSpPr>
        <p:spPr>
          <a:xfrm>
            <a:off x="1812945" y="4278868"/>
            <a:ext cx="425849" cy="523220"/>
          </a:xfrm>
          <a:prstGeom prst="rect">
            <a:avLst/>
          </a:prstGeom>
          <a:noFill/>
        </p:spPr>
        <p:txBody>
          <a:bodyPr wrap="square" rtlCol="0">
            <a:spAutoFit/>
          </a:bodyPr>
          <a:lstStyle/>
          <a:p>
            <a:r>
              <a:rPr lang="en-IN" dirty="0"/>
              <a:t> </a:t>
            </a:r>
            <a:r>
              <a:rPr lang="en-IN" sz="2800" b="1" dirty="0"/>
              <a:t>:</a:t>
            </a:r>
            <a:endParaRPr lang="en-IN" b="1" dirty="0"/>
          </a:p>
        </p:txBody>
      </p:sp>
      <p:sp>
        <p:nvSpPr>
          <p:cNvPr id="18" name="TextBox 17"/>
          <p:cNvSpPr txBox="1"/>
          <p:nvPr/>
        </p:nvSpPr>
        <p:spPr>
          <a:xfrm>
            <a:off x="748393" y="3645060"/>
            <a:ext cx="576064" cy="369332"/>
          </a:xfrm>
          <a:prstGeom prst="rect">
            <a:avLst/>
          </a:prstGeom>
          <a:noFill/>
          <a:ln>
            <a:solidFill>
              <a:schemeClr val="tx1"/>
            </a:solidFill>
          </a:ln>
        </p:spPr>
        <p:txBody>
          <a:bodyPr wrap="square" rtlCol="0">
            <a:spAutoFit/>
          </a:bodyPr>
          <a:lstStyle/>
          <a:p>
            <a:r>
              <a:rPr lang="en-IN" dirty="0"/>
              <a:t> + 8</a:t>
            </a:r>
          </a:p>
        </p:txBody>
      </p:sp>
      <p:sp>
        <p:nvSpPr>
          <p:cNvPr id="19" name="TextBox 18"/>
          <p:cNvSpPr txBox="1"/>
          <p:nvPr/>
        </p:nvSpPr>
        <p:spPr>
          <a:xfrm>
            <a:off x="2874277" y="3641880"/>
            <a:ext cx="576064" cy="369332"/>
          </a:xfrm>
          <a:prstGeom prst="rect">
            <a:avLst/>
          </a:prstGeom>
          <a:noFill/>
          <a:ln>
            <a:solidFill>
              <a:schemeClr val="tx1"/>
            </a:solidFill>
          </a:ln>
        </p:spPr>
        <p:txBody>
          <a:bodyPr wrap="square" rtlCol="0">
            <a:spAutoFit/>
          </a:bodyPr>
          <a:lstStyle/>
          <a:p>
            <a:r>
              <a:rPr lang="en-IN" dirty="0"/>
              <a:t> + 8</a:t>
            </a:r>
          </a:p>
        </p:txBody>
      </p:sp>
      <p:cxnSp>
        <p:nvCxnSpPr>
          <p:cNvPr id="23" name="Straight Arrow Connector 22"/>
          <p:cNvCxnSpPr/>
          <p:nvPr/>
        </p:nvCxnSpPr>
        <p:spPr>
          <a:xfrm>
            <a:off x="2726798" y="3386169"/>
            <a:ext cx="556058" cy="262660"/>
          </a:xfrm>
          <a:prstGeom prst="straightConnector1">
            <a:avLst/>
          </a:prstGeom>
          <a:ln w="38100">
            <a:tailEnd type="arrow"/>
          </a:ln>
        </p:spPr>
        <p:style>
          <a:lnRef idx="1">
            <a:schemeClr val="accent1"/>
          </a:lnRef>
          <a:fillRef idx="0">
            <a:schemeClr val="accent1"/>
          </a:fillRef>
          <a:effectRef idx="0">
            <a:schemeClr val="accent1"/>
          </a:effectRef>
          <a:fontRef idx="minor">
            <a:schemeClr val="tx1"/>
          </a:fontRef>
        </p:style>
      </p:cxnSp>
      <p:cxnSp>
        <p:nvCxnSpPr>
          <p:cNvPr id="26" name="Straight Arrow Connector 25"/>
          <p:cNvCxnSpPr>
            <a:stCxn id="9" idx="1"/>
            <a:endCxn id="18" idx="0"/>
          </p:cNvCxnSpPr>
          <p:nvPr/>
        </p:nvCxnSpPr>
        <p:spPr>
          <a:xfrm flipH="1">
            <a:off x="1036425" y="3379220"/>
            <a:ext cx="413380" cy="265840"/>
          </a:xfrm>
          <a:prstGeom prst="straightConnector1">
            <a:avLst/>
          </a:prstGeom>
          <a:ln w="38100">
            <a:tailEnd type="arrow"/>
          </a:ln>
        </p:spPr>
        <p:style>
          <a:lnRef idx="1">
            <a:schemeClr val="accent1"/>
          </a:lnRef>
          <a:fillRef idx="0">
            <a:schemeClr val="accent1"/>
          </a:fillRef>
          <a:effectRef idx="0">
            <a:schemeClr val="accent1"/>
          </a:effectRef>
          <a:fontRef idx="minor">
            <a:schemeClr val="tx1"/>
          </a:fontRef>
        </p:style>
      </p:cxnSp>
      <p:cxnSp>
        <p:nvCxnSpPr>
          <p:cNvPr id="27" name="Straight Arrow Connector 26"/>
          <p:cNvCxnSpPr>
            <a:stCxn id="18" idx="2"/>
            <a:endCxn id="13" idx="1"/>
          </p:cNvCxnSpPr>
          <p:nvPr/>
        </p:nvCxnSpPr>
        <p:spPr>
          <a:xfrm>
            <a:off x="1036425" y="4014392"/>
            <a:ext cx="413380" cy="526086"/>
          </a:xfrm>
          <a:prstGeom prst="straightConnector1">
            <a:avLst/>
          </a:prstGeom>
          <a:ln w="38100">
            <a:tailEnd type="arrow"/>
          </a:ln>
        </p:spPr>
        <p:style>
          <a:lnRef idx="1">
            <a:schemeClr val="accent1"/>
          </a:lnRef>
          <a:fillRef idx="0">
            <a:schemeClr val="accent1"/>
          </a:fillRef>
          <a:effectRef idx="0">
            <a:schemeClr val="accent1"/>
          </a:effectRef>
          <a:fontRef idx="minor">
            <a:schemeClr val="tx1"/>
          </a:fontRef>
        </p:style>
      </p:cxnSp>
      <p:cxnSp>
        <p:nvCxnSpPr>
          <p:cNvPr id="30" name="Straight Arrow Connector 29"/>
          <p:cNvCxnSpPr>
            <a:stCxn id="19" idx="2"/>
          </p:cNvCxnSpPr>
          <p:nvPr/>
        </p:nvCxnSpPr>
        <p:spPr>
          <a:xfrm flipH="1">
            <a:off x="2609629" y="4011212"/>
            <a:ext cx="552680" cy="477520"/>
          </a:xfrm>
          <a:prstGeom prst="straightConnector1">
            <a:avLst/>
          </a:prstGeom>
          <a:ln w="38100">
            <a:tailEnd type="arrow"/>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66889455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15"/>
                                        </p:tgtEl>
                                        <p:attrNameLst>
                                          <p:attrName>style.visibility</p:attrName>
                                        </p:attrNameLst>
                                      </p:cBhvr>
                                      <p:to>
                                        <p:strVal val="visible"/>
                                      </p:to>
                                    </p:set>
                                    <p:animEffect transition="in" filter="fade">
                                      <p:cBhvr>
                                        <p:cTn id="7" dur="500"/>
                                        <p:tgtEl>
                                          <p:spTgt spid="15"/>
                                        </p:tgtEl>
                                      </p:cBhvr>
                                    </p:animEffect>
                                  </p:childTnLst>
                                </p:cTn>
                              </p:par>
                              <p:par>
                                <p:cTn id="8" presetID="10" presetClass="entr" presetSubtype="0" fill="hold" grpId="0" nodeType="withEffect">
                                  <p:stCondLst>
                                    <p:cond delay="0"/>
                                  </p:stCondLst>
                                  <p:childTnLst>
                                    <p:set>
                                      <p:cBhvr>
                                        <p:cTn id="9" dur="1" fill="hold">
                                          <p:stCondLst>
                                            <p:cond delay="0"/>
                                          </p:stCondLst>
                                        </p:cTn>
                                        <p:tgtEl>
                                          <p:spTgt spid="7"/>
                                        </p:tgtEl>
                                        <p:attrNameLst>
                                          <p:attrName>style.visibility</p:attrName>
                                        </p:attrNameLst>
                                      </p:cBhvr>
                                      <p:to>
                                        <p:strVal val="visible"/>
                                      </p:to>
                                    </p:set>
                                    <p:animEffect transition="in" filter="fade">
                                      <p:cBhvr>
                                        <p:cTn id="10" dur="500"/>
                                        <p:tgtEl>
                                          <p:spTgt spid="7"/>
                                        </p:tgtEl>
                                      </p:cBhvr>
                                    </p:animEffect>
                                  </p:childTnLst>
                                </p:cTn>
                              </p:par>
                              <p:par>
                                <p:cTn id="11" presetID="10" presetClass="entr" presetSubtype="0" fill="hold" grpId="0" nodeType="withEffect">
                                  <p:stCondLst>
                                    <p:cond delay="0"/>
                                  </p:stCondLst>
                                  <p:childTnLst>
                                    <p:set>
                                      <p:cBhvr>
                                        <p:cTn id="12" dur="1" fill="hold">
                                          <p:stCondLst>
                                            <p:cond delay="0"/>
                                          </p:stCondLst>
                                        </p:cTn>
                                        <p:tgtEl>
                                          <p:spTgt spid="8"/>
                                        </p:tgtEl>
                                        <p:attrNameLst>
                                          <p:attrName>style.visibility</p:attrName>
                                        </p:attrNameLst>
                                      </p:cBhvr>
                                      <p:to>
                                        <p:strVal val="visible"/>
                                      </p:to>
                                    </p:set>
                                    <p:animEffect transition="in" filter="fade">
                                      <p:cBhvr>
                                        <p:cTn id="13" dur="500"/>
                                        <p:tgtEl>
                                          <p:spTgt spid="8"/>
                                        </p:tgtEl>
                                      </p:cBhvr>
                                    </p:animEffect>
                                  </p:childTnLst>
                                </p:cTn>
                              </p:par>
                              <p:par>
                                <p:cTn id="14" presetID="10" presetClass="entr" presetSubtype="0" fill="hold" grpId="0" nodeType="withEffect">
                                  <p:stCondLst>
                                    <p:cond delay="0"/>
                                  </p:stCondLst>
                                  <p:childTnLst>
                                    <p:set>
                                      <p:cBhvr>
                                        <p:cTn id="15" dur="1" fill="hold">
                                          <p:stCondLst>
                                            <p:cond delay="0"/>
                                          </p:stCondLst>
                                        </p:cTn>
                                        <p:tgtEl>
                                          <p:spTgt spid="9"/>
                                        </p:tgtEl>
                                        <p:attrNameLst>
                                          <p:attrName>style.visibility</p:attrName>
                                        </p:attrNameLst>
                                      </p:cBhvr>
                                      <p:to>
                                        <p:strVal val="visible"/>
                                      </p:to>
                                    </p:set>
                                    <p:animEffect transition="in" filter="fade">
                                      <p:cBhvr>
                                        <p:cTn id="16" dur="500"/>
                                        <p:tgtEl>
                                          <p:spTgt spid="9"/>
                                        </p:tgtEl>
                                      </p:cBhvr>
                                    </p:animEffect>
                                  </p:childTnLst>
                                </p:cTn>
                              </p:par>
                              <p:par>
                                <p:cTn id="17" presetID="10" presetClass="entr" presetSubtype="0" fill="hold" grpId="0" nodeType="withEffect">
                                  <p:stCondLst>
                                    <p:cond delay="0"/>
                                  </p:stCondLst>
                                  <p:childTnLst>
                                    <p:set>
                                      <p:cBhvr>
                                        <p:cTn id="18" dur="1" fill="hold">
                                          <p:stCondLst>
                                            <p:cond delay="0"/>
                                          </p:stCondLst>
                                        </p:cTn>
                                        <p:tgtEl>
                                          <p:spTgt spid="10"/>
                                        </p:tgtEl>
                                        <p:attrNameLst>
                                          <p:attrName>style.visibility</p:attrName>
                                        </p:attrNameLst>
                                      </p:cBhvr>
                                      <p:to>
                                        <p:strVal val="visible"/>
                                      </p:to>
                                    </p:set>
                                    <p:animEffect transition="in" filter="fade">
                                      <p:cBhvr>
                                        <p:cTn id="19" dur="500"/>
                                        <p:tgtEl>
                                          <p:spTgt spid="10"/>
                                        </p:tgtEl>
                                      </p:cBhvr>
                                    </p:animEffect>
                                  </p:childTnLst>
                                </p:cTn>
                              </p:par>
                            </p:childTnLst>
                          </p:cTn>
                        </p:par>
                      </p:childTnLst>
                    </p:cTn>
                  </p:par>
                  <p:par>
                    <p:cTn id="20" fill="hold">
                      <p:stCondLst>
                        <p:cond delay="indefinite"/>
                      </p:stCondLst>
                      <p:childTnLst>
                        <p:par>
                          <p:cTn id="21" fill="hold">
                            <p:stCondLst>
                              <p:cond delay="0"/>
                            </p:stCondLst>
                            <p:childTnLst>
                              <p:par>
                                <p:cTn id="22" presetID="10" presetClass="entr" presetSubtype="0" fill="hold" nodeType="clickEffect">
                                  <p:stCondLst>
                                    <p:cond delay="0"/>
                                  </p:stCondLst>
                                  <p:childTnLst>
                                    <p:set>
                                      <p:cBhvr>
                                        <p:cTn id="23" dur="1" fill="hold">
                                          <p:stCondLst>
                                            <p:cond delay="0"/>
                                          </p:stCondLst>
                                        </p:cTn>
                                        <p:tgtEl>
                                          <p:spTgt spid="26"/>
                                        </p:tgtEl>
                                        <p:attrNameLst>
                                          <p:attrName>style.visibility</p:attrName>
                                        </p:attrNameLst>
                                      </p:cBhvr>
                                      <p:to>
                                        <p:strVal val="visible"/>
                                      </p:to>
                                    </p:set>
                                    <p:animEffect transition="in" filter="fade">
                                      <p:cBhvr>
                                        <p:cTn id="24" dur="500"/>
                                        <p:tgtEl>
                                          <p:spTgt spid="26"/>
                                        </p:tgtEl>
                                      </p:cBhvr>
                                    </p:animEffect>
                                  </p:childTnLst>
                                </p:cTn>
                              </p:par>
                              <p:par>
                                <p:cTn id="25" presetID="10" presetClass="entr" presetSubtype="0" fill="hold" nodeType="withEffect">
                                  <p:stCondLst>
                                    <p:cond delay="0"/>
                                  </p:stCondLst>
                                  <p:childTnLst>
                                    <p:set>
                                      <p:cBhvr>
                                        <p:cTn id="26" dur="1" fill="hold">
                                          <p:stCondLst>
                                            <p:cond delay="0"/>
                                          </p:stCondLst>
                                        </p:cTn>
                                        <p:tgtEl>
                                          <p:spTgt spid="23"/>
                                        </p:tgtEl>
                                        <p:attrNameLst>
                                          <p:attrName>style.visibility</p:attrName>
                                        </p:attrNameLst>
                                      </p:cBhvr>
                                      <p:to>
                                        <p:strVal val="visible"/>
                                      </p:to>
                                    </p:set>
                                    <p:animEffect transition="in" filter="fade">
                                      <p:cBhvr>
                                        <p:cTn id="27" dur="500"/>
                                        <p:tgtEl>
                                          <p:spTgt spid="23"/>
                                        </p:tgtEl>
                                      </p:cBhvr>
                                    </p:animEffect>
                                  </p:childTnLst>
                                </p:cTn>
                              </p:par>
                              <p:par>
                                <p:cTn id="28" presetID="10" presetClass="entr" presetSubtype="0" fill="hold" grpId="0" nodeType="withEffect">
                                  <p:stCondLst>
                                    <p:cond delay="0"/>
                                  </p:stCondLst>
                                  <p:childTnLst>
                                    <p:set>
                                      <p:cBhvr>
                                        <p:cTn id="29" dur="1" fill="hold">
                                          <p:stCondLst>
                                            <p:cond delay="0"/>
                                          </p:stCondLst>
                                        </p:cTn>
                                        <p:tgtEl>
                                          <p:spTgt spid="18"/>
                                        </p:tgtEl>
                                        <p:attrNameLst>
                                          <p:attrName>style.visibility</p:attrName>
                                        </p:attrNameLst>
                                      </p:cBhvr>
                                      <p:to>
                                        <p:strVal val="visible"/>
                                      </p:to>
                                    </p:set>
                                    <p:animEffect transition="in" filter="fade">
                                      <p:cBhvr>
                                        <p:cTn id="30" dur="500"/>
                                        <p:tgtEl>
                                          <p:spTgt spid="18"/>
                                        </p:tgtEl>
                                      </p:cBhvr>
                                    </p:animEffect>
                                  </p:childTnLst>
                                </p:cTn>
                              </p:par>
                              <p:par>
                                <p:cTn id="31" presetID="10" presetClass="entr" presetSubtype="0" fill="hold" grpId="0" nodeType="withEffect">
                                  <p:stCondLst>
                                    <p:cond delay="0"/>
                                  </p:stCondLst>
                                  <p:childTnLst>
                                    <p:set>
                                      <p:cBhvr>
                                        <p:cTn id="32" dur="1" fill="hold">
                                          <p:stCondLst>
                                            <p:cond delay="0"/>
                                          </p:stCondLst>
                                        </p:cTn>
                                        <p:tgtEl>
                                          <p:spTgt spid="19"/>
                                        </p:tgtEl>
                                        <p:attrNameLst>
                                          <p:attrName>style.visibility</p:attrName>
                                        </p:attrNameLst>
                                      </p:cBhvr>
                                      <p:to>
                                        <p:strVal val="visible"/>
                                      </p:to>
                                    </p:set>
                                    <p:animEffect transition="in" filter="fade">
                                      <p:cBhvr>
                                        <p:cTn id="33" dur="500"/>
                                        <p:tgtEl>
                                          <p:spTgt spid="19"/>
                                        </p:tgtEl>
                                      </p:cBhvr>
                                    </p:animEffect>
                                  </p:childTnLst>
                                </p:cTn>
                              </p:par>
                            </p:childTnLst>
                          </p:cTn>
                        </p:par>
                      </p:childTnLst>
                    </p:cTn>
                  </p:par>
                  <p:par>
                    <p:cTn id="34" fill="hold">
                      <p:stCondLst>
                        <p:cond delay="indefinite"/>
                      </p:stCondLst>
                      <p:childTnLst>
                        <p:par>
                          <p:cTn id="35" fill="hold">
                            <p:stCondLst>
                              <p:cond delay="0"/>
                            </p:stCondLst>
                            <p:childTnLst>
                              <p:par>
                                <p:cTn id="36" presetID="10" presetClass="entr" presetSubtype="0" fill="hold" nodeType="clickEffect">
                                  <p:stCondLst>
                                    <p:cond delay="0"/>
                                  </p:stCondLst>
                                  <p:childTnLst>
                                    <p:set>
                                      <p:cBhvr>
                                        <p:cTn id="37" dur="1" fill="hold">
                                          <p:stCondLst>
                                            <p:cond delay="0"/>
                                          </p:stCondLst>
                                        </p:cTn>
                                        <p:tgtEl>
                                          <p:spTgt spid="27"/>
                                        </p:tgtEl>
                                        <p:attrNameLst>
                                          <p:attrName>style.visibility</p:attrName>
                                        </p:attrNameLst>
                                      </p:cBhvr>
                                      <p:to>
                                        <p:strVal val="visible"/>
                                      </p:to>
                                    </p:set>
                                    <p:animEffect transition="in" filter="fade">
                                      <p:cBhvr>
                                        <p:cTn id="38" dur="500"/>
                                        <p:tgtEl>
                                          <p:spTgt spid="27"/>
                                        </p:tgtEl>
                                      </p:cBhvr>
                                    </p:animEffect>
                                  </p:childTnLst>
                                </p:cTn>
                              </p:par>
                              <p:par>
                                <p:cTn id="39" presetID="10" presetClass="entr" presetSubtype="0" fill="hold" nodeType="withEffect">
                                  <p:stCondLst>
                                    <p:cond delay="0"/>
                                  </p:stCondLst>
                                  <p:childTnLst>
                                    <p:set>
                                      <p:cBhvr>
                                        <p:cTn id="40" dur="1" fill="hold">
                                          <p:stCondLst>
                                            <p:cond delay="0"/>
                                          </p:stCondLst>
                                        </p:cTn>
                                        <p:tgtEl>
                                          <p:spTgt spid="30"/>
                                        </p:tgtEl>
                                        <p:attrNameLst>
                                          <p:attrName>style.visibility</p:attrName>
                                        </p:attrNameLst>
                                      </p:cBhvr>
                                      <p:to>
                                        <p:strVal val="visible"/>
                                      </p:to>
                                    </p:set>
                                    <p:animEffect transition="in" filter="fade">
                                      <p:cBhvr>
                                        <p:cTn id="41" dur="500"/>
                                        <p:tgtEl>
                                          <p:spTgt spid="30"/>
                                        </p:tgtEl>
                                      </p:cBhvr>
                                    </p:animEffect>
                                  </p:childTnLst>
                                </p:cTn>
                              </p:par>
                              <p:par>
                                <p:cTn id="42" presetID="10" presetClass="entr" presetSubtype="0" fill="hold" grpId="0" nodeType="withEffect">
                                  <p:stCondLst>
                                    <p:cond delay="0"/>
                                  </p:stCondLst>
                                  <p:childTnLst>
                                    <p:set>
                                      <p:cBhvr>
                                        <p:cTn id="43" dur="1" fill="hold">
                                          <p:stCondLst>
                                            <p:cond delay="0"/>
                                          </p:stCondLst>
                                        </p:cTn>
                                        <p:tgtEl>
                                          <p:spTgt spid="17"/>
                                        </p:tgtEl>
                                        <p:attrNameLst>
                                          <p:attrName>style.visibility</p:attrName>
                                        </p:attrNameLst>
                                      </p:cBhvr>
                                      <p:to>
                                        <p:strVal val="visible"/>
                                      </p:to>
                                    </p:set>
                                    <p:animEffect transition="in" filter="fade">
                                      <p:cBhvr>
                                        <p:cTn id="44" dur="500"/>
                                        <p:tgtEl>
                                          <p:spTgt spid="17"/>
                                        </p:tgtEl>
                                      </p:cBhvr>
                                    </p:animEffect>
                                  </p:childTnLst>
                                </p:cTn>
                              </p:par>
                              <p:par>
                                <p:cTn id="45" presetID="10" presetClass="entr" presetSubtype="0" fill="hold" grpId="0" nodeType="withEffect">
                                  <p:stCondLst>
                                    <p:cond delay="0"/>
                                  </p:stCondLst>
                                  <p:childTnLst>
                                    <p:set>
                                      <p:cBhvr>
                                        <p:cTn id="46" dur="1" fill="hold">
                                          <p:stCondLst>
                                            <p:cond delay="0"/>
                                          </p:stCondLst>
                                        </p:cTn>
                                        <p:tgtEl>
                                          <p:spTgt spid="13"/>
                                        </p:tgtEl>
                                        <p:attrNameLst>
                                          <p:attrName>style.visibility</p:attrName>
                                        </p:attrNameLst>
                                      </p:cBhvr>
                                      <p:to>
                                        <p:strVal val="visible"/>
                                      </p:to>
                                    </p:set>
                                    <p:animEffect transition="in" filter="fade">
                                      <p:cBhvr>
                                        <p:cTn id="47" dur="500"/>
                                        <p:tgtEl>
                                          <p:spTgt spid="13"/>
                                        </p:tgtEl>
                                      </p:cBhvr>
                                    </p:animEffect>
                                  </p:childTnLst>
                                </p:cTn>
                              </p:par>
                              <p:par>
                                <p:cTn id="48" presetID="10" presetClass="entr" presetSubtype="0" fill="hold" grpId="0" nodeType="withEffect">
                                  <p:stCondLst>
                                    <p:cond delay="0"/>
                                  </p:stCondLst>
                                  <p:childTnLst>
                                    <p:set>
                                      <p:cBhvr>
                                        <p:cTn id="49" dur="1" fill="hold">
                                          <p:stCondLst>
                                            <p:cond delay="0"/>
                                          </p:stCondLst>
                                        </p:cTn>
                                        <p:tgtEl>
                                          <p:spTgt spid="14"/>
                                        </p:tgtEl>
                                        <p:attrNameLst>
                                          <p:attrName>style.visibility</p:attrName>
                                        </p:attrNameLst>
                                      </p:cBhvr>
                                      <p:to>
                                        <p:strVal val="visible"/>
                                      </p:to>
                                    </p:set>
                                    <p:animEffect transition="in" filter="fade">
                                      <p:cBhvr>
                                        <p:cTn id="50" dur="500"/>
                                        <p:tgtEl>
                                          <p:spTgt spid="14"/>
                                        </p:tgtEl>
                                      </p:cBhvr>
                                    </p:animEffect>
                                  </p:childTnLst>
                                </p:cTn>
                              </p:par>
                            </p:childTnLst>
                          </p:cTn>
                        </p:par>
                      </p:childTnLst>
                    </p:cTn>
                  </p:par>
                  <p:par>
                    <p:cTn id="51" fill="hold">
                      <p:stCondLst>
                        <p:cond delay="indefinite"/>
                      </p:stCondLst>
                      <p:childTnLst>
                        <p:par>
                          <p:cTn id="52" fill="hold">
                            <p:stCondLst>
                              <p:cond delay="0"/>
                            </p:stCondLst>
                            <p:childTnLst>
                              <p:par>
                                <p:cTn id="53" presetID="10" presetClass="entr" presetSubtype="0" fill="hold" grpId="0" nodeType="clickEffect">
                                  <p:stCondLst>
                                    <p:cond delay="0"/>
                                  </p:stCondLst>
                                  <p:childTnLst>
                                    <p:set>
                                      <p:cBhvr>
                                        <p:cTn id="54" dur="1" fill="hold">
                                          <p:stCondLst>
                                            <p:cond delay="0"/>
                                          </p:stCondLst>
                                        </p:cTn>
                                        <p:tgtEl>
                                          <p:spTgt spid="11"/>
                                        </p:tgtEl>
                                        <p:attrNameLst>
                                          <p:attrName>style.visibility</p:attrName>
                                        </p:attrNameLst>
                                      </p:cBhvr>
                                      <p:to>
                                        <p:strVal val="visible"/>
                                      </p:to>
                                    </p:set>
                                    <p:animEffect transition="in" filter="fade">
                                      <p:cBhvr>
                                        <p:cTn id="55" dur="500"/>
                                        <p:tgtEl>
                                          <p:spTgt spid="11"/>
                                        </p:tgtEl>
                                      </p:cBhvr>
                                    </p:animEffect>
                                  </p:childTnLst>
                                </p:cTn>
                              </p:par>
                              <p:par>
                                <p:cTn id="56" presetID="10" presetClass="entr" presetSubtype="0" fill="hold" grpId="0" nodeType="withEffect">
                                  <p:stCondLst>
                                    <p:cond delay="0"/>
                                  </p:stCondLst>
                                  <p:childTnLst>
                                    <p:set>
                                      <p:cBhvr>
                                        <p:cTn id="57" dur="1" fill="hold">
                                          <p:stCondLst>
                                            <p:cond delay="0"/>
                                          </p:stCondLst>
                                        </p:cTn>
                                        <p:tgtEl>
                                          <p:spTgt spid="12"/>
                                        </p:tgtEl>
                                        <p:attrNameLst>
                                          <p:attrName>style.visibility</p:attrName>
                                        </p:attrNameLst>
                                      </p:cBhvr>
                                      <p:to>
                                        <p:strVal val="visible"/>
                                      </p:to>
                                    </p:set>
                                    <p:animEffect transition="in" filter="fade">
                                      <p:cBhvr>
                                        <p:cTn id="58" dur="500"/>
                                        <p:tgtEl>
                                          <p:spTgt spid="12"/>
                                        </p:tgtEl>
                                      </p:cBhvr>
                                    </p:animEffect>
                                  </p:childTnLst>
                                </p:cTn>
                              </p:par>
                            </p:childTnLst>
                          </p:cTn>
                        </p:par>
                      </p:childTnLst>
                    </p:cTn>
                  </p:par>
                  <p:par>
                    <p:cTn id="59" fill="hold">
                      <p:stCondLst>
                        <p:cond delay="indefinite"/>
                      </p:stCondLst>
                      <p:childTnLst>
                        <p:par>
                          <p:cTn id="60" fill="hold">
                            <p:stCondLst>
                              <p:cond delay="0"/>
                            </p:stCondLst>
                            <p:childTnLst>
                              <p:par>
                                <p:cTn id="61" presetID="10" presetClass="entr" presetSubtype="0" fill="hold" nodeType="clickEffect">
                                  <p:stCondLst>
                                    <p:cond delay="0"/>
                                  </p:stCondLst>
                                  <p:childTnLst>
                                    <p:set>
                                      <p:cBhvr>
                                        <p:cTn id="62" dur="1" fill="hold">
                                          <p:stCondLst>
                                            <p:cond delay="0"/>
                                          </p:stCondLst>
                                        </p:cTn>
                                        <p:tgtEl>
                                          <p:spTgt spid="6">
                                            <p:txEl>
                                              <p:pRg st="0" end="0"/>
                                            </p:txEl>
                                          </p:spTgt>
                                        </p:tgtEl>
                                        <p:attrNameLst>
                                          <p:attrName>style.visibility</p:attrName>
                                        </p:attrNameLst>
                                      </p:cBhvr>
                                      <p:to>
                                        <p:strVal val="visible"/>
                                      </p:to>
                                    </p:set>
                                    <p:animEffect transition="in" filter="fade">
                                      <p:cBhvr>
                                        <p:cTn id="63" dur="500"/>
                                        <p:tgtEl>
                                          <p:spTgt spid="6">
                                            <p:txEl>
                                              <p:pRg st="0" end="0"/>
                                            </p:txEl>
                                          </p:spTgt>
                                        </p:tgtEl>
                                      </p:cBhvr>
                                    </p:animEffect>
                                  </p:childTnLst>
                                </p:cTn>
                              </p:par>
                            </p:childTnLst>
                          </p:cTn>
                        </p:par>
                      </p:childTnLst>
                    </p:cTn>
                  </p:par>
                  <p:par>
                    <p:cTn id="64" fill="hold">
                      <p:stCondLst>
                        <p:cond delay="indefinite"/>
                      </p:stCondLst>
                      <p:childTnLst>
                        <p:par>
                          <p:cTn id="65" fill="hold">
                            <p:stCondLst>
                              <p:cond delay="0"/>
                            </p:stCondLst>
                            <p:childTnLst>
                              <p:par>
                                <p:cTn id="66" presetID="10" presetClass="entr" presetSubtype="0" fill="hold" nodeType="clickEffect">
                                  <p:stCondLst>
                                    <p:cond delay="0"/>
                                  </p:stCondLst>
                                  <p:childTnLst>
                                    <p:set>
                                      <p:cBhvr>
                                        <p:cTn id="67" dur="1" fill="hold">
                                          <p:stCondLst>
                                            <p:cond delay="0"/>
                                          </p:stCondLst>
                                        </p:cTn>
                                        <p:tgtEl>
                                          <p:spTgt spid="6">
                                            <p:txEl>
                                              <p:pRg st="2" end="2"/>
                                            </p:txEl>
                                          </p:spTgt>
                                        </p:tgtEl>
                                        <p:attrNameLst>
                                          <p:attrName>style.visibility</p:attrName>
                                        </p:attrNameLst>
                                      </p:cBhvr>
                                      <p:to>
                                        <p:strVal val="visible"/>
                                      </p:to>
                                    </p:set>
                                    <p:animEffect transition="in" filter="fade">
                                      <p:cBhvr>
                                        <p:cTn id="68" dur="500"/>
                                        <p:tgtEl>
                                          <p:spTgt spid="6">
                                            <p:txEl>
                                              <p:pRg st="2" end="2"/>
                                            </p:txEl>
                                          </p:spTgt>
                                        </p:tgtEl>
                                      </p:cBhvr>
                                    </p:animEffect>
                                  </p:childTnLst>
                                </p:cTn>
                              </p:par>
                            </p:childTnLst>
                          </p:cTn>
                        </p:par>
                      </p:childTnLst>
                    </p:cTn>
                  </p:par>
                  <p:par>
                    <p:cTn id="69" fill="hold">
                      <p:stCondLst>
                        <p:cond delay="indefinite"/>
                      </p:stCondLst>
                      <p:childTnLst>
                        <p:par>
                          <p:cTn id="70" fill="hold">
                            <p:stCondLst>
                              <p:cond delay="0"/>
                            </p:stCondLst>
                            <p:childTnLst>
                              <p:par>
                                <p:cTn id="71" presetID="10" presetClass="entr" presetSubtype="0" fill="hold" nodeType="clickEffect">
                                  <p:stCondLst>
                                    <p:cond delay="0"/>
                                  </p:stCondLst>
                                  <p:childTnLst>
                                    <p:set>
                                      <p:cBhvr>
                                        <p:cTn id="72" dur="1" fill="hold">
                                          <p:stCondLst>
                                            <p:cond delay="0"/>
                                          </p:stCondLst>
                                        </p:cTn>
                                        <p:tgtEl>
                                          <p:spTgt spid="6">
                                            <p:txEl>
                                              <p:pRg st="3" end="3"/>
                                            </p:txEl>
                                          </p:spTgt>
                                        </p:tgtEl>
                                        <p:attrNameLst>
                                          <p:attrName>style.visibility</p:attrName>
                                        </p:attrNameLst>
                                      </p:cBhvr>
                                      <p:to>
                                        <p:strVal val="visible"/>
                                      </p:to>
                                    </p:set>
                                    <p:animEffect transition="in" filter="fade">
                                      <p:cBhvr>
                                        <p:cTn id="73" dur="500"/>
                                        <p:tgtEl>
                                          <p:spTgt spid="6">
                                            <p:txEl>
                                              <p:pRg st="3" end="3"/>
                                            </p:txEl>
                                          </p:spTgt>
                                        </p:tgtEl>
                                      </p:cBhvr>
                                    </p:animEffect>
                                  </p:childTnLst>
                                </p:cTn>
                              </p:par>
                            </p:childTnLst>
                          </p:cTn>
                        </p:par>
                      </p:childTnLst>
                    </p:cTn>
                  </p:par>
                  <p:par>
                    <p:cTn id="74" fill="hold">
                      <p:stCondLst>
                        <p:cond delay="indefinite"/>
                      </p:stCondLst>
                      <p:childTnLst>
                        <p:par>
                          <p:cTn id="75" fill="hold">
                            <p:stCondLst>
                              <p:cond delay="0"/>
                            </p:stCondLst>
                            <p:childTnLst>
                              <p:par>
                                <p:cTn id="76" presetID="10" presetClass="entr" presetSubtype="0" fill="hold" nodeType="clickEffect">
                                  <p:stCondLst>
                                    <p:cond delay="0"/>
                                  </p:stCondLst>
                                  <p:childTnLst>
                                    <p:set>
                                      <p:cBhvr>
                                        <p:cTn id="77" dur="1" fill="hold">
                                          <p:stCondLst>
                                            <p:cond delay="0"/>
                                          </p:stCondLst>
                                        </p:cTn>
                                        <p:tgtEl>
                                          <p:spTgt spid="6">
                                            <p:txEl>
                                              <p:pRg st="4" end="4"/>
                                            </p:txEl>
                                          </p:spTgt>
                                        </p:tgtEl>
                                        <p:attrNameLst>
                                          <p:attrName>style.visibility</p:attrName>
                                        </p:attrNameLst>
                                      </p:cBhvr>
                                      <p:to>
                                        <p:strVal val="visible"/>
                                      </p:to>
                                    </p:set>
                                    <p:animEffect transition="in" filter="fade">
                                      <p:cBhvr>
                                        <p:cTn id="78" dur="500"/>
                                        <p:tgtEl>
                                          <p:spTgt spid="6">
                                            <p:txEl>
                                              <p:pRg st="4" end="4"/>
                                            </p:txEl>
                                          </p:spTgt>
                                        </p:tgtEl>
                                      </p:cBhvr>
                                    </p:animEffect>
                                  </p:childTnLst>
                                </p:cTn>
                              </p:par>
                            </p:childTnLst>
                          </p:cTn>
                        </p:par>
                      </p:childTnLst>
                    </p:cTn>
                  </p:par>
                  <p:par>
                    <p:cTn id="79" fill="hold">
                      <p:stCondLst>
                        <p:cond delay="indefinite"/>
                      </p:stCondLst>
                      <p:childTnLst>
                        <p:par>
                          <p:cTn id="80" fill="hold">
                            <p:stCondLst>
                              <p:cond delay="0"/>
                            </p:stCondLst>
                            <p:childTnLst>
                              <p:par>
                                <p:cTn id="81" presetID="10" presetClass="entr" presetSubtype="0" fill="hold" nodeType="clickEffect">
                                  <p:stCondLst>
                                    <p:cond delay="0"/>
                                  </p:stCondLst>
                                  <p:childTnLst>
                                    <p:set>
                                      <p:cBhvr>
                                        <p:cTn id="82" dur="1" fill="hold">
                                          <p:stCondLst>
                                            <p:cond delay="0"/>
                                          </p:stCondLst>
                                        </p:cTn>
                                        <p:tgtEl>
                                          <p:spTgt spid="6">
                                            <p:txEl>
                                              <p:pRg st="6" end="6"/>
                                            </p:txEl>
                                          </p:spTgt>
                                        </p:tgtEl>
                                        <p:attrNameLst>
                                          <p:attrName>style.visibility</p:attrName>
                                        </p:attrNameLst>
                                      </p:cBhvr>
                                      <p:to>
                                        <p:strVal val="visible"/>
                                      </p:to>
                                    </p:set>
                                    <p:animEffect transition="in" filter="fade">
                                      <p:cBhvr>
                                        <p:cTn id="83" dur="500"/>
                                        <p:tgtEl>
                                          <p:spTgt spid="6">
                                            <p:txEl>
                                              <p:pRg st="6" end="6"/>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animBg="1"/>
      <p:bldP spid="8" grpId="0" animBg="1"/>
      <p:bldP spid="9" grpId="0"/>
      <p:bldP spid="10" grpId="0"/>
      <p:bldP spid="11" grpId="0"/>
      <p:bldP spid="12" grpId="0"/>
      <p:bldP spid="13" grpId="0"/>
      <p:bldP spid="14" grpId="0"/>
      <p:bldP spid="15" grpId="0"/>
      <p:bldP spid="17" grpId="0"/>
      <p:bldP spid="18" grpId="0" animBg="1"/>
      <p:bldP spid="19" grpId="0" animBg="1"/>
    </p:bldLst>
  </p:timing>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algn="l"/>
            <a:r>
              <a:rPr lang="en-IN" b="1" dirty="0">
                <a:solidFill>
                  <a:srgbClr val="00B050"/>
                </a:solidFill>
              </a:rPr>
              <a:t>Q.14) Shortcut</a:t>
            </a:r>
            <a:endParaRPr lang="en-IN" dirty="0"/>
          </a:p>
        </p:txBody>
      </p:sp>
      <p:sp>
        <p:nvSpPr>
          <p:cNvPr id="23" name="Content Placeholder 22"/>
          <p:cNvSpPr>
            <a:spLocks noGrp="1"/>
          </p:cNvSpPr>
          <p:nvPr>
            <p:ph sz="quarter" idx="13"/>
          </p:nvPr>
        </p:nvSpPr>
        <p:spPr>
          <a:xfrm>
            <a:off x="685800" y="2240280"/>
            <a:ext cx="3803904" cy="4501088"/>
          </a:xfrm>
        </p:spPr>
        <p:txBody>
          <a:bodyPr>
            <a:normAutofit/>
          </a:bodyPr>
          <a:lstStyle/>
          <a:p>
            <a:pPr marL="0" indent="0">
              <a:buNone/>
            </a:pPr>
            <a:r>
              <a:rPr lang="en-IN" dirty="0"/>
              <a:t> </a:t>
            </a:r>
          </a:p>
          <a:p>
            <a:pPr marL="0" indent="0">
              <a:buNone/>
            </a:pPr>
            <a:endParaRPr lang="en-IN" dirty="0"/>
          </a:p>
          <a:p>
            <a:pPr marL="0" indent="0">
              <a:buNone/>
            </a:pPr>
            <a:endParaRPr lang="en-IN" dirty="0"/>
          </a:p>
          <a:p>
            <a:pPr marL="0" indent="0">
              <a:buNone/>
            </a:pPr>
            <a:endParaRPr lang="en-IN" dirty="0"/>
          </a:p>
          <a:p>
            <a:pPr marL="0" indent="0">
              <a:buNone/>
            </a:pPr>
            <a:endParaRPr lang="en-IN" dirty="0"/>
          </a:p>
          <a:p>
            <a:pPr marL="0" indent="0">
              <a:buNone/>
            </a:pPr>
            <a:endParaRPr lang="en-IN" dirty="0"/>
          </a:p>
          <a:p>
            <a:pPr marL="0" indent="0">
              <a:buNone/>
            </a:pPr>
            <a:endParaRPr lang="en-IN" dirty="0"/>
          </a:p>
        </p:txBody>
      </p:sp>
      <p:sp>
        <p:nvSpPr>
          <p:cNvPr id="24" name="Content Placeholder 23"/>
          <p:cNvSpPr>
            <a:spLocks noGrp="1"/>
          </p:cNvSpPr>
          <p:nvPr>
            <p:ph sz="quarter" idx="14"/>
          </p:nvPr>
        </p:nvSpPr>
        <p:spPr/>
        <p:txBody>
          <a:bodyPr/>
          <a:lstStyle/>
          <a:p>
            <a:pPr marL="0" indent="0">
              <a:buNone/>
            </a:pPr>
            <a:r>
              <a:rPr lang="en-IN" dirty="0"/>
              <a:t> </a:t>
            </a:r>
          </a:p>
        </p:txBody>
      </p:sp>
      <p:sp>
        <p:nvSpPr>
          <p:cNvPr id="11" name="TextBox 10"/>
          <p:cNvSpPr txBox="1"/>
          <p:nvPr/>
        </p:nvSpPr>
        <p:spPr>
          <a:xfrm>
            <a:off x="1135528" y="2285591"/>
            <a:ext cx="602309" cy="369332"/>
          </a:xfrm>
          <a:prstGeom prst="rect">
            <a:avLst/>
          </a:prstGeom>
          <a:noFill/>
          <a:ln>
            <a:solidFill>
              <a:schemeClr val="tx1"/>
            </a:solidFill>
          </a:ln>
        </p:spPr>
        <p:txBody>
          <a:bodyPr wrap="square" rtlCol="0">
            <a:spAutoFit/>
          </a:bodyPr>
          <a:lstStyle/>
          <a:p>
            <a:r>
              <a:rPr lang="en-IN" b="1" dirty="0"/>
              <a:t>  A</a:t>
            </a:r>
          </a:p>
        </p:txBody>
      </p:sp>
      <p:sp>
        <p:nvSpPr>
          <p:cNvPr id="12" name="TextBox 11"/>
          <p:cNvSpPr txBox="1"/>
          <p:nvPr/>
        </p:nvSpPr>
        <p:spPr>
          <a:xfrm>
            <a:off x="2345750" y="2285591"/>
            <a:ext cx="660082" cy="369332"/>
          </a:xfrm>
          <a:prstGeom prst="rect">
            <a:avLst/>
          </a:prstGeom>
          <a:noFill/>
          <a:ln>
            <a:solidFill>
              <a:schemeClr val="tx1"/>
            </a:solidFill>
          </a:ln>
        </p:spPr>
        <p:txBody>
          <a:bodyPr wrap="square" rtlCol="0">
            <a:spAutoFit/>
          </a:bodyPr>
          <a:lstStyle/>
          <a:p>
            <a:r>
              <a:rPr lang="en-IN" b="1" dirty="0"/>
              <a:t> B</a:t>
            </a:r>
          </a:p>
        </p:txBody>
      </p:sp>
      <p:sp>
        <p:nvSpPr>
          <p:cNvPr id="13" name="TextBox 12"/>
          <p:cNvSpPr txBox="1"/>
          <p:nvPr/>
        </p:nvSpPr>
        <p:spPr>
          <a:xfrm>
            <a:off x="1449805" y="3194554"/>
            <a:ext cx="576064" cy="369332"/>
          </a:xfrm>
          <a:prstGeom prst="rect">
            <a:avLst/>
          </a:prstGeom>
          <a:noFill/>
        </p:spPr>
        <p:txBody>
          <a:bodyPr wrap="square" rtlCol="0">
            <a:spAutoFit/>
          </a:bodyPr>
          <a:lstStyle/>
          <a:p>
            <a:r>
              <a:rPr lang="en-IN" dirty="0"/>
              <a:t>2</a:t>
            </a:r>
          </a:p>
        </p:txBody>
      </p:sp>
      <p:sp>
        <p:nvSpPr>
          <p:cNvPr id="14" name="TextBox 13"/>
          <p:cNvSpPr txBox="1"/>
          <p:nvPr/>
        </p:nvSpPr>
        <p:spPr>
          <a:xfrm>
            <a:off x="2345750" y="3194554"/>
            <a:ext cx="576064" cy="369332"/>
          </a:xfrm>
          <a:prstGeom prst="rect">
            <a:avLst/>
          </a:prstGeom>
          <a:noFill/>
        </p:spPr>
        <p:txBody>
          <a:bodyPr wrap="square" rtlCol="0">
            <a:spAutoFit/>
          </a:bodyPr>
          <a:lstStyle/>
          <a:p>
            <a:r>
              <a:rPr lang="en-IN" dirty="0"/>
              <a:t>5</a:t>
            </a:r>
          </a:p>
        </p:txBody>
      </p:sp>
      <p:sp>
        <p:nvSpPr>
          <p:cNvPr id="17" name="TextBox 16"/>
          <p:cNvSpPr txBox="1"/>
          <p:nvPr/>
        </p:nvSpPr>
        <p:spPr>
          <a:xfrm>
            <a:off x="1812945" y="3077645"/>
            <a:ext cx="425849" cy="523220"/>
          </a:xfrm>
          <a:prstGeom prst="rect">
            <a:avLst/>
          </a:prstGeom>
          <a:noFill/>
        </p:spPr>
        <p:txBody>
          <a:bodyPr wrap="square" rtlCol="0">
            <a:spAutoFit/>
          </a:bodyPr>
          <a:lstStyle/>
          <a:p>
            <a:r>
              <a:rPr lang="en-IN" dirty="0"/>
              <a:t> </a:t>
            </a:r>
            <a:r>
              <a:rPr lang="en-IN" sz="2800" b="1" dirty="0"/>
              <a:t>:</a:t>
            </a:r>
            <a:endParaRPr lang="en-IN" b="1" dirty="0"/>
          </a:p>
        </p:txBody>
      </p:sp>
      <p:sp>
        <p:nvSpPr>
          <p:cNvPr id="25" name="TextBox 24"/>
          <p:cNvSpPr txBox="1"/>
          <p:nvPr/>
        </p:nvSpPr>
        <p:spPr>
          <a:xfrm>
            <a:off x="1443807" y="4149080"/>
            <a:ext cx="576064" cy="369332"/>
          </a:xfrm>
          <a:prstGeom prst="rect">
            <a:avLst/>
          </a:prstGeom>
          <a:noFill/>
        </p:spPr>
        <p:txBody>
          <a:bodyPr wrap="square" rtlCol="0">
            <a:spAutoFit/>
          </a:bodyPr>
          <a:lstStyle/>
          <a:p>
            <a:r>
              <a:rPr lang="en-IN" dirty="0"/>
              <a:t>1</a:t>
            </a:r>
          </a:p>
        </p:txBody>
      </p:sp>
      <p:sp>
        <p:nvSpPr>
          <p:cNvPr id="26" name="TextBox 25"/>
          <p:cNvSpPr txBox="1"/>
          <p:nvPr/>
        </p:nvSpPr>
        <p:spPr>
          <a:xfrm>
            <a:off x="2339752" y="4149080"/>
            <a:ext cx="576064" cy="369332"/>
          </a:xfrm>
          <a:prstGeom prst="rect">
            <a:avLst/>
          </a:prstGeom>
          <a:noFill/>
        </p:spPr>
        <p:txBody>
          <a:bodyPr wrap="square" rtlCol="0">
            <a:spAutoFit/>
          </a:bodyPr>
          <a:lstStyle/>
          <a:p>
            <a:r>
              <a:rPr lang="en-IN" dirty="0"/>
              <a:t>2</a:t>
            </a:r>
          </a:p>
        </p:txBody>
      </p:sp>
      <p:sp>
        <p:nvSpPr>
          <p:cNvPr id="27" name="TextBox 26"/>
          <p:cNvSpPr txBox="1"/>
          <p:nvPr/>
        </p:nvSpPr>
        <p:spPr>
          <a:xfrm>
            <a:off x="1806946" y="4072136"/>
            <a:ext cx="425849" cy="523220"/>
          </a:xfrm>
          <a:prstGeom prst="rect">
            <a:avLst/>
          </a:prstGeom>
          <a:noFill/>
        </p:spPr>
        <p:txBody>
          <a:bodyPr wrap="square" rtlCol="0">
            <a:spAutoFit/>
          </a:bodyPr>
          <a:lstStyle/>
          <a:p>
            <a:r>
              <a:rPr lang="en-IN" dirty="0"/>
              <a:t> </a:t>
            </a:r>
            <a:r>
              <a:rPr lang="en-IN" sz="2800" b="1" dirty="0"/>
              <a:t>:</a:t>
            </a:r>
            <a:endParaRPr lang="en-IN" b="1" dirty="0"/>
          </a:p>
        </p:txBody>
      </p:sp>
      <p:sp>
        <p:nvSpPr>
          <p:cNvPr id="28" name="Curved Left Arrow 27"/>
          <p:cNvSpPr/>
          <p:nvPr/>
        </p:nvSpPr>
        <p:spPr>
          <a:xfrm>
            <a:off x="2705790" y="3339255"/>
            <a:ext cx="282034" cy="994491"/>
          </a:xfrm>
          <a:prstGeom prst="curvedLeft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IN" dirty="0">
                <a:solidFill>
                  <a:schemeClr val="tx1"/>
                </a:solidFill>
              </a:rPr>
              <a:t>  </a:t>
            </a:r>
          </a:p>
        </p:txBody>
      </p:sp>
      <p:sp>
        <p:nvSpPr>
          <p:cNvPr id="29" name="Curved Left Arrow 28"/>
          <p:cNvSpPr/>
          <p:nvPr/>
        </p:nvSpPr>
        <p:spPr>
          <a:xfrm flipH="1">
            <a:off x="1168704" y="3339254"/>
            <a:ext cx="311506" cy="994491"/>
          </a:xfrm>
          <a:prstGeom prst="curvedLeft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solidFill>
                <a:schemeClr val="tx1"/>
              </a:solidFill>
            </a:endParaRPr>
          </a:p>
        </p:txBody>
      </p:sp>
      <p:sp>
        <p:nvSpPr>
          <p:cNvPr id="30" name="TextBox 29"/>
          <p:cNvSpPr txBox="1"/>
          <p:nvPr/>
        </p:nvSpPr>
        <p:spPr>
          <a:xfrm>
            <a:off x="323528" y="3563886"/>
            <a:ext cx="769884" cy="369332"/>
          </a:xfrm>
          <a:prstGeom prst="rect">
            <a:avLst/>
          </a:prstGeom>
          <a:noFill/>
          <a:ln>
            <a:solidFill>
              <a:schemeClr val="tx1"/>
            </a:solidFill>
          </a:ln>
        </p:spPr>
        <p:txBody>
          <a:bodyPr wrap="square" rtlCol="0">
            <a:spAutoFit/>
          </a:bodyPr>
          <a:lstStyle/>
          <a:p>
            <a:r>
              <a:rPr lang="en-IN" dirty="0"/>
              <a:t>- 1R</a:t>
            </a:r>
          </a:p>
        </p:txBody>
      </p:sp>
      <p:sp>
        <p:nvSpPr>
          <p:cNvPr id="31" name="TextBox 30"/>
          <p:cNvSpPr txBox="1"/>
          <p:nvPr/>
        </p:nvSpPr>
        <p:spPr>
          <a:xfrm>
            <a:off x="3059832" y="3600865"/>
            <a:ext cx="648072" cy="369332"/>
          </a:xfrm>
          <a:prstGeom prst="rect">
            <a:avLst/>
          </a:prstGeom>
          <a:noFill/>
          <a:ln>
            <a:solidFill>
              <a:schemeClr val="tx1"/>
            </a:solidFill>
          </a:ln>
        </p:spPr>
        <p:txBody>
          <a:bodyPr wrap="square" rtlCol="0">
            <a:spAutoFit/>
          </a:bodyPr>
          <a:lstStyle/>
          <a:p>
            <a:r>
              <a:rPr lang="en-IN" dirty="0"/>
              <a:t>- 3R</a:t>
            </a:r>
          </a:p>
        </p:txBody>
      </p:sp>
      <p:sp>
        <p:nvSpPr>
          <p:cNvPr id="18" name="Content Placeholder 22"/>
          <p:cNvSpPr txBox="1">
            <a:spLocks/>
          </p:cNvSpPr>
          <p:nvPr/>
        </p:nvSpPr>
        <p:spPr>
          <a:xfrm>
            <a:off x="4917386" y="3532021"/>
            <a:ext cx="3803904" cy="3877056"/>
          </a:xfrm>
          <a:prstGeom prst="rect">
            <a:avLst/>
          </a:prstGeom>
        </p:spPr>
        <p:txBody>
          <a:bodyPr vert="horz" lIns="91440" tIns="45720" rIns="91440" bIns="45720" rtlCol="0">
            <a:normAutofit/>
          </a:bodyPr>
          <a:lstStyle>
            <a:lvl1pPr marL="365760" indent="-365760" algn="l" defTabSz="914400" rtl="0" eaLnBrk="1" latinLnBrk="0" hangingPunct="1">
              <a:spcBef>
                <a:spcPct val="20000"/>
              </a:spcBef>
              <a:buClr>
                <a:schemeClr val="accent1"/>
              </a:buClr>
              <a:buFont typeface="Wingdings" pitchFamily="2" charset="2"/>
              <a:buChar char=""/>
              <a:defRPr sz="2400" kern="1200">
                <a:solidFill>
                  <a:schemeClr val="tx1">
                    <a:lumMod val="85000"/>
                    <a:lumOff val="15000"/>
                  </a:schemeClr>
                </a:solidFill>
                <a:latin typeface="+mn-lt"/>
                <a:ea typeface="+mn-ea"/>
                <a:cs typeface="+mn-cs"/>
              </a:defRPr>
            </a:lvl1pPr>
            <a:lvl2pPr marL="777240" indent="-365760" algn="l" defTabSz="914400" rtl="0" eaLnBrk="1" latinLnBrk="0" hangingPunct="1">
              <a:spcBef>
                <a:spcPct val="20000"/>
              </a:spcBef>
              <a:buClr>
                <a:schemeClr val="accent1"/>
              </a:buClr>
              <a:buFont typeface="Wingdings" pitchFamily="2" charset="2"/>
              <a:buChar char=""/>
              <a:defRPr sz="2200" kern="1200">
                <a:solidFill>
                  <a:schemeClr val="tx1">
                    <a:lumMod val="85000"/>
                    <a:lumOff val="15000"/>
                  </a:schemeClr>
                </a:solidFill>
                <a:latin typeface="+mn-lt"/>
                <a:ea typeface="+mn-ea"/>
                <a:cs typeface="+mn-cs"/>
              </a:defRPr>
            </a:lvl2pPr>
            <a:lvl3pPr marL="1143000" indent="-365760" algn="l" defTabSz="914400" rtl="0" eaLnBrk="1" latinLnBrk="0" hangingPunct="1">
              <a:spcBef>
                <a:spcPct val="20000"/>
              </a:spcBef>
              <a:buClr>
                <a:schemeClr val="accent1"/>
              </a:buClr>
              <a:buFont typeface="Wingdings" pitchFamily="2" charset="2"/>
              <a:buChar char=""/>
              <a:defRPr sz="2000" kern="1200">
                <a:solidFill>
                  <a:schemeClr val="tx1">
                    <a:lumMod val="85000"/>
                    <a:lumOff val="15000"/>
                  </a:schemeClr>
                </a:solidFill>
                <a:latin typeface="+mn-lt"/>
                <a:ea typeface="+mn-ea"/>
                <a:cs typeface="+mn-cs"/>
              </a:defRPr>
            </a:lvl3pPr>
            <a:lvl4pPr marL="1508760" indent="-320040" algn="l" defTabSz="914400" rtl="0" eaLnBrk="1" latinLnBrk="0" hangingPunct="1">
              <a:spcBef>
                <a:spcPct val="20000"/>
              </a:spcBef>
              <a:buClr>
                <a:schemeClr val="accent1"/>
              </a:buClr>
              <a:buFont typeface="Wingdings" pitchFamily="2" charset="2"/>
              <a:buChar char=""/>
              <a:defRPr sz="1800" kern="1200">
                <a:solidFill>
                  <a:schemeClr val="tx1">
                    <a:lumMod val="85000"/>
                    <a:lumOff val="15000"/>
                  </a:schemeClr>
                </a:solidFill>
                <a:latin typeface="+mn-lt"/>
                <a:ea typeface="+mn-ea"/>
                <a:cs typeface="+mn-cs"/>
              </a:defRPr>
            </a:lvl4pPr>
            <a:lvl5pPr marL="1828800" indent="-320040" algn="l" defTabSz="914400" rtl="0" eaLnBrk="1" latinLnBrk="0" hangingPunct="1">
              <a:spcBef>
                <a:spcPct val="20000"/>
              </a:spcBef>
              <a:buClr>
                <a:schemeClr val="accent1"/>
              </a:buClr>
              <a:buFont typeface="Wingdings" pitchFamily="2" charset="2"/>
              <a:buChar char=""/>
              <a:defRPr sz="1600" kern="1200">
                <a:solidFill>
                  <a:schemeClr val="tx1">
                    <a:lumMod val="85000"/>
                    <a:lumOff val="15000"/>
                  </a:schemeClr>
                </a:solidFill>
                <a:latin typeface="+mn-lt"/>
                <a:ea typeface="+mn-ea"/>
                <a:cs typeface="+mn-cs"/>
              </a:defRPr>
            </a:lvl5pPr>
            <a:lvl6pPr marL="2148840" indent="-274320" algn="l" defTabSz="914400" rtl="0" eaLnBrk="1" latinLnBrk="0" hangingPunct="1">
              <a:spcBef>
                <a:spcPts val="400"/>
              </a:spcBef>
              <a:buClr>
                <a:schemeClr val="accent1"/>
              </a:buClr>
              <a:buFont typeface="Wingdings" pitchFamily="2" charset="2"/>
              <a:buChar char=""/>
              <a:defRPr sz="1400" kern="1200">
                <a:solidFill>
                  <a:schemeClr val="tx1"/>
                </a:solidFill>
                <a:latin typeface="+mn-lt"/>
                <a:ea typeface="+mn-ea"/>
                <a:cs typeface="+mn-cs"/>
              </a:defRPr>
            </a:lvl6pPr>
            <a:lvl7pPr marL="2468880" indent="-274320" algn="l" defTabSz="914400" rtl="0" eaLnBrk="1" latinLnBrk="0" hangingPunct="1">
              <a:spcBef>
                <a:spcPts val="400"/>
              </a:spcBef>
              <a:buClr>
                <a:schemeClr val="accent1"/>
              </a:buClr>
              <a:buFont typeface="Wingdings" pitchFamily="2" charset="2"/>
              <a:buChar char=""/>
              <a:defRPr sz="1400" kern="1200">
                <a:solidFill>
                  <a:schemeClr val="tx1"/>
                </a:solidFill>
                <a:latin typeface="+mn-lt"/>
                <a:ea typeface="+mn-ea"/>
                <a:cs typeface="+mn-cs"/>
              </a:defRPr>
            </a:lvl7pPr>
            <a:lvl8pPr marL="2788920" indent="-274320" algn="l" defTabSz="914400" rtl="0" eaLnBrk="1" latinLnBrk="0" hangingPunct="1">
              <a:spcBef>
                <a:spcPts val="400"/>
              </a:spcBef>
              <a:buClr>
                <a:schemeClr val="accent1"/>
              </a:buClr>
              <a:buFont typeface="Wingdings" pitchFamily="2" charset="2"/>
              <a:buChar char=""/>
              <a:defRPr sz="1400" kern="1200">
                <a:solidFill>
                  <a:schemeClr val="tx1"/>
                </a:solidFill>
                <a:latin typeface="+mn-lt"/>
                <a:ea typeface="+mn-ea"/>
                <a:cs typeface="+mn-cs"/>
              </a:defRPr>
            </a:lvl8pPr>
            <a:lvl9pPr marL="3108960" indent="-274320" algn="l" defTabSz="914400" rtl="0" eaLnBrk="1" latinLnBrk="0" hangingPunct="1">
              <a:spcBef>
                <a:spcPts val="400"/>
              </a:spcBef>
              <a:buClr>
                <a:schemeClr val="accent1"/>
              </a:buClr>
              <a:buFont typeface="Wingdings" pitchFamily="2" charset="2"/>
              <a:buChar char=""/>
              <a:defRPr sz="1400" kern="1200">
                <a:solidFill>
                  <a:schemeClr val="tx1"/>
                </a:solidFill>
                <a:latin typeface="+mn-lt"/>
                <a:ea typeface="+mn-ea"/>
                <a:cs typeface="+mn-cs"/>
              </a:defRPr>
            </a:lvl9pPr>
          </a:lstStyle>
          <a:p>
            <a:pPr marL="0" indent="0">
              <a:buFont typeface="Wingdings" pitchFamily="2" charset="2"/>
              <a:buNone/>
            </a:pPr>
            <a:r>
              <a:rPr lang="en-IN" dirty="0"/>
              <a:t> </a:t>
            </a:r>
          </a:p>
          <a:p>
            <a:pPr marL="0" indent="0">
              <a:buFont typeface="Wingdings" pitchFamily="2" charset="2"/>
              <a:buNone/>
            </a:pPr>
            <a:endParaRPr lang="en-IN" dirty="0"/>
          </a:p>
          <a:p>
            <a:pPr marL="0" indent="0">
              <a:buFont typeface="Wingdings" pitchFamily="2" charset="2"/>
              <a:buNone/>
            </a:pPr>
            <a:endParaRPr lang="en-IN" dirty="0"/>
          </a:p>
          <a:p>
            <a:pPr marL="0" indent="0">
              <a:buFont typeface="Wingdings" pitchFamily="2" charset="2"/>
              <a:buNone/>
            </a:pPr>
            <a:endParaRPr lang="en-IN" dirty="0"/>
          </a:p>
          <a:p>
            <a:pPr marL="0" indent="0">
              <a:buFont typeface="Wingdings" pitchFamily="2" charset="2"/>
              <a:buNone/>
            </a:pPr>
            <a:endParaRPr lang="en-IN" dirty="0"/>
          </a:p>
          <a:p>
            <a:pPr marL="0" indent="0">
              <a:buFont typeface="Wingdings" pitchFamily="2" charset="2"/>
              <a:buNone/>
            </a:pPr>
            <a:endParaRPr lang="en-IN" dirty="0"/>
          </a:p>
          <a:p>
            <a:pPr marL="0" indent="0">
              <a:buFont typeface="Wingdings" pitchFamily="2" charset="2"/>
              <a:buNone/>
            </a:pPr>
            <a:endParaRPr lang="en-IN" dirty="0"/>
          </a:p>
        </p:txBody>
      </p:sp>
      <p:sp>
        <p:nvSpPr>
          <p:cNvPr id="19" name="TextBox 18"/>
          <p:cNvSpPr txBox="1"/>
          <p:nvPr/>
        </p:nvSpPr>
        <p:spPr>
          <a:xfrm>
            <a:off x="5251065" y="2635681"/>
            <a:ext cx="740160" cy="369332"/>
          </a:xfrm>
          <a:prstGeom prst="rect">
            <a:avLst/>
          </a:prstGeom>
          <a:noFill/>
          <a:ln>
            <a:solidFill>
              <a:schemeClr val="tx1"/>
            </a:solidFill>
          </a:ln>
        </p:spPr>
        <p:txBody>
          <a:bodyPr wrap="square" rtlCol="0">
            <a:spAutoFit/>
          </a:bodyPr>
          <a:lstStyle/>
          <a:p>
            <a:r>
              <a:rPr lang="en-IN" b="1" dirty="0"/>
              <a:t>  A</a:t>
            </a:r>
          </a:p>
        </p:txBody>
      </p:sp>
      <p:sp>
        <p:nvSpPr>
          <p:cNvPr id="20" name="TextBox 19"/>
          <p:cNvSpPr txBox="1"/>
          <p:nvPr/>
        </p:nvSpPr>
        <p:spPr>
          <a:xfrm>
            <a:off x="6409365" y="2635681"/>
            <a:ext cx="663933" cy="369332"/>
          </a:xfrm>
          <a:prstGeom prst="rect">
            <a:avLst/>
          </a:prstGeom>
          <a:noFill/>
          <a:ln>
            <a:solidFill>
              <a:schemeClr val="tx1"/>
            </a:solidFill>
          </a:ln>
        </p:spPr>
        <p:txBody>
          <a:bodyPr wrap="square" rtlCol="0">
            <a:spAutoFit/>
          </a:bodyPr>
          <a:lstStyle/>
          <a:p>
            <a:r>
              <a:rPr lang="en-IN" b="1" dirty="0"/>
              <a:t>B</a:t>
            </a:r>
          </a:p>
        </p:txBody>
      </p:sp>
      <p:sp>
        <p:nvSpPr>
          <p:cNvPr id="21" name="TextBox 20"/>
          <p:cNvSpPr txBox="1"/>
          <p:nvPr/>
        </p:nvSpPr>
        <p:spPr>
          <a:xfrm>
            <a:off x="5563353" y="3194554"/>
            <a:ext cx="576064" cy="369332"/>
          </a:xfrm>
          <a:prstGeom prst="rect">
            <a:avLst/>
          </a:prstGeom>
          <a:noFill/>
        </p:spPr>
        <p:txBody>
          <a:bodyPr wrap="square" rtlCol="0">
            <a:spAutoFit/>
          </a:bodyPr>
          <a:lstStyle/>
          <a:p>
            <a:r>
              <a:rPr lang="en-IN" dirty="0"/>
              <a:t>2</a:t>
            </a:r>
          </a:p>
        </p:txBody>
      </p:sp>
      <p:sp>
        <p:nvSpPr>
          <p:cNvPr id="22" name="TextBox 21"/>
          <p:cNvSpPr txBox="1"/>
          <p:nvPr/>
        </p:nvSpPr>
        <p:spPr>
          <a:xfrm>
            <a:off x="6459298" y="3194554"/>
            <a:ext cx="576064" cy="369332"/>
          </a:xfrm>
          <a:prstGeom prst="rect">
            <a:avLst/>
          </a:prstGeom>
          <a:noFill/>
        </p:spPr>
        <p:txBody>
          <a:bodyPr wrap="square" rtlCol="0">
            <a:spAutoFit/>
          </a:bodyPr>
          <a:lstStyle/>
          <a:p>
            <a:r>
              <a:rPr lang="en-IN" dirty="0"/>
              <a:t>5</a:t>
            </a:r>
          </a:p>
        </p:txBody>
      </p:sp>
      <p:sp>
        <p:nvSpPr>
          <p:cNvPr id="33" name="TextBox 32"/>
          <p:cNvSpPr txBox="1"/>
          <p:nvPr/>
        </p:nvSpPr>
        <p:spPr>
          <a:xfrm>
            <a:off x="5926493" y="3077645"/>
            <a:ext cx="425849" cy="523220"/>
          </a:xfrm>
          <a:prstGeom prst="rect">
            <a:avLst/>
          </a:prstGeom>
          <a:noFill/>
        </p:spPr>
        <p:txBody>
          <a:bodyPr wrap="square" rtlCol="0">
            <a:spAutoFit/>
          </a:bodyPr>
          <a:lstStyle/>
          <a:p>
            <a:r>
              <a:rPr lang="en-IN" dirty="0"/>
              <a:t> </a:t>
            </a:r>
            <a:r>
              <a:rPr lang="en-IN" sz="2800" b="1" dirty="0"/>
              <a:t>:</a:t>
            </a:r>
            <a:endParaRPr lang="en-IN" b="1" dirty="0"/>
          </a:p>
        </p:txBody>
      </p:sp>
      <p:sp>
        <p:nvSpPr>
          <p:cNvPr id="34" name="TextBox 33"/>
          <p:cNvSpPr txBox="1"/>
          <p:nvPr/>
        </p:nvSpPr>
        <p:spPr>
          <a:xfrm>
            <a:off x="5557355" y="4149080"/>
            <a:ext cx="576064" cy="369332"/>
          </a:xfrm>
          <a:prstGeom prst="rect">
            <a:avLst/>
          </a:prstGeom>
          <a:noFill/>
        </p:spPr>
        <p:txBody>
          <a:bodyPr wrap="square" rtlCol="0">
            <a:spAutoFit/>
          </a:bodyPr>
          <a:lstStyle/>
          <a:p>
            <a:r>
              <a:rPr lang="en-IN" dirty="0"/>
              <a:t>3</a:t>
            </a:r>
          </a:p>
        </p:txBody>
      </p:sp>
      <p:sp>
        <p:nvSpPr>
          <p:cNvPr id="35" name="TextBox 34"/>
          <p:cNvSpPr txBox="1"/>
          <p:nvPr/>
        </p:nvSpPr>
        <p:spPr>
          <a:xfrm>
            <a:off x="6453300" y="4149080"/>
            <a:ext cx="576064" cy="369332"/>
          </a:xfrm>
          <a:prstGeom prst="rect">
            <a:avLst/>
          </a:prstGeom>
          <a:noFill/>
        </p:spPr>
        <p:txBody>
          <a:bodyPr wrap="square" rtlCol="0">
            <a:spAutoFit/>
          </a:bodyPr>
          <a:lstStyle/>
          <a:p>
            <a:r>
              <a:rPr lang="en-IN" dirty="0"/>
              <a:t>6</a:t>
            </a:r>
          </a:p>
        </p:txBody>
      </p:sp>
      <p:sp>
        <p:nvSpPr>
          <p:cNvPr id="36" name="TextBox 35"/>
          <p:cNvSpPr txBox="1"/>
          <p:nvPr/>
        </p:nvSpPr>
        <p:spPr>
          <a:xfrm>
            <a:off x="5920494" y="4072136"/>
            <a:ext cx="425849" cy="523220"/>
          </a:xfrm>
          <a:prstGeom prst="rect">
            <a:avLst/>
          </a:prstGeom>
          <a:noFill/>
        </p:spPr>
        <p:txBody>
          <a:bodyPr wrap="square" rtlCol="0">
            <a:spAutoFit/>
          </a:bodyPr>
          <a:lstStyle/>
          <a:p>
            <a:r>
              <a:rPr lang="en-IN" dirty="0"/>
              <a:t> </a:t>
            </a:r>
            <a:r>
              <a:rPr lang="en-IN" sz="2800" b="1" dirty="0"/>
              <a:t>:</a:t>
            </a:r>
            <a:endParaRPr lang="en-IN" b="1" dirty="0"/>
          </a:p>
        </p:txBody>
      </p:sp>
      <p:sp>
        <p:nvSpPr>
          <p:cNvPr id="37" name="Curved Left Arrow 36"/>
          <p:cNvSpPr/>
          <p:nvPr/>
        </p:nvSpPr>
        <p:spPr>
          <a:xfrm>
            <a:off x="6819338" y="3339255"/>
            <a:ext cx="282034" cy="994491"/>
          </a:xfrm>
          <a:prstGeom prst="curvedLeft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IN" dirty="0">
                <a:solidFill>
                  <a:schemeClr val="tx1"/>
                </a:solidFill>
              </a:rPr>
              <a:t>  </a:t>
            </a:r>
          </a:p>
        </p:txBody>
      </p:sp>
      <p:sp>
        <p:nvSpPr>
          <p:cNvPr id="38" name="Curved Left Arrow 37"/>
          <p:cNvSpPr/>
          <p:nvPr/>
        </p:nvSpPr>
        <p:spPr>
          <a:xfrm flipH="1">
            <a:off x="5282252" y="3339254"/>
            <a:ext cx="311506" cy="994491"/>
          </a:xfrm>
          <a:prstGeom prst="curvedLeft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solidFill>
                <a:schemeClr val="tx1"/>
              </a:solidFill>
            </a:endParaRPr>
          </a:p>
        </p:txBody>
      </p:sp>
      <p:sp>
        <p:nvSpPr>
          <p:cNvPr id="39" name="TextBox 38"/>
          <p:cNvSpPr txBox="1"/>
          <p:nvPr/>
        </p:nvSpPr>
        <p:spPr>
          <a:xfrm>
            <a:off x="4437076" y="3563886"/>
            <a:ext cx="769884" cy="369332"/>
          </a:xfrm>
          <a:prstGeom prst="rect">
            <a:avLst/>
          </a:prstGeom>
          <a:noFill/>
          <a:ln>
            <a:solidFill>
              <a:schemeClr val="tx1"/>
            </a:solidFill>
          </a:ln>
        </p:spPr>
        <p:txBody>
          <a:bodyPr wrap="square" rtlCol="0">
            <a:spAutoFit/>
          </a:bodyPr>
          <a:lstStyle/>
          <a:p>
            <a:r>
              <a:rPr lang="en-IN" dirty="0"/>
              <a:t>  1R</a:t>
            </a:r>
          </a:p>
        </p:txBody>
      </p:sp>
      <p:sp>
        <p:nvSpPr>
          <p:cNvPr id="40" name="TextBox 39"/>
          <p:cNvSpPr txBox="1"/>
          <p:nvPr/>
        </p:nvSpPr>
        <p:spPr>
          <a:xfrm>
            <a:off x="7173380" y="3600865"/>
            <a:ext cx="648072" cy="369332"/>
          </a:xfrm>
          <a:prstGeom prst="rect">
            <a:avLst/>
          </a:prstGeom>
          <a:noFill/>
          <a:ln>
            <a:solidFill>
              <a:schemeClr val="tx1"/>
            </a:solidFill>
          </a:ln>
        </p:spPr>
        <p:txBody>
          <a:bodyPr wrap="square" rtlCol="0">
            <a:spAutoFit/>
          </a:bodyPr>
          <a:lstStyle/>
          <a:p>
            <a:r>
              <a:rPr lang="en-IN" dirty="0"/>
              <a:t> 1R</a:t>
            </a:r>
          </a:p>
        </p:txBody>
      </p:sp>
      <p:sp>
        <p:nvSpPr>
          <p:cNvPr id="3" name="Block Arc 2"/>
          <p:cNvSpPr/>
          <p:nvPr/>
        </p:nvSpPr>
        <p:spPr>
          <a:xfrm>
            <a:off x="1491318" y="2972922"/>
            <a:ext cx="1096812" cy="374207"/>
          </a:xfrm>
          <a:prstGeom prst="blockArc">
            <a:avLst/>
          </a:prstGeom>
          <a:solidFill>
            <a:srgbClr val="00B0F0"/>
          </a:solid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solidFill>
                <a:schemeClr val="tx1"/>
              </a:solidFill>
            </a:endParaRPr>
          </a:p>
        </p:txBody>
      </p:sp>
      <p:sp>
        <p:nvSpPr>
          <p:cNvPr id="41" name="TextBox 40"/>
          <p:cNvSpPr txBox="1"/>
          <p:nvPr/>
        </p:nvSpPr>
        <p:spPr>
          <a:xfrm>
            <a:off x="1783557" y="2643547"/>
            <a:ext cx="452344" cy="369332"/>
          </a:xfrm>
          <a:prstGeom prst="rect">
            <a:avLst/>
          </a:prstGeom>
          <a:noFill/>
          <a:ln>
            <a:solidFill>
              <a:schemeClr val="tx1"/>
            </a:solidFill>
          </a:ln>
        </p:spPr>
        <p:txBody>
          <a:bodyPr wrap="square" rtlCol="0">
            <a:spAutoFit/>
          </a:bodyPr>
          <a:lstStyle/>
          <a:p>
            <a:r>
              <a:rPr lang="en-IN" dirty="0"/>
              <a:t> 3</a:t>
            </a:r>
          </a:p>
        </p:txBody>
      </p:sp>
      <p:sp>
        <p:nvSpPr>
          <p:cNvPr id="42" name="Block Arc 41"/>
          <p:cNvSpPr/>
          <p:nvPr/>
        </p:nvSpPr>
        <p:spPr>
          <a:xfrm rot="10800000">
            <a:off x="1491318" y="4333746"/>
            <a:ext cx="1096812" cy="374207"/>
          </a:xfrm>
          <a:prstGeom prst="blockArc">
            <a:avLst/>
          </a:prstGeom>
          <a:solidFill>
            <a:srgbClr val="00B0F0"/>
          </a:solid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solidFill>
                <a:schemeClr val="tx1"/>
              </a:solidFill>
            </a:endParaRPr>
          </a:p>
        </p:txBody>
      </p:sp>
      <p:sp>
        <p:nvSpPr>
          <p:cNvPr id="43" name="TextBox 42"/>
          <p:cNvSpPr txBox="1"/>
          <p:nvPr/>
        </p:nvSpPr>
        <p:spPr>
          <a:xfrm>
            <a:off x="1816051" y="4705098"/>
            <a:ext cx="452344" cy="369332"/>
          </a:xfrm>
          <a:prstGeom prst="rect">
            <a:avLst/>
          </a:prstGeom>
          <a:noFill/>
          <a:ln>
            <a:solidFill>
              <a:schemeClr val="tx1"/>
            </a:solidFill>
          </a:ln>
        </p:spPr>
        <p:txBody>
          <a:bodyPr wrap="square" rtlCol="0">
            <a:spAutoFit/>
          </a:bodyPr>
          <a:lstStyle/>
          <a:p>
            <a:r>
              <a:rPr lang="en-IN" dirty="0"/>
              <a:t> 1</a:t>
            </a:r>
          </a:p>
        </p:txBody>
      </p:sp>
      <p:cxnSp>
        <p:nvCxnSpPr>
          <p:cNvPr id="5" name="Straight Arrow Connector 4"/>
          <p:cNvCxnSpPr>
            <a:stCxn id="41" idx="2"/>
          </p:cNvCxnSpPr>
          <p:nvPr/>
        </p:nvCxnSpPr>
        <p:spPr>
          <a:xfrm>
            <a:off x="2009729" y="3012879"/>
            <a:ext cx="474039" cy="1136201"/>
          </a:xfrm>
          <a:prstGeom prst="straightConnector1">
            <a:avLst/>
          </a:prstGeom>
          <a:ln w="38100">
            <a:solidFill>
              <a:srgbClr val="FF0000"/>
            </a:solidFill>
            <a:tailEnd type="arrow"/>
          </a:ln>
        </p:spPr>
        <p:style>
          <a:lnRef idx="1">
            <a:schemeClr val="accent1"/>
          </a:lnRef>
          <a:fillRef idx="0">
            <a:schemeClr val="accent1"/>
          </a:fillRef>
          <a:effectRef idx="0">
            <a:schemeClr val="accent1"/>
          </a:effectRef>
          <a:fontRef idx="minor">
            <a:schemeClr val="tx1"/>
          </a:fontRef>
        </p:style>
      </p:cxnSp>
      <p:cxnSp>
        <p:nvCxnSpPr>
          <p:cNvPr id="44" name="Straight Arrow Connector 43"/>
          <p:cNvCxnSpPr/>
          <p:nvPr/>
        </p:nvCxnSpPr>
        <p:spPr>
          <a:xfrm flipH="1">
            <a:off x="1619672" y="3012879"/>
            <a:ext cx="376103" cy="1136201"/>
          </a:xfrm>
          <a:prstGeom prst="straightConnector1">
            <a:avLst/>
          </a:prstGeom>
          <a:ln w="38100">
            <a:solidFill>
              <a:srgbClr val="FF0000"/>
            </a:solidFill>
            <a:tailEnd type="arrow"/>
          </a:ln>
        </p:spPr>
        <p:style>
          <a:lnRef idx="1">
            <a:schemeClr val="accent1"/>
          </a:lnRef>
          <a:fillRef idx="0">
            <a:schemeClr val="accent1"/>
          </a:fillRef>
          <a:effectRef idx="0">
            <a:schemeClr val="accent1"/>
          </a:effectRef>
          <a:fontRef idx="minor">
            <a:schemeClr val="tx1"/>
          </a:fontRef>
        </p:style>
      </p:cxnSp>
      <p:cxnSp>
        <p:nvCxnSpPr>
          <p:cNvPr id="9" name="Straight Arrow Connector 8"/>
          <p:cNvCxnSpPr/>
          <p:nvPr/>
        </p:nvCxnSpPr>
        <p:spPr>
          <a:xfrm flipV="1">
            <a:off x="1531572" y="3451570"/>
            <a:ext cx="0" cy="769859"/>
          </a:xfrm>
          <a:prstGeom prst="straightConnector1">
            <a:avLst/>
          </a:prstGeom>
          <a:ln w="57150">
            <a:solidFill>
              <a:srgbClr val="FF0000"/>
            </a:solidFill>
            <a:tailEnd type="arrow"/>
          </a:ln>
        </p:spPr>
        <p:style>
          <a:lnRef idx="1">
            <a:schemeClr val="accent1"/>
          </a:lnRef>
          <a:fillRef idx="0">
            <a:schemeClr val="accent1"/>
          </a:fillRef>
          <a:effectRef idx="0">
            <a:schemeClr val="accent1"/>
          </a:effectRef>
          <a:fontRef idx="minor">
            <a:schemeClr val="tx1"/>
          </a:fontRef>
        </p:style>
      </p:cxnSp>
      <p:cxnSp>
        <p:nvCxnSpPr>
          <p:cNvPr id="45" name="Straight Arrow Connector 44"/>
          <p:cNvCxnSpPr/>
          <p:nvPr/>
        </p:nvCxnSpPr>
        <p:spPr>
          <a:xfrm flipV="1">
            <a:off x="2586820" y="3451569"/>
            <a:ext cx="0" cy="769859"/>
          </a:xfrm>
          <a:prstGeom prst="straightConnector1">
            <a:avLst/>
          </a:prstGeom>
          <a:ln w="57150">
            <a:solidFill>
              <a:srgbClr val="FF0000"/>
            </a:solidFill>
            <a:tailEnd type="arrow"/>
          </a:ln>
        </p:spPr>
        <p:style>
          <a:lnRef idx="1">
            <a:schemeClr val="accent1"/>
          </a:lnRef>
          <a:fillRef idx="0">
            <a:schemeClr val="accent1"/>
          </a:fillRef>
          <a:effectRef idx="0">
            <a:schemeClr val="accent1"/>
          </a:effectRef>
          <a:fontRef idx="minor">
            <a:schemeClr val="tx1"/>
          </a:fontRef>
        </p:style>
      </p:cxnSp>
      <p:sp>
        <p:nvSpPr>
          <p:cNvPr id="15" name="TextBox 14"/>
          <p:cNvSpPr txBox="1"/>
          <p:nvPr/>
        </p:nvSpPr>
        <p:spPr>
          <a:xfrm>
            <a:off x="5206960" y="4889764"/>
            <a:ext cx="3514330" cy="1200329"/>
          </a:xfrm>
          <a:prstGeom prst="rect">
            <a:avLst/>
          </a:prstGeom>
          <a:noFill/>
        </p:spPr>
        <p:txBody>
          <a:bodyPr wrap="square" rtlCol="0">
            <a:spAutoFit/>
          </a:bodyPr>
          <a:lstStyle/>
          <a:p>
            <a:r>
              <a:rPr lang="en-IN" sz="2400" b="1" dirty="0"/>
              <a:t>1R = 8</a:t>
            </a:r>
          </a:p>
          <a:p>
            <a:r>
              <a:rPr lang="en-IN" sz="2400" b="1" dirty="0"/>
              <a:t>B’s age = 5(8)</a:t>
            </a:r>
          </a:p>
          <a:p>
            <a:r>
              <a:rPr lang="en-IN" sz="2400" b="1" dirty="0"/>
              <a:t>	  </a:t>
            </a:r>
            <a:r>
              <a:rPr lang="en-IN" sz="2400" b="1" dirty="0">
                <a:solidFill>
                  <a:srgbClr val="00B050"/>
                </a:solidFill>
              </a:rPr>
              <a:t>= 40 years</a:t>
            </a:r>
          </a:p>
        </p:txBody>
      </p:sp>
    </p:spTree>
    <p:extLst>
      <p:ext uri="{BB962C8B-B14F-4D97-AF65-F5344CB8AC3E}">
        <p14:creationId xmlns:p14="http://schemas.microsoft.com/office/powerpoint/2010/main" val="332080769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12"/>
                                        </p:tgtEl>
                                        <p:attrNameLst>
                                          <p:attrName>style.visibility</p:attrName>
                                        </p:attrNameLst>
                                      </p:cBhvr>
                                      <p:to>
                                        <p:strVal val="visible"/>
                                      </p:to>
                                    </p:set>
                                    <p:animEffect transition="in" filter="fade">
                                      <p:cBhvr>
                                        <p:cTn id="7" dur="500"/>
                                        <p:tgtEl>
                                          <p:spTgt spid="12"/>
                                        </p:tgtEl>
                                      </p:cBhvr>
                                    </p:animEffect>
                                  </p:childTnLst>
                                </p:cTn>
                              </p:par>
                              <p:par>
                                <p:cTn id="8" presetID="10" presetClass="entr" presetSubtype="0" fill="hold" grpId="0" nodeType="withEffect">
                                  <p:stCondLst>
                                    <p:cond delay="0"/>
                                  </p:stCondLst>
                                  <p:childTnLst>
                                    <p:set>
                                      <p:cBhvr>
                                        <p:cTn id="9" dur="1" fill="hold">
                                          <p:stCondLst>
                                            <p:cond delay="0"/>
                                          </p:stCondLst>
                                        </p:cTn>
                                        <p:tgtEl>
                                          <p:spTgt spid="13"/>
                                        </p:tgtEl>
                                        <p:attrNameLst>
                                          <p:attrName>style.visibility</p:attrName>
                                        </p:attrNameLst>
                                      </p:cBhvr>
                                      <p:to>
                                        <p:strVal val="visible"/>
                                      </p:to>
                                    </p:set>
                                    <p:animEffect transition="in" filter="fade">
                                      <p:cBhvr>
                                        <p:cTn id="10" dur="500"/>
                                        <p:tgtEl>
                                          <p:spTgt spid="13"/>
                                        </p:tgtEl>
                                      </p:cBhvr>
                                    </p:animEffect>
                                  </p:childTnLst>
                                </p:cTn>
                              </p:par>
                              <p:par>
                                <p:cTn id="11" presetID="10" presetClass="entr" presetSubtype="0" fill="hold" grpId="0" nodeType="withEffect">
                                  <p:stCondLst>
                                    <p:cond delay="0"/>
                                  </p:stCondLst>
                                  <p:childTnLst>
                                    <p:set>
                                      <p:cBhvr>
                                        <p:cTn id="12" dur="1" fill="hold">
                                          <p:stCondLst>
                                            <p:cond delay="0"/>
                                          </p:stCondLst>
                                        </p:cTn>
                                        <p:tgtEl>
                                          <p:spTgt spid="17"/>
                                        </p:tgtEl>
                                        <p:attrNameLst>
                                          <p:attrName>style.visibility</p:attrName>
                                        </p:attrNameLst>
                                      </p:cBhvr>
                                      <p:to>
                                        <p:strVal val="visible"/>
                                      </p:to>
                                    </p:set>
                                    <p:animEffect transition="in" filter="fade">
                                      <p:cBhvr>
                                        <p:cTn id="13" dur="500"/>
                                        <p:tgtEl>
                                          <p:spTgt spid="17"/>
                                        </p:tgtEl>
                                      </p:cBhvr>
                                    </p:animEffect>
                                  </p:childTnLst>
                                </p:cTn>
                              </p:par>
                              <p:par>
                                <p:cTn id="14" presetID="10" presetClass="entr" presetSubtype="0" fill="hold" grpId="0" nodeType="withEffect">
                                  <p:stCondLst>
                                    <p:cond delay="0"/>
                                  </p:stCondLst>
                                  <p:childTnLst>
                                    <p:set>
                                      <p:cBhvr>
                                        <p:cTn id="15" dur="1" fill="hold">
                                          <p:stCondLst>
                                            <p:cond delay="0"/>
                                          </p:stCondLst>
                                        </p:cTn>
                                        <p:tgtEl>
                                          <p:spTgt spid="14"/>
                                        </p:tgtEl>
                                        <p:attrNameLst>
                                          <p:attrName>style.visibility</p:attrName>
                                        </p:attrNameLst>
                                      </p:cBhvr>
                                      <p:to>
                                        <p:strVal val="visible"/>
                                      </p:to>
                                    </p:set>
                                    <p:animEffect transition="in" filter="fade">
                                      <p:cBhvr>
                                        <p:cTn id="16" dur="500"/>
                                        <p:tgtEl>
                                          <p:spTgt spid="14"/>
                                        </p:tgtEl>
                                      </p:cBhvr>
                                    </p:animEffect>
                                  </p:childTnLst>
                                </p:cTn>
                              </p:par>
                              <p:par>
                                <p:cTn id="17" presetID="10" presetClass="entr" presetSubtype="0" fill="hold" grpId="0" nodeType="withEffect">
                                  <p:stCondLst>
                                    <p:cond delay="0"/>
                                  </p:stCondLst>
                                  <p:childTnLst>
                                    <p:set>
                                      <p:cBhvr>
                                        <p:cTn id="18" dur="1" fill="hold">
                                          <p:stCondLst>
                                            <p:cond delay="0"/>
                                          </p:stCondLst>
                                        </p:cTn>
                                        <p:tgtEl>
                                          <p:spTgt spid="25"/>
                                        </p:tgtEl>
                                        <p:attrNameLst>
                                          <p:attrName>style.visibility</p:attrName>
                                        </p:attrNameLst>
                                      </p:cBhvr>
                                      <p:to>
                                        <p:strVal val="visible"/>
                                      </p:to>
                                    </p:set>
                                    <p:animEffect transition="in" filter="fade">
                                      <p:cBhvr>
                                        <p:cTn id="19" dur="500"/>
                                        <p:tgtEl>
                                          <p:spTgt spid="25"/>
                                        </p:tgtEl>
                                      </p:cBhvr>
                                    </p:animEffect>
                                  </p:childTnLst>
                                </p:cTn>
                              </p:par>
                              <p:par>
                                <p:cTn id="20" presetID="10" presetClass="entr" presetSubtype="0" fill="hold" grpId="0" nodeType="withEffect">
                                  <p:stCondLst>
                                    <p:cond delay="0"/>
                                  </p:stCondLst>
                                  <p:childTnLst>
                                    <p:set>
                                      <p:cBhvr>
                                        <p:cTn id="21" dur="1" fill="hold">
                                          <p:stCondLst>
                                            <p:cond delay="0"/>
                                          </p:stCondLst>
                                        </p:cTn>
                                        <p:tgtEl>
                                          <p:spTgt spid="27"/>
                                        </p:tgtEl>
                                        <p:attrNameLst>
                                          <p:attrName>style.visibility</p:attrName>
                                        </p:attrNameLst>
                                      </p:cBhvr>
                                      <p:to>
                                        <p:strVal val="visible"/>
                                      </p:to>
                                    </p:set>
                                    <p:animEffect transition="in" filter="fade">
                                      <p:cBhvr>
                                        <p:cTn id="22" dur="500"/>
                                        <p:tgtEl>
                                          <p:spTgt spid="27"/>
                                        </p:tgtEl>
                                      </p:cBhvr>
                                    </p:animEffect>
                                  </p:childTnLst>
                                </p:cTn>
                              </p:par>
                              <p:par>
                                <p:cTn id="23" presetID="10" presetClass="entr" presetSubtype="0" fill="hold" grpId="0" nodeType="withEffect">
                                  <p:stCondLst>
                                    <p:cond delay="0"/>
                                  </p:stCondLst>
                                  <p:childTnLst>
                                    <p:set>
                                      <p:cBhvr>
                                        <p:cTn id="24" dur="1" fill="hold">
                                          <p:stCondLst>
                                            <p:cond delay="0"/>
                                          </p:stCondLst>
                                        </p:cTn>
                                        <p:tgtEl>
                                          <p:spTgt spid="26"/>
                                        </p:tgtEl>
                                        <p:attrNameLst>
                                          <p:attrName>style.visibility</p:attrName>
                                        </p:attrNameLst>
                                      </p:cBhvr>
                                      <p:to>
                                        <p:strVal val="visible"/>
                                      </p:to>
                                    </p:set>
                                    <p:animEffect transition="in" filter="fade">
                                      <p:cBhvr>
                                        <p:cTn id="25" dur="500"/>
                                        <p:tgtEl>
                                          <p:spTgt spid="26"/>
                                        </p:tgtEl>
                                      </p:cBhvr>
                                    </p:animEffect>
                                  </p:childTnLst>
                                </p:cTn>
                              </p:par>
                            </p:childTnLst>
                          </p:cTn>
                        </p:par>
                      </p:childTnLst>
                    </p:cTn>
                  </p:par>
                  <p:par>
                    <p:cTn id="26" fill="hold">
                      <p:stCondLst>
                        <p:cond delay="indefinite"/>
                      </p:stCondLst>
                      <p:childTnLst>
                        <p:par>
                          <p:cTn id="27" fill="hold">
                            <p:stCondLst>
                              <p:cond delay="0"/>
                            </p:stCondLst>
                            <p:childTnLst>
                              <p:par>
                                <p:cTn id="28" presetID="10" presetClass="entr" presetSubtype="0" fill="hold" grpId="0" nodeType="clickEffect">
                                  <p:stCondLst>
                                    <p:cond delay="0"/>
                                  </p:stCondLst>
                                  <p:childTnLst>
                                    <p:set>
                                      <p:cBhvr>
                                        <p:cTn id="29" dur="1" fill="hold">
                                          <p:stCondLst>
                                            <p:cond delay="0"/>
                                          </p:stCondLst>
                                        </p:cTn>
                                        <p:tgtEl>
                                          <p:spTgt spid="29"/>
                                        </p:tgtEl>
                                        <p:attrNameLst>
                                          <p:attrName>style.visibility</p:attrName>
                                        </p:attrNameLst>
                                      </p:cBhvr>
                                      <p:to>
                                        <p:strVal val="visible"/>
                                      </p:to>
                                    </p:set>
                                    <p:animEffect transition="in" filter="fade">
                                      <p:cBhvr>
                                        <p:cTn id="30" dur="500"/>
                                        <p:tgtEl>
                                          <p:spTgt spid="29"/>
                                        </p:tgtEl>
                                      </p:cBhvr>
                                    </p:animEffect>
                                  </p:childTnLst>
                                </p:cTn>
                              </p:par>
                              <p:par>
                                <p:cTn id="31" presetID="10" presetClass="entr" presetSubtype="0" fill="hold" grpId="0" nodeType="withEffect">
                                  <p:stCondLst>
                                    <p:cond delay="0"/>
                                  </p:stCondLst>
                                  <p:childTnLst>
                                    <p:set>
                                      <p:cBhvr>
                                        <p:cTn id="32" dur="1" fill="hold">
                                          <p:stCondLst>
                                            <p:cond delay="0"/>
                                          </p:stCondLst>
                                        </p:cTn>
                                        <p:tgtEl>
                                          <p:spTgt spid="28"/>
                                        </p:tgtEl>
                                        <p:attrNameLst>
                                          <p:attrName>style.visibility</p:attrName>
                                        </p:attrNameLst>
                                      </p:cBhvr>
                                      <p:to>
                                        <p:strVal val="visible"/>
                                      </p:to>
                                    </p:set>
                                    <p:animEffect transition="in" filter="fade">
                                      <p:cBhvr>
                                        <p:cTn id="33" dur="500"/>
                                        <p:tgtEl>
                                          <p:spTgt spid="28"/>
                                        </p:tgtEl>
                                      </p:cBhvr>
                                    </p:animEffect>
                                  </p:childTnLst>
                                </p:cTn>
                              </p:par>
                            </p:childTnLst>
                          </p:cTn>
                        </p:par>
                      </p:childTnLst>
                    </p:cTn>
                  </p:par>
                  <p:par>
                    <p:cTn id="34" fill="hold">
                      <p:stCondLst>
                        <p:cond delay="indefinite"/>
                      </p:stCondLst>
                      <p:childTnLst>
                        <p:par>
                          <p:cTn id="35" fill="hold">
                            <p:stCondLst>
                              <p:cond delay="0"/>
                            </p:stCondLst>
                            <p:childTnLst>
                              <p:par>
                                <p:cTn id="36" presetID="10" presetClass="entr" presetSubtype="0" fill="hold" grpId="0" nodeType="clickEffect">
                                  <p:stCondLst>
                                    <p:cond delay="0"/>
                                  </p:stCondLst>
                                  <p:childTnLst>
                                    <p:set>
                                      <p:cBhvr>
                                        <p:cTn id="37" dur="1" fill="hold">
                                          <p:stCondLst>
                                            <p:cond delay="0"/>
                                          </p:stCondLst>
                                        </p:cTn>
                                        <p:tgtEl>
                                          <p:spTgt spid="31"/>
                                        </p:tgtEl>
                                        <p:attrNameLst>
                                          <p:attrName>style.visibility</p:attrName>
                                        </p:attrNameLst>
                                      </p:cBhvr>
                                      <p:to>
                                        <p:strVal val="visible"/>
                                      </p:to>
                                    </p:set>
                                    <p:animEffect transition="in" filter="fade">
                                      <p:cBhvr>
                                        <p:cTn id="38" dur="500"/>
                                        <p:tgtEl>
                                          <p:spTgt spid="31"/>
                                        </p:tgtEl>
                                      </p:cBhvr>
                                    </p:animEffect>
                                  </p:childTnLst>
                                </p:cTn>
                              </p:par>
                              <p:par>
                                <p:cTn id="39" presetID="10" presetClass="entr" presetSubtype="0" fill="hold" grpId="0" nodeType="withEffect">
                                  <p:stCondLst>
                                    <p:cond delay="0"/>
                                  </p:stCondLst>
                                  <p:childTnLst>
                                    <p:set>
                                      <p:cBhvr>
                                        <p:cTn id="40" dur="1" fill="hold">
                                          <p:stCondLst>
                                            <p:cond delay="0"/>
                                          </p:stCondLst>
                                        </p:cTn>
                                        <p:tgtEl>
                                          <p:spTgt spid="30"/>
                                        </p:tgtEl>
                                        <p:attrNameLst>
                                          <p:attrName>style.visibility</p:attrName>
                                        </p:attrNameLst>
                                      </p:cBhvr>
                                      <p:to>
                                        <p:strVal val="visible"/>
                                      </p:to>
                                    </p:set>
                                    <p:animEffect transition="in" filter="fade">
                                      <p:cBhvr>
                                        <p:cTn id="41" dur="500"/>
                                        <p:tgtEl>
                                          <p:spTgt spid="30"/>
                                        </p:tgtEl>
                                      </p:cBhvr>
                                    </p:animEffect>
                                  </p:childTnLst>
                                </p:cTn>
                              </p:par>
                            </p:childTnLst>
                          </p:cTn>
                        </p:par>
                      </p:childTnLst>
                    </p:cTn>
                  </p:par>
                  <p:par>
                    <p:cTn id="42" fill="hold">
                      <p:stCondLst>
                        <p:cond delay="indefinite"/>
                      </p:stCondLst>
                      <p:childTnLst>
                        <p:par>
                          <p:cTn id="43" fill="hold">
                            <p:stCondLst>
                              <p:cond delay="0"/>
                            </p:stCondLst>
                            <p:childTnLst>
                              <p:par>
                                <p:cTn id="44" presetID="10" presetClass="entr" presetSubtype="0" fill="hold" grpId="0" nodeType="clickEffect">
                                  <p:stCondLst>
                                    <p:cond delay="0"/>
                                  </p:stCondLst>
                                  <p:childTnLst>
                                    <p:set>
                                      <p:cBhvr>
                                        <p:cTn id="45" dur="1" fill="hold">
                                          <p:stCondLst>
                                            <p:cond delay="0"/>
                                          </p:stCondLst>
                                        </p:cTn>
                                        <p:tgtEl>
                                          <p:spTgt spid="3"/>
                                        </p:tgtEl>
                                        <p:attrNameLst>
                                          <p:attrName>style.visibility</p:attrName>
                                        </p:attrNameLst>
                                      </p:cBhvr>
                                      <p:to>
                                        <p:strVal val="visible"/>
                                      </p:to>
                                    </p:set>
                                    <p:animEffect transition="in" filter="fade">
                                      <p:cBhvr>
                                        <p:cTn id="46" dur="500"/>
                                        <p:tgtEl>
                                          <p:spTgt spid="3"/>
                                        </p:tgtEl>
                                      </p:cBhvr>
                                    </p:animEffect>
                                  </p:childTnLst>
                                </p:cTn>
                              </p:par>
                            </p:childTnLst>
                          </p:cTn>
                        </p:par>
                      </p:childTnLst>
                    </p:cTn>
                  </p:par>
                  <p:par>
                    <p:cTn id="47" fill="hold">
                      <p:stCondLst>
                        <p:cond delay="indefinite"/>
                      </p:stCondLst>
                      <p:childTnLst>
                        <p:par>
                          <p:cTn id="48" fill="hold">
                            <p:stCondLst>
                              <p:cond delay="0"/>
                            </p:stCondLst>
                            <p:childTnLst>
                              <p:par>
                                <p:cTn id="49" presetID="10" presetClass="entr" presetSubtype="0" fill="hold" grpId="0" nodeType="clickEffect">
                                  <p:stCondLst>
                                    <p:cond delay="0"/>
                                  </p:stCondLst>
                                  <p:childTnLst>
                                    <p:set>
                                      <p:cBhvr>
                                        <p:cTn id="50" dur="1" fill="hold">
                                          <p:stCondLst>
                                            <p:cond delay="0"/>
                                          </p:stCondLst>
                                        </p:cTn>
                                        <p:tgtEl>
                                          <p:spTgt spid="41"/>
                                        </p:tgtEl>
                                        <p:attrNameLst>
                                          <p:attrName>style.visibility</p:attrName>
                                        </p:attrNameLst>
                                      </p:cBhvr>
                                      <p:to>
                                        <p:strVal val="visible"/>
                                      </p:to>
                                    </p:set>
                                    <p:animEffect transition="in" filter="fade">
                                      <p:cBhvr>
                                        <p:cTn id="51" dur="500"/>
                                        <p:tgtEl>
                                          <p:spTgt spid="41"/>
                                        </p:tgtEl>
                                      </p:cBhvr>
                                    </p:animEffect>
                                  </p:childTnLst>
                                </p:cTn>
                              </p:par>
                            </p:childTnLst>
                          </p:cTn>
                        </p:par>
                      </p:childTnLst>
                    </p:cTn>
                  </p:par>
                  <p:par>
                    <p:cTn id="52" fill="hold">
                      <p:stCondLst>
                        <p:cond delay="indefinite"/>
                      </p:stCondLst>
                      <p:childTnLst>
                        <p:par>
                          <p:cTn id="53" fill="hold">
                            <p:stCondLst>
                              <p:cond delay="0"/>
                            </p:stCondLst>
                            <p:childTnLst>
                              <p:par>
                                <p:cTn id="54" presetID="10" presetClass="entr" presetSubtype="0" fill="hold" nodeType="clickEffect">
                                  <p:stCondLst>
                                    <p:cond delay="0"/>
                                  </p:stCondLst>
                                  <p:childTnLst>
                                    <p:set>
                                      <p:cBhvr>
                                        <p:cTn id="55" dur="1" fill="hold">
                                          <p:stCondLst>
                                            <p:cond delay="0"/>
                                          </p:stCondLst>
                                        </p:cTn>
                                        <p:tgtEl>
                                          <p:spTgt spid="44"/>
                                        </p:tgtEl>
                                        <p:attrNameLst>
                                          <p:attrName>style.visibility</p:attrName>
                                        </p:attrNameLst>
                                      </p:cBhvr>
                                      <p:to>
                                        <p:strVal val="visible"/>
                                      </p:to>
                                    </p:set>
                                    <p:animEffect transition="in" filter="fade">
                                      <p:cBhvr>
                                        <p:cTn id="56" dur="500"/>
                                        <p:tgtEl>
                                          <p:spTgt spid="44"/>
                                        </p:tgtEl>
                                      </p:cBhvr>
                                    </p:animEffect>
                                  </p:childTnLst>
                                </p:cTn>
                              </p:par>
                              <p:par>
                                <p:cTn id="57" presetID="10" presetClass="entr" presetSubtype="0" fill="hold" nodeType="withEffect">
                                  <p:stCondLst>
                                    <p:cond delay="0"/>
                                  </p:stCondLst>
                                  <p:childTnLst>
                                    <p:set>
                                      <p:cBhvr>
                                        <p:cTn id="58" dur="1" fill="hold">
                                          <p:stCondLst>
                                            <p:cond delay="0"/>
                                          </p:stCondLst>
                                        </p:cTn>
                                        <p:tgtEl>
                                          <p:spTgt spid="5"/>
                                        </p:tgtEl>
                                        <p:attrNameLst>
                                          <p:attrName>style.visibility</p:attrName>
                                        </p:attrNameLst>
                                      </p:cBhvr>
                                      <p:to>
                                        <p:strVal val="visible"/>
                                      </p:to>
                                    </p:set>
                                    <p:animEffect transition="in" filter="fade">
                                      <p:cBhvr>
                                        <p:cTn id="59" dur="500"/>
                                        <p:tgtEl>
                                          <p:spTgt spid="5"/>
                                        </p:tgtEl>
                                      </p:cBhvr>
                                    </p:animEffect>
                                  </p:childTnLst>
                                </p:cTn>
                              </p:par>
                              <p:par>
                                <p:cTn id="60" presetID="10" presetClass="entr" presetSubtype="0" fill="hold" grpId="0" nodeType="withEffect">
                                  <p:stCondLst>
                                    <p:cond delay="0"/>
                                  </p:stCondLst>
                                  <p:childTnLst>
                                    <p:set>
                                      <p:cBhvr>
                                        <p:cTn id="61" dur="1" fill="hold">
                                          <p:stCondLst>
                                            <p:cond delay="0"/>
                                          </p:stCondLst>
                                        </p:cTn>
                                        <p:tgtEl>
                                          <p:spTgt spid="34"/>
                                        </p:tgtEl>
                                        <p:attrNameLst>
                                          <p:attrName>style.visibility</p:attrName>
                                        </p:attrNameLst>
                                      </p:cBhvr>
                                      <p:to>
                                        <p:strVal val="visible"/>
                                      </p:to>
                                    </p:set>
                                    <p:animEffect transition="in" filter="fade">
                                      <p:cBhvr>
                                        <p:cTn id="62" dur="500"/>
                                        <p:tgtEl>
                                          <p:spTgt spid="34"/>
                                        </p:tgtEl>
                                      </p:cBhvr>
                                    </p:animEffect>
                                  </p:childTnLst>
                                </p:cTn>
                              </p:par>
                              <p:par>
                                <p:cTn id="63" presetID="10" presetClass="entr" presetSubtype="0" fill="hold" grpId="0" nodeType="withEffect">
                                  <p:stCondLst>
                                    <p:cond delay="0"/>
                                  </p:stCondLst>
                                  <p:childTnLst>
                                    <p:set>
                                      <p:cBhvr>
                                        <p:cTn id="64" dur="1" fill="hold">
                                          <p:stCondLst>
                                            <p:cond delay="0"/>
                                          </p:stCondLst>
                                        </p:cTn>
                                        <p:tgtEl>
                                          <p:spTgt spid="36"/>
                                        </p:tgtEl>
                                        <p:attrNameLst>
                                          <p:attrName>style.visibility</p:attrName>
                                        </p:attrNameLst>
                                      </p:cBhvr>
                                      <p:to>
                                        <p:strVal val="visible"/>
                                      </p:to>
                                    </p:set>
                                    <p:animEffect transition="in" filter="fade">
                                      <p:cBhvr>
                                        <p:cTn id="65" dur="500"/>
                                        <p:tgtEl>
                                          <p:spTgt spid="36"/>
                                        </p:tgtEl>
                                      </p:cBhvr>
                                    </p:animEffect>
                                  </p:childTnLst>
                                </p:cTn>
                              </p:par>
                              <p:par>
                                <p:cTn id="66" presetID="10" presetClass="entr" presetSubtype="0" fill="hold" grpId="0" nodeType="withEffect">
                                  <p:stCondLst>
                                    <p:cond delay="0"/>
                                  </p:stCondLst>
                                  <p:childTnLst>
                                    <p:set>
                                      <p:cBhvr>
                                        <p:cTn id="67" dur="1" fill="hold">
                                          <p:stCondLst>
                                            <p:cond delay="0"/>
                                          </p:stCondLst>
                                        </p:cTn>
                                        <p:tgtEl>
                                          <p:spTgt spid="35"/>
                                        </p:tgtEl>
                                        <p:attrNameLst>
                                          <p:attrName>style.visibility</p:attrName>
                                        </p:attrNameLst>
                                      </p:cBhvr>
                                      <p:to>
                                        <p:strVal val="visible"/>
                                      </p:to>
                                    </p:set>
                                    <p:animEffect transition="in" filter="fade">
                                      <p:cBhvr>
                                        <p:cTn id="68" dur="500"/>
                                        <p:tgtEl>
                                          <p:spTgt spid="35"/>
                                        </p:tgtEl>
                                      </p:cBhvr>
                                    </p:animEffect>
                                  </p:childTnLst>
                                </p:cTn>
                              </p:par>
                            </p:childTnLst>
                          </p:cTn>
                        </p:par>
                      </p:childTnLst>
                    </p:cTn>
                  </p:par>
                  <p:par>
                    <p:cTn id="69" fill="hold">
                      <p:stCondLst>
                        <p:cond delay="indefinite"/>
                      </p:stCondLst>
                      <p:childTnLst>
                        <p:par>
                          <p:cTn id="70" fill="hold">
                            <p:stCondLst>
                              <p:cond delay="0"/>
                            </p:stCondLst>
                            <p:childTnLst>
                              <p:par>
                                <p:cTn id="71" presetID="10" presetClass="entr" presetSubtype="0" fill="hold" grpId="0" nodeType="clickEffect">
                                  <p:stCondLst>
                                    <p:cond delay="0"/>
                                  </p:stCondLst>
                                  <p:childTnLst>
                                    <p:set>
                                      <p:cBhvr>
                                        <p:cTn id="72" dur="1" fill="hold">
                                          <p:stCondLst>
                                            <p:cond delay="0"/>
                                          </p:stCondLst>
                                        </p:cTn>
                                        <p:tgtEl>
                                          <p:spTgt spid="42"/>
                                        </p:tgtEl>
                                        <p:attrNameLst>
                                          <p:attrName>style.visibility</p:attrName>
                                        </p:attrNameLst>
                                      </p:cBhvr>
                                      <p:to>
                                        <p:strVal val="visible"/>
                                      </p:to>
                                    </p:set>
                                    <p:animEffect transition="in" filter="fade">
                                      <p:cBhvr>
                                        <p:cTn id="73" dur="500"/>
                                        <p:tgtEl>
                                          <p:spTgt spid="42"/>
                                        </p:tgtEl>
                                      </p:cBhvr>
                                    </p:animEffect>
                                  </p:childTnLst>
                                </p:cTn>
                              </p:par>
                            </p:childTnLst>
                          </p:cTn>
                        </p:par>
                      </p:childTnLst>
                    </p:cTn>
                  </p:par>
                  <p:par>
                    <p:cTn id="74" fill="hold">
                      <p:stCondLst>
                        <p:cond delay="indefinite"/>
                      </p:stCondLst>
                      <p:childTnLst>
                        <p:par>
                          <p:cTn id="75" fill="hold">
                            <p:stCondLst>
                              <p:cond delay="0"/>
                            </p:stCondLst>
                            <p:childTnLst>
                              <p:par>
                                <p:cTn id="76" presetID="10" presetClass="entr" presetSubtype="0" fill="hold" grpId="0" nodeType="clickEffect">
                                  <p:stCondLst>
                                    <p:cond delay="0"/>
                                  </p:stCondLst>
                                  <p:childTnLst>
                                    <p:set>
                                      <p:cBhvr>
                                        <p:cTn id="77" dur="1" fill="hold">
                                          <p:stCondLst>
                                            <p:cond delay="0"/>
                                          </p:stCondLst>
                                        </p:cTn>
                                        <p:tgtEl>
                                          <p:spTgt spid="43"/>
                                        </p:tgtEl>
                                        <p:attrNameLst>
                                          <p:attrName>style.visibility</p:attrName>
                                        </p:attrNameLst>
                                      </p:cBhvr>
                                      <p:to>
                                        <p:strVal val="visible"/>
                                      </p:to>
                                    </p:set>
                                    <p:animEffect transition="in" filter="fade">
                                      <p:cBhvr>
                                        <p:cTn id="78" dur="500"/>
                                        <p:tgtEl>
                                          <p:spTgt spid="43"/>
                                        </p:tgtEl>
                                      </p:cBhvr>
                                    </p:animEffect>
                                  </p:childTnLst>
                                </p:cTn>
                              </p:par>
                              <p:par>
                                <p:cTn id="79" presetID="10" presetClass="entr" presetSubtype="0" fill="hold" nodeType="withEffect">
                                  <p:stCondLst>
                                    <p:cond delay="0"/>
                                  </p:stCondLst>
                                  <p:childTnLst>
                                    <p:set>
                                      <p:cBhvr>
                                        <p:cTn id="80" dur="1" fill="hold">
                                          <p:stCondLst>
                                            <p:cond delay="0"/>
                                          </p:stCondLst>
                                        </p:cTn>
                                        <p:tgtEl>
                                          <p:spTgt spid="9"/>
                                        </p:tgtEl>
                                        <p:attrNameLst>
                                          <p:attrName>style.visibility</p:attrName>
                                        </p:attrNameLst>
                                      </p:cBhvr>
                                      <p:to>
                                        <p:strVal val="visible"/>
                                      </p:to>
                                    </p:set>
                                    <p:animEffect transition="in" filter="fade">
                                      <p:cBhvr>
                                        <p:cTn id="81" dur="500"/>
                                        <p:tgtEl>
                                          <p:spTgt spid="9"/>
                                        </p:tgtEl>
                                      </p:cBhvr>
                                    </p:animEffect>
                                  </p:childTnLst>
                                </p:cTn>
                              </p:par>
                              <p:par>
                                <p:cTn id="82" presetID="10" presetClass="entr" presetSubtype="0" fill="hold" nodeType="withEffect">
                                  <p:stCondLst>
                                    <p:cond delay="0"/>
                                  </p:stCondLst>
                                  <p:childTnLst>
                                    <p:set>
                                      <p:cBhvr>
                                        <p:cTn id="83" dur="1" fill="hold">
                                          <p:stCondLst>
                                            <p:cond delay="0"/>
                                          </p:stCondLst>
                                        </p:cTn>
                                        <p:tgtEl>
                                          <p:spTgt spid="45"/>
                                        </p:tgtEl>
                                        <p:attrNameLst>
                                          <p:attrName>style.visibility</p:attrName>
                                        </p:attrNameLst>
                                      </p:cBhvr>
                                      <p:to>
                                        <p:strVal val="visible"/>
                                      </p:to>
                                    </p:set>
                                    <p:animEffect transition="in" filter="fade">
                                      <p:cBhvr>
                                        <p:cTn id="84" dur="500"/>
                                        <p:tgtEl>
                                          <p:spTgt spid="45"/>
                                        </p:tgtEl>
                                      </p:cBhvr>
                                    </p:animEffect>
                                  </p:childTnLst>
                                </p:cTn>
                              </p:par>
                              <p:par>
                                <p:cTn id="85" presetID="10" presetClass="entr" presetSubtype="0" fill="hold" grpId="0" nodeType="withEffect">
                                  <p:stCondLst>
                                    <p:cond delay="0"/>
                                  </p:stCondLst>
                                  <p:childTnLst>
                                    <p:set>
                                      <p:cBhvr>
                                        <p:cTn id="86" dur="1" fill="hold">
                                          <p:stCondLst>
                                            <p:cond delay="0"/>
                                          </p:stCondLst>
                                        </p:cTn>
                                        <p:tgtEl>
                                          <p:spTgt spid="21"/>
                                        </p:tgtEl>
                                        <p:attrNameLst>
                                          <p:attrName>style.visibility</p:attrName>
                                        </p:attrNameLst>
                                      </p:cBhvr>
                                      <p:to>
                                        <p:strVal val="visible"/>
                                      </p:to>
                                    </p:set>
                                    <p:animEffect transition="in" filter="fade">
                                      <p:cBhvr>
                                        <p:cTn id="87" dur="500"/>
                                        <p:tgtEl>
                                          <p:spTgt spid="21"/>
                                        </p:tgtEl>
                                      </p:cBhvr>
                                    </p:animEffect>
                                  </p:childTnLst>
                                </p:cTn>
                              </p:par>
                              <p:par>
                                <p:cTn id="88" presetID="10" presetClass="entr" presetSubtype="0" fill="hold" grpId="0" nodeType="withEffect">
                                  <p:stCondLst>
                                    <p:cond delay="0"/>
                                  </p:stCondLst>
                                  <p:childTnLst>
                                    <p:set>
                                      <p:cBhvr>
                                        <p:cTn id="89" dur="1" fill="hold">
                                          <p:stCondLst>
                                            <p:cond delay="0"/>
                                          </p:stCondLst>
                                        </p:cTn>
                                        <p:tgtEl>
                                          <p:spTgt spid="33"/>
                                        </p:tgtEl>
                                        <p:attrNameLst>
                                          <p:attrName>style.visibility</p:attrName>
                                        </p:attrNameLst>
                                      </p:cBhvr>
                                      <p:to>
                                        <p:strVal val="visible"/>
                                      </p:to>
                                    </p:set>
                                    <p:animEffect transition="in" filter="fade">
                                      <p:cBhvr>
                                        <p:cTn id="90" dur="500"/>
                                        <p:tgtEl>
                                          <p:spTgt spid="33"/>
                                        </p:tgtEl>
                                      </p:cBhvr>
                                    </p:animEffect>
                                  </p:childTnLst>
                                </p:cTn>
                              </p:par>
                              <p:par>
                                <p:cTn id="91" presetID="10" presetClass="entr" presetSubtype="0" fill="hold" grpId="0" nodeType="withEffect">
                                  <p:stCondLst>
                                    <p:cond delay="0"/>
                                  </p:stCondLst>
                                  <p:childTnLst>
                                    <p:set>
                                      <p:cBhvr>
                                        <p:cTn id="92" dur="1" fill="hold">
                                          <p:stCondLst>
                                            <p:cond delay="0"/>
                                          </p:stCondLst>
                                        </p:cTn>
                                        <p:tgtEl>
                                          <p:spTgt spid="22"/>
                                        </p:tgtEl>
                                        <p:attrNameLst>
                                          <p:attrName>style.visibility</p:attrName>
                                        </p:attrNameLst>
                                      </p:cBhvr>
                                      <p:to>
                                        <p:strVal val="visible"/>
                                      </p:to>
                                    </p:set>
                                    <p:animEffect transition="in" filter="fade">
                                      <p:cBhvr>
                                        <p:cTn id="93" dur="500"/>
                                        <p:tgtEl>
                                          <p:spTgt spid="22"/>
                                        </p:tgtEl>
                                      </p:cBhvr>
                                    </p:animEffect>
                                  </p:childTnLst>
                                </p:cTn>
                              </p:par>
                            </p:childTnLst>
                          </p:cTn>
                        </p:par>
                      </p:childTnLst>
                    </p:cTn>
                  </p:par>
                  <p:par>
                    <p:cTn id="94" fill="hold">
                      <p:stCondLst>
                        <p:cond delay="indefinite"/>
                      </p:stCondLst>
                      <p:childTnLst>
                        <p:par>
                          <p:cTn id="95" fill="hold">
                            <p:stCondLst>
                              <p:cond delay="0"/>
                            </p:stCondLst>
                            <p:childTnLst>
                              <p:par>
                                <p:cTn id="96" presetID="10" presetClass="entr" presetSubtype="0" fill="hold" grpId="0" nodeType="clickEffect">
                                  <p:stCondLst>
                                    <p:cond delay="0"/>
                                  </p:stCondLst>
                                  <p:childTnLst>
                                    <p:set>
                                      <p:cBhvr>
                                        <p:cTn id="97" dur="1" fill="hold">
                                          <p:stCondLst>
                                            <p:cond delay="0"/>
                                          </p:stCondLst>
                                        </p:cTn>
                                        <p:tgtEl>
                                          <p:spTgt spid="19"/>
                                        </p:tgtEl>
                                        <p:attrNameLst>
                                          <p:attrName>style.visibility</p:attrName>
                                        </p:attrNameLst>
                                      </p:cBhvr>
                                      <p:to>
                                        <p:strVal val="visible"/>
                                      </p:to>
                                    </p:set>
                                    <p:animEffect transition="in" filter="fade">
                                      <p:cBhvr>
                                        <p:cTn id="98" dur="500"/>
                                        <p:tgtEl>
                                          <p:spTgt spid="19"/>
                                        </p:tgtEl>
                                      </p:cBhvr>
                                    </p:animEffect>
                                  </p:childTnLst>
                                </p:cTn>
                              </p:par>
                              <p:par>
                                <p:cTn id="99" presetID="10" presetClass="entr" presetSubtype="0" fill="hold" grpId="0" nodeType="withEffect">
                                  <p:stCondLst>
                                    <p:cond delay="0"/>
                                  </p:stCondLst>
                                  <p:childTnLst>
                                    <p:set>
                                      <p:cBhvr>
                                        <p:cTn id="100" dur="1" fill="hold">
                                          <p:stCondLst>
                                            <p:cond delay="0"/>
                                          </p:stCondLst>
                                        </p:cTn>
                                        <p:tgtEl>
                                          <p:spTgt spid="20"/>
                                        </p:tgtEl>
                                        <p:attrNameLst>
                                          <p:attrName>style.visibility</p:attrName>
                                        </p:attrNameLst>
                                      </p:cBhvr>
                                      <p:to>
                                        <p:strVal val="visible"/>
                                      </p:to>
                                    </p:set>
                                    <p:animEffect transition="in" filter="fade">
                                      <p:cBhvr>
                                        <p:cTn id="101" dur="500"/>
                                        <p:tgtEl>
                                          <p:spTgt spid="20"/>
                                        </p:tgtEl>
                                      </p:cBhvr>
                                    </p:animEffect>
                                  </p:childTnLst>
                                </p:cTn>
                              </p:par>
                              <p:par>
                                <p:cTn id="102" presetID="10" presetClass="entr" presetSubtype="0" fill="hold" grpId="0" nodeType="withEffect">
                                  <p:stCondLst>
                                    <p:cond delay="0"/>
                                  </p:stCondLst>
                                  <p:childTnLst>
                                    <p:set>
                                      <p:cBhvr>
                                        <p:cTn id="103" dur="1" fill="hold">
                                          <p:stCondLst>
                                            <p:cond delay="0"/>
                                          </p:stCondLst>
                                        </p:cTn>
                                        <p:tgtEl>
                                          <p:spTgt spid="37"/>
                                        </p:tgtEl>
                                        <p:attrNameLst>
                                          <p:attrName>style.visibility</p:attrName>
                                        </p:attrNameLst>
                                      </p:cBhvr>
                                      <p:to>
                                        <p:strVal val="visible"/>
                                      </p:to>
                                    </p:set>
                                    <p:animEffect transition="in" filter="fade">
                                      <p:cBhvr>
                                        <p:cTn id="104" dur="500"/>
                                        <p:tgtEl>
                                          <p:spTgt spid="37"/>
                                        </p:tgtEl>
                                      </p:cBhvr>
                                    </p:animEffect>
                                  </p:childTnLst>
                                </p:cTn>
                              </p:par>
                              <p:par>
                                <p:cTn id="105" presetID="10" presetClass="entr" presetSubtype="0" fill="hold" grpId="0" nodeType="withEffect">
                                  <p:stCondLst>
                                    <p:cond delay="0"/>
                                  </p:stCondLst>
                                  <p:childTnLst>
                                    <p:set>
                                      <p:cBhvr>
                                        <p:cTn id="106" dur="1" fill="hold">
                                          <p:stCondLst>
                                            <p:cond delay="0"/>
                                          </p:stCondLst>
                                        </p:cTn>
                                        <p:tgtEl>
                                          <p:spTgt spid="38"/>
                                        </p:tgtEl>
                                        <p:attrNameLst>
                                          <p:attrName>style.visibility</p:attrName>
                                        </p:attrNameLst>
                                      </p:cBhvr>
                                      <p:to>
                                        <p:strVal val="visible"/>
                                      </p:to>
                                    </p:set>
                                    <p:animEffect transition="in" filter="fade">
                                      <p:cBhvr>
                                        <p:cTn id="107" dur="500"/>
                                        <p:tgtEl>
                                          <p:spTgt spid="38"/>
                                        </p:tgtEl>
                                      </p:cBhvr>
                                    </p:animEffect>
                                  </p:childTnLst>
                                </p:cTn>
                              </p:par>
                            </p:childTnLst>
                          </p:cTn>
                        </p:par>
                      </p:childTnLst>
                    </p:cTn>
                  </p:par>
                  <p:par>
                    <p:cTn id="108" fill="hold">
                      <p:stCondLst>
                        <p:cond delay="indefinite"/>
                      </p:stCondLst>
                      <p:childTnLst>
                        <p:par>
                          <p:cTn id="109" fill="hold">
                            <p:stCondLst>
                              <p:cond delay="0"/>
                            </p:stCondLst>
                            <p:childTnLst>
                              <p:par>
                                <p:cTn id="110" presetID="10" presetClass="entr" presetSubtype="0" fill="hold" grpId="0" nodeType="clickEffect">
                                  <p:stCondLst>
                                    <p:cond delay="0"/>
                                  </p:stCondLst>
                                  <p:childTnLst>
                                    <p:set>
                                      <p:cBhvr>
                                        <p:cTn id="111" dur="1" fill="hold">
                                          <p:stCondLst>
                                            <p:cond delay="0"/>
                                          </p:stCondLst>
                                        </p:cTn>
                                        <p:tgtEl>
                                          <p:spTgt spid="40"/>
                                        </p:tgtEl>
                                        <p:attrNameLst>
                                          <p:attrName>style.visibility</p:attrName>
                                        </p:attrNameLst>
                                      </p:cBhvr>
                                      <p:to>
                                        <p:strVal val="visible"/>
                                      </p:to>
                                    </p:set>
                                    <p:animEffect transition="in" filter="fade">
                                      <p:cBhvr>
                                        <p:cTn id="112" dur="500"/>
                                        <p:tgtEl>
                                          <p:spTgt spid="40"/>
                                        </p:tgtEl>
                                      </p:cBhvr>
                                    </p:animEffect>
                                  </p:childTnLst>
                                </p:cTn>
                              </p:par>
                              <p:par>
                                <p:cTn id="113" presetID="10" presetClass="entr" presetSubtype="0" fill="hold" grpId="0" nodeType="withEffect">
                                  <p:stCondLst>
                                    <p:cond delay="0"/>
                                  </p:stCondLst>
                                  <p:childTnLst>
                                    <p:set>
                                      <p:cBhvr>
                                        <p:cTn id="114" dur="1" fill="hold">
                                          <p:stCondLst>
                                            <p:cond delay="0"/>
                                          </p:stCondLst>
                                        </p:cTn>
                                        <p:tgtEl>
                                          <p:spTgt spid="39"/>
                                        </p:tgtEl>
                                        <p:attrNameLst>
                                          <p:attrName>style.visibility</p:attrName>
                                        </p:attrNameLst>
                                      </p:cBhvr>
                                      <p:to>
                                        <p:strVal val="visible"/>
                                      </p:to>
                                    </p:set>
                                    <p:animEffect transition="in" filter="fade">
                                      <p:cBhvr>
                                        <p:cTn id="115" dur="500"/>
                                        <p:tgtEl>
                                          <p:spTgt spid="39"/>
                                        </p:tgtEl>
                                      </p:cBhvr>
                                    </p:animEffect>
                                  </p:childTnLst>
                                </p:cTn>
                              </p:par>
                            </p:childTnLst>
                          </p:cTn>
                        </p:par>
                      </p:childTnLst>
                    </p:cTn>
                  </p:par>
                  <p:par>
                    <p:cTn id="116" fill="hold">
                      <p:stCondLst>
                        <p:cond delay="indefinite"/>
                      </p:stCondLst>
                      <p:childTnLst>
                        <p:par>
                          <p:cTn id="117" fill="hold">
                            <p:stCondLst>
                              <p:cond delay="0"/>
                            </p:stCondLst>
                            <p:childTnLst>
                              <p:par>
                                <p:cTn id="118" presetID="10" presetClass="entr" presetSubtype="0" fill="hold" grpId="0" nodeType="clickEffect">
                                  <p:stCondLst>
                                    <p:cond delay="0"/>
                                  </p:stCondLst>
                                  <p:childTnLst>
                                    <p:set>
                                      <p:cBhvr>
                                        <p:cTn id="119" dur="1" fill="hold">
                                          <p:stCondLst>
                                            <p:cond delay="0"/>
                                          </p:stCondLst>
                                        </p:cTn>
                                        <p:tgtEl>
                                          <p:spTgt spid="15"/>
                                        </p:tgtEl>
                                        <p:attrNameLst>
                                          <p:attrName>style.visibility</p:attrName>
                                        </p:attrNameLst>
                                      </p:cBhvr>
                                      <p:to>
                                        <p:strVal val="visible"/>
                                      </p:to>
                                    </p:set>
                                    <p:animEffect transition="in" filter="fade">
                                      <p:cBhvr>
                                        <p:cTn id="120" dur="500"/>
                                        <p:tgtEl>
                                          <p:spTgt spid="1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2" grpId="0" animBg="1"/>
      <p:bldP spid="13" grpId="0"/>
      <p:bldP spid="14" grpId="0"/>
      <p:bldP spid="17" grpId="0"/>
      <p:bldP spid="25" grpId="0"/>
      <p:bldP spid="26" grpId="0"/>
      <p:bldP spid="27" grpId="0"/>
      <p:bldP spid="28" grpId="0" animBg="1"/>
      <p:bldP spid="29" grpId="0" animBg="1"/>
      <p:bldP spid="30" grpId="0" animBg="1"/>
      <p:bldP spid="31" grpId="0" animBg="1"/>
      <p:bldP spid="19" grpId="0" animBg="1"/>
      <p:bldP spid="20" grpId="0" animBg="1"/>
      <p:bldP spid="21" grpId="0"/>
      <p:bldP spid="22" grpId="0"/>
      <p:bldP spid="33" grpId="0"/>
      <p:bldP spid="34" grpId="0"/>
      <p:bldP spid="35" grpId="0"/>
      <p:bldP spid="36" grpId="0"/>
      <p:bldP spid="37" grpId="0" animBg="1"/>
      <p:bldP spid="38" grpId="0" animBg="1"/>
      <p:bldP spid="39" grpId="0" animBg="1"/>
      <p:bldP spid="40" grpId="0" animBg="1"/>
      <p:bldP spid="3" grpId="0" animBg="1"/>
      <p:bldP spid="41" grpId="0" animBg="1"/>
      <p:bldP spid="42" grpId="0" animBg="1"/>
      <p:bldP spid="43" grpId="0" animBg="1"/>
      <p:bldP spid="15" grpId="0"/>
    </p:bldLst>
  </p:timing>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699247" y="2248347"/>
            <a:ext cx="7977209" cy="4204989"/>
          </a:xfrm>
        </p:spPr>
        <p:txBody>
          <a:bodyPr>
            <a:normAutofit/>
          </a:bodyPr>
          <a:lstStyle/>
          <a:p>
            <a:pPr marL="0" lvl="0" indent="0" algn="just">
              <a:buNone/>
            </a:pPr>
            <a:r>
              <a:rPr lang="en-US" sz="3600" b="1" dirty="0">
                <a:solidFill>
                  <a:srgbClr val="FF0000"/>
                </a:solidFill>
                <a:latin typeface="Times New Roman" panose="02020603050405020304" pitchFamily="18" charset="0"/>
                <a:cs typeface="Times New Roman" panose="02020603050405020304" pitchFamily="18" charset="0"/>
              </a:rPr>
              <a:t>A mixture contains milk and water in the ratio of  5:4. If  4 liters of water is added to that mixture the ratio becomes 9:8. What is the initial amount of water in that mixture:</a:t>
            </a:r>
            <a:endParaRPr lang="en-IN" sz="3600" b="1" dirty="0">
              <a:solidFill>
                <a:srgbClr val="FF0000"/>
              </a:solidFill>
              <a:latin typeface="Times New Roman" panose="02020603050405020304" pitchFamily="18" charset="0"/>
              <a:cs typeface="Times New Roman" panose="02020603050405020304" pitchFamily="18" charset="0"/>
            </a:endParaRPr>
          </a:p>
          <a:p>
            <a:pPr marL="0" indent="0">
              <a:buNone/>
            </a:pPr>
            <a:r>
              <a:rPr lang="en-US" sz="3200" b="1" dirty="0">
                <a:latin typeface="Times New Roman" panose="02020603050405020304" pitchFamily="18" charset="0"/>
                <a:cs typeface="Times New Roman" panose="02020603050405020304" pitchFamily="18" charset="0"/>
              </a:rPr>
              <a:t>	a)32 liters			b)34 liters</a:t>
            </a:r>
          </a:p>
          <a:p>
            <a:pPr marL="0" indent="0">
              <a:buNone/>
            </a:pPr>
            <a:r>
              <a:rPr lang="en-US" sz="3200" b="1" dirty="0">
                <a:latin typeface="Times New Roman" panose="02020603050405020304" pitchFamily="18" charset="0"/>
                <a:cs typeface="Times New Roman" panose="02020603050405020304" pitchFamily="18" charset="0"/>
              </a:rPr>
              <a:t>	c)36 liters			d)38 liters</a:t>
            </a:r>
            <a:endParaRPr lang="en-IN" sz="3200" b="1" dirty="0">
              <a:latin typeface="Times New Roman" panose="02020603050405020304" pitchFamily="18" charset="0"/>
              <a:cs typeface="Times New Roman" panose="02020603050405020304" pitchFamily="18" charset="0"/>
            </a:endParaRPr>
          </a:p>
          <a:p>
            <a:pPr marL="0" indent="0">
              <a:buNone/>
            </a:pPr>
            <a:endParaRPr lang="en-IN" sz="3200" dirty="0">
              <a:latin typeface="Times New Roman" panose="02020603050405020304" pitchFamily="18" charset="0"/>
              <a:cs typeface="Times New Roman" panose="02020603050405020304" pitchFamily="18" charset="0"/>
            </a:endParaRPr>
          </a:p>
        </p:txBody>
      </p:sp>
      <p:sp>
        <p:nvSpPr>
          <p:cNvPr id="2" name="Title 1"/>
          <p:cNvSpPr>
            <a:spLocks noGrp="1"/>
          </p:cNvSpPr>
          <p:nvPr>
            <p:ph type="title"/>
          </p:nvPr>
        </p:nvSpPr>
        <p:spPr/>
        <p:txBody>
          <a:bodyPr/>
          <a:lstStyle/>
          <a:p>
            <a:pPr algn="l"/>
            <a:r>
              <a:rPr lang="en-IN" b="1" dirty="0">
                <a:solidFill>
                  <a:srgbClr val="FF0000"/>
                </a:solidFill>
                <a:latin typeface="Times New Roman" panose="02020603050405020304" pitchFamily="18" charset="0"/>
                <a:cs typeface="Times New Roman" panose="02020603050405020304" pitchFamily="18" charset="0"/>
              </a:rPr>
              <a:t>Q.15)</a:t>
            </a:r>
            <a:r>
              <a:rPr lang="en-IN" dirty="0"/>
              <a:t> </a:t>
            </a:r>
          </a:p>
        </p:txBody>
      </p:sp>
    </p:spTree>
    <p:extLst>
      <p:ext uri="{BB962C8B-B14F-4D97-AF65-F5344CB8AC3E}">
        <p14:creationId xmlns:p14="http://schemas.microsoft.com/office/powerpoint/2010/main" val="2521634176"/>
      </p:ext>
    </p:extLst>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p:cNvSpPr>
            <a:spLocks noGrp="1"/>
          </p:cNvSpPr>
          <p:nvPr>
            <p:ph type="title"/>
          </p:nvPr>
        </p:nvSpPr>
        <p:spPr/>
        <p:txBody>
          <a:bodyPr/>
          <a:lstStyle/>
          <a:p>
            <a:pPr algn="l"/>
            <a:r>
              <a:rPr lang="en-IN" b="1" dirty="0">
                <a:solidFill>
                  <a:srgbClr val="00B050"/>
                </a:solidFill>
              </a:rPr>
              <a:t>Q.15) Explanation</a:t>
            </a:r>
            <a:endParaRPr lang="en-IN" dirty="0"/>
          </a:p>
        </p:txBody>
      </p:sp>
      <p:sp>
        <p:nvSpPr>
          <p:cNvPr id="5" name="Content Placeholder 4"/>
          <p:cNvSpPr>
            <a:spLocks noGrp="1"/>
          </p:cNvSpPr>
          <p:nvPr>
            <p:ph sz="quarter" idx="13"/>
          </p:nvPr>
        </p:nvSpPr>
        <p:spPr/>
        <p:txBody>
          <a:bodyPr/>
          <a:lstStyle/>
          <a:p>
            <a:pPr marL="0" indent="0">
              <a:buNone/>
            </a:pPr>
            <a:r>
              <a:rPr lang="en-IN" dirty="0"/>
              <a:t> </a:t>
            </a:r>
          </a:p>
        </p:txBody>
      </p:sp>
      <mc:AlternateContent xmlns:mc="http://schemas.openxmlformats.org/markup-compatibility/2006" xmlns:a14="http://schemas.microsoft.com/office/drawing/2010/main">
        <mc:Choice Requires="a14">
          <p:sp>
            <p:nvSpPr>
              <p:cNvPr id="6" name="Content Placeholder 5"/>
              <p:cNvSpPr>
                <a:spLocks noGrp="1"/>
              </p:cNvSpPr>
              <p:nvPr>
                <p:ph sz="quarter" idx="14"/>
              </p:nvPr>
            </p:nvSpPr>
            <p:spPr/>
            <p:txBody>
              <a:bodyPr>
                <a:normAutofit/>
              </a:bodyPr>
              <a:lstStyle/>
              <a:p>
                <a:pPr marL="0" indent="0">
                  <a:buNone/>
                </a:pPr>
                <a:r>
                  <a:rPr lang="en-IN" sz="2000" dirty="0"/>
                  <a:t> </a:t>
                </a:r>
                <a14:m>
                  <m:oMath xmlns:m="http://schemas.openxmlformats.org/officeDocument/2006/math">
                    <m:f>
                      <m:fPr>
                        <m:ctrlPr>
                          <a:rPr lang="en-IN" sz="3200" b="1" i="1" smtClean="0">
                            <a:latin typeface="Cambria Math" panose="02040503050406030204" pitchFamily="18" charset="0"/>
                          </a:rPr>
                        </m:ctrlPr>
                      </m:fPr>
                      <m:num>
                        <m:r>
                          <a:rPr lang="en-IN" sz="3200" b="1" i="1" smtClean="0">
                            <a:latin typeface="Cambria Math"/>
                          </a:rPr>
                          <m:t>𝑨</m:t>
                        </m:r>
                      </m:num>
                      <m:den>
                        <m:r>
                          <a:rPr lang="en-IN" sz="3200" b="1" i="1" smtClean="0">
                            <a:latin typeface="Cambria Math"/>
                          </a:rPr>
                          <m:t>𝑩</m:t>
                        </m:r>
                      </m:den>
                    </m:f>
                  </m:oMath>
                </a14:m>
                <a:r>
                  <a:rPr lang="en-IN" sz="3200" b="1" dirty="0"/>
                  <a:t> =&gt;  </a:t>
                </a:r>
                <a14:m>
                  <m:oMath xmlns:m="http://schemas.openxmlformats.org/officeDocument/2006/math">
                    <m:f>
                      <m:fPr>
                        <m:ctrlPr>
                          <a:rPr lang="en-IN" sz="3200" b="1" i="1" smtClean="0">
                            <a:latin typeface="Cambria Math" panose="02040503050406030204" pitchFamily="18" charset="0"/>
                          </a:rPr>
                        </m:ctrlPr>
                      </m:fPr>
                      <m:num>
                        <m:r>
                          <a:rPr lang="en-IN" sz="3200" b="1" i="1" smtClean="0">
                            <a:latin typeface="Cambria Math"/>
                          </a:rPr>
                          <m:t>𝟓</m:t>
                        </m:r>
                        <m:r>
                          <a:rPr lang="en-IN" sz="3200" b="1" i="1" smtClean="0">
                            <a:latin typeface="Cambria Math"/>
                          </a:rPr>
                          <m:t>𝒙</m:t>
                        </m:r>
                      </m:num>
                      <m:den>
                        <m:r>
                          <a:rPr lang="en-IN" sz="3200" b="1" i="1" smtClean="0">
                            <a:latin typeface="Cambria Math"/>
                          </a:rPr>
                          <m:t>𝟒</m:t>
                        </m:r>
                        <m:r>
                          <a:rPr lang="en-IN" sz="3200" b="1" i="1" smtClean="0">
                            <a:latin typeface="Cambria Math"/>
                          </a:rPr>
                          <m:t>𝒙</m:t>
                        </m:r>
                        <m:r>
                          <a:rPr lang="en-IN" sz="3200" b="1" i="1" smtClean="0">
                            <a:latin typeface="Cambria Math"/>
                          </a:rPr>
                          <m:t>+</m:t>
                        </m:r>
                        <m:r>
                          <a:rPr lang="en-IN" sz="3200" b="1" i="1" smtClean="0">
                            <a:latin typeface="Cambria Math"/>
                          </a:rPr>
                          <m:t>𝟒</m:t>
                        </m:r>
                      </m:den>
                    </m:f>
                  </m:oMath>
                </a14:m>
                <a:r>
                  <a:rPr lang="en-IN" sz="3200" b="1" dirty="0"/>
                  <a:t> = </a:t>
                </a:r>
                <a14:m>
                  <m:oMath xmlns:m="http://schemas.openxmlformats.org/officeDocument/2006/math">
                    <m:f>
                      <m:fPr>
                        <m:ctrlPr>
                          <a:rPr lang="en-IN" sz="3200" b="1" i="1">
                            <a:latin typeface="Cambria Math" panose="02040503050406030204" pitchFamily="18" charset="0"/>
                          </a:rPr>
                        </m:ctrlPr>
                      </m:fPr>
                      <m:num>
                        <m:r>
                          <a:rPr lang="en-IN" sz="3200" b="1" i="1" smtClean="0">
                            <a:latin typeface="Cambria Math"/>
                          </a:rPr>
                          <m:t>𝟗</m:t>
                        </m:r>
                      </m:num>
                      <m:den>
                        <m:r>
                          <a:rPr lang="en-IN" sz="3200" b="1" i="1" smtClean="0">
                            <a:latin typeface="Cambria Math"/>
                          </a:rPr>
                          <m:t>𝟖</m:t>
                        </m:r>
                      </m:den>
                    </m:f>
                  </m:oMath>
                </a14:m>
                <a:endParaRPr lang="en-IN" b="1" dirty="0"/>
              </a:p>
              <a:p>
                <a:pPr marL="0" indent="0">
                  <a:buNone/>
                </a:pPr>
                <a:endParaRPr lang="en-IN" b="1" dirty="0"/>
              </a:p>
              <a:p>
                <a:pPr marL="0" indent="0">
                  <a:buNone/>
                </a:pPr>
                <a:r>
                  <a:rPr lang="en-IN" sz="1800" b="1" dirty="0"/>
                  <a:t>Cross multiply the values,</a:t>
                </a:r>
              </a:p>
              <a:p>
                <a:pPr marL="0" indent="0">
                  <a:buNone/>
                </a:pPr>
                <a:r>
                  <a:rPr lang="en-IN" b="1" dirty="0"/>
                  <a:t>         </a:t>
                </a:r>
                <a:r>
                  <a:rPr lang="en-IN" sz="2000" dirty="0"/>
                  <a:t>40x = 36x + 36</a:t>
                </a:r>
              </a:p>
              <a:p>
                <a:pPr marL="0" indent="0">
                  <a:buNone/>
                </a:pPr>
                <a:r>
                  <a:rPr lang="en-IN" sz="2000" b="1" dirty="0">
                    <a:solidFill>
                      <a:srgbClr val="00B050"/>
                    </a:solidFill>
                  </a:rPr>
                  <a:t>               </a:t>
                </a:r>
                <a14:m>
                  <m:oMath xmlns:m="http://schemas.openxmlformats.org/officeDocument/2006/math">
                    <m:r>
                      <a:rPr lang="en-IN" sz="2000" b="1" i="0" dirty="0" smtClean="0">
                        <a:solidFill>
                          <a:srgbClr val="00B050"/>
                        </a:solidFill>
                        <a:latin typeface="Cambria Math"/>
                      </a:rPr>
                      <m:t>𝟒</m:t>
                    </m:r>
                    <m:r>
                      <a:rPr lang="en-IN" sz="2000" b="1" i="1" dirty="0" smtClean="0">
                        <a:solidFill>
                          <a:srgbClr val="00B050"/>
                        </a:solidFill>
                        <a:latin typeface="Cambria Math"/>
                      </a:rPr>
                      <m:t>𝒙</m:t>
                    </m:r>
                  </m:oMath>
                </a14:m>
                <a:r>
                  <a:rPr lang="en-IN" sz="2000" b="1" dirty="0">
                    <a:solidFill>
                      <a:srgbClr val="00B050"/>
                    </a:solidFill>
                  </a:rPr>
                  <a:t> = 36</a:t>
                </a:r>
              </a:p>
              <a:p>
                <a:pPr marL="0" indent="0">
                  <a:buNone/>
                </a:pPr>
                <a:r>
                  <a:rPr lang="en-IN" sz="2000" b="1" dirty="0">
                    <a:solidFill>
                      <a:srgbClr val="00B050"/>
                    </a:solidFill>
                  </a:rPr>
                  <a:t>	 x = 9 L</a:t>
                </a:r>
              </a:p>
              <a:p>
                <a:pPr marL="0" indent="0">
                  <a:buNone/>
                </a:pPr>
                <a:r>
                  <a:rPr lang="en-IN" sz="1800" b="1" dirty="0"/>
                  <a:t>Initial quantity </a:t>
                </a:r>
                <a:r>
                  <a:rPr lang="en-IN" sz="1800" b="1"/>
                  <a:t>of Water= </a:t>
                </a:r>
                <a:r>
                  <a:rPr lang="en-IN" sz="1800" b="1" dirty="0"/>
                  <a:t>4x</a:t>
                </a:r>
              </a:p>
              <a:p>
                <a:pPr marL="0" indent="0">
                  <a:buNone/>
                </a:pPr>
                <a:r>
                  <a:rPr lang="en-IN" sz="1800" b="1" dirty="0"/>
                  <a:t>                                            = 4(9)</a:t>
                </a:r>
              </a:p>
              <a:p>
                <a:pPr marL="0" indent="0">
                  <a:buNone/>
                </a:pPr>
                <a:r>
                  <a:rPr lang="en-IN" sz="1800" b="1" dirty="0"/>
                  <a:t>		            </a:t>
                </a:r>
                <a:r>
                  <a:rPr lang="en-IN" sz="1800" b="1" dirty="0">
                    <a:solidFill>
                      <a:srgbClr val="00B050"/>
                    </a:solidFill>
                  </a:rPr>
                  <a:t>= 36L</a:t>
                </a:r>
                <a:r>
                  <a:rPr lang="en-IN" sz="1800" b="1" dirty="0"/>
                  <a:t>  </a:t>
                </a:r>
              </a:p>
            </p:txBody>
          </p:sp>
        </mc:Choice>
        <mc:Fallback xmlns="">
          <p:sp>
            <p:nvSpPr>
              <p:cNvPr id="6" name="Content Placeholder 5"/>
              <p:cNvSpPr>
                <a:spLocks noGrp="1" noRot="1" noChangeAspect="1" noMove="1" noResize="1" noEditPoints="1" noAdjustHandles="1" noChangeArrowheads="1" noChangeShapeType="1" noTextEdit="1"/>
              </p:cNvSpPr>
              <p:nvPr>
                <p:ph sz="quarter" idx="14"/>
              </p:nvPr>
            </p:nvSpPr>
            <p:spPr>
              <a:blipFill rotWithShape="1">
                <a:blip r:embed="rId2"/>
                <a:stretch>
                  <a:fillRect l="-1282"/>
                </a:stretch>
              </a:blipFill>
            </p:spPr>
            <p:txBody>
              <a:bodyPr/>
              <a:lstStyle/>
              <a:p>
                <a:r>
                  <a:rPr lang="en-US">
                    <a:noFill/>
                  </a:rPr>
                  <a:t> </a:t>
                </a:r>
              </a:p>
            </p:txBody>
          </p:sp>
        </mc:Fallback>
      </mc:AlternateContent>
      <p:sp>
        <p:nvSpPr>
          <p:cNvPr id="7" name="TextBox 6"/>
          <p:cNvSpPr txBox="1"/>
          <p:nvPr/>
        </p:nvSpPr>
        <p:spPr>
          <a:xfrm>
            <a:off x="1036425" y="2635681"/>
            <a:ext cx="864096" cy="369332"/>
          </a:xfrm>
          <a:prstGeom prst="rect">
            <a:avLst/>
          </a:prstGeom>
          <a:noFill/>
          <a:ln>
            <a:solidFill>
              <a:schemeClr val="tx1"/>
            </a:solidFill>
          </a:ln>
        </p:spPr>
        <p:txBody>
          <a:bodyPr wrap="square" rtlCol="0">
            <a:spAutoFit/>
          </a:bodyPr>
          <a:lstStyle/>
          <a:p>
            <a:r>
              <a:rPr lang="en-IN" b="1" dirty="0"/>
              <a:t>  Milk</a:t>
            </a:r>
          </a:p>
        </p:txBody>
      </p:sp>
      <p:sp>
        <p:nvSpPr>
          <p:cNvPr id="8" name="TextBox 7"/>
          <p:cNvSpPr txBox="1"/>
          <p:nvPr/>
        </p:nvSpPr>
        <p:spPr>
          <a:xfrm>
            <a:off x="2186643" y="2635681"/>
            <a:ext cx="975665" cy="369332"/>
          </a:xfrm>
          <a:prstGeom prst="rect">
            <a:avLst/>
          </a:prstGeom>
          <a:noFill/>
          <a:ln>
            <a:solidFill>
              <a:schemeClr val="tx1"/>
            </a:solidFill>
          </a:ln>
        </p:spPr>
        <p:txBody>
          <a:bodyPr wrap="square" rtlCol="0">
            <a:spAutoFit/>
          </a:bodyPr>
          <a:lstStyle/>
          <a:p>
            <a:r>
              <a:rPr lang="en-IN" b="1" dirty="0"/>
              <a:t>  Water</a:t>
            </a:r>
          </a:p>
        </p:txBody>
      </p:sp>
      <p:sp>
        <p:nvSpPr>
          <p:cNvPr id="9" name="TextBox 8"/>
          <p:cNvSpPr txBox="1"/>
          <p:nvPr/>
        </p:nvSpPr>
        <p:spPr>
          <a:xfrm>
            <a:off x="1349545" y="3156545"/>
            <a:ext cx="576064" cy="369332"/>
          </a:xfrm>
          <a:prstGeom prst="rect">
            <a:avLst/>
          </a:prstGeom>
          <a:noFill/>
        </p:spPr>
        <p:txBody>
          <a:bodyPr wrap="square" rtlCol="0">
            <a:spAutoFit/>
          </a:bodyPr>
          <a:lstStyle/>
          <a:p>
            <a:r>
              <a:rPr lang="en-IN" dirty="0"/>
              <a:t>5</a:t>
            </a:r>
          </a:p>
        </p:txBody>
      </p:sp>
      <p:sp>
        <p:nvSpPr>
          <p:cNvPr id="10" name="TextBox 9"/>
          <p:cNvSpPr txBox="1"/>
          <p:nvPr/>
        </p:nvSpPr>
        <p:spPr>
          <a:xfrm>
            <a:off x="2450287" y="3154589"/>
            <a:ext cx="443996" cy="369332"/>
          </a:xfrm>
          <a:prstGeom prst="rect">
            <a:avLst/>
          </a:prstGeom>
          <a:noFill/>
        </p:spPr>
        <p:txBody>
          <a:bodyPr wrap="square" rtlCol="0">
            <a:spAutoFit/>
          </a:bodyPr>
          <a:lstStyle/>
          <a:p>
            <a:r>
              <a:rPr lang="en-IN" dirty="0"/>
              <a:t>4</a:t>
            </a:r>
          </a:p>
        </p:txBody>
      </p:sp>
      <p:sp>
        <p:nvSpPr>
          <p:cNvPr id="11" name="TextBox 10"/>
          <p:cNvSpPr txBox="1"/>
          <p:nvPr/>
        </p:nvSpPr>
        <p:spPr>
          <a:xfrm>
            <a:off x="1324457" y="3636545"/>
            <a:ext cx="576064" cy="369332"/>
          </a:xfrm>
          <a:prstGeom prst="rect">
            <a:avLst/>
          </a:prstGeom>
          <a:noFill/>
        </p:spPr>
        <p:txBody>
          <a:bodyPr wrap="square" rtlCol="0">
            <a:spAutoFit/>
          </a:bodyPr>
          <a:lstStyle/>
          <a:p>
            <a:r>
              <a:rPr lang="en-IN" dirty="0"/>
              <a:t>5x</a:t>
            </a:r>
          </a:p>
        </p:txBody>
      </p:sp>
      <p:sp>
        <p:nvSpPr>
          <p:cNvPr id="12" name="TextBox 11"/>
          <p:cNvSpPr txBox="1"/>
          <p:nvPr/>
        </p:nvSpPr>
        <p:spPr>
          <a:xfrm>
            <a:off x="2384253" y="3645060"/>
            <a:ext cx="576064" cy="369332"/>
          </a:xfrm>
          <a:prstGeom prst="rect">
            <a:avLst/>
          </a:prstGeom>
          <a:noFill/>
        </p:spPr>
        <p:txBody>
          <a:bodyPr wrap="square" rtlCol="0">
            <a:spAutoFit/>
          </a:bodyPr>
          <a:lstStyle/>
          <a:p>
            <a:r>
              <a:rPr lang="en-IN" dirty="0"/>
              <a:t>4x</a:t>
            </a:r>
          </a:p>
        </p:txBody>
      </p:sp>
      <p:sp>
        <p:nvSpPr>
          <p:cNvPr id="13" name="TextBox 12"/>
          <p:cNvSpPr txBox="1"/>
          <p:nvPr/>
        </p:nvSpPr>
        <p:spPr>
          <a:xfrm>
            <a:off x="1449805" y="4355812"/>
            <a:ext cx="576064" cy="369332"/>
          </a:xfrm>
          <a:prstGeom prst="rect">
            <a:avLst/>
          </a:prstGeom>
          <a:noFill/>
        </p:spPr>
        <p:txBody>
          <a:bodyPr wrap="square" rtlCol="0">
            <a:spAutoFit/>
          </a:bodyPr>
          <a:lstStyle/>
          <a:p>
            <a:r>
              <a:rPr lang="en-IN" dirty="0"/>
              <a:t>9</a:t>
            </a:r>
          </a:p>
        </p:txBody>
      </p:sp>
      <p:sp>
        <p:nvSpPr>
          <p:cNvPr id="14" name="TextBox 13"/>
          <p:cNvSpPr txBox="1"/>
          <p:nvPr/>
        </p:nvSpPr>
        <p:spPr>
          <a:xfrm>
            <a:off x="2318219" y="4355812"/>
            <a:ext cx="444489" cy="369332"/>
          </a:xfrm>
          <a:prstGeom prst="rect">
            <a:avLst/>
          </a:prstGeom>
          <a:noFill/>
        </p:spPr>
        <p:txBody>
          <a:bodyPr wrap="square" rtlCol="0">
            <a:spAutoFit/>
          </a:bodyPr>
          <a:lstStyle/>
          <a:p>
            <a:r>
              <a:rPr lang="en-IN" dirty="0"/>
              <a:t>8</a:t>
            </a:r>
          </a:p>
        </p:txBody>
      </p:sp>
      <p:sp>
        <p:nvSpPr>
          <p:cNvPr id="15" name="TextBox 14"/>
          <p:cNvSpPr txBox="1"/>
          <p:nvPr/>
        </p:nvSpPr>
        <p:spPr>
          <a:xfrm>
            <a:off x="1812945" y="3077645"/>
            <a:ext cx="425849" cy="523220"/>
          </a:xfrm>
          <a:prstGeom prst="rect">
            <a:avLst/>
          </a:prstGeom>
          <a:noFill/>
        </p:spPr>
        <p:txBody>
          <a:bodyPr wrap="square" rtlCol="0">
            <a:spAutoFit/>
          </a:bodyPr>
          <a:lstStyle/>
          <a:p>
            <a:r>
              <a:rPr lang="en-IN" dirty="0"/>
              <a:t> </a:t>
            </a:r>
            <a:r>
              <a:rPr lang="en-IN" sz="2800" b="1" dirty="0"/>
              <a:t>:</a:t>
            </a:r>
            <a:endParaRPr lang="en-IN" b="1" dirty="0"/>
          </a:p>
        </p:txBody>
      </p:sp>
      <p:sp>
        <p:nvSpPr>
          <p:cNvPr id="17" name="TextBox 16"/>
          <p:cNvSpPr txBox="1"/>
          <p:nvPr/>
        </p:nvSpPr>
        <p:spPr>
          <a:xfrm>
            <a:off x="1812945" y="4278868"/>
            <a:ext cx="425849" cy="523220"/>
          </a:xfrm>
          <a:prstGeom prst="rect">
            <a:avLst/>
          </a:prstGeom>
          <a:noFill/>
        </p:spPr>
        <p:txBody>
          <a:bodyPr wrap="square" rtlCol="0">
            <a:spAutoFit/>
          </a:bodyPr>
          <a:lstStyle/>
          <a:p>
            <a:r>
              <a:rPr lang="en-IN" dirty="0"/>
              <a:t> </a:t>
            </a:r>
            <a:r>
              <a:rPr lang="en-IN" sz="2800" b="1" dirty="0"/>
              <a:t>:</a:t>
            </a:r>
            <a:endParaRPr lang="en-IN" b="1" dirty="0"/>
          </a:p>
        </p:txBody>
      </p:sp>
      <p:sp>
        <p:nvSpPr>
          <p:cNvPr id="18" name="TextBox 17"/>
          <p:cNvSpPr txBox="1"/>
          <p:nvPr/>
        </p:nvSpPr>
        <p:spPr>
          <a:xfrm>
            <a:off x="683568" y="3645060"/>
            <a:ext cx="576064" cy="369332"/>
          </a:xfrm>
          <a:prstGeom prst="rect">
            <a:avLst/>
          </a:prstGeom>
          <a:noFill/>
          <a:ln>
            <a:solidFill>
              <a:schemeClr val="tx1"/>
            </a:solidFill>
          </a:ln>
        </p:spPr>
        <p:txBody>
          <a:bodyPr wrap="square" rtlCol="0">
            <a:spAutoFit/>
          </a:bodyPr>
          <a:lstStyle/>
          <a:p>
            <a:endParaRPr lang="en-IN" dirty="0"/>
          </a:p>
        </p:txBody>
      </p:sp>
      <p:sp>
        <p:nvSpPr>
          <p:cNvPr id="19" name="TextBox 18"/>
          <p:cNvSpPr txBox="1"/>
          <p:nvPr/>
        </p:nvSpPr>
        <p:spPr>
          <a:xfrm>
            <a:off x="3104333" y="3646484"/>
            <a:ext cx="576064" cy="369332"/>
          </a:xfrm>
          <a:prstGeom prst="rect">
            <a:avLst/>
          </a:prstGeom>
          <a:noFill/>
          <a:ln>
            <a:solidFill>
              <a:schemeClr val="tx1"/>
            </a:solidFill>
          </a:ln>
        </p:spPr>
        <p:txBody>
          <a:bodyPr wrap="square" rtlCol="0">
            <a:spAutoFit/>
          </a:bodyPr>
          <a:lstStyle/>
          <a:p>
            <a:r>
              <a:rPr lang="en-IN" dirty="0"/>
              <a:t>4 L</a:t>
            </a:r>
          </a:p>
        </p:txBody>
      </p:sp>
      <p:cxnSp>
        <p:nvCxnSpPr>
          <p:cNvPr id="23" name="Straight Arrow Connector 22"/>
          <p:cNvCxnSpPr>
            <a:stCxn id="10" idx="3"/>
            <a:endCxn id="19" idx="0"/>
          </p:cNvCxnSpPr>
          <p:nvPr/>
        </p:nvCxnSpPr>
        <p:spPr>
          <a:xfrm>
            <a:off x="2894283" y="3339255"/>
            <a:ext cx="498082" cy="307229"/>
          </a:xfrm>
          <a:prstGeom prst="straightConnector1">
            <a:avLst/>
          </a:prstGeom>
          <a:ln w="38100">
            <a:tailEnd type="arrow"/>
          </a:ln>
        </p:spPr>
        <p:style>
          <a:lnRef idx="1">
            <a:schemeClr val="accent1"/>
          </a:lnRef>
          <a:fillRef idx="0">
            <a:schemeClr val="accent1"/>
          </a:fillRef>
          <a:effectRef idx="0">
            <a:schemeClr val="accent1"/>
          </a:effectRef>
          <a:fontRef idx="minor">
            <a:schemeClr val="tx1"/>
          </a:fontRef>
        </p:style>
      </p:cxnSp>
      <p:cxnSp>
        <p:nvCxnSpPr>
          <p:cNvPr id="26" name="Straight Arrow Connector 25"/>
          <p:cNvCxnSpPr>
            <a:stCxn id="9" idx="1"/>
            <a:endCxn id="18" idx="0"/>
          </p:cNvCxnSpPr>
          <p:nvPr/>
        </p:nvCxnSpPr>
        <p:spPr>
          <a:xfrm flipH="1">
            <a:off x="971600" y="3341211"/>
            <a:ext cx="377945" cy="303849"/>
          </a:xfrm>
          <a:prstGeom prst="straightConnector1">
            <a:avLst/>
          </a:prstGeom>
          <a:ln w="38100">
            <a:tailEnd type="arrow"/>
          </a:ln>
        </p:spPr>
        <p:style>
          <a:lnRef idx="1">
            <a:schemeClr val="accent1"/>
          </a:lnRef>
          <a:fillRef idx="0">
            <a:schemeClr val="accent1"/>
          </a:fillRef>
          <a:effectRef idx="0">
            <a:schemeClr val="accent1"/>
          </a:effectRef>
          <a:fontRef idx="minor">
            <a:schemeClr val="tx1"/>
          </a:fontRef>
        </p:style>
      </p:cxnSp>
      <p:cxnSp>
        <p:nvCxnSpPr>
          <p:cNvPr id="27" name="Straight Arrow Connector 26"/>
          <p:cNvCxnSpPr>
            <a:stCxn id="18" idx="2"/>
            <a:endCxn id="13" idx="1"/>
          </p:cNvCxnSpPr>
          <p:nvPr/>
        </p:nvCxnSpPr>
        <p:spPr>
          <a:xfrm>
            <a:off x="971600" y="4014392"/>
            <a:ext cx="478205" cy="526086"/>
          </a:xfrm>
          <a:prstGeom prst="straightConnector1">
            <a:avLst/>
          </a:prstGeom>
          <a:ln w="38100">
            <a:tailEnd type="arrow"/>
          </a:ln>
        </p:spPr>
        <p:style>
          <a:lnRef idx="1">
            <a:schemeClr val="accent1"/>
          </a:lnRef>
          <a:fillRef idx="0">
            <a:schemeClr val="accent1"/>
          </a:fillRef>
          <a:effectRef idx="0">
            <a:schemeClr val="accent1"/>
          </a:effectRef>
          <a:fontRef idx="minor">
            <a:schemeClr val="tx1"/>
          </a:fontRef>
        </p:style>
      </p:cxnSp>
      <p:cxnSp>
        <p:nvCxnSpPr>
          <p:cNvPr id="30" name="Straight Arrow Connector 29"/>
          <p:cNvCxnSpPr>
            <a:stCxn id="19" idx="2"/>
          </p:cNvCxnSpPr>
          <p:nvPr/>
        </p:nvCxnSpPr>
        <p:spPr>
          <a:xfrm flipH="1">
            <a:off x="2839685" y="4015816"/>
            <a:ext cx="552680" cy="477520"/>
          </a:xfrm>
          <a:prstGeom prst="straightConnector1">
            <a:avLst/>
          </a:prstGeom>
          <a:ln w="38100">
            <a:tailEnd type="arrow"/>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32895800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15"/>
                                        </p:tgtEl>
                                        <p:attrNameLst>
                                          <p:attrName>style.visibility</p:attrName>
                                        </p:attrNameLst>
                                      </p:cBhvr>
                                      <p:to>
                                        <p:strVal val="visible"/>
                                      </p:to>
                                    </p:set>
                                    <p:animEffect transition="in" filter="fade">
                                      <p:cBhvr>
                                        <p:cTn id="7" dur="500"/>
                                        <p:tgtEl>
                                          <p:spTgt spid="15"/>
                                        </p:tgtEl>
                                      </p:cBhvr>
                                    </p:animEffect>
                                  </p:childTnLst>
                                </p:cTn>
                              </p:par>
                              <p:par>
                                <p:cTn id="8" presetID="10" presetClass="entr" presetSubtype="0" fill="hold" grpId="0" nodeType="withEffect">
                                  <p:stCondLst>
                                    <p:cond delay="0"/>
                                  </p:stCondLst>
                                  <p:childTnLst>
                                    <p:set>
                                      <p:cBhvr>
                                        <p:cTn id="9" dur="1" fill="hold">
                                          <p:stCondLst>
                                            <p:cond delay="0"/>
                                          </p:stCondLst>
                                        </p:cTn>
                                        <p:tgtEl>
                                          <p:spTgt spid="7"/>
                                        </p:tgtEl>
                                        <p:attrNameLst>
                                          <p:attrName>style.visibility</p:attrName>
                                        </p:attrNameLst>
                                      </p:cBhvr>
                                      <p:to>
                                        <p:strVal val="visible"/>
                                      </p:to>
                                    </p:set>
                                    <p:animEffect transition="in" filter="fade">
                                      <p:cBhvr>
                                        <p:cTn id="10" dur="500"/>
                                        <p:tgtEl>
                                          <p:spTgt spid="7"/>
                                        </p:tgtEl>
                                      </p:cBhvr>
                                    </p:animEffect>
                                  </p:childTnLst>
                                </p:cTn>
                              </p:par>
                              <p:par>
                                <p:cTn id="11" presetID="10" presetClass="entr" presetSubtype="0" fill="hold" grpId="0" nodeType="withEffect">
                                  <p:stCondLst>
                                    <p:cond delay="0"/>
                                  </p:stCondLst>
                                  <p:childTnLst>
                                    <p:set>
                                      <p:cBhvr>
                                        <p:cTn id="12" dur="1" fill="hold">
                                          <p:stCondLst>
                                            <p:cond delay="0"/>
                                          </p:stCondLst>
                                        </p:cTn>
                                        <p:tgtEl>
                                          <p:spTgt spid="8"/>
                                        </p:tgtEl>
                                        <p:attrNameLst>
                                          <p:attrName>style.visibility</p:attrName>
                                        </p:attrNameLst>
                                      </p:cBhvr>
                                      <p:to>
                                        <p:strVal val="visible"/>
                                      </p:to>
                                    </p:set>
                                    <p:animEffect transition="in" filter="fade">
                                      <p:cBhvr>
                                        <p:cTn id="13" dur="500"/>
                                        <p:tgtEl>
                                          <p:spTgt spid="8"/>
                                        </p:tgtEl>
                                      </p:cBhvr>
                                    </p:animEffect>
                                  </p:childTnLst>
                                </p:cTn>
                              </p:par>
                              <p:par>
                                <p:cTn id="14" presetID="10" presetClass="entr" presetSubtype="0" fill="hold" grpId="0" nodeType="withEffect">
                                  <p:stCondLst>
                                    <p:cond delay="0"/>
                                  </p:stCondLst>
                                  <p:childTnLst>
                                    <p:set>
                                      <p:cBhvr>
                                        <p:cTn id="15" dur="1" fill="hold">
                                          <p:stCondLst>
                                            <p:cond delay="0"/>
                                          </p:stCondLst>
                                        </p:cTn>
                                        <p:tgtEl>
                                          <p:spTgt spid="9"/>
                                        </p:tgtEl>
                                        <p:attrNameLst>
                                          <p:attrName>style.visibility</p:attrName>
                                        </p:attrNameLst>
                                      </p:cBhvr>
                                      <p:to>
                                        <p:strVal val="visible"/>
                                      </p:to>
                                    </p:set>
                                    <p:animEffect transition="in" filter="fade">
                                      <p:cBhvr>
                                        <p:cTn id="16" dur="500"/>
                                        <p:tgtEl>
                                          <p:spTgt spid="9"/>
                                        </p:tgtEl>
                                      </p:cBhvr>
                                    </p:animEffect>
                                  </p:childTnLst>
                                </p:cTn>
                              </p:par>
                              <p:par>
                                <p:cTn id="17" presetID="10" presetClass="entr" presetSubtype="0" fill="hold" grpId="0" nodeType="withEffect">
                                  <p:stCondLst>
                                    <p:cond delay="0"/>
                                  </p:stCondLst>
                                  <p:childTnLst>
                                    <p:set>
                                      <p:cBhvr>
                                        <p:cTn id="18" dur="1" fill="hold">
                                          <p:stCondLst>
                                            <p:cond delay="0"/>
                                          </p:stCondLst>
                                        </p:cTn>
                                        <p:tgtEl>
                                          <p:spTgt spid="10"/>
                                        </p:tgtEl>
                                        <p:attrNameLst>
                                          <p:attrName>style.visibility</p:attrName>
                                        </p:attrNameLst>
                                      </p:cBhvr>
                                      <p:to>
                                        <p:strVal val="visible"/>
                                      </p:to>
                                    </p:set>
                                    <p:animEffect transition="in" filter="fade">
                                      <p:cBhvr>
                                        <p:cTn id="19" dur="500"/>
                                        <p:tgtEl>
                                          <p:spTgt spid="10"/>
                                        </p:tgtEl>
                                      </p:cBhvr>
                                    </p:animEffect>
                                  </p:childTnLst>
                                </p:cTn>
                              </p:par>
                            </p:childTnLst>
                          </p:cTn>
                        </p:par>
                      </p:childTnLst>
                    </p:cTn>
                  </p:par>
                  <p:par>
                    <p:cTn id="20" fill="hold">
                      <p:stCondLst>
                        <p:cond delay="indefinite"/>
                      </p:stCondLst>
                      <p:childTnLst>
                        <p:par>
                          <p:cTn id="21" fill="hold">
                            <p:stCondLst>
                              <p:cond delay="0"/>
                            </p:stCondLst>
                            <p:childTnLst>
                              <p:par>
                                <p:cTn id="22" presetID="10" presetClass="entr" presetSubtype="0" fill="hold" nodeType="clickEffect">
                                  <p:stCondLst>
                                    <p:cond delay="0"/>
                                  </p:stCondLst>
                                  <p:childTnLst>
                                    <p:set>
                                      <p:cBhvr>
                                        <p:cTn id="23" dur="1" fill="hold">
                                          <p:stCondLst>
                                            <p:cond delay="0"/>
                                          </p:stCondLst>
                                        </p:cTn>
                                        <p:tgtEl>
                                          <p:spTgt spid="26"/>
                                        </p:tgtEl>
                                        <p:attrNameLst>
                                          <p:attrName>style.visibility</p:attrName>
                                        </p:attrNameLst>
                                      </p:cBhvr>
                                      <p:to>
                                        <p:strVal val="visible"/>
                                      </p:to>
                                    </p:set>
                                    <p:animEffect transition="in" filter="fade">
                                      <p:cBhvr>
                                        <p:cTn id="24" dur="500"/>
                                        <p:tgtEl>
                                          <p:spTgt spid="26"/>
                                        </p:tgtEl>
                                      </p:cBhvr>
                                    </p:animEffect>
                                  </p:childTnLst>
                                </p:cTn>
                              </p:par>
                              <p:par>
                                <p:cTn id="25" presetID="10" presetClass="entr" presetSubtype="0" fill="hold" nodeType="withEffect">
                                  <p:stCondLst>
                                    <p:cond delay="0"/>
                                  </p:stCondLst>
                                  <p:childTnLst>
                                    <p:set>
                                      <p:cBhvr>
                                        <p:cTn id="26" dur="1" fill="hold">
                                          <p:stCondLst>
                                            <p:cond delay="0"/>
                                          </p:stCondLst>
                                        </p:cTn>
                                        <p:tgtEl>
                                          <p:spTgt spid="23"/>
                                        </p:tgtEl>
                                        <p:attrNameLst>
                                          <p:attrName>style.visibility</p:attrName>
                                        </p:attrNameLst>
                                      </p:cBhvr>
                                      <p:to>
                                        <p:strVal val="visible"/>
                                      </p:to>
                                    </p:set>
                                    <p:animEffect transition="in" filter="fade">
                                      <p:cBhvr>
                                        <p:cTn id="27" dur="500"/>
                                        <p:tgtEl>
                                          <p:spTgt spid="23"/>
                                        </p:tgtEl>
                                      </p:cBhvr>
                                    </p:animEffect>
                                  </p:childTnLst>
                                </p:cTn>
                              </p:par>
                              <p:par>
                                <p:cTn id="28" presetID="10" presetClass="entr" presetSubtype="0" fill="hold" grpId="0" nodeType="withEffect">
                                  <p:stCondLst>
                                    <p:cond delay="0"/>
                                  </p:stCondLst>
                                  <p:childTnLst>
                                    <p:set>
                                      <p:cBhvr>
                                        <p:cTn id="29" dur="1" fill="hold">
                                          <p:stCondLst>
                                            <p:cond delay="0"/>
                                          </p:stCondLst>
                                        </p:cTn>
                                        <p:tgtEl>
                                          <p:spTgt spid="18"/>
                                        </p:tgtEl>
                                        <p:attrNameLst>
                                          <p:attrName>style.visibility</p:attrName>
                                        </p:attrNameLst>
                                      </p:cBhvr>
                                      <p:to>
                                        <p:strVal val="visible"/>
                                      </p:to>
                                    </p:set>
                                    <p:animEffect transition="in" filter="fade">
                                      <p:cBhvr>
                                        <p:cTn id="30" dur="500"/>
                                        <p:tgtEl>
                                          <p:spTgt spid="18"/>
                                        </p:tgtEl>
                                      </p:cBhvr>
                                    </p:animEffect>
                                  </p:childTnLst>
                                </p:cTn>
                              </p:par>
                              <p:par>
                                <p:cTn id="31" presetID="10" presetClass="entr" presetSubtype="0" fill="hold" grpId="0" nodeType="withEffect">
                                  <p:stCondLst>
                                    <p:cond delay="0"/>
                                  </p:stCondLst>
                                  <p:childTnLst>
                                    <p:set>
                                      <p:cBhvr>
                                        <p:cTn id="32" dur="1" fill="hold">
                                          <p:stCondLst>
                                            <p:cond delay="0"/>
                                          </p:stCondLst>
                                        </p:cTn>
                                        <p:tgtEl>
                                          <p:spTgt spid="19"/>
                                        </p:tgtEl>
                                        <p:attrNameLst>
                                          <p:attrName>style.visibility</p:attrName>
                                        </p:attrNameLst>
                                      </p:cBhvr>
                                      <p:to>
                                        <p:strVal val="visible"/>
                                      </p:to>
                                    </p:set>
                                    <p:animEffect transition="in" filter="fade">
                                      <p:cBhvr>
                                        <p:cTn id="33" dur="500"/>
                                        <p:tgtEl>
                                          <p:spTgt spid="19"/>
                                        </p:tgtEl>
                                      </p:cBhvr>
                                    </p:animEffect>
                                  </p:childTnLst>
                                </p:cTn>
                              </p:par>
                            </p:childTnLst>
                          </p:cTn>
                        </p:par>
                      </p:childTnLst>
                    </p:cTn>
                  </p:par>
                  <p:par>
                    <p:cTn id="34" fill="hold">
                      <p:stCondLst>
                        <p:cond delay="indefinite"/>
                      </p:stCondLst>
                      <p:childTnLst>
                        <p:par>
                          <p:cTn id="35" fill="hold">
                            <p:stCondLst>
                              <p:cond delay="0"/>
                            </p:stCondLst>
                            <p:childTnLst>
                              <p:par>
                                <p:cTn id="36" presetID="10" presetClass="entr" presetSubtype="0" fill="hold" nodeType="clickEffect">
                                  <p:stCondLst>
                                    <p:cond delay="0"/>
                                  </p:stCondLst>
                                  <p:childTnLst>
                                    <p:set>
                                      <p:cBhvr>
                                        <p:cTn id="37" dur="1" fill="hold">
                                          <p:stCondLst>
                                            <p:cond delay="0"/>
                                          </p:stCondLst>
                                        </p:cTn>
                                        <p:tgtEl>
                                          <p:spTgt spid="27"/>
                                        </p:tgtEl>
                                        <p:attrNameLst>
                                          <p:attrName>style.visibility</p:attrName>
                                        </p:attrNameLst>
                                      </p:cBhvr>
                                      <p:to>
                                        <p:strVal val="visible"/>
                                      </p:to>
                                    </p:set>
                                    <p:animEffect transition="in" filter="fade">
                                      <p:cBhvr>
                                        <p:cTn id="38" dur="500"/>
                                        <p:tgtEl>
                                          <p:spTgt spid="27"/>
                                        </p:tgtEl>
                                      </p:cBhvr>
                                    </p:animEffect>
                                  </p:childTnLst>
                                </p:cTn>
                              </p:par>
                              <p:par>
                                <p:cTn id="39" presetID="10" presetClass="entr" presetSubtype="0" fill="hold" nodeType="withEffect">
                                  <p:stCondLst>
                                    <p:cond delay="0"/>
                                  </p:stCondLst>
                                  <p:childTnLst>
                                    <p:set>
                                      <p:cBhvr>
                                        <p:cTn id="40" dur="1" fill="hold">
                                          <p:stCondLst>
                                            <p:cond delay="0"/>
                                          </p:stCondLst>
                                        </p:cTn>
                                        <p:tgtEl>
                                          <p:spTgt spid="30"/>
                                        </p:tgtEl>
                                        <p:attrNameLst>
                                          <p:attrName>style.visibility</p:attrName>
                                        </p:attrNameLst>
                                      </p:cBhvr>
                                      <p:to>
                                        <p:strVal val="visible"/>
                                      </p:to>
                                    </p:set>
                                    <p:animEffect transition="in" filter="fade">
                                      <p:cBhvr>
                                        <p:cTn id="41" dur="500"/>
                                        <p:tgtEl>
                                          <p:spTgt spid="30"/>
                                        </p:tgtEl>
                                      </p:cBhvr>
                                    </p:animEffect>
                                  </p:childTnLst>
                                </p:cTn>
                              </p:par>
                              <p:par>
                                <p:cTn id="42" presetID="10" presetClass="entr" presetSubtype="0" fill="hold" grpId="0" nodeType="withEffect">
                                  <p:stCondLst>
                                    <p:cond delay="0"/>
                                  </p:stCondLst>
                                  <p:childTnLst>
                                    <p:set>
                                      <p:cBhvr>
                                        <p:cTn id="43" dur="1" fill="hold">
                                          <p:stCondLst>
                                            <p:cond delay="0"/>
                                          </p:stCondLst>
                                        </p:cTn>
                                        <p:tgtEl>
                                          <p:spTgt spid="17"/>
                                        </p:tgtEl>
                                        <p:attrNameLst>
                                          <p:attrName>style.visibility</p:attrName>
                                        </p:attrNameLst>
                                      </p:cBhvr>
                                      <p:to>
                                        <p:strVal val="visible"/>
                                      </p:to>
                                    </p:set>
                                    <p:animEffect transition="in" filter="fade">
                                      <p:cBhvr>
                                        <p:cTn id="44" dur="500"/>
                                        <p:tgtEl>
                                          <p:spTgt spid="17"/>
                                        </p:tgtEl>
                                      </p:cBhvr>
                                    </p:animEffect>
                                  </p:childTnLst>
                                </p:cTn>
                              </p:par>
                              <p:par>
                                <p:cTn id="45" presetID="10" presetClass="entr" presetSubtype="0" fill="hold" grpId="0" nodeType="withEffect">
                                  <p:stCondLst>
                                    <p:cond delay="0"/>
                                  </p:stCondLst>
                                  <p:childTnLst>
                                    <p:set>
                                      <p:cBhvr>
                                        <p:cTn id="46" dur="1" fill="hold">
                                          <p:stCondLst>
                                            <p:cond delay="0"/>
                                          </p:stCondLst>
                                        </p:cTn>
                                        <p:tgtEl>
                                          <p:spTgt spid="13"/>
                                        </p:tgtEl>
                                        <p:attrNameLst>
                                          <p:attrName>style.visibility</p:attrName>
                                        </p:attrNameLst>
                                      </p:cBhvr>
                                      <p:to>
                                        <p:strVal val="visible"/>
                                      </p:to>
                                    </p:set>
                                    <p:animEffect transition="in" filter="fade">
                                      <p:cBhvr>
                                        <p:cTn id="47" dur="500"/>
                                        <p:tgtEl>
                                          <p:spTgt spid="13"/>
                                        </p:tgtEl>
                                      </p:cBhvr>
                                    </p:animEffect>
                                  </p:childTnLst>
                                </p:cTn>
                              </p:par>
                              <p:par>
                                <p:cTn id="48" presetID="10" presetClass="entr" presetSubtype="0" fill="hold" grpId="0" nodeType="withEffect">
                                  <p:stCondLst>
                                    <p:cond delay="0"/>
                                  </p:stCondLst>
                                  <p:childTnLst>
                                    <p:set>
                                      <p:cBhvr>
                                        <p:cTn id="49" dur="1" fill="hold">
                                          <p:stCondLst>
                                            <p:cond delay="0"/>
                                          </p:stCondLst>
                                        </p:cTn>
                                        <p:tgtEl>
                                          <p:spTgt spid="14"/>
                                        </p:tgtEl>
                                        <p:attrNameLst>
                                          <p:attrName>style.visibility</p:attrName>
                                        </p:attrNameLst>
                                      </p:cBhvr>
                                      <p:to>
                                        <p:strVal val="visible"/>
                                      </p:to>
                                    </p:set>
                                    <p:animEffect transition="in" filter="fade">
                                      <p:cBhvr>
                                        <p:cTn id="50" dur="500"/>
                                        <p:tgtEl>
                                          <p:spTgt spid="14"/>
                                        </p:tgtEl>
                                      </p:cBhvr>
                                    </p:animEffect>
                                  </p:childTnLst>
                                </p:cTn>
                              </p:par>
                            </p:childTnLst>
                          </p:cTn>
                        </p:par>
                      </p:childTnLst>
                    </p:cTn>
                  </p:par>
                  <p:par>
                    <p:cTn id="51" fill="hold">
                      <p:stCondLst>
                        <p:cond delay="indefinite"/>
                      </p:stCondLst>
                      <p:childTnLst>
                        <p:par>
                          <p:cTn id="52" fill="hold">
                            <p:stCondLst>
                              <p:cond delay="0"/>
                            </p:stCondLst>
                            <p:childTnLst>
                              <p:par>
                                <p:cTn id="53" presetID="10" presetClass="entr" presetSubtype="0" fill="hold" grpId="0" nodeType="clickEffect">
                                  <p:stCondLst>
                                    <p:cond delay="0"/>
                                  </p:stCondLst>
                                  <p:childTnLst>
                                    <p:set>
                                      <p:cBhvr>
                                        <p:cTn id="54" dur="1" fill="hold">
                                          <p:stCondLst>
                                            <p:cond delay="0"/>
                                          </p:stCondLst>
                                        </p:cTn>
                                        <p:tgtEl>
                                          <p:spTgt spid="11"/>
                                        </p:tgtEl>
                                        <p:attrNameLst>
                                          <p:attrName>style.visibility</p:attrName>
                                        </p:attrNameLst>
                                      </p:cBhvr>
                                      <p:to>
                                        <p:strVal val="visible"/>
                                      </p:to>
                                    </p:set>
                                    <p:animEffect transition="in" filter="fade">
                                      <p:cBhvr>
                                        <p:cTn id="55" dur="500"/>
                                        <p:tgtEl>
                                          <p:spTgt spid="11"/>
                                        </p:tgtEl>
                                      </p:cBhvr>
                                    </p:animEffect>
                                  </p:childTnLst>
                                </p:cTn>
                              </p:par>
                              <p:par>
                                <p:cTn id="56" presetID="10" presetClass="entr" presetSubtype="0" fill="hold" grpId="0" nodeType="withEffect">
                                  <p:stCondLst>
                                    <p:cond delay="0"/>
                                  </p:stCondLst>
                                  <p:childTnLst>
                                    <p:set>
                                      <p:cBhvr>
                                        <p:cTn id="57" dur="1" fill="hold">
                                          <p:stCondLst>
                                            <p:cond delay="0"/>
                                          </p:stCondLst>
                                        </p:cTn>
                                        <p:tgtEl>
                                          <p:spTgt spid="12"/>
                                        </p:tgtEl>
                                        <p:attrNameLst>
                                          <p:attrName>style.visibility</p:attrName>
                                        </p:attrNameLst>
                                      </p:cBhvr>
                                      <p:to>
                                        <p:strVal val="visible"/>
                                      </p:to>
                                    </p:set>
                                    <p:animEffect transition="in" filter="fade">
                                      <p:cBhvr>
                                        <p:cTn id="58" dur="500"/>
                                        <p:tgtEl>
                                          <p:spTgt spid="12"/>
                                        </p:tgtEl>
                                      </p:cBhvr>
                                    </p:animEffect>
                                  </p:childTnLst>
                                </p:cTn>
                              </p:par>
                            </p:childTnLst>
                          </p:cTn>
                        </p:par>
                      </p:childTnLst>
                    </p:cTn>
                  </p:par>
                  <p:par>
                    <p:cTn id="59" fill="hold">
                      <p:stCondLst>
                        <p:cond delay="indefinite"/>
                      </p:stCondLst>
                      <p:childTnLst>
                        <p:par>
                          <p:cTn id="60" fill="hold">
                            <p:stCondLst>
                              <p:cond delay="0"/>
                            </p:stCondLst>
                            <p:childTnLst>
                              <p:par>
                                <p:cTn id="61" presetID="10" presetClass="entr" presetSubtype="0" fill="hold" nodeType="clickEffect">
                                  <p:stCondLst>
                                    <p:cond delay="0"/>
                                  </p:stCondLst>
                                  <p:childTnLst>
                                    <p:set>
                                      <p:cBhvr>
                                        <p:cTn id="62" dur="1" fill="hold">
                                          <p:stCondLst>
                                            <p:cond delay="0"/>
                                          </p:stCondLst>
                                        </p:cTn>
                                        <p:tgtEl>
                                          <p:spTgt spid="6">
                                            <p:txEl>
                                              <p:pRg st="0" end="0"/>
                                            </p:txEl>
                                          </p:spTgt>
                                        </p:tgtEl>
                                        <p:attrNameLst>
                                          <p:attrName>style.visibility</p:attrName>
                                        </p:attrNameLst>
                                      </p:cBhvr>
                                      <p:to>
                                        <p:strVal val="visible"/>
                                      </p:to>
                                    </p:set>
                                    <p:animEffect transition="in" filter="fade">
                                      <p:cBhvr>
                                        <p:cTn id="63" dur="500"/>
                                        <p:tgtEl>
                                          <p:spTgt spid="6">
                                            <p:txEl>
                                              <p:pRg st="0" end="0"/>
                                            </p:txEl>
                                          </p:spTgt>
                                        </p:tgtEl>
                                      </p:cBhvr>
                                    </p:animEffect>
                                  </p:childTnLst>
                                </p:cTn>
                              </p:par>
                            </p:childTnLst>
                          </p:cTn>
                        </p:par>
                      </p:childTnLst>
                    </p:cTn>
                  </p:par>
                  <p:par>
                    <p:cTn id="64" fill="hold">
                      <p:stCondLst>
                        <p:cond delay="indefinite"/>
                      </p:stCondLst>
                      <p:childTnLst>
                        <p:par>
                          <p:cTn id="65" fill="hold">
                            <p:stCondLst>
                              <p:cond delay="0"/>
                            </p:stCondLst>
                            <p:childTnLst>
                              <p:par>
                                <p:cTn id="66" presetID="10" presetClass="entr" presetSubtype="0" fill="hold" nodeType="clickEffect">
                                  <p:stCondLst>
                                    <p:cond delay="0"/>
                                  </p:stCondLst>
                                  <p:childTnLst>
                                    <p:set>
                                      <p:cBhvr>
                                        <p:cTn id="67" dur="1" fill="hold">
                                          <p:stCondLst>
                                            <p:cond delay="0"/>
                                          </p:stCondLst>
                                        </p:cTn>
                                        <p:tgtEl>
                                          <p:spTgt spid="6">
                                            <p:txEl>
                                              <p:pRg st="2" end="2"/>
                                            </p:txEl>
                                          </p:spTgt>
                                        </p:tgtEl>
                                        <p:attrNameLst>
                                          <p:attrName>style.visibility</p:attrName>
                                        </p:attrNameLst>
                                      </p:cBhvr>
                                      <p:to>
                                        <p:strVal val="visible"/>
                                      </p:to>
                                    </p:set>
                                    <p:animEffect transition="in" filter="fade">
                                      <p:cBhvr>
                                        <p:cTn id="68" dur="500"/>
                                        <p:tgtEl>
                                          <p:spTgt spid="6">
                                            <p:txEl>
                                              <p:pRg st="2" end="2"/>
                                            </p:txEl>
                                          </p:spTgt>
                                        </p:tgtEl>
                                      </p:cBhvr>
                                    </p:animEffect>
                                  </p:childTnLst>
                                </p:cTn>
                              </p:par>
                              <p:par>
                                <p:cTn id="69" presetID="10" presetClass="entr" presetSubtype="0" fill="hold" nodeType="withEffect">
                                  <p:stCondLst>
                                    <p:cond delay="0"/>
                                  </p:stCondLst>
                                  <p:childTnLst>
                                    <p:set>
                                      <p:cBhvr>
                                        <p:cTn id="70" dur="1" fill="hold">
                                          <p:stCondLst>
                                            <p:cond delay="0"/>
                                          </p:stCondLst>
                                        </p:cTn>
                                        <p:tgtEl>
                                          <p:spTgt spid="6">
                                            <p:txEl>
                                              <p:pRg st="3" end="3"/>
                                            </p:txEl>
                                          </p:spTgt>
                                        </p:tgtEl>
                                        <p:attrNameLst>
                                          <p:attrName>style.visibility</p:attrName>
                                        </p:attrNameLst>
                                      </p:cBhvr>
                                      <p:to>
                                        <p:strVal val="visible"/>
                                      </p:to>
                                    </p:set>
                                    <p:animEffect transition="in" filter="fade">
                                      <p:cBhvr>
                                        <p:cTn id="71" dur="500"/>
                                        <p:tgtEl>
                                          <p:spTgt spid="6">
                                            <p:txEl>
                                              <p:pRg st="3" end="3"/>
                                            </p:txEl>
                                          </p:spTgt>
                                        </p:tgtEl>
                                      </p:cBhvr>
                                    </p:animEffect>
                                  </p:childTnLst>
                                </p:cTn>
                              </p:par>
                              <p:par>
                                <p:cTn id="72" presetID="10" presetClass="entr" presetSubtype="0" fill="hold" nodeType="withEffect">
                                  <p:stCondLst>
                                    <p:cond delay="0"/>
                                  </p:stCondLst>
                                  <p:childTnLst>
                                    <p:set>
                                      <p:cBhvr>
                                        <p:cTn id="73" dur="1" fill="hold">
                                          <p:stCondLst>
                                            <p:cond delay="0"/>
                                          </p:stCondLst>
                                        </p:cTn>
                                        <p:tgtEl>
                                          <p:spTgt spid="6">
                                            <p:txEl>
                                              <p:pRg st="4" end="4"/>
                                            </p:txEl>
                                          </p:spTgt>
                                        </p:tgtEl>
                                        <p:attrNameLst>
                                          <p:attrName>style.visibility</p:attrName>
                                        </p:attrNameLst>
                                      </p:cBhvr>
                                      <p:to>
                                        <p:strVal val="visible"/>
                                      </p:to>
                                    </p:set>
                                    <p:animEffect transition="in" filter="fade">
                                      <p:cBhvr>
                                        <p:cTn id="74" dur="500"/>
                                        <p:tgtEl>
                                          <p:spTgt spid="6">
                                            <p:txEl>
                                              <p:pRg st="4" end="4"/>
                                            </p:txEl>
                                          </p:spTgt>
                                        </p:tgtEl>
                                      </p:cBhvr>
                                    </p:animEffect>
                                  </p:childTnLst>
                                </p:cTn>
                              </p:par>
                              <p:par>
                                <p:cTn id="75" presetID="10" presetClass="entr" presetSubtype="0" fill="hold" nodeType="withEffect">
                                  <p:stCondLst>
                                    <p:cond delay="0"/>
                                  </p:stCondLst>
                                  <p:childTnLst>
                                    <p:set>
                                      <p:cBhvr>
                                        <p:cTn id="76" dur="1" fill="hold">
                                          <p:stCondLst>
                                            <p:cond delay="0"/>
                                          </p:stCondLst>
                                        </p:cTn>
                                        <p:tgtEl>
                                          <p:spTgt spid="6">
                                            <p:txEl>
                                              <p:pRg st="5" end="5"/>
                                            </p:txEl>
                                          </p:spTgt>
                                        </p:tgtEl>
                                        <p:attrNameLst>
                                          <p:attrName>style.visibility</p:attrName>
                                        </p:attrNameLst>
                                      </p:cBhvr>
                                      <p:to>
                                        <p:strVal val="visible"/>
                                      </p:to>
                                    </p:set>
                                    <p:animEffect transition="in" filter="fade">
                                      <p:cBhvr>
                                        <p:cTn id="77" dur="500"/>
                                        <p:tgtEl>
                                          <p:spTgt spid="6">
                                            <p:txEl>
                                              <p:pRg st="5" end="5"/>
                                            </p:txEl>
                                          </p:spTgt>
                                        </p:tgtEl>
                                      </p:cBhvr>
                                    </p:animEffect>
                                  </p:childTnLst>
                                </p:cTn>
                              </p:par>
                            </p:childTnLst>
                          </p:cTn>
                        </p:par>
                      </p:childTnLst>
                    </p:cTn>
                  </p:par>
                  <p:par>
                    <p:cTn id="78" fill="hold">
                      <p:stCondLst>
                        <p:cond delay="indefinite"/>
                      </p:stCondLst>
                      <p:childTnLst>
                        <p:par>
                          <p:cTn id="79" fill="hold">
                            <p:stCondLst>
                              <p:cond delay="0"/>
                            </p:stCondLst>
                            <p:childTnLst>
                              <p:par>
                                <p:cTn id="80" presetID="10" presetClass="entr" presetSubtype="0" fill="hold" nodeType="clickEffect">
                                  <p:stCondLst>
                                    <p:cond delay="0"/>
                                  </p:stCondLst>
                                  <p:childTnLst>
                                    <p:set>
                                      <p:cBhvr>
                                        <p:cTn id="81" dur="1" fill="hold">
                                          <p:stCondLst>
                                            <p:cond delay="0"/>
                                          </p:stCondLst>
                                        </p:cTn>
                                        <p:tgtEl>
                                          <p:spTgt spid="6">
                                            <p:txEl>
                                              <p:pRg st="6" end="6"/>
                                            </p:txEl>
                                          </p:spTgt>
                                        </p:tgtEl>
                                        <p:attrNameLst>
                                          <p:attrName>style.visibility</p:attrName>
                                        </p:attrNameLst>
                                      </p:cBhvr>
                                      <p:to>
                                        <p:strVal val="visible"/>
                                      </p:to>
                                    </p:set>
                                    <p:animEffect transition="in" filter="fade">
                                      <p:cBhvr>
                                        <p:cTn id="82" dur="500"/>
                                        <p:tgtEl>
                                          <p:spTgt spid="6">
                                            <p:txEl>
                                              <p:pRg st="6" end="6"/>
                                            </p:txEl>
                                          </p:spTgt>
                                        </p:tgtEl>
                                      </p:cBhvr>
                                    </p:animEffect>
                                  </p:childTnLst>
                                </p:cTn>
                              </p:par>
                              <p:par>
                                <p:cTn id="83" presetID="10" presetClass="entr" presetSubtype="0" fill="hold" nodeType="withEffect">
                                  <p:stCondLst>
                                    <p:cond delay="0"/>
                                  </p:stCondLst>
                                  <p:childTnLst>
                                    <p:set>
                                      <p:cBhvr>
                                        <p:cTn id="84" dur="1" fill="hold">
                                          <p:stCondLst>
                                            <p:cond delay="0"/>
                                          </p:stCondLst>
                                        </p:cTn>
                                        <p:tgtEl>
                                          <p:spTgt spid="6">
                                            <p:txEl>
                                              <p:pRg st="7" end="7"/>
                                            </p:txEl>
                                          </p:spTgt>
                                        </p:tgtEl>
                                        <p:attrNameLst>
                                          <p:attrName>style.visibility</p:attrName>
                                        </p:attrNameLst>
                                      </p:cBhvr>
                                      <p:to>
                                        <p:strVal val="visible"/>
                                      </p:to>
                                    </p:set>
                                    <p:animEffect transition="in" filter="fade">
                                      <p:cBhvr>
                                        <p:cTn id="85" dur="500"/>
                                        <p:tgtEl>
                                          <p:spTgt spid="6">
                                            <p:txEl>
                                              <p:pRg st="7" end="7"/>
                                            </p:txEl>
                                          </p:spTgt>
                                        </p:tgtEl>
                                      </p:cBhvr>
                                    </p:animEffect>
                                  </p:childTnLst>
                                </p:cTn>
                              </p:par>
                              <p:par>
                                <p:cTn id="86" presetID="10" presetClass="entr" presetSubtype="0" fill="hold" nodeType="withEffect">
                                  <p:stCondLst>
                                    <p:cond delay="0"/>
                                  </p:stCondLst>
                                  <p:childTnLst>
                                    <p:set>
                                      <p:cBhvr>
                                        <p:cTn id="87" dur="1" fill="hold">
                                          <p:stCondLst>
                                            <p:cond delay="0"/>
                                          </p:stCondLst>
                                        </p:cTn>
                                        <p:tgtEl>
                                          <p:spTgt spid="6">
                                            <p:txEl>
                                              <p:pRg st="8" end="8"/>
                                            </p:txEl>
                                          </p:spTgt>
                                        </p:tgtEl>
                                        <p:attrNameLst>
                                          <p:attrName>style.visibility</p:attrName>
                                        </p:attrNameLst>
                                      </p:cBhvr>
                                      <p:to>
                                        <p:strVal val="visible"/>
                                      </p:to>
                                    </p:set>
                                    <p:animEffect transition="in" filter="fade">
                                      <p:cBhvr>
                                        <p:cTn id="88" dur="500"/>
                                        <p:tgtEl>
                                          <p:spTgt spid="6">
                                            <p:txEl>
                                              <p:pRg st="8" end="8"/>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animBg="1"/>
      <p:bldP spid="8" grpId="0" animBg="1"/>
      <p:bldP spid="9" grpId="0"/>
      <p:bldP spid="10" grpId="0"/>
      <p:bldP spid="11" grpId="0"/>
      <p:bldP spid="12" grpId="0"/>
      <p:bldP spid="13" grpId="0"/>
      <p:bldP spid="14" grpId="0"/>
      <p:bldP spid="15" grpId="0"/>
      <p:bldP spid="17" grpId="0"/>
      <p:bldP spid="18" grpId="0" animBg="1"/>
      <p:bldP spid="19" grpId="0" animBg="1"/>
    </p:bldLst>
  </p:timing>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699247" y="2248347"/>
            <a:ext cx="7745505" cy="4276997"/>
          </a:xfrm>
        </p:spPr>
        <p:txBody>
          <a:bodyPr>
            <a:normAutofit/>
          </a:bodyPr>
          <a:lstStyle/>
          <a:p>
            <a:pPr marL="0" lvl="0" indent="0" algn="just">
              <a:buNone/>
            </a:pPr>
            <a:r>
              <a:rPr lang="en-US" sz="3600" b="1" dirty="0">
                <a:solidFill>
                  <a:srgbClr val="FF0000"/>
                </a:solidFill>
                <a:latin typeface="Times New Roman" panose="02020603050405020304" pitchFamily="18" charset="0"/>
                <a:cs typeface="Times New Roman" panose="02020603050405020304" pitchFamily="18" charset="0"/>
              </a:rPr>
              <a:t>The ratio of income of A to that of B is 3:2 and the expenditure of A to that of  B is 2:1. If at the end of the year, each saves Rs.5000, then the income of A is:</a:t>
            </a:r>
            <a:endParaRPr lang="en-IN" sz="3600" b="1" dirty="0">
              <a:solidFill>
                <a:srgbClr val="FF0000"/>
              </a:solidFill>
              <a:latin typeface="Times New Roman" panose="02020603050405020304" pitchFamily="18" charset="0"/>
              <a:cs typeface="Times New Roman" panose="02020603050405020304" pitchFamily="18" charset="0"/>
            </a:endParaRPr>
          </a:p>
          <a:p>
            <a:pPr marL="0" indent="0">
              <a:buNone/>
            </a:pPr>
            <a:r>
              <a:rPr lang="en-US" sz="3200" dirty="0">
                <a:latin typeface="Times New Roman" panose="02020603050405020304" pitchFamily="18" charset="0"/>
                <a:cs typeface="Times New Roman" panose="02020603050405020304" pitchFamily="18" charset="0"/>
              </a:rPr>
              <a:t>	a) Rs.15,000 		b) Rs.10,000</a:t>
            </a:r>
            <a:r>
              <a:rPr lang="en-US" sz="3200" b="1" dirty="0">
                <a:latin typeface="Times New Roman" panose="02020603050405020304" pitchFamily="18" charset="0"/>
                <a:cs typeface="Times New Roman" panose="02020603050405020304" pitchFamily="18" charset="0"/>
              </a:rPr>
              <a:t>	</a:t>
            </a:r>
            <a:r>
              <a:rPr lang="en-US" sz="3200" dirty="0">
                <a:latin typeface="Times New Roman" panose="02020603050405020304" pitchFamily="18" charset="0"/>
                <a:cs typeface="Times New Roman" panose="02020603050405020304" pitchFamily="18" charset="0"/>
              </a:rPr>
              <a:t>	c) Rs.20,000		d) Rs.25,000</a:t>
            </a:r>
            <a:endParaRPr lang="en-IN" sz="3200" dirty="0">
              <a:latin typeface="Times New Roman" panose="02020603050405020304" pitchFamily="18" charset="0"/>
              <a:cs typeface="Times New Roman" panose="02020603050405020304" pitchFamily="18" charset="0"/>
            </a:endParaRPr>
          </a:p>
          <a:p>
            <a:pPr marL="0" indent="0">
              <a:buNone/>
            </a:pPr>
            <a:endParaRPr lang="en-IN" sz="3200" dirty="0">
              <a:latin typeface="Times New Roman" panose="02020603050405020304" pitchFamily="18" charset="0"/>
              <a:cs typeface="Times New Roman" panose="02020603050405020304" pitchFamily="18" charset="0"/>
            </a:endParaRPr>
          </a:p>
        </p:txBody>
      </p:sp>
      <p:sp>
        <p:nvSpPr>
          <p:cNvPr id="2" name="Title 1"/>
          <p:cNvSpPr>
            <a:spLocks noGrp="1"/>
          </p:cNvSpPr>
          <p:nvPr>
            <p:ph type="title"/>
          </p:nvPr>
        </p:nvSpPr>
        <p:spPr/>
        <p:txBody>
          <a:bodyPr/>
          <a:lstStyle/>
          <a:p>
            <a:pPr algn="l"/>
            <a:r>
              <a:rPr lang="en-IN" b="1" dirty="0">
                <a:solidFill>
                  <a:srgbClr val="FF0000"/>
                </a:solidFill>
                <a:latin typeface="Times New Roman" panose="02020603050405020304" pitchFamily="18" charset="0"/>
                <a:cs typeface="Times New Roman" panose="02020603050405020304" pitchFamily="18" charset="0"/>
              </a:rPr>
              <a:t>Q.16)</a:t>
            </a:r>
            <a:r>
              <a:rPr lang="en-IN" dirty="0"/>
              <a:t> </a:t>
            </a:r>
          </a:p>
        </p:txBody>
      </p:sp>
    </p:spTree>
    <p:extLst>
      <p:ext uri="{BB962C8B-B14F-4D97-AF65-F5344CB8AC3E}">
        <p14:creationId xmlns:p14="http://schemas.microsoft.com/office/powerpoint/2010/main" val="2046449346"/>
      </p:ext>
    </p:extLst>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p:cNvSpPr>
            <a:spLocks noGrp="1"/>
          </p:cNvSpPr>
          <p:nvPr>
            <p:ph type="title"/>
          </p:nvPr>
        </p:nvSpPr>
        <p:spPr/>
        <p:txBody>
          <a:bodyPr/>
          <a:lstStyle/>
          <a:p>
            <a:pPr algn="l"/>
            <a:r>
              <a:rPr lang="en-IN" b="1" dirty="0">
                <a:solidFill>
                  <a:srgbClr val="00B050"/>
                </a:solidFill>
              </a:rPr>
              <a:t>Q.16) Explanation</a:t>
            </a:r>
            <a:endParaRPr lang="en-IN" dirty="0"/>
          </a:p>
        </p:txBody>
      </p:sp>
      <p:sp>
        <p:nvSpPr>
          <p:cNvPr id="5" name="Content Placeholder 4"/>
          <p:cNvSpPr>
            <a:spLocks noGrp="1"/>
          </p:cNvSpPr>
          <p:nvPr>
            <p:ph sz="quarter" idx="13"/>
          </p:nvPr>
        </p:nvSpPr>
        <p:spPr/>
        <p:txBody>
          <a:bodyPr/>
          <a:lstStyle/>
          <a:p>
            <a:pPr marL="0" indent="0">
              <a:buNone/>
            </a:pPr>
            <a:r>
              <a:rPr lang="en-IN" dirty="0"/>
              <a:t> </a:t>
            </a:r>
          </a:p>
        </p:txBody>
      </p:sp>
      <mc:AlternateContent xmlns:mc="http://schemas.openxmlformats.org/markup-compatibility/2006" xmlns:a14="http://schemas.microsoft.com/office/drawing/2010/main">
        <mc:Choice Requires="a14">
          <p:sp>
            <p:nvSpPr>
              <p:cNvPr id="6" name="Content Placeholder 5"/>
              <p:cNvSpPr>
                <a:spLocks noGrp="1"/>
              </p:cNvSpPr>
              <p:nvPr>
                <p:ph sz="quarter" idx="14"/>
              </p:nvPr>
            </p:nvSpPr>
            <p:spPr/>
            <p:txBody>
              <a:bodyPr/>
              <a:lstStyle/>
              <a:p>
                <a:pPr marL="0" indent="0">
                  <a:buNone/>
                </a:pPr>
                <a:r>
                  <a:rPr lang="en-IN" sz="2000" dirty="0"/>
                  <a:t> </a:t>
                </a:r>
                <a14:m>
                  <m:oMath xmlns:m="http://schemas.openxmlformats.org/officeDocument/2006/math">
                    <m:f>
                      <m:fPr>
                        <m:ctrlPr>
                          <a:rPr lang="en-IN" sz="3200" b="1" i="1" smtClean="0">
                            <a:latin typeface="Cambria Math" panose="02040503050406030204" pitchFamily="18" charset="0"/>
                          </a:rPr>
                        </m:ctrlPr>
                      </m:fPr>
                      <m:num>
                        <m:r>
                          <a:rPr lang="en-IN" sz="3200" b="1" i="1" smtClean="0">
                            <a:latin typeface="Cambria Math"/>
                          </a:rPr>
                          <m:t>𝑨</m:t>
                        </m:r>
                      </m:num>
                      <m:den>
                        <m:r>
                          <a:rPr lang="en-IN" sz="3200" b="1" i="1" smtClean="0">
                            <a:latin typeface="Cambria Math"/>
                          </a:rPr>
                          <m:t>𝑩</m:t>
                        </m:r>
                      </m:den>
                    </m:f>
                  </m:oMath>
                </a14:m>
                <a:r>
                  <a:rPr lang="en-IN" sz="3200" b="1" dirty="0"/>
                  <a:t> =&gt;  </a:t>
                </a:r>
                <a14:m>
                  <m:oMath xmlns:m="http://schemas.openxmlformats.org/officeDocument/2006/math">
                    <m:f>
                      <m:fPr>
                        <m:ctrlPr>
                          <a:rPr lang="en-IN" sz="3200" b="1" i="1" smtClean="0">
                            <a:latin typeface="Cambria Math" panose="02040503050406030204" pitchFamily="18" charset="0"/>
                          </a:rPr>
                        </m:ctrlPr>
                      </m:fPr>
                      <m:num>
                        <m:r>
                          <a:rPr lang="en-IN" sz="3200" b="1" i="1" smtClean="0">
                            <a:latin typeface="Cambria Math"/>
                          </a:rPr>
                          <m:t>𝟑</m:t>
                        </m:r>
                        <m:r>
                          <a:rPr lang="en-IN" sz="3200" b="1" i="1" smtClean="0">
                            <a:latin typeface="Cambria Math"/>
                          </a:rPr>
                          <m:t>𝒙</m:t>
                        </m:r>
                        <m:r>
                          <a:rPr lang="en-IN" sz="3200" b="1" i="1" smtClean="0">
                            <a:latin typeface="Cambria Math"/>
                          </a:rPr>
                          <m:t> −</m:t>
                        </m:r>
                        <m:r>
                          <a:rPr lang="en-IN" sz="3200" b="1" i="1" smtClean="0">
                            <a:latin typeface="Cambria Math"/>
                          </a:rPr>
                          <m:t>𝟓𝟎𝟎𝟎</m:t>
                        </m:r>
                      </m:num>
                      <m:den>
                        <m:r>
                          <a:rPr lang="en-IN" sz="3200" b="1" i="1" smtClean="0">
                            <a:latin typeface="Cambria Math"/>
                          </a:rPr>
                          <m:t>𝟐</m:t>
                        </m:r>
                        <m:r>
                          <a:rPr lang="en-IN" sz="3200" b="1" i="1" smtClean="0">
                            <a:latin typeface="Cambria Math"/>
                          </a:rPr>
                          <m:t>𝒙</m:t>
                        </m:r>
                        <m:r>
                          <a:rPr lang="en-IN" sz="3200" b="1" i="1" smtClean="0">
                            <a:latin typeface="Cambria Math"/>
                          </a:rPr>
                          <m:t> −</m:t>
                        </m:r>
                        <m:r>
                          <a:rPr lang="en-IN" sz="3200" b="1" i="1" smtClean="0">
                            <a:latin typeface="Cambria Math"/>
                          </a:rPr>
                          <m:t>𝟓𝟎𝟎𝟎</m:t>
                        </m:r>
                      </m:den>
                    </m:f>
                  </m:oMath>
                </a14:m>
                <a:r>
                  <a:rPr lang="en-IN" sz="3200" b="1" dirty="0"/>
                  <a:t> = </a:t>
                </a:r>
                <a14:m>
                  <m:oMath xmlns:m="http://schemas.openxmlformats.org/officeDocument/2006/math">
                    <m:f>
                      <m:fPr>
                        <m:ctrlPr>
                          <a:rPr lang="en-IN" sz="3200" b="1" i="1">
                            <a:latin typeface="Cambria Math" panose="02040503050406030204" pitchFamily="18" charset="0"/>
                          </a:rPr>
                        </m:ctrlPr>
                      </m:fPr>
                      <m:num>
                        <m:r>
                          <a:rPr lang="en-IN" sz="3200" b="1" i="1" smtClean="0">
                            <a:latin typeface="Cambria Math"/>
                          </a:rPr>
                          <m:t>𝟐</m:t>
                        </m:r>
                      </m:num>
                      <m:den>
                        <m:r>
                          <a:rPr lang="en-IN" sz="3200" b="1" i="1" smtClean="0">
                            <a:latin typeface="Cambria Math"/>
                          </a:rPr>
                          <m:t>𝟏</m:t>
                        </m:r>
                      </m:den>
                    </m:f>
                  </m:oMath>
                </a14:m>
                <a:endParaRPr lang="en-IN" b="1" dirty="0"/>
              </a:p>
              <a:p>
                <a:pPr marL="0" indent="0">
                  <a:buNone/>
                </a:pPr>
                <a:endParaRPr lang="en-IN" b="1" dirty="0"/>
              </a:p>
              <a:p>
                <a:pPr marL="0" indent="0">
                  <a:buNone/>
                </a:pPr>
                <a:r>
                  <a:rPr lang="en-IN" sz="1800" b="1" dirty="0"/>
                  <a:t>Cross multiply the values,</a:t>
                </a:r>
              </a:p>
              <a:p>
                <a:pPr marL="0" indent="0">
                  <a:buNone/>
                </a:pPr>
                <a:r>
                  <a:rPr lang="en-IN" b="1" dirty="0"/>
                  <a:t>  </a:t>
                </a:r>
                <a:r>
                  <a:rPr lang="en-IN" sz="2000" dirty="0"/>
                  <a:t>3x </a:t>
                </a:r>
                <a14:m>
                  <m:oMath xmlns:m="http://schemas.openxmlformats.org/officeDocument/2006/math">
                    <m:r>
                      <a:rPr lang="en-IN" sz="2000" i="1" dirty="0" smtClean="0">
                        <a:latin typeface="Cambria Math"/>
                      </a:rPr>
                      <m:t>−</m:t>
                    </m:r>
                  </m:oMath>
                </a14:m>
                <a:r>
                  <a:rPr lang="en-IN" sz="2000" dirty="0"/>
                  <a:t> 5000 = 4x </a:t>
                </a:r>
                <a14:m>
                  <m:oMath xmlns:m="http://schemas.openxmlformats.org/officeDocument/2006/math">
                    <m:r>
                      <a:rPr lang="en-IN" sz="2000" i="1" dirty="0" smtClean="0">
                        <a:latin typeface="Cambria Math"/>
                      </a:rPr>
                      <m:t>−</m:t>
                    </m:r>
                  </m:oMath>
                </a14:m>
                <a:r>
                  <a:rPr lang="en-IN" sz="2000" dirty="0"/>
                  <a:t> 10000</a:t>
                </a:r>
              </a:p>
              <a:p>
                <a:pPr marL="0" indent="0">
                  <a:buNone/>
                </a:pPr>
                <a:r>
                  <a:rPr lang="en-IN" sz="2000" b="1" dirty="0">
                    <a:solidFill>
                      <a:srgbClr val="00B050"/>
                    </a:solidFill>
                  </a:rPr>
                  <a:t>                  </a:t>
                </a:r>
                <a14:m>
                  <m:oMath xmlns:m="http://schemas.openxmlformats.org/officeDocument/2006/math">
                    <m:r>
                      <a:rPr lang="en-IN" sz="2000" b="1" i="1" dirty="0" smtClean="0">
                        <a:solidFill>
                          <a:srgbClr val="00B050"/>
                        </a:solidFill>
                        <a:latin typeface="Cambria Math"/>
                      </a:rPr>
                      <m:t>𝒙</m:t>
                    </m:r>
                  </m:oMath>
                </a14:m>
                <a:r>
                  <a:rPr lang="en-IN" sz="2000" b="1" dirty="0">
                    <a:solidFill>
                      <a:srgbClr val="00B050"/>
                    </a:solidFill>
                  </a:rPr>
                  <a:t> = 5000</a:t>
                </a:r>
              </a:p>
              <a:p>
                <a:pPr marL="0" indent="0">
                  <a:buNone/>
                </a:pPr>
                <a:r>
                  <a:rPr lang="en-IN" b="1" dirty="0"/>
                  <a:t>A’s income  = 3x</a:t>
                </a:r>
              </a:p>
              <a:p>
                <a:pPr marL="0" indent="0">
                  <a:buNone/>
                </a:pPr>
                <a:r>
                  <a:rPr lang="en-IN" b="1" dirty="0">
                    <a:solidFill>
                      <a:srgbClr val="00B050"/>
                    </a:solidFill>
                  </a:rPr>
                  <a:t>	</a:t>
                </a:r>
                <a:r>
                  <a:rPr lang="en-IN" dirty="0">
                    <a:solidFill>
                      <a:schemeClr val="tx1"/>
                    </a:solidFill>
                  </a:rPr>
                  <a:t>      </a:t>
                </a:r>
                <a:r>
                  <a:rPr lang="en-IN" b="1" dirty="0">
                    <a:solidFill>
                      <a:schemeClr val="tx1"/>
                    </a:solidFill>
                  </a:rPr>
                  <a:t>= 3(5000)</a:t>
                </a:r>
              </a:p>
              <a:p>
                <a:pPr marL="0" indent="0">
                  <a:buNone/>
                </a:pPr>
                <a:r>
                  <a:rPr lang="en-IN" b="1" dirty="0">
                    <a:solidFill>
                      <a:srgbClr val="00B050"/>
                    </a:solidFill>
                  </a:rPr>
                  <a:t>	      = Rs.15,000</a:t>
                </a:r>
              </a:p>
              <a:p>
                <a:pPr marL="0" indent="0">
                  <a:buNone/>
                </a:pPr>
                <a:endParaRPr lang="en-IN" sz="1800" b="1" dirty="0"/>
              </a:p>
            </p:txBody>
          </p:sp>
        </mc:Choice>
        <mc:Fallback xmlns="">
          <p:sp>
            <p:nvSpPr>
              <p:cNvPr id="6" name="Content Placeholder 5"/>
              <p:cNvSpPr>
                <a:spLocks noGrp="1" noRot="1" noChangeAspect="1" noMove="1" noResize="1" noEditPoints="1" noAdjustHandles="1" noChangeArrowheads="1" noChangeShapeType="1" noTextEdit="1"/>
              </p:cNvSpPr>
              <p:nvPr>
                <p:ph sz="quarter" idx="14"/>
              </p:nvPr>
            </p:nvSpPr>
            <p:spPr>
              <a:blipFill rotWithShape="1">
                <a:blip r:embed="rId2"/>
                <a:stretch>
                  <a:fillRect l="-2404"/>
                </a:stretch>
              </a:blipFill>
            </p:spPr>
            <p:txBody>
              <a:bodyPr/>
              <a:lstStyle/>
              <a:p>
                <a:r>
                  <a:rPr lang="en-IN">
                    <a:noFill/>
                  </a:rPr>
                  <a:t> </a:t>
                </a:r>
              </a:p>
            </p:txBody>
          </p:sp>
        </mc:Fallback>
      </mc:AlternateContent>
      <p:sp>
        <p:nvSpPr>
          <p:cNvPr id="7" name="TextBox 6"/>
          <p:cNvSpPr txBox="1"/>
          <p:nvPr/>
        </p:nvSpPr>
        <p:spPr>
          <a:xfrm>
            <a:off x="1324457" y="2635681"/>
            <a:ext cx="576064" cy="369332"/>
          </a:xfrm>
          <a:prstGeom prst="rect">
            <a:avLst/>
          </a:prstGeom>
          <a:noFill/>
          <a:ln>
            <a:solidFill>
              <a:schemeClr val="tx1"/>
            </a:solidFill>
          </a:ln>
        </p:spPr>
        <p:txBody>
          <a:bodyPr wrap="square" rtlCol="0">
            <a:spAutoFit/>
          </a:bodyPr>
          <a:lstStyle/>
          <a:p>
            <a:r>
              <a:rPr lang="en-IN" b="1" dirty="0"/>
              <a:t>  A</a:t>
            </a:r>
          </a:p>
        </p:txBody>
      </p:sp>
      <p:sp>
        <p:nvSpPr>
          <p:cNvPr id="8" name="TextBox 7"/>
          <p:cNvSpPr txBox="1"/>
          <p:nvPr/>
        </p:nvSpPr>
        <p:spPr>
          <a:xfrm>
            <a:off x="2186644" y="2635681"/>
            <a:ext cx="576064" cy="369332"/>
          </a:xfrm>
          <a:prstGeom prst="rect">
            <a:avLst/>
          </a:prstGeom>
          <a:noFill/>
          <a:ln>
            <a:solidFill>
              <a:schemeClr val="tx1"/>
            </a:solidFill>
          </a:ln>
        </p:spPr>
        <p:txBody>
          <a:bodyPr wrap="square" rtlCol="0">
            <a:spAutoFit/>
          </a:bodyPr>
          <a:lstStyle/>
          <a:p>
            <a:r>
              <a:rPr lang="en-IN" b="1" dirty="0"/>
              <a:t>  B</a:t>
            </a:r>
          </a:p>
        </p:txBody>
      </p:sp>
      <p:sp>
        <p:nvSpPr>
          <p:cNvPr id="9" name="TextBox 8"/>
          <p:cNvSpPr txBox="1"/>
          <p:nvPr/>
        </p:nvSpPr>
        <p:spPr>
          <a:xfrm>
            <a:off x="1449805" y="3194554"/>
            <a:ext cx="576064" cy="369332"/>
          </a:xfrm>
          <a:prstGeom prst="rect">
            <a:avLst/>
          </a:prstGeom>
          <a:noFill/>
        </p:spPr>
        <p:txBody>
          <a:bodyPr wrap="square" rtlCol="0">
            <a:spAutoFit/>
          </a:bodyPr>
          <a:lstStyle/>
          <a:p>
            <a:r>
              <a:rPr lang="en-IN" dirty="0"/>
              <a:t>3</a:t>
            </a:r>
          </a:p>
        </p:txBody>
      </p:sp>
      <p:sp>
        <p:nvSpPr>
          <p:cNvPr id="10" name="TextBox 9"/>
          <p:cNvSpPr txBox="1"/>
          <p:nvPr/>
        </p:nvSpPr>
        <p:spPr>
          <a:xfrm>
            <a:off x="2244654" y="3194554"/>
            <a:ext cx="576064" cy="369332"/>
          </a:xfrm>
          <a:prstGeom prst="rect">
            <a:avLst/>
          </a:prstGeom>
          <a:noFill/>
        </p:spPr>
        <p:txBody>
          <a:bodyPr wrap="square" rtlCol="0">
            <a:spAutoFit/>
          </a:bodyPr>
          <a:lstStyle/>
          <a:p>
            <a:r>
              <a:rPr lang="en-IN" dirty="0"/>
              <a:t>2</a:t>
            </a:r>
          </a:p>
        </p:txBody>
      </p:sp>
      <p:sp>
        <p:nvSpPr>
          <p:cNvPr id="11" name="TextBox 10"/>
          <p:cNvSpPr txBox="1"/>
          <p:nvPr/>
        </p:nvSpPr>
        <p:spPr>
          <a:xfrm>
            <a:off x="1449805" y="3636545"/>
            <a:ext cx="576064" cy="369332"/>
          </a:xfrm>
          <a:prstGeom prst="rect">
            <a:avLst/>
          </a:prstGeom>
          <a:noFill/>
        </p:spPr>
        <p:txBody>
          <a:bodyPr wrap="square" rtlCol="0">
            <a:spAutoFit/>
          </a:bodyPr>
          <a:lstStyle/>
          <a:p>
            <a:r>
              <a:rPr lang="en-IN" dirty="0"/>
              <a:t>3x</a:t>
            </a:r>
          </a:p>
        </p:txBody>
      </p:sp>
      <p:sp>
        <p:nvSpPr>
          <p:cNvPr id="12" name="TextBox 11"/>
          <p:cNvSpPr txBox="1"/>
          <p:nvPr/>
        </p:nvSpPr>
        <p:spPr>
          <a:xfrm>
            <a:off x="2186644" y="3645060"/>
            <a:ext cx="576064" cy="369332"/>
          </a:xfrm>
          <a:prstGeom prst="rect">
            <a:avLst/>
          </a:prstGeom>
          <a:noFill/>
        </p:spPr>
        <p:txBody>
          <a:bodyPr wrap="square" rtlCol="0">
            <a:spAutoFit/>
          </a:bodyPr>
          <a:lstStyle/>
          <a:p>
            <a:r>
              <a:rPr lang="en-IN" dirty="0"/>
              <a:t>2x</a:t>
            </a:r>
          </a:p>
        </p:txBody>
      </p:sp>
      <p:sp>
        <p:nvSpPr>
          <p:cNvPr id="13" name="TextBox 12"/>
          <p:cNvSpPr txBox="1"/>
          <p:nvPr/>
        </p:nvSpPr>
        <p:spPr>
          <a:xfrm>
            <a:off x="1528395" y="4304066"/>
            <a:ext cx="576064" cy="369332"/>
          </a:xfrm>
          <a:prstGeom prst="rect">
            <a:avLst/>
          </a:prstGeom>
          <a:noFill/>
        </p:spPr>
        <p:txBody>
          <a:bodyPr wrap="square" rtlCol="0">
            <a:spAutoFit/>
          </a:bodyPr>
          <a:lstStyle/>
          <a:p>
            <a:r>
              <a:rPr lang="en-IN" dirty="0"/>
              <a:t>2</a:t>
            </a:r>
          </a:p>
        </p:txBody>
      </p:sp>
      <p:sp>
        <p:nvSpPr>
          <p:cNvPr id="14" name="TextBox 13"/>
          <p:cNvSpPr txBox="1"/>
          <p:nvPr/>
        </p:nvSpPr>
        <p:spPr>
          <a:xfrm>
            <a:off x="2298212" y="4317045"/>
            <a:ext cx="576064" cy="369332"/>
          </a:xfrm>
          <a:prstGeom prst="rect">
            <a:avLst/>
          </a:prstGeom>
          <a:noFill/>
        </p:spPr>
        <p:txBody>
          <a:bodyPr wrap="square" rtlCol="0">
            <a:spAutoFit/>
          </a:bodyPr>
          <a:lstStyle/>
          <a:p>
            <a:r>
              <a:rPr lang="en-IN" dirty="0"/>
              <a:t>1</a:t>
            </a:r>
          </a:p>
        </p:txBody>
      </p:sp>
      <p:sp>
        <p:nvSpPr>
          <p:cNvPr id="15" name="TextBox 14"/>
          <p:cNvSpPr txBox="1"/>
          <p:nvPr/>
        </p:nvSpPr>
        <p:spPr>
          <a:xfrm>
            <a:off x="1812945" y="3077645"/>
            <a:ext cx="425849" cy="523220"/>
          </a:xfrm>
          <a:prstGeom prst="rect">
            <a:avLst/>
          </a:prstGeom>
          <a:noFill/>
        </p:spPr>
        <p:txBody>
          <a:bodyPr wrap="square" rtlCol="0">
            <a:spAutoFit/>
          </a:bodyPr>
          <a:lstStyle/>
          <a:p>
            <a:r>
              <a:rPr lang="en-IN" dirty="0"/>
              <a:t> </a:t>
            </a:r>
            <a:r>
              <a:rPr lang="en-IN" sz="2800" b="1" dirty="0"/>
              <a:t>:</a:t>
            </a:r>
            <a:endParaRPr lang="en-IN" b="1" dirty="0"/>
          </a:p>
        </p:txBody>
      </p:sp>
      <p:sp>
        <p:nvSpPr>
          <p:cNvPr id="17" name="TextBox 16"/>
          <p:cNvSpPr txBox="1"/>
          <p:nvPr/>
        </p:nvSpPr>
        <p:spPr>
          <a:xfrm>
            <a:off x="1882352" y="4201924"/>
            <a:ext cx="425849" cy="523220"/>
          </a:xfrm>
          <a:prstGeom prst="rect">
            <a:avLst/>
          </a:prstGeom>
          <a:noFill/>
        </p:spPr>
        <p:txBody>
          <a:bodyPr wrap="square" rtlCol="0">
            <a:spAutoFit/>
          </a:bodyPr>
          <a:lstStyle/>
          <a:p>
            <a:r>
              <a:rPr lang="en-IN" dirty="0"/>
              <a:t> </a:t>
            </a:r>
            <a:r>
              <a:rPr lang="en-IN" sz="2800" b="1" dirty="0"/>
              <a:t>:</a:t>
            </a:r>
            <a:endParaRPr lang="en-IN" b="1" dirty="0"/>
          </a:p>
        </p:txBody>
      </p:sp>
      <p:sp>
        <p:nvSpPr>
          <p:cNvPr id="18" name="TextBox 17"/>
          <p:cNvSpPr txBox="1"/>
          <p:nvPr/>
        </p:nvSpPr>
        <p:spPr>
          <a:xfrm>
            <a:off x="371256" y="3636545"/>
            <a:ext cx="864096" cy="369332"/>
          </a:xfrm>
          <a:prstGeom prst="rect">
            <a:avLst/>
          </a:prstGeom>
          <a:noFill/>
          <a:ln>
            <a:solidFill>
              <a:schemeClr val="tx1"/>
            </a:solidFill>
          </a:ln>
        </p:spPr>
        <p:txBody>
          <a:bodyPr wrap="square" rtlCol="0">
            <a:spAutoFit/>
          </a:bodyPr>
          <a:lstStyle/>
          <a:p>
            <a:r>
              <a:rPr lang="en-IN" dirty="0"/>
              <a:t>- 5000</a:t>
            </a:r>
          </a:p>
        </p:txBody>
      </p:sp>
      <p:sp>
        <p:nvSpPr>
          <p:cNvPr id="19" name="TextBox 18"/>
          <p:cNvSpPr txBox="1"/>
          <p:nvPr/>
        </p:nvSpPr>
        <p:spPr>
          <a:xfrm>
            <a:off x="2874276" y="3641880"/>
            <a:ext cx="977643" cy="369332"/>
          </a:xfrm>
          <a:prstGeom prst="rect">
            <a:avLst/>
          </a:prstGeom>
          <a:noFill/>
          <a:ln>
            <a:solidFill>
              <a:schemeClr val="tx1"/>
            </a:solidFill>
          </a:ln>
        </p:spPr>
        <p:txBody>
          <a:bodyPr wrap="square" rtlCol="0">
            <a:spAutoFit/>
          </a:bodyPr>
          <a:lstStyle/>
          <a:p>
            <a:r>
              <a:rPr lang="en-IN" dirty="0"/>
              <a:t>- 5000</a:t>
            </a:r>
          </a:p>
        </p:txBody>
      </p:sp>
      <p:cxnSp>
        <p:nvCxnSpPr>
          <p:cNvPr id="23" name="Straight Arrow Connector 22"/>
          <p:cNvCxnSpPr>
            <a:endCxn id="19" idx="0"/>
          </p:cNvCxnSpPr>
          <p:nvPr/>
        </p:nvCxnSpPr>
        <p:spPr>
          <a:xfrm>
            <a:off x="2606251" y="3379220"/>
            <a:ext cx="756847" cy="262660"/>
          </a:xfrm>
          <a:prstGeom prst="straightConnector1">
            <a:avLst/>
          </a:prstGeom>
          <a:ln w="38100">
            <a:tailEnd type="arrow"/>
          </a:ln>
        </p:spPr>
        <p:style>
          <a:lnRef idx="1">
            <a:schemeClr val="accent1"/>
          </a:lnRef>
          <a:fillRef idx="0">
            <a:schemeClr val="accent1"/>
          </a:fillRef>
          <a:effectRef idx="0">
            <a:schemeClr val="accent1"/>
          </a:effectRef>
          <a:fontRef idx="minor">
            <a:schemeClr val="tx1"/>
          </a:fontRef>
        </p:style>
      </p:cxnSp>
      <p:cxnSp>
        <p:nvCxnSpPr>
          <p:cNvPr id="26" name="Straight Arrow Connector 25"/>
          <p:cNvCxnSpPr>
            <a:stCxn id="9" idx="1"/>
            <a:endCxn id="18" idx="0"/>
          </p:cNvCxnSpPr>
          <p:nvPr/>
        </p:nvCxnSpPr>
        <p:spPr>
          <a:xfrm flipH="1">
            <a:off x="803304" y="3379220"/>
            <a:ext cx="646501" cy="257325"/>
          </a:xfrm>
          <a:prstGeom prst="straightConnector1">
            <a:avLst/>
          </a:prstGeom>
          <a:ln w="38100">
            <a:tailEnd type="arrow"/>
          </a:ln>
        </p:spPr>
        <p:style>
          <a:lnRef idx="1">
            <a:schemeClr val="accent1"/>
          </a:lnRef>
          <a:fillRef idx="0">
            <a:schemeClr val="accent1"/>
          </a:fillRef>
          <a:effectRef idx="0">
            <a:schemeClr val="accent1"/>
          </a:effectRef>
          <a:fontRef idx="minor">
            <a:schemeClr val="tx1"/>
          </a:fontRef>
        </p:style>
      </p:cxnSp>
      <p:cxnSp>
        <p:nvCxnSpPr>
          <p:cNvPr id="27" name="Straight Arrow Connector 26"/>
          <p:cNvCxnSpPr>
            <a:stCxn id="18" idx="2"/>
            <a:endCxn id="13" idx="1"/>
          </p:cNvCxnSpPr>
          <p:nvPr/>
        </p:nvCxnSpPr>
        <p:spPr>
          <a:xfrm>
            <a:off x="803304" y="4005877"/>
            <a:ext cx="725091" cy="482855"/>
          </a:xfrm>
          <a:prstGeom prst="straightConnector1">
            <a:avLst/>
          </a:prstGeom>
          <a:ln w="38100">
            <a:tailEnd type="arrow"/>
          </a:ln>
        </p:spPr>
        <p:style>
          <a:lnRef idx="1">
            <a:schemeClr val="accent1"/>
          </a:lnRef>
          <a:fillRef idx="0">
            <a:schemeClr val="accent1"/>
          </a:fillRef>
          <a:effectRef idx="0">
            <a:schemeClr val="accent1"/>
          </a:effectRef>
          <a:fontRef idx="minor">
            <a:schemeClr val="tx1"/>
          </a:fontRef>
        </p:style>
      </p:cxnSp>
      <p:cxnSp>
        <p:nvCxnSpPr>
          <p:cNvPr id="30" name="Straight Arrow Connector 29"/>
          <p:cNvCxnSpPr/>
          <p:nvPr/>
        </p:nvCxnSpPr>
        <p:spPr>
          <a:xfrm flipH="1">
            <a:off x="2609630" y="4024191"/>
            <a:ext cx="753468" cy="477520"/>
          </a:xfrm>
          <a:prstGeom prst="straightConnector1">
            <a:avLst/>
          </a:prstGeom>
          <a:ln w="38100">
            <a:tailEnd type="arrow"/>
          </a:ln>
        </p:spPr>
        <p:style>
          <a:lnRef idx="1">
            <a:schemeClr val="accent1"/>
          </a:lnRef>
          <a:fillRef idx="0">
            <a:schemeClr val="accent1"/>
          </a:fillRef>
          <a:effectRef idx="0">
            <a:schemeClr val="accent1"/>
          </a:effectRef>
          <a:fontRef idx="minor">
            <a:schemeClr val="tx1"/>
          </a:fontRef>
        </p:style>
      </p:cxnSp>
      <p:sp>
        <p:nvSpPr>
          <p:cNvPr id="21" name="TextBox 20"/>
          <p:cNvSpPr txBox="1"/>
          <p:nvPr/>
        </p:nvSpPr>
        <p:spPr>
          <a:xfrm>
            <a:off x="254500" y="3141218"/>
            <a:ext cx="1152128" cy="369332"/>
          </a:xfrm>
          <a:prstGeom prst="rect">
            <a:avLst/>
          </a:prstGeom>
          <a:noFill/>
        </p:spPr>
        <p:txBody>
          <a:bodyPr wrap="square" rtlCol="0">
            <a:spAutoFit/>
          </a:bodyPr>
          <a:lstStyle/>
          <a:p>
            <a:r>
              <a:rPr lang="en-IN" dirty="0"/>
              <a:t>Income</a:t>
            </a:r>
          </a:p>
        </p:txBody>
      </p:sp>
      <p:sp>
        <p:nvSpPr>
          <p:cNvPr id="22" name="TextBox 21"/>
          <p:cNvSpPr txBox="1"/>
          <p:nvPr/>
        </p:nvSpPr>
        <p:spPr>
          <a:xfrm>
            <a:off x="26175" y="4355812"/>
            <a:ext cx="1493038" cy="369332"/>
          </a:xfrm>
          <a:prstGeom prst="rect">
            <a:avLst/>
          </a:prstGeom>
          <a:noFill/>
        </p:spPr>
        <p:txBody>
          <a:bodyPr wrap="square" rtlCol="0">
            <a:spAutoFit/>
          </a:bodyPr>
          <a:lstStyle/>
          <a:p>
            <a:r>
              <a:rPr lang="en-IN" dirty="0"/>
              <a:t>Expenditure</a:t>
            </a:r>
          </a:p>
        </p:txBody>
      </p:sp>
    </p:spTree>
    <p:extLst>
      <p:ext uri="{BB962C8B-B14F-4D97-AF65-F5344CB8AC3E}">
        <p14:creationId xmlns:p14="http://schemas.microsoft.com/office/powerpoint/2010/main" val="337511965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7"/>
                                        </p:tgtEl>
                                        <p:attrNameLst>
                                          <p:attrName>style.visibility</p:attrName>
                                        </p:attrNameLst>
                                      </p:cBhvr>
                                      <p:to>
                                        <p:strVal val="visible"/>
                                      </p:to>
                                    </p:set>
                                    <p:animEffect transition="in" filter="fade">
                                      <p:cBhvr>
                                        <p:cTn id="7" dur="500"/>
                                        <p:tgtEl>
                                          <p:spTgt spid="7"/>
                                        </p:tgtEl>
                                      </p:cBhvr>
                                    </p:animEffect>
                                  </p:childTnLst>
                                </p:cTn>
                              </p:par>
                              <p:par>
                                <p:cTn id="8" presetID="10" presetClass="entr" presetSubtype="0" fill="hold" grpId="0" nodeType="withEffect">
                                  <p:stCondLst>
                                    <p:cond delay="0"/>
                                  </p:stCondLst>
                                  <p:childTnLst>
                                    <p:set>
                                      <p:cBhvr>
                                        <p:cTn id="9" dur="1" fill="hold">
                                          <p:stCondLst>
                                            <p:cond delay="0"/>
                                          </p:stCondLst>
                                        </p:cTn>
                                        <p:tgtEl>
                                          <p:spTgt spid="8"/>
                                        </p:tgtEl>
                                        <p:attrNameLst>
                                          <p:attrName>style.visibility</p:attrName>
                                        </p:attrNameLst>
                                      </p:cBhvr>
                                      <p:to>
                                        <p:strVal val="visible"/>
                                      </p:to>
                                    </p:set>
                                    <p:animEffect transition="in" filter="fade">
                                      <p:cBhvr>
                                        <p:cTn id="10" dur="500"/>
                                        <p:tgtEl>
                                          <p:spTgt spid="8"/>
                                        </p:tgtEl>
                                      </p:cBhvr>
                                    </p:animEffect>
                                  </p:childTnLst>
                                </p:cTn>
                              </p:par>
                              <p:par>
                                <p:cTn id="11" presetID="10" presetClass="entr" presetSubtype="0" fill="hold" grpId="0" nodeType="withEffect">
                                  <p:stCondLst>
                                    <p:cond delay="0"/>
                                  </p:stCondLst>
                                  <p:childTnLst>
                                    <p:set>
                                      <p:cBhvr>
                                        <p:cTn id="12" dur="1" fill="hold">
                                          <p:stCondLst>
                                            <p:cond delay="0"/>
                                          </p:stCondLst>
                                        </p:cTn>
                                        <p:tgtEl>
                                          <p:spTgt spid="21"/>
                                        </p:tgtEl>
                                        <p:attrNameLst>
                                          <p:attrName>style.visibility</p:attrName>
                                        </p:attrNameLst>
                                      </p:cBhvr>
                                      <p:to>
                                        <p:strVal val="visible"/>
                                      </p:to>
                                    </p:set>
                                    <p:animEffect transition="in" filter="fade">
                                      <p:cBhvr>
                                        <p:cTn id="13" dur="500"/>
                                        <p:tgtEl>
                                          <p:spTgt spid="21"/>
                                        </p:tgtEl>
                                      </p:cBhvr>
                                    </p:animEffect>
                                  </p:childTnLst>
                                </p:cTn>
                              </p:par>
                              <p:par>
                                <p:cTn id="14" presetID="10" presetClass="entr" presetSubtype="0" fill="hold" grpId="0" nodeType="withEffect">
                                  <p:stCondLst>
                                    <p:cond delay="0"/>
                                  </p:stCondLst>
                                  <p:childTnLst>
                                    <p:set>
                                      <p:cBhvr>
                                        <p:cTn id="15" dur="1" fill="hold">
                                          <p:stCondLst>
                                            <p:cond delay="0"/>
                                          </p:stCondLst>
                                        </p:cTn>
                                        <p:tgtEl>
                                          <p:spTgt spid="10"/>
                                        </p:tgtEl>
                                        <p:attrNameLst>
                                          <p:attrName>style.visibility</p:attrName>
                                        </p:attrNameLst>
                                      </p:cBhvr>
                                      <p:to>
                                        <p:strVal val="visible"/>
                                      </p:to>
                                    </p:set>
                                    <p:animEffect transition="in" filter="fade">
                                      <p:cBhvr>
                                        <p:cTn id="16" dur="500"/>
                                        <p:tgtEl>
                                          <p:spTgt spid="10"/>
                                        </p:tgtEl>
                                      </p:cBhvr>
                                    </p:animEffect>
                                  </p:childTnLst>
                                </p:cTn>
                              </p:par>
                              <p:par>
                                <p:cTn id="17" presetID="10" presetClass="entr" presetSubtype="0" fill="hold" grpId="0" nodeType="withEffect">
                                  <p:stCondLst>
                                    <p:cond delay="0"/>
                                  </p:stCondLst>
                                  <p:childTnLst>
                                    <p:set>
                                      <p:cBhvr>
                                        <p:cTn id="18" dur="1" fill="hold">
                                          <p:stCondLst>
                                            <p:cond delay="0"/>
                                          </p:stCondLst>
                                        </p:cTn>
                                        <p:tgtEl>
                                          <p:spTgt spid="15"/>
                                        </p:tgtEl>
                                        <p:attrNameLst>
                                          <p:attrName>style.visibility</p:attrName>
                                        </p:attrNameLst>
                                      </p:cBhvr>
                                      <p:to>
                                        <p:strVal val="visible"/>
                                      </p:to>
                                    </p:set>
                                    <p:animEffect transition="in" filter="fade">
                                      <p:cBhvr>
                                        <p:cTn id="19" dur="500"/>
                                        <p:tgtEl>
                                          <p:spTgt spid="15"/>
                                        </p:tgtEl>
                                      </p:cBhvr>
                                    </p:animEffect>
                                  </p:childTnLst>
                                </p:cTn>
                              </p:par>
                              <p:par>
                                <p:cTn id="20" presetID="10" presetClass="entr" presetSubtype="0" fill="hold" grpId="0" nodeType="withEffect">
                                  <p:stCondLst>
                                    <p:cond delay="0"/>
                                  </p:stCondLst>
                                  <p:childTnLst>
                                    <p:set>
                                      <p:cBhvr>
                                        <p:cTn id="21" dur="1" fill="hold">
                                          <p:stCondLst>
                                            <p:cond delay="0"/>
                                          </p:stCondLst>
                                        </p:cTn>
                                        <p:tgtEl>
                                          <p:spTgt spid="9"/>
                                        </p:tgtEl>
                                        <p:attrNameLst>
                                          <p:attrName>style.visibility</p:attrName>
                                        </p:attrNameLst>
                                      </p:cBhvr>
                                      <p:to>
                                        <p:strVal val="visible"/>
                                      </p:to>
                                    </p:set>
                                    <p:animEffect transition="in" filter="fade">
                                      <p:cBhvr>
                                        <p:cTn id="22" dur="500"/>
                                        <p:tgtEl>
                                          <p:spTgt spid="9"/>
                                        </p:tgtEl>
                                      </p:cBhvr>
                                    </p:animEffect>
                                  </p:childTnLst>
                                </p:cTn>
                              </p:par>
                            </p:childTnLst>
                          </p:cTn>
                        </p:par>
                      </p:childTnLst>
                    </p:cTn>
                  </p:par>
                  <p:par>
                    <p:cTn id="23" fill="hold">
                      <p:stCondLst>
                        <p:cond delay="indefinite"/>
                      </p:stCondLst>
                      <p:childTnLst>
                        <p:par>
                          <p:cTn id="24" fill="hold">
                            <p:stCondLst>
                              <p:cond delay="0"/>
                            </p:stCondLst>
                            <p:childTnLst>
                              <p:par>
                                <p:cTn id="25" presetID="10" presetClass="entr" presetSubtype="0" fill="hold" nodeType="clickEffect">
                                  <p:stCondLst>
                                    <p:cond delay="0"/>
                                  </p:stCondLst>
                                  <p:childTnLst>
                                    <p:set>
                                      <p:cBhvr>
                                        <p:cTn id="26" dur="1" fill="hold">
                                          <p:stCondLst>
                                            <p:cond delay="0"/>
                                          </p:stCondLst>
                                        </p:cTn>
                                        <p:tgtEl>
                                          <p:spTgt spid="26"/>
                                        </p:tgtEl>
                                        <p:attrNameLst>
                                          <p:attrName>style.visibility</p:attrName>
                                        </p:attrNameLst>
                                      </p:cBhvr>
                                      <p:to>
                                        <p:strVal val="visible"/>
                                      </p:to>
                                    </p:set>
                                    <p:animEffect transition="in" filter="fade">
                                      <p:cBhvr>
                                        <p:cTn id="27" dur="500"/>
                                        <p:tgtEl>
                                          <p:spTgt spid="26"/>
                                        </p:tgtEl>
                                      </p:cBhvr>
                                    </p:animEffect>
                                  </p:childTnLst>
                                </p:cTn>
                              </p:par>
                              <p:par>
                                <p:cTn id="28" presetID="10" presetClass="entr" presetSubtype="0" fill="hold" nodeType="withEffect">
                                  <p:stCondLst>
                                    <p:cond delay="0"/>
                                  </p:stCondLst>
                                  <p:childTnLst>
                                    <p:set>
                                      <p:cBhvr>
                                        <p:cTn id="29" dur="1" fill="hold">
                                          <p:stCondLst>
                                            <p:cond delay="0"/>
                                          </p:stCondLst>
                                        </p:cTn>
                                        <p:tgtEl>
                                          <p:spTgt spid="23"/>
                                        </p:tgtEl>
                                        <p:attrNameLst>
                                          <p:attrName>style.visibility</p:attrName>
                                        </p:attrNameLst>
                                      </p:cBhvr>
                                      <p:to>
                                        <p:strVal val="visible"/>
                                      </p:to>
                                    </p:set>
                                    <p:animEffect transition="in" filter="fade">
                                      <p:cBhvr>
                                        <p:cTn id="30" dur="500"/>
                                        <p:tgtEl>
                                          <p:spTgt spid="23"/>
                                        </p:tgtEl>
                                      </p:cBhvr>
                                    </p:animEffect>
                                  </p:childTnLst>
                                </p:cTn>
                              </p:par>
                              <p:par>
                                <p:cTn id="31" presetID="10" presetClass="entr" presetSubtype="0" fill="hold" grpId="0" nodeType="withEffect">
                                  <p:stCondLst>
                                    <p:cond delay="0"/>
                                  </p:stCondLst>
                                  <p:childTnLst>
                                    <p:set>
                                      <p:cBhvr>
                                        <p:cTn id="32" dur="1" fill="hold">
                                          <p:stCondLst>
                                            <p:cond delay="0"/>
                                          </p:stCondLst>
                                        </p:cTn>
                                        <p:tgtEl>
                                          <p:spTgt spid="18"/>
                                        </p:tgtEl>
                                        <p:attrNameLst>
                                          <p:attrName>style.visibility</p:attrName>
                                        </p:attrNameLst>
                                      </p:cBhvr>
                                      <p:to>
                                        <p:strVal val="visible"/>
                                      </p:to>
                                    </p:set>
                                    <p:animEffect transition="in" filter="fade">
                                      <p:cBhvr>
                                        <p:cTn id="33" dur="500"/>
                                        <p:tgtEl>
                                          <p:spTgt spid="18"/>
                                        </p:tgtEl>
                                      </p:cBhvr>
                                    </p:animEffect>
                                  </p:childTnLst>
                                </p:cTn>
                              </p:par>
                              <p:par>
                                <p:cTn id="34" presetID="10" presetClass="entr" presetSubtype="0" fill="hold" grpId="0" nodeType="withEffect">
                                  <p:stCondLst>
                                    <p:cond delay="0"/>
                                  </p:stCondLst>
                                  <p:childTnLst>
                                    <p:set>
                                      <p:cBhvr>
                                        <p:cTn id="35" dur="1" fill="hold">
                                          <p:stCondLst>
                                            <p:cond delay="0"/>
                                          </p:stCondLst>
                                        </p:cTn>
                                        <p:tgtEl>
                                          <p:spTgt spid="19"/>
                                        </p:tgtEl>
                                        <p:attrNameLst>
                                          <p:attrName>style.visibility</p:attrName>
                                        </p:attrNameLst>
                                      </p:cBhvr>
                                      <p:to>
                                        <p:strVal val="visible"/>
                                      </p:to>
                                    </p:set>
                                    <p:animEffect transition="in" filter="fade">
                                      <p:cBhvr>
                                        <p:cTn id="36" dur="500"/>
                                        <p:tgtEl>
                                          <p:spTgt spid="19"/>
                                        </p:tgtEl>
                                      </p:cBhvr>
                                    </p:animEffect>
                                  </p:childTnLst>
                                </p:cTn>
                              </p:par>
                              <p:par>
                                <p:cTn id="37" presetID="10" presetClass="entr" presetSubtype="0" fill="hold" grpId="0" nodeType="withEffect">
                                  <p:stCondLst>
                                    <p:cond delay="0"/>
                                  </p:stCondLst>
                                  <p:childTnLst>
                                    <p:set>
                                      <p:cBhvr>
                                        <p:cTn id="38" dur="1" fill="hold">
                                          <p:stCondLst>
                                            <p:cond delay="0"/>
                                          </p:stCondLst>
                                        </p:cTn>
                                        <p:tgtEl>
                                          <p:spTgt spid="22"/>
                                        </p:tgtEl>
                                        <p:attrNameLst>
                                          <p:attrName>style.visibility</p:attrName>
                                        </p:attrNameLst>
                                      </p:cBhvr>
                                      <p:to>
                                        <p:strVal val="visible"/>
                                      </p:to>
                                    </p:set>
                                    <p:animEffect transition="in" filter="fade">
                                      <p:cBhvr>
                                        <p:cTn id="39" dur="500"/>
                                        <p:tgtEl>
                                          <p:spTgt spid="22"/>
                                        </p:tgtEl>
                                      </p:cBhvr>
                                    </p:animEffect>
                                  </p:childTnLst>
                                </p:cTn>
                              </p:par>
                              <p:par>
                                <p:cTn id="40" presetID="10" presetClass="entr" presetSubtype="0" fill="hold" nodeType="withEffect">
                                  <p:stCondLst>
                                    <p:cond delay="0"/>
                                  </p:stCondLst>
                                  <p:childTnLst>
                                    <p:set>
                                      <p:cBhvr>
                                        <p:cTn id="41" dur="1" fill="hold">
                                          <p:stCondLst>
                                            <p:cond delay="0"/>
                                          </p:stCondLst>
                                        </p:cTn>
                                        <p:tgtEl>
                                          <p:spTgt spid="27"/>
                                        </p:tgtEl>
                                        <p:attrNameLst>
                                          <p:attrName>style.visibility</p:attrName>
                                        </p:attrNameLst>
                                      </p:cBhvr>
                                      <p:to>
                                        <p:strVal val="visible"/>
                                      </p:to>
                                    </p:set>
                                    <p:animEffect transition="in" filter="fade">
                                      <p:cBhvr>
                                        <p:cTn id="42" dur="500"/>
                                        <p:tgtEl>
                                          <p:spTgt spid="27"/>
                                        </p:tgtEl>
                                      </p:cBhvr>
                                    </p:animEffect>
                                  </p:childTnLst>
                                </p:cTn>
                              </p:par>
                              <p:par>
                                <p:cTn id="43" presetID="10" presetClass="entr" presetSubtype="0" fill="hold" nodeType="withEffect">
                                  <p:stCondLst>
                                    <p:cond delay="0"/>
                                  </p:stCondLst>
                                  <p:childTnLst>
                                    <p:set>
                                      <p:cBhvr>
                                        <p:cTn id="44" dur="1" fill="hold">
                                          <p:stCondLst>
                                            <p:cond delay="0"/>
                                          </p:stCondLst>
                                        </p:cTn>
                                        <p:tgtEl>
                                          <p:spTgt spid="30"/>
                                        </p:tgtEl>
                                        <p:attrNameLst>
                                          <p:attrName>style.visibility</p:attrName>
                                        </p:attrNameLst>
                                      </p:cBhvr>
                                      <p:to>
                                        <p:strVal val="visible"/>
                                      </p:to>
                                    </p:set>
                                    <p:animEffect transition="in" filter="fade">
                                      <p:cBhvr>
                                        <p:cTn id="45" dur="500"/>
                                        <p:tgtEl>
                                          <p:spTgt spid="30"/>
                                        </p:tgtEl>
                                      </p:cBhvr>
                                    </p:animEffect>
                                  </p:childTnLst>
                                </p:cTn>
                              </p:par>
                              <p:par>
                                <p:cTn id="46" presetID="10" presetClass="entr" presetSubtype="0" fill="hold" grpId="0" nodeType="withEffect">
                                  <p:stCondLst>
                                    <p:cond delay="0"/>
                                  </p:stCondLst>
                                  <p:childTnLst>
                                    <p:set>
                                      <p:cBhvr>
                                        <p:cTn id="47" dur="1" fill="hold">
                                          <p:stCondLst>
                                            <p:cond delay="0"/>
                                          </p:stCondLst>
                                        </p:cTn>
                                        <p:tgtEl>
                                          <p:spTgt spid="17"/>
                                        </p:tgtEl>
                                        <p:attrNameLst>
                                          <p:attrName>style.visibility</p:attrName>
                                        </p:attrNameLst>
                                      </p:cBhvr>
                                      <p:to>
                                        <p:strVal val="visible"/>
                                      </p:to>
                                    </p:set>
                                    <p:animEffect transition="in" filter="fade">
                                      <p:cBhvr>
                                        <p:cTn id="48" dur="500"/>
                                        <p:tgtEl>
                                          <p:spTgt spid="17"/>
                                        </p:tgtEl>
                                      </p:cBhvr>
                                    </p:animEffect>
                                  </p:childTnLst>
                                </p:cTn>
                              </p:par>
                              <p:par>
                                <p:cTn id="49" presetID="10" presetClass="entr" presetSubtype="0" fill="hold" grpId="0" nodeType="withEffect">
                                  <p:stCondLst>
                                    <p:cond delay="0"/>
                                  </p:stCondLst>
                                  <p:childTnLst>
                                    <p:set>
                                      <p:cBhvr>
                                        <p:cTn id="50" dur="1" fill="hold">
                                          <p:stCondLst>
                                            <p:cond delay="0"/>
                                          </p:stCondLst>
                                        </p:cTn>
                                        <p:tgtEl>
                                          <p:spTgt spid="13"/>
                                        </p:tgtEl>
                                        <p:attrNameLst>
                                          <p:attrName>style.visibility</p:attrName>
                                        </p:attrNameLst>
                                      </p:cBhvr>
                                      <p:to>
                                        <p:strVal val="visible"/>
                                      </p:to>
                                    </p:set>
                                    <p:animEffect transition="in" filter="fade">
                                      <p:cBhvr>
                                        <p:cTn id="51" dur="500"/>
                                        <p:tgtEl>
                                          <p:spTgt spid="13"/>
                                        </p:tgtEl>
                                      </p:cBhvr>
                                    </p:animEffect>
                                  </p:childTnLst>
                                </p:cTn>
                              </p:par>
                              <p:par>
                                <p:cTn id="52" presetID="10" presetClass="entr" presetSubtype="0" fill="hold" grpId="0" nodeType="withEffect">
                                  <p:stCondLst>
                                    <p:cond delay="0"/>
                                  </p:stCondLst>
                                  <p:childTnLst>
                                    <p:set>
                                      <p:cBhvr>
                                        <p:cTn id="53" dur="1" fill="hold">
                                          <p:stCondLst>
                                            <p:cond delay="0"/>
                                          </p:stCondLst>
                                        </p:cTn>
                                        <p:tgtEl>
                                          <p:spTgt spid="14"/>
                                        </p:tgtEl>
                                        <p:attrNameLst>
                                          <p:attrName>style.visibility</p:attrName>
                                        </p:attrNameLst>
                                      </p:cBhvr>
                                      <p:to>
                                        <p:strVal val="visible"/>
                                      </p:to>
                                    </p:set>
                                    <p:animEffect transition="in" filter="fade">
                                      <p:cBhvr>
                                        <p:cTn id="54" dur="500"/>
                                        <p:tgtEl>
                                          <p:spTgt spid="14"/>
                                        </p:tgtEl>
                                      </p:cBhvr>
                                    </p:animEffect>
                                  </p:childTnLst>
                                </p:cTn>
                              </p:par>
                            </p:childTnLst>
                          </p:cTn>
                        </p:par>
                      </p:childTnLst>
                    </p:cTn>
                  </p:par>
                  <p:par>
                    <p:cTn id="55" fill="hold">
                      <p:stCondLst>
                        <p:cond delay="indefinite"/>
                      </p:stCondLst>
                      <p:childTnLst>
                        <p:par>
                          <p:cTn id="56" fill="hold">
                            <p:stCondLst>
                              <p:cond delay="0"/>
                            </p:stCondLst>
                            <p:childTnLst>
                              <p:par>
                                <p:cTn id="57" presetID="10" presetClass="entr" presetSubtype="0" fill="hold" grpId="0" nodeType="clickEffect">
                                  <p:stCondLst>
                                    <p:cond delay="0"/>
                                  </p:stCondLst>
                                  <p:childTnLst>
                                    <p:set>
                                      <p:cBhvr>
                                        <p:cTn id="58" dur="1" fill="hold">
                                          <p:stCondLst>
                                            <p:cond delay="0"/>
                                          </p:stCondLst>
                                        </p:cTn>
                                        <p:tgtEl>
                                          <p:spTgt spid="11"/>
                                        </p:tgtEl>
                                        <p:attrNameLst>
                                          <p:attrName>style.visibility</p:attrName>
                                        </p:attrNameLst>
                                      </p:cBhvr>
                                      <p:to>
                                        <p:strVal val="visible"/>
                                      </p:to>
                                    </p:set>
                                    <p:animEffect transition="in" filter="fade">
                                      <p:cBhvr>
                                        <p:cTn id="59" dur="500"/>
                                        <p:tgtEl>
                                          <p:spTgt spid="11"/>
                                        </p:tgtEl>
                                      </p:cBhvr>
                                    </p:animEffect>
                                  </p:childTnLst>
                                </p:cTn>
                              </p:par>
                              <p:par>
                                <p:cTn id="60" presetID="10" presetClass="entr" presetSubtype="0" fill="hold" grpId="0" nodeType="withEffect">
                                  <p:stCondLst>
                                    <p:cond delay="0"/>
                                  </p:stCondLst>
                                  <p:childTnLst>
                                    <p:set>
                                      <p:cBhvr>
                                        <p:cTn id="61" dur="1" fill="hold">
                                          <p:stCondLst>
                                            <p:cond delay="0"/>
                                          </p:stCondLst>
                                        </p:cTn>
                                        <p:tgtEl>
                                          <p:spTgt spid="12"/>
                                        </p:tgtEl>
                                        <p:attrNameLst>
                                          <p:attrName>style.visibility</p:attrName>
                                        </p:attrNameLst>
                                      </p:cBhvr>
                                      <p:to>
                                        <p:strVal val="visible"/>
                                      </p:to>
                                    </p:set>
                                    <p:animEffect transition="in" filter="fade">
                                      <p:cBhvr>
                                        <p:cTn id="62" dur="500"/>
                                        <p:tgtEl>
                                          <p:spTgt spid="12"/>
                                        </p:tgtEl>
                                      </p:cBhvr>
                                    </p:animEffect>
                                  </p:childTnLst>
                                </p:cTn>
                              </p:par>
                            </p:childTnLst>
                          </p:cTn>
                        </p:par>
                      </p:childTnLst>
                    </p:cTn>
                  </p:par>
                  <p:par>
                    <p:cTn id="63" fill="hold">
                      <p:stCondLst>
                        <p:cond delay="indefinite"/>
                      </p:stCondLst>
                      <p:childTnLst>
                        <p:par>
                          <p:cTn id="64" fill="hold">
                            <p:stCondLst>
                              <p:cond delay="0"/>
                            </p:stCondLst>
                            <p:childTnLst>
                              <p:par>
                                <p:cTn id="65" presetID="10" presetClass="entr" presetSubtype="0" fill="hold" nodeType="clickEffect">
                                  <p:stCondLst>
                                    <p:cond delay="0"/>
                                  </p:stCondLst>
                                  <p:childTnLst>
                                    <p:set>
                                      <p:cBhvr>
                                        <p:cTn id="66" dur="1" fill="hold">
                                          <p:stCondLst>
                                            <p:cond delay="0"/>
                                          </p:stCondLst>
                                        </p:cTn>
                                        <p:tgtEl>
                                          <p:spTgt spid="6">
                                            <p:txEl>
                                              <p:pRg st="0" end="0"/>
                                            </p:txEl>
                                          </p:spTgt>
                                        </p:tgtEl>
                                        <p:attrNameLst>
                                          <p:attrName>style.visibility</p:attrName>
                                        </p:attrNameLst>
                                      </p:cBhvr>
                                      <p:to>
                                        <p:strVal val="visible"/>
                                      </p:to>
                                    </p:set>
                                    <p:animEffect transition="in" filter="fade">
                                      <p:cBhvr>
                                        <p:cTn id="67" dur="500"/>
                                        <p:tgtEl>
                                          <p:spTgt spid="6">
                                            <p:txEl>
                                              <p:pRg st="0" end="0"/>
                                            </p:txEl>
                                          </p:spTgt>
                                        </p:tgtEl>
                                      </p:cBhvr>
                                    </p:animEffect>
                                  </p:childTnLst>
                                </p:cTn>
                              </p:par>
                            </p:childTnLst>
                          </p:cTn>
                        </p:par>
                      </p:childTnLst>
                    </p:cTn>
                  </p:par>
                  <p:par>
                    <p:cTn id="68" fill="hold">
                      <p:stCondLst>
                        <p:cond delay="indefinite"/>
                      </p:stCondLst>
                      <p:childTnLst>
                        <p:par>
                          <p:cTn id="69" fill="hold">
                            <p:stCondLst>
                              <p:cond delay="0"/>
                            </p:stCondLst>
                            <p:childTnLst>
                              <p:par>
                                <p:cTn id="70" presetID="10" presetClass="entr" presetSubtype="0" fill="hold" nodeType="clickEffect">
                                  <p:stCondLst>
                                    <p:cond delay="0"/>
                                  </p:stCondLst>
                                  <p:childTnLst>
                                    <p:set>
                                      <p:cBhvr>
                                        <p:cTn id="71" dur="1" fill="hold">
                                          <p:stCondLst>
                                            <p:cond delay="0"/>
                                          </p:stCondLst>
                                        </p:cTn>
                                        <p:tgtEl>
                                          <p:spTgt spid="6">
                                            <p:txEl>
                                              <p:pRg st="2" end="2"/>
                                            </p:txEl>
                                          </p:spTgt>
                                        </p:tgtEl>
                                        <p:attrNameLst>
                                          <p:attrName>style.visibility</p:attrName>
                                        </p:attrNameLst>
                                      </p:cBhvr>
                                      <p:to>
                                        <p:strVal val="visible"/>
                                      </p:to>
                                    </p:set>
                                    <p:animEffect transition="in" filter="fade">
                                      <p:cBhvr>
                                        <p:cTn id="72" dur="500"/>
                                        <p:tgtEl>
                                          <p:spTgt spid="6">
                                            <p:txEl>
                                              <p:pRg st="2" end="2"/>
                                            </p:txEl>
                                          </p:spTgt>
                                        </p:tgtEl>
                                      </p:cBhvr>
                                    </p:animEffect>
                                  </p:childTnLst>
                                </p:cTn>
                              </p:par>
                              <p:par>
                                <p:cTn id="73" presetID="10" presetClass="entr" presetSubtype="0" fill="hold" nodeType="withEffect">
                                  <p:stCondLst>
                                    <p:cond delay="0"/>
                                  </p:stCondLst>
                                  <p:childTnLst>
                                    <p:set>
                                      <p:cBhvr>
                                        <p:cTn id="74" dur="1" fill="hold">
                                          <p:stCondLst>
                                            <p:cond delay="0"/>
                                          </p:stCondLst>
                                        </p:cTn>
                                        <p:tgtEl>
                                          <p:spTgt spid="6">
                                            <p:txEl>
                                              <p:pRg st="3" end="3"/>
                                            </p:txEl>
                                          </p:spTgt>
                                        </p:tgtEl>
                                        <p:attrNameLst>
                                          <p:attrName>style.visibility</p:attrName>
                                        </p:attrNameLst>
                                      </p:cBhvr>
                                      <p:to>
                                        <p:strVal val="visible"/>
                                      </p:to>
                                    </p:set>
                                    <p:animEffect transition="in" filter="fade">
                                      <p:cBhvr>
                                        <p:cTn id="75" dur="500"/>
                                        <p:tgtEl>
                                          <p:spTgt spid="6">
                                            <p:txEl>
                                              <p:pRg st="3" end="3"/>
                                            </p:txEl>
                                          </p:spTgt>
                                        </p:tgtEl>
                                      </p:cBhvr>
                                    </p:animEffect>
                                  </p:childTnLst>
                                </p:cTn>
                              </p:par>
                              <p:par>
                                <p:cTn id="76" presetID="10" presetClass="entr" presetSubtype="0" fill="hold" nodeType="withEffect">
                                  <p:stCondLst>
                                    <p:cond delay="0"/>
                                  </p:stCondLst>
                                  <p:childTnLst>
                                    <p:set>
                                      <p:cBhvr>
                                        <p:cTn id="77" dur="1" fill="hold">
                                          <p:stCondLst>
                                            <p:cond delay="0"/>
                                          </p:stCondLst>
                                        </p:cTn>
                                        <p:tgtEl>
                                          <p:spTgt spid="6">
                                            <p:txEl>
                                              <p:pRg st="4" end="4"/>
                                            </p:txEl>
                                          </p:spTgt>
                                        </p:tgtEl>
                                        <p:attrNameLst>
                                          <p:attrName>style.visibility</p:attrName>
                                        </p:attrNameLst>
                                      </p:cBhvr>
                                      <p:to>
                                        <p:strVal val="visible"/>
                                      </p:to>
                                    </p:set>
                                    <p:animEffect transition="in" filter="fade">
                                      <p:cBhvr>
                                        <p:cTn id="78" dur="500"/>
                                        <p:tgtEl>
                                          <p:spTgt spid="6">
                                            <p:txEl>
                                              <p:pRg st="4" end="4"/>
                                            </p:txEl>
                                          </p:spTgt>
                                        </p:tgtEl>
                                      </p:cBhvr>
                                    </p:animEffect>
                                  </p:childTnLst>
                                </p:cTn>
                              </p:par>
                            </p:childTnLst>
                          </p:cTn>
                        </p:par>
                      </p:childTnLst>
                    </p:cTn>
                  </p:par>
                  <p:par>
                    <p:cTn id="79" fill="hold">
                      <p:stCondLst>
                        <p:cond delay="indefinite"/>
                      </p:stCondLst>
                      <p:childTnLst>
                        <p:par>
                          <p:cTn id="80" fill="hold">
                            <p:stCondLst>
                              <p:cond delay="0"/>
                            </p:stCondLst>
                            <p:childTnLst>
                              <p:par>
                                <p:cTn id="81" presetID="10" presetClass="entr" presetSubtype="0" fill="hold" nodeType="clickEffect">
                                  <p:stCondLst>
                                    <p:cond delay="0"/>
                                  </p:stCondLst>
                                  <p:childTnLst>
                                    <p:set>
                                      <p:cBhvr>
                                        <p:cTn id="82" dur="1" fill="hold">
                                          <p:stCondLst>
                                            <p:cond delay="0"/>
                                          </p:stCondLst>
                                        </p:cTn>
                                        <p:tgtEl>
                                          <p:spTgt spid="6">
                                            <p:txEl>
                                              <p:pRg st="5" end="5"/>
                                            </p:txEl>
                                          </p:spTgt>
                                        </p:tgtEl>
                                        <p:attrNameLst>
                                          <p:attrName>style.visibility</p:attrName>
                                        </p:attrNameLst>
                                      </p:cBhvr>
                                      <p:to>
                                        <p:strVal val="visible"/>
                                      </p:to>
                                    </p:set>
                                    <p:animEffect transition="in" filter="fade">
                                      <p:cBhvr>
                                        <p:cTn id="83" dur="500"/>
                                        <p:tgtEl>
                                          <p:spTgt spid="6">
                                            <p:txEl>
                                              <p:pRg st="5" end="5"/>
                                            </p:txEl>
                                          </p:spTgt>
                                        </p:tgtEl>
                                      </p:cBhvr>
                                    </p:animEffect>
                                  </p:childTnLst>
                                </p:cTn>
                              </p:par>
                              <p:par>
                                <p:cTn id="84" presetID="10" presetClass="entr" presetSubtype="0" fill="hold" nodeType="withEffect">
                                  <p:stCondLst>
                                    <p:cond delay="0"/>
                                  </p:stCondLst>
                                  <p:childTnLst>
                                    <p:set>
                                      <p:cBhvr>
                                        <p:cTn id="85" dur="1" fill="hold">
                                          <p:stCondLst>
                                            <p:cond delay="0"/>
                                          </p:stCondLst>
                                        </p:cTn>
                                        <p:tgtEl>
                                          <p:spTgt spid="6">
                                            <p:txEl>
                                              <p:pRg st="6" end="6"/>
                                            </p:txEl>
                                          </p:spTgt>
                                        </p:tgtEl>
                                        <p:attrNameLst>
                                          <p:attrName>style.visibility</p:attrName>
                                        </p:attrNameLst>
                                      </p:cBhvr>
                                      <p:to>
                                        <p:strVal val="visible"/>
                                      </p:to>
                                    </p:set>
                                    <p:animEffect transition="in" filter="fade">
                                      <p:cBhvr>
                                        <p:cTn id="86" dur="500"/>
                                        <p:tgtEl>
                                          <p:spTgt spid="6">
                                            <p:txEl>
                                              <p:pRg st="6" end="6"/>
                                            </p:txEl>
                                          </p:spTgt>
                                        </p:tgtEl>
                                      </p:cBhvr>
                                    </p:animEffect>
                                  </p:childTnLst>
                                </p:cTn>
                              </p:par>
                              <p:par>
                                <p:cTn id="87" presetID="10" presetClass="entr" presetSubtype="0" fill="hold" nodeType="withEffect">
                                  <p:stCondLst>
                                    <p:cond delay="0"/>
                                  </p:stCondLst>
                                  <p:childTnLst>
                                    <p:set>
                                      <p:cBhvr>
                                        <p:cTn id="88" dur="1" fill="hold">
                                          <p:stCondLst>
                                            <p:cond delay="0"/>
                                          </p:stCondLst>
                                        </p:cTn>
                                        <p:tgtEl>
                                          <p:spTgt spid="6">
                                            <p:txEl>
                                              <p:pRg st="7" end="7"/>
                                            </p:txEl>
                                          </p:spTgt>
                                        </p:tgtEl>
                                        <p:attrNameLst>
                                          <p:attrName>style.visibility</p:attrName>
                                        </p:attrNameLst>
                                      </p:cBhvr>
                                      <p:to>
                                        <p:strVal val="visible"/>
                                      </p:to>
                                    </p:set>
                                    <p:animEffect transition="in" filter="fade">
                                      <p:cBhvr>
                                        <p:cTn id="89" dur="500"/>
                                        <p:tgtEl>
                                          <p:spTgt spid="6">
                                            <p:txEl>
                                              <p:pRg st="7" end="7"/>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animBg="1"/>
      <p:bldP spid="8" grpId="0" animBg="1"/>
      <p:bldP spid="9" grpId="0"/>
      <p:bldP spid="10" grpId="0"/>
      <p:bldP spid="11" grpId="0"/>
      <p:bldP spid="12" grpId="0"/>
      <p:bldP spid="13" grpId="0"/>
      <p:bldP spid="14" grpId="0"/>
      <p:bldP spid="15" grpId="0"/>
      <p:bldP spid="17" grpId="0"/>
      <p:bldP spid="18" grpId="0" animBg="1"/>
      <p:bldP spid="19" grpId="0" animBg="1"/>
      <p:bldP spid="21" grpId="0"/>
      <p:bldP spid="22" grpId="0"/>
    </p:bldLst>
  </p:timing>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Content Placeholder 5"/>
          <p:cNvSpPr>
            <a:spLocks noGrp="1"/>
          </p:cNvSpPr>
          <p:nvPr>
            <p:ph idx="1"/>
          </p:nvPr>
        </p:nvSpPr>
        <p:spPr>
          <a:xfrm>
            <a:off x="699247" y="2248347"/>
            <a:ext cx="7745505" cy="4132981"/>
          </a:xfrm>
        </p:spPr>
        <p:txBody>
          <a:bodyPr>
            <a:normAutofit/>
          </a:bodyPr>
          <a:lstStyle/>
          <a:p>
            <a:pPr marL="0" lvl="0" indent="0" algn="just">
              <a:buNone/>
            </a:pPr>
            <a:r>
              <a:rPr lang="en-US" sz="3600" b="1" dirty="0">
                <a:solidFill>
                  <a:srgbClr val="FF0000"/>
                </a:solidFill>
              </a:rPr>
              <a:t>The sum of the squares of three positive number is 608 and they are in the ratio 2:3:5, then find the sum of all three numbers?</a:t>
            </a:r>
            <a:endParaRPr lang="en-IN" sz="3600" b="1" dirty="0">
              <a:solidFill>
                <a:srgbClr val="FF0000"/>
              </a:solidFill>
            </a:endParaRPr>
          </a:p>
          <a:p>
            <a:pPr marL="0" indent="0">
              <a:buNone/>
            </a:pPr>
            <a:r>
              <a:rPr lang="en-US" dirty="0"/>
              <a:t>	</a:t>
            </a:r>
            <a:r>
              <a:rPr lang="en-US" sz="3600" dirty="0"/>
              <a:t>a)38				b)40		</a:t>
            </a:r>
          </a:p>
          <a:p>
            <a:pPr marL="0" indent="0">
              <a:buNone/>
            </a:pPr>
            <a:r>
              <a:rPr lang="en-US" sz="3600" dirty="0"/>
              <a:t>	c)42				d)44</a:t>
            </a:r>
            <a:endParaRPr lang="en-IN" sz="3600" dirty="0"/>
          </a:p>
          <a:p>
            <a:pPr marL="0" indent="0">
              <a:buNone/>
            </a:pPr>
            <a:endParaRPr lang="en-IN" dirty="0"/>
          </a:p>
        </p:txBody>
      </p:sp>
      <p:sp>
        <p:nvSpPr>
          <p:cNvPr id="5" name="Title 4"/>
          <p:cNvSpPr>
            <a:spLocks noGrp="1"/>
          </p:cNvSpPr>
          <p:nvPr>
            <p:ph type="title"/>
          </p:nvPr>
        </p:nvSpPr>
        <p:spPr/>
        <p:txBody>
          <a:bodyPr/>
          <a:lstStyle/>
          <a:p>
            <a:pPr algn="l"/>
            <a:r>
              <a:rPr lang="en-US" b="1" dirty="0">
                <a:solidFill>
                  <a:srgbClr val="FF0000"/>
                </a:solidFill>
              </a:rPr>
              <a:t>Q.17)</a:t>
            </a:r>
            <a:r>
              <a:rPr lang="en-IN" dirty="0"/>
              <a:t> </a:t>
            </a:r>
          </a:p>
        </p:txBody>
      </p:sp>
    </p:spTree>
    <p:extLst>
      <p:ext uri="{BB962C8B-B14F-4D97-AF65-F5344CB8AC3E}">
        <p14:creationId xmlns:p14="http://schemas.microsoft.com/office/powerpoint/2010/main" val="3187656854"/>
      </p:ext>
    </p:extLst>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p:cNvSpPr>
            <a:spLocks noGrp="1"/>
          </p:cNvSpPr>
          <p:nvPr>
            <p:ph type="title"/>
          </p:nvPr>
        </p:nvSpPr>
        <p:spPr/>
        <p:txBody>
          <a:bodyPr/>
          <a:lstStyle/>
          <a:p>
            <a:pPr algn="l"/>
            <a:r>
              <a:rPr lang="en-IN" b="1" dirty="0">
                <a:solidFill>
                  <a:srgbClr val="00B050"/>
                </a:solidFill>
              </a:rPr>
              <a:t>Q.17)Explanation</a:t>
            </a:r>
            <a:endParaRPr lang="en-IN" dirty="0"/>
          </a:p>
        </p:txBody>
      </p:sp>
      <mc:AlternateContent xmlns:mc="http://schemas.openxmlformats.org/markup-compatibility/2006" xmlns:a14="http://schemas.microsoft.com/office/drawing/2010/main">
        <mc:Choice Requires="a14">
          <p:sp>
            <p:nvSpPr>
              <p:cNvPr id="2" name="Content Placeholder 1"/>
              <p:cNvSpPr>
                <a:spLocks noGrp="1"/>
              </p:cNvSpPr>
              <p:nvPr>
                <p:ph sz="quarter" idx="13"/>
              </p:nvPr>
            </p:nvSpPr>
            <p:spPr/>
            <p:txBody>
              <a:bodyPr/>
              <a:lstStyle/>
              <a:p>
                <a:pPr marL="0" indent="0">
                  <a:buNone/>
                </a:pPr>
                <a:r>
                  <a:rPr lang="en-IN" dirty="0"/>
                  <a:t>  </a:t>
                </a:r>
              </a:p>
              <a:p>
                <a:pPr marL="0" indent="0">
                  <a:buNone/>
                </a:pPr>
                <a:endParaRPr lang="en-IN" dirty="0"/>
              </a:p>
              <a:p>
                <a:pPr marL="0" indent="0">
                  <a:buNone/>
                </a:pPr>
                <a:endParaRPr lang="en-IN" dirty="0"/>
              </a:p>
              <a:p>
                <a:pPr marL="0" indent="0">
                  <a:buNone/>
                </a:pPr>
                <a:endParaRPr lang="en-IN" dirty="0"/>
              </a:p>
              <a:p>
                <a:pPr marL="0" indent="0">
                  <a:buNone/>
                </a:pPr>
                <a:endParaRPr lang="en-IN" i="1" dirty="0">
                  <a:latin typeface="Cambria Math"/>
                </a:endParaRPr>
              </a:p>
              <a:p>
                <a:pPr marL="0" indent="0">
                  <a:buNone/>
                </a:pPr>
                <a:endParaRPr lang="en-IN" i="1" dirty="0">
                  <a:latin typeface="Cambria Math"/>
                </a:endParaRPr>
              </a:p>
              <a:p>
                <a:pPr marL="0" indent="0">
                  <a:buNone/>
                </a:pPr>
                <a14:m>
                  <m:oMath xmlns:m="http://schemas.openxmlformats.org/officeDocument/2006/math">
                    <m:sSup>
                      <m:sSupPr>
                        <m:ctrlPr>
                          <a:rPr lang="en-IN" sz="2800" b="1" i="1" smtClean="0">
                            <a:solidFill>
                              <a:srgbClr val="FF0000"/>
                            </a:solidFill>
                            <a:latin typeface="Cambria Math" panose="02040503050406030204" pitchFamily="18" charset="0"/>
                          </a:rPr>
                        </m:ctrlPr>
                      </m:sSupPr>
                      <m:e>
                        <m:r>
                          <a:rPr lang="en-IN" sz="2800" b="1" i="1">
                            <a:solidFill>
                              <a:srgbClr val="FF0000"/>
                            </a:solidFill>
                            <a:latin typeface="Cambria Math"/>
                          </a:rPr>
                          <m:t>𝟐</m:t>
                        </m:r>
                        <m:r>
                          <a:rPr lang="en-IN" sz="2800" b="1" i="1">
                            <a:solidFill>
                              <a:srgbClr val="FF0000"/>
                            </a:solidFill>
                            <a:latin typeface="Cambria Math"/>
                          </a:rPr>
                          <m:t>𝒙</m:t>
                        </m:r>
                      </m:e>
                      <m:sup>
                        <m:r>
                          <a:rPr lang="en-IN" sz="2800" b="1" i="1" smtClean="0">
                            <a:solidFill>
                              <a:srgbClr val="FF0000"/>
                            </a:solidFill>
                            <a:latin typeface="Cambria Math"/>
                          </a:rPr>
                          <m:t> </m:t>
                        </m:r>
                      </m:sup>
                    </m:sSup>
                    <m:r>
                      <a:rPr lang="en-IN" sz="2800" b="1" i="1">
                        <a:solidFill>
                          <a:srgbClr val="FF0000"/>
                        </a:solidFill>
                        <a:latin typeface="Cambria Math"/>
                      </a:rPr>
                      <m:t>+</m:t>
                    </m:r>
                    <m:sSup>
                      <m:sSupPr>
                        <m:ctrlPr>
                          <a:rPr lang="en-IN" sz="2800" b="1" i="1">
                            <a:solidFill>
                              <a:srgbClr val="FF0000"/>
                            </a:solidFill>
                            <a:latin typeface="Cambria Math" panose="02040503050406030204" pitchFamily="18" charset="0"/>
                          </a:rPr>
                        </m:ctrlPr>
                      </m:sSupPr>
                      <m:e>
                        <m:r>
                          <a:rPr lang="en-IN" sz="2800" b="1" i="1">
                            <a:solidFill>
                              <a:srgbClr val="FF0000"/>
                            </a:solidFill>
                            <a:latin typeface="Cambria Math"/>
                          </a:rPr>
                          <m:t>𝟑</m:t>
                        </m:r>
                        <m:r>
                          <a:rPr lang="en-IN" sz="2800" b="1" i="1">
                            <a:solidFill>
                              <a:srgbClr val="FF0000"/>
                            </a:solidFill>
                            <a:latin typeface="Cambria Math"/>
                          </a:rPr>
                          <m:t>𝒙</m:t>
                        </m:r>
                      </m:e>
                      <m:sup>
                        <m:r>
                          <a:rPr lang="en-IN" sz="2800" b="1" i="1" smtClean="0">
                            <a:solidFill>
                              <a:srgbClr val="FF0000"/>
                            </a:solidFill>
                            <a:latin typeface="Cambria Math"/>
                          </a:rPr>
                          <m:t> </m:t>
                        </m:r>
                      </m:sup>
                    </m:sSup>
                    <m:r>
                      <a:rPr lang="en-IN" sz="2800" b="1">
                        <a:solidFill>
                          <a:srgbClr val="FF0000"/>
                        </a:solidFill>
                        <a:latin typeface="Cambria Math"/>
                      </a:rPr>
                      <m:t>+</m:t>
                    </m:r>
                    <m:sSup>
                      <m:sSupPr>
                        <m:ctrlPr>
                          <a:rPr lang="en-IN" sz="2800" b="1" i="1">
                            <a:solidFill>
                              <a:srgbClr val="FF0000"/>
                            </a:solidFill>
                            <a:latin typeface="Cambria Math" panose="02040503050406030204" pitchFamily="18" charset="0"/>
                          </a:rPr>
                        </m:ctrlPr>
                      </m:sSupPr>
                      <m:e>
                        <m:r>
                          <a:rPr lang="en-IN" sz="2800" b="1" i="1">
                            <a:solidFill>
                              <a:srgbClr val="FF0000"/>
                            </a:solidFill>
                            <a:latin typeface="Cambria Math"/>
                          </a:rPr>
                          <m:t>𝟓</m:t>
                        </m:r>
                        <m:r>
                          <a:rPr lang="en-IN" sz="2800" b="1" i="1">
                            <a:solidFill>
                              <a:srgbClr val="FF0000"/>
                            </a:solidFill>
                            <a:latin typeface="Cambria Math"/>
                          </a:rPr>
                          <m:t>𝒙</m:t>
                        </m:r>
                      </m:e>
                      <m:sup>
                        <m:r>
                          <a:rPr lang="en-IN" sz="2800" b="1" i="1" smtClean="0">
                            <a:solidFill>
                              <a:srgbClr val="FF0000"/>
                            </a:solidFill>
                            <a:latin typeface="Cambria Math"/>
                          </a:rPr>
                          <m:t> </m:t>
                        </m:r>
                      </m:sup>
                    </m:sSup>
                  </m:oMath>
                </a14:m>
                <a:r>
                  <a:rPr lang="en-IN" sz="2800" b="1" dirty="0">
                    <a:solidFill>
                      <a:srgbClr val="FF0000"/>
                    </a:solidFill>
                  </a:rPr>
                  <a:t> = ?</a:t>
                </a:r>
              </a:p>
              <a:p>
                <a:pPr marL="0" indent="0">
                  <a:buNone/>
                </a:pPr>
                <a:endParaRPr lang="en-IN" dirty="0"/>
              </a:p>
            </p:txBody>
          </p:sp>
        </mc:Choice>
        <mc:Fallback xmlns="">
          <p:sp>
            <p:nvSpPr>
              <p:cNvPr id="2" name="Content Placeholder 1"/>
              <p:cNvSpPr>
                <a:spLocks noGrp="1" noRot="1" noChangeAspect="1" noMove="1" noResize="1" noEditPoints="1" noAdjustHandles="1" noChangeArrowheads="1" noChangeShapeType="1" noTextEdit="1"/>
              </p:cNvSpPr>
              <p:nvPr>
                <p:ph sz="quarter" idx="13"/>
              </p:nvPr>
            </p:nvSpPr>
            <p:spPr>
              <a:blipFill rotWithShape="1">
                <a:blip r:embed="rId2"/>
                <a:stretch>
                  <a:fillRect/>
                </a:stretch>
              </a:blipFill>
            </p:spPr>
            <p:txBody>
              <a:bodyPr/>
              <a:lstStyle/>
              <a:p>
                <a:r>
                  <a:rPr lang="en-IN">
                    <a:noFill/>
                  </a:rPr>
                  <a:t> </a:t>
                </a:r>
              </a:p>
            </p:txBody>
          </p:sp>
        </mc:Fallback>
      </mc:AlternateContent>
      <mc:AlternateContent xmlns:mc="http://schemas.openxmlformats.org/markup-compatibility/2006" xmlns:a14="http://schemas.microsoft.com/office/drawing/2010/main">
        <mc:Choice Requires="a14">
          <p:sp>
            <p:nvSpPr>
              <p:cNvPr id="16" name="Content Placeholder 15"/>
              <p:cNvSpPr>
                <a:spLocks noGrp="1"/>
              </p:cNvSpPr>
              <p:nvPr>
                <p:ph sz="quarter" idx="14"/>
              </p:nvPr>
            </p:nvSpPr>
            <p:spPr/>
            <p:txBody>
              <a:bodyPr/>
              <a:lstStyle/>
              <a:p>
                <a:pPr marL="0" indent="0">
                  <a:buNone/>
                </a:pPr>
                <a14:m>
                  <m:oMath xmlns:m="http://schemas.openxmlformats.org/officeDocument/2006/math">
                    <m:sSup>
                      <m:sSupPr>
                        <m:ctrlPr>
                          <a:rPr lang="en-IN" i="1" smtClean="0">
                            <a:latin typeface="Cambria Math" panose="02040503050406030204" pitchFamily="18" charset="0"/>
                          </a:rPr>
                        </m:ctrlPr>
                      </m:sSupPr>
                      <m:e>
                        <m:r>
                          <a:rPr lang="en-IN" i="1">
                            <a:latin typeface="Cambria Math"/>
                          </a:rPr>
                          <m:t>(2</m:t>
                        </m:r>
                        <m:r>
                          <a:rPr lang="en-IN" i="1">
                            <a:latin typeface="Cambria Math"/>
                          </a:rPr>
                          <m:t>𝑥</m:t>
                        </m:r>
                        <m:r>
                          <a:rPr lang="en-IN" i="1">
                            <a:latin typeface="Cambria Math"/>
                          </a:rPr>
                          <m:t>)</m:t>
                        </m:r>
                      </m:e>
                      <m:sup>
                        <m:r>
                          <a:rPr lang="en-IN" i="1">
                            <a:latin typeface="Cambria Math"/>
                          </a:rPr>
                          <m:t>2</m:t>
                        </m:r>
                      </m:sup>
                    </m:sSup>
                    <m:r>
                      <a:rPr lang="en-IN" i="1">
                        <a:latin typeface="Cambria Math"/>
                      </a:rPr>
                      <m:t>+</m:t>
                    </m:r>
                    <m:sSup>
                      <m:sSupPr>
                        <m:ctrlPr>
                          <a:rPr lang="en-IN" i="1">
                            <a:latin typeface="Cambria Math" panose="02040503050406030204" pitchFamily="18" charset="0"/>
                          </a:rPr>
                        </m:ctrlPr>
                      </m:sSupPr>
                      <m:e>
                        <m:r>
                          <a:rPr lang="en-IN" i="1">
                            <a:latin typeface="Cambria Math"/>
                          </a:rPr>
                          <m:t>(3</m:t>
                        </m:r>
                        <m:r>
                          <a:rPr lang="en-IN" i="1">
                            <a:latin typeface="Cambria Math"/>
                          </a:rPr>
                          <m:t>𝑥</m:t>
                        </m:r>
                        <m:r>
                          <a:rPr lang="en-IN" i="1">
                            <a:latin typeface="Cambria Math"/>
                          </a:rPr>
                          <m:t>)</m:t>
                        </m:r>
                      </m:e>
                      <m:sup>
                        <m:r>
                          <a:rPr lang="en-IN" i="1">
                            <a:latin typeface="Cambria Math"/>
                          </a:rPr>
                          <m:t>2</m:t>
                        </m:r>
                      </m:sup>
                    </m:sSup>
                    <m:r>
                      <a:rPr lang="en-IN">
                        <a:latin typeface="Cambria Math"/>
                      </a:rPr>
                      <m:t>+</m:t>
                    </m:r>
                    <m:sSup>
                      <m:sSupPr>
                        <m:ctrlPr>
                          <a:rPr lang="en-IN" i="1">
                            <a:latin typeface="Cambria Math" panose="02040503050406030204" pitchFamily="18" charset="0"/>
                          </a:rPr>
                        </m:ctrlPr>
                      </m:sSupPr>
                      <m:e>
                        <m:r>
                          <a:rPr lang="en-IN" i="1">
                            <a:latin typeface="Cambria Math"/>
                          </a:rPr>
                          <m:t>(5</m:t>
                        </m:r>
                        <m:r>
                          <a:rPr lang="en-IN" i="1">
                            <a:latin typeface="Cambria Math"/>
                          </a:rPr>
                          <m:t>𝑥</m:t>
                        </m:r>
                        <m:r>
                          <a:rPr lang="en-IN" i="1">
                            <a:latin typeface="Cambria Math"/>
                          </a:rPr>
                          <m:t>)</m:t>
                        </m:r>
                      </m:e>
                      <m:sup>
                        <m:r>
                          <a:rPr lang="en-IN" i="1">
                            <a:latin typeface="Cambria Math"/>
                          </a:rPr>
                          <m:t>2</m:t>
                        </m:r>
                      </m:sup>
                    </m:sSup>
                  </m:oMath>
                </a14:m>
                <a:r>
                  <a:rPr lang="en-IN" dirty="0"/>
                  <a:t> = 608</a:t>
                </a:r>
              </a:p>
              <a:p>
                <a:pPr marL="0" indent="0">
                  <a:buNone/>
                </a:pPr>
                <a14:m>
                  <m:oMath xmlns:m="http://schemas.openxmlformats.org/officeDocument/2006/math">
                    <m:sSup>
                      <m:sSupPr>
                        <m:ctrlPr>
                          <a:rPr lang="en-IN" i="1" smtClean="0">
                            <a:latin typeface="Cambria Math" panose="02040503050406030204" pitchFamily="18" charset="0"/>
                          </a:rPr>
                        </m:ctrlPr>
                      </m:sSupPr>
                      <m:e>
                        <m:r>
                          <a:rPr lang="en-IN" b="0" i="1" smtClean="0">
                            <a:latin typeface="Cambria Math"/>
                          </a:rPr>
                          <m:t>4</m:t>
                        </m:r>
                        <m:r>
                          <a:rPr lang="en-IN" b="0" i="1" smtClean="0">
                            <a:latin typeface="Cambria Math"/>
                          </a:rPr>
                          <m:t>𝑥</m:t>
                        </m:r>
                      </m:e>
                      <m:sup>
                        <m:r>
                          <a:rPr lang="en-IN" b="0" i="1" smtClean="0">
                            <a:latin typeface="Cambria Math"/>
                          </a:rPr>
                          <m:t>2</m:t>
                        </m:r>
                      </m:sup>
                    </m:sSup>
                    <m:r>
                      <a:rPr lang="en-IN" b="0" i="1" smtClean="0">
                        <a:latin typeface="Cambria Math"/>
                      </a:rPr>
                      <m:t>+</m:t>
                    </m:r>
                    <m:sSup>
                      <m:sSupPr>
                        <m:ctrlPr>
                          <a:rPr lang="en-IN" b="0" i="1" smtClean="0">
                            <a:latin typeface="Cambria Math" panose="02040503050406030204" pitchFamily="18" charset="0"/>
                          </a:rPr>
                        </m:ctrlPr>
                      </m:sSupPr>
                      <m:e>
                        <m:r>
                          <a:rPr lang="en-IN" b="0" i="1" smtClean="0">
                            <a:latin typeface="Cambria Math"/>
                          </a:rPr>
                          <m:t>9</m:t>
                        </m:r>
                        <m:r>
                          <a:rPr lang="en-IN" b="0" i="1" smtClean="0">
                            <a:latin typeface="Cambria Math"/>
                          </a:rPr>
                          <m:t>𝑥</m:t>
                        </m:r>
                      </m:e>
                      <m:sup>
                        <m:r>
                          <a:rPr lang="en-IN" b="0" i="1" smtClean="0">
                            <a:latin typeface="Cambria Math"/>
                          </a:rPr>
                          <m:t>2</m:t>
                        </m:r>
                      </m:sup>
                    </m:sSup>
                    <m:r>
                      <a:rPr lang="en-IN" b="0" i="1" smtClean="0">
                        <a:latin typeface="Cambria Math"/>
                      </a:rPr>
                      <m:t>+</m:t>
                    </m:r>
                    <m:sSup>
                      <m:sSupPr>
                        <m:ctrlPr>
                          <a:rPr lang="en-IN" i="1">
                            <a:latin typeface="Cambria Math" panose="02040503050406030204" pitchFamily="18" charset="0"/>
                          </a:rPr>
                        </m:ctrlPr>
                      </m:sSupPr>
                      <m:e>
                        <m:r>
                          <a:rPr lang="en-IN" b="0" i="1" smtClean="0">
                            <a:latin typeface="Cambria Math"/>
                          </a:rPr>
                          <m:t>25</m:t>
                        </m:r>
                        <m:r>
                          <a:rPr lang="en-IN" i="1">
                            <a:latin typeface="Cambria Math"/>
                          </a:rPr>
                          <m:t>𝑥</m:t>
                        </m:r>
                      </m:e>
                      <m:sup>
                        <m:r>
                          <a:rPr lang="en-IN" i="1">
                            <a:latin typeface="Cambria Math"/>
                          </a:rPr>
                          <m:t>2</m:t>
                        </m:r>
                      </m:sup>
                    </m:sSup>
                  </m:oMath>
                </a14:m>
                <a:r>
                  <a:rPr lang="en-IN" dirty="0"/>
                  <a:t> = 608</a:t>
                </a:r>
              </a:p>
              <a:p>
                <a:pPr marL="0" indent="0">
                  <a:buNone/>
                </a:pPr>
                <a:r>
                  <a:rPr lang="en-IN" dirty="0"/>
                  <a:t>                       </a:t>
                </a:r>
                <a14:m>
                  <m:oMath xmlns:m="http://schemas.openxmlformats.org/officeDocument/2006/math">
                    <m:sSup>
                      <m:sSupPr>
                        <m:ctrlPr>
                          <a:rPr lang="en-IN" i="1">
                            <a:latin typeface="Cambria Math" panose="02040503050406030204" pitchFamily="18" charset="0"/>
                          </a:rPr>
                        </m:ctrlPr>
                      </m:sSupPr>
                      <m:e>
                        <m:r>
                          <a:rPr lang="en-IN" b="0" i="1" smtClean="0">
                            <a:latin typeface="Cambria Math"/>
                          </a:rPr>
                          <m:t>38</m:t>
                        </m:r>
                        <m:r>
                          <a:rPr lang="en-IN" i="1">
                            <a:latin typeface="Cambria Math"/>
                          </a:rPr>
                          <m:t>𝑥</m:t>
                        </m:r>
                      </m:e>
                      <m:sup>
                        <m:r>
                          <a:rPr lang="en-IN" i="1">
                            <a:latin typeface="Cambria Math"/>
                          </a:rPr>
                          <m:t>2</m:t>
                        </m:r>
                      </m:sup>
                    </m:sSup>
                  </m:oMath>
                </a14:m>
                <a:r>
                  <a:rPr lang="en-IN" dirty="0"/>
                  <a:t> = 608</a:t>
                </a:r>
              </a:p>
              <a:p>
                <a:pPr marL="0" indent="0">
                  <a:buNone/>
                </a:pPr>
                <a:r>
                  <a:rPr lang="en-IN" dirty="0"/>
                  <a:t>                            </a:t>
                </a:r>
                <a14:m>
                  <m:oMath xmlns:m="http://schemas.openxmlformats.org/officeDocument/2006/math">
                    <m:sSup>
                      <m:sSupPr>
                        <m:ctrlPr>
                          <a:rPr lang="en-IN" i="1">
                            <a:latin typeface="Cambria Math" panose="02040503050406030204" pitchFamily="18" charset="0"/>
                          </a:rPr>
                        </m:ctrlPr>
                      </m:sSupPr>
                      <m:e>
                        <m:r>
                          <a:rPr lang="en-IN" i="1">
                            <a:latin typeface="Cambria Math"/>
                          </a:rPr>
                          <m:t>𝑥</m:t>
                        </m:r>
                      </m:e>
                      <m:sup>
                        <m:r>
                          <a:rPr lang="en-IN" i="1">
                            <a:latin typeface="Cambria Math"/>
                          </a:rPr>
                          <m:t>2</m:t>
                        </m:r>
                      </m:sup>
                    </m:sSup>
                  </m:oMath>
                </a14:m>
                <a:r>
                  <a:rPr lang="en-IN" dirty="0"/>
                  <a:t> = 16</a:t>
                </a:r>
              </a:p>
              <a:p>
                <a:pPr marL="0" indent="0">
                  <a:buNone/>
                </a:pPr>
                <a:r>
                  <a:rPr lang="en-IN" dirty="0"/>
                  <a:t>                             </a:t>
                </a:r>
                <a14:m>
                  <m:oMath xmlns:m="http://schemas.openxmlformats.org/officeDocument/2006/math">
                    <m:sSup>
                      <m:sSupPr>
                        <m:ctrlPr>
                          <a:rPr lang="en-IN" i="1">
                            <a:latin typeface="Cambria Math" panose="02040503050406030204" pitchFamily="18" charset="0"/>
                          </a:rPr>
                        </m:ctrlPr>
                      </m:sSupPr>
                      <m:e>
                        <m:r>
                          <a:rPr lang="en-IN" i="1">
                            <a:latin typeface="Cambria Math"/>
                          </a:rPr>
                          <m:t>𝑥</m:t>
                        </m:r>
                      </m:e>
                      <m:sup>
                        <m:r>
                          <a:rPr lang="en-IN" b="0" i="1" smtClean="0">
                            <a:latin typeface="Cambria Math"/>
                          </a:rPr>
                          <m:t> </m:t>
                        </m:r>
                      </m:sup>
                    </m:sSup>
                  </m:oMath>
                </a14:m>
                <a:r>
                  <a:rPr lang="en-IN" dirty="0"/>
                  <a:t> = 4</a:t>
                </a:r>
              </a:p>
              <a:p>
                <a:pPr marL="0" indent="0">
                  <a:buNone/>
                </a:pPr>
                <a:endParaRPr lang="en-IN" dirty="0"/>
              </a:p>
              <a:p>
                <a:pPr marL="0" indent="0">
                  <a:buNone/>
                </a:pPr>
                <a:r>
                  <a:rPr lang="en-IN" b="1" dirty="0">
                    <a:solidFill>
                      <a:schemeClr val="tx1"/>
                    </a:solidFill>
                  </a:rPr>
                  <a:t>   = </a:t>
                </a:r>
                <a14:m>
                  <m:oMath xmlns:m="http://schemas.openxmlformats.org/officeDocument/2006/math">
                    <m:sSup>
                      <m:sSupPr>
                        <m:ctrlPr>
                          <a:rPr lang="en-IN" b="1" i="1">
                            <a:solidFill>
                              <a:schemeClr val="tx1"/>
                            </a:solidFill>
                            <a:latin typeface="Cambria Math" panose="02040503050406030204" pitchFamily="18" charset="0"/>
                          </a:rPr>
                        </m:ctrlPr>
                      </m:sSupPr>
                      <m:e>
                        <m:r>
                          <a:rPr lang="en-IN" b="1" i="1">
                            <a:solidFill>
                              <a:schemeClr val="tx1"/>
                            </a:solidFill>
                            <a:latin typeface="Cambria Math"/>
                          </a:rPr>
                          <m:t>𝟐</m:t>
                        </m:r>
                        <m:r>
                          <a:rPr lang="en-IN" b="1" i="1" smtClean="0">
                            <a:solidFill>
                              <a:schemeClr val="tx1"/>
                            </a:solidFill>
                            <a:latin typeface="Cambria Math"/>
                          </a:rPr>
                          <m:t>(</m:t>
                        </m:r>
                        <m:r>
                          <a:rPr lang="en-IN" b="1" i="1" smtClean="0">
                            <a:solidFill>
                              <a:schemeClr val="tx1"/>
                            </a:solidFill>
                            <a:latin typeface="Cambria Math"/>
                          </a:rPr>
                          <m:t>𝟒</m:t>
                        </m:r>
                        <m:r>
                          <a:rPr lang="en-IN" b="1" i="1" smtClean="0">
                            <a:solidFill>
                              <a:schemeClr val="tx1"/>
                            </a:solidFill>
                            <a:latin typeface="Cambria Math"/>
                          </a:rPr>
                          <m:t>)</m:t>
                        </m:r>
                      </m:e>
                      <m:sup>
                        <m:r>
                          <a:rPr lang="en-IN" b="1" i="1">
                            <a:solidFill>
                              <a:schemeClr val="tx1"/>
                            </a:solidFill>
                            <a:latin typeface="Cambria Math"/>
                          </a:rPr>
                          <m:t> </m:t>
                        </m:r>
                      </m:sup>
                    </m:sSup>
                    <m:r>
                      <a:rPr lang="en-IN" b="1" i="1">
                        <a:solidFill>
                          <a:schemeClr val="tx1"/>
                        </a:solidFill>
                        <a:latin typeface="Cambria Math"/>
                      </a:rPr>
                      <m:t>+</m:t>
                    </m:r>
                    <m:sSup>
                      <m:sSupPr>
                        <m:ctrlPr>
                          <a:rPr lang="en-IN" b="1" i="1">
                            <a:solidFill>
                              <a:schemeClr val="tx1"/>
                            </a:solidFill>
                            <a:latin typeface="Cambria Math" panose="02040503050406030204" pitchFamily="18" charset="0"/>
                          </a:rPr>
                        </m:ctrlPr>
                      </m:sSupPr>
                      <m:e>
                        <m:r>
                          <a:rPr lang="en-IN" b="1" i="1">
                            <a:solidFill>
                              <a:schemeClr val="tx1"/>
                            </a:solidFill>
                            <a:latin typeface="Cambria Math"/>
                          </a:rPr>
                          <m:t>𝟑</m:t>
                        </m:r>
                        <m:r>
                          <a:rPr lang="en-IN" b="1" i="1" smtClean="0">
                            <a:solidFill>
                              <a:schemeClr val="tx1"/>
                            </a:solidFill>
                            <a:latin typeface="Cambria Math"/>
                          </a:rPr>
                          <m:t>(</m:t>
                        </m:r>
                        <m:r>
                          <a:rPr lang="en-IN" b="1" i="1" smtClean="0">
                            <a:solidFill>
                              <a:schemeClr val="tx1"/>
                            </a:solidFill>
                            <a:latin typeface="Cambria Math"/>
                          </a:rPr>
                          <m:t>𝟒</m:t>
                        </m:r>
                        <m:r>
                          <a:rPr lang="en-IN" b="1" i="1" smtClean="0">
                            <a:solidFill>
                              <a:schemeClr val="tx1"/>
                            </a:solidFill>
                            <a:latin typeface="Cambria Math"/>
                          </a:rPr>
                          <m:t>)</m:t>
                        </m:r>
                      </m:e>
                      <m:sup>
                        <m:r>
                          <a:rPr lang="en-IN" b="1" i="1">
                            <a:solidFill>
                              <a:schemeClr val="tx1"/>
                            </a:solidFill>
                            <a:latin typeface="Cambria Math"/>
                          </a:rPr>
                          <m:t> </m:t>
                        </m:r>
                      </m:sup>
                    </m:sSup>
                    <m:r>
                      <a:rPr lang="en-IN" b="1">
                        <a:solidFill>
                          <a:schemeClr val="tx1"/>
                        </a:solidFill>
                        <a:latin typeface="Cambria Math"/>
                      </a:rPr>
                      <m:t>+</m:t>
                    </m:r>
                    <m:sSup>
                      <m:sSupPr>
                        <m:ctrlPr>
                          <a:rPr lang="en-IN" b="1" i="1">
                            <a:solidFill>
                              <a:schemeClr val="tx1"/>
                            </a:solidFill>
                            <a:latin typeface="Cambria Math" panose="02040503050406030204" pitchFamily="18" charset="0"/>
                          </a:rPr>
                        </m:ctrlPr>
                      </m:sSupPr>
                      <m:e>
                        <m:r>
                          <a:rPr lang="en-IN" b="1" i="1">
                            <a:solidFill>
                              <a:schemeClr val="tx1"/>
                            </a:solidFill>
                            <a:latin typeface="Cambria Math"/>
                          </a:rPr>
                          <m:t>𝟓</m:t>
                        </m:r>
                        <m:r>
                          <a:rPr lang="en-IN" b="1" i="1" smtClean="0">
                            <a:solidFill>
                              <a:schemeClr val="tx1"/>
                            </a:solidFill>
                            <a:latin typeface="Cambria Math"/>
                          </a:rPr>
                          <m:t>(</m:t>
                        </m:r>
                        <m:r>
                          <a:rPr lang="en-IN" b="1" i="1" smtClean="0">
                            <a:solidFill>
                              <a:schemeClr val="tx1"/>
                            </a:solidFill>
                            <a:latin typeface="Cambria Math"/>
                          </a:rPr>
                          <m:t>𝟒</m:t>
                        </m:r>
                        <m:r>
                          <a:rPr lang="en-IN" b="1" i="1" smtClean="0">
                            <a:solidFill>
                              <a:schemeClr val="tx1"/>
                            </a:solidFill>
                            <a:latin typeface="Cambria Math"/>
                          </a:rPr>
                          <m:t>)</m:t>
                        </m:r>
                      </m:e>
                      <m:sup>
                        <m:r>
                          <a:rPr lang="en-IN" b="1" i="1">
                            <a:solidFill>
                              <a:schemeClr val="tx1"/>
                            </a:solidFill>
                            <a:latin typeface="Cambria Math"/>
                          </a:rPr>
                          <m:t> </m:t>
                        </m:r>
                      </m:sup>
                    </m:sSup>
                  </m:oMath>
                </a14:m>
                <a:r>
                  <a:rPr lang="en-IN" b="1" dirty="0">
                    <a:solidFill>
                      <a:srgbClr val="FF0000"/>
                    </a:solidFill>
                  </a:rPr>
                  <a:t> </a:t>
                </a:r>
              </a:p>
              <a:p>
                <a:pPr marL="0" indent="0">
                  <a:buNone/>
                </a:pPr>
                <a:r>
                  <a:rPr lang="en-IN" b="1" dirty="0">
                    <a:solidFill>
                      <a:srgbClr val="FF0000"/>
                    </a:solidFill>
                  </a:rPr>
                  <a:t>  </a:t>
                </a:r>
                <a:r>
                  <a:rPr lang="en-IN" b="1" dirty="0">
                    <a:solidFill>
                      <a:srgbClr val="00B050"/>
                    </a:solidFill>
                  </a:rPr>
                  <a:t> = 40</a:t>
                </a:r>
              </a:p>
            </p:txBody>
          </p:sp>
        </mc:Choice>
        <mc:Fallback xmlns="">
          <p:sp>
            <p:nvSpPr>
              <p:cNvPr id="16" name="Content Placeholder 15"/>
              <p:cNvSpPr>
                <a:spLocks noGrp="1" noRot="1" noChangeAspect="1" noMove="1" noResize="1" noEditPoints="1" noAdjustHandles="1" noChangeArrowheads="1" noChangeShapeType="1" noTextEdit="1"/>
              </p:cNvSpPr>
              <p:nvPr>
                <p:ph sz="quarter" idx="14"/>
              </p:nvPr>
            </p:nvSpPr>
            <p:spPr>
              <a:blipFill rotWithShape="1">
                <a:blip r:embed="rId3"/>
                <a:stretch>
                  <a:fillRect l="-1282" t="-1101"/>
                </a:stretch>
              </a:blipFill>
            </p:spPr>
            <p:txBody>
              <a:bodyPr/>
              <a:lstStyle/>
              <a:p>
                <a:r>
                  <a:rPr lang="en-IN">
                    <a:noFill/>
                  </a:rPr>
                  <a:t> </a:t>
                </a:r>
              </a:p>
            </p:txBody>
          </p:sp>
        </mc:Fallback>
      </mc:AlternateContent>
      <p:sp>
        <p:nvSpPr>
          <p:cNvPr id="4" name="TextBox 3"/>
          <p:cNvSpPr txBox="1"/>
          <p:nvPr/>
        </p:nvSpPr>
        <p:spPr>
          <a:xfrm>
            <a:off x="2215384" y="2537408"/>
            <a:ext cx="504056" cy="369332"/>
          </a:xfrm>
          <a:prstGeom prst="rect">
            <a:avLst/>
          </a:prstGeom>
          <a:noFill/>
          <a:ln>
            <a:solidFill>
              <a:schemeClr val="tx1"/>
            </a:solidFill>
          </a:ln>
        </p:spPr>
        <p:txBody>
          <a:bodyPr wrap="square" rtlCol="0">
            <a:spAutoFit/>
          </a:bodyPr>
          <a:lstStyle/>
          <a:p>
            <a:r>
              <a:rPr lang="en-IN" dirty="0"/>
              <a:t>  B</a:t>
            </a:r>
          </a:p>
        </p:txBody>
      </p:sp>
      <p:sp>
        <p:nvSpPr>
          <p:cNvPr id="5" name="TextBox 4"/>
          <p:cNvSpPr txBox="1"/>
          <p:nvPr/>
        </p:nvSpPr>
        <p:spPr>
          <a:xfrm>
            <a:off x="2888671" y="2537408"/>
            <a:ext cx="504056" cy="369332"/>
          </a:xfrm>
          <a:prstGeom prst="rect">
            <a:avLst/>
          </a:prstGeom>
          <a:noFill/>
          <a:ln>
            <a:solidFill>
              <a:schemeClr val="tx1"/>
            </a:solidFill>
          </a:ln>
        </p:spPr>
        <p:txBody>
          <a:bodyPr wrap="square" rtlCol="0">
            <a:spAutoFit/>
          </a:bodyPr>
          <a:lstStyle/>
          <a:p>
            <a:r>
              <a:rPr lang="en-IN" dirty="0"/>
              <a:t> C</a:t>
            </a:r>
          </a:p>
        </p:txBody>
      </p:sp>
      <p:sp>
        <p:nvSpPr>
          <p:cNvPr id="6" name="TextBox 5"/>
          <p:cNvSpPr txBox="1"/>
          <p:nvPr/>
        </p:nvSpPr>
        <p:spPr>
          <a:xfrm>
            <a:off x="1547664" y="2537408"/>
            <a:ext cx="504056" cy="369332"/>
          </a:xfrm>
          <a:prstGeom prst="rect">
            <a:avLst/>
          </a:prstGeom>
          <a:noFill/>
          <a:ln>
            <a:solidFill>
              <a:schemeClr val="tx1"/>
            </a:solidFill>
          </a:ln>
        </p:spPr>
        <p:txBody>
          <a:bodyPr wrap="square" rtlCol="0">
            <a:spAutoFit/>
          </a:bodyPr>
          <a:lstStyle/>
          <a:p>
            <a:r>
              <a:rPr lang="en-IN" dirty="0"/>
              <a:t>A</a:t>
            </a:r>
          </a:p>
        </p:txBody>
      </p:sp>
      <p:sp>
        <p:nvSpPr>
          <p:cNvPr id="7" name="TextBox 6"/>
          <p:cNvSpPr txBox="1"/>
          <p:nvPr/>
        </p:nvSpPr>
        <p:spPr>
          <a:xfrm>
            <a:off x="1606811" y="3012727"/>
            <a:ext cx="504056" cy="369332"/>
          </a:xfrm>
          <a:prstGeom prst="rect">
            <a:avLst/>
          </a:prstGeom>
          <a:noFill/>
        </p:spPr>
        <p:txBody>
          <a:bodyPr wrap="square" rtlCol="0">
            <a:spAutoFit/>
          </a:bodyPr>
          <a:lstStyle/>
          <a:p>
            <a:r>
              <a:rPr lang="en-IN" dirty="0"/>
              <a:t>2</a:t>
            </a:r>
          </a:p>
        </p:txBody>
      </p:sp>
      <p:sp>
        <p:nvSpPr>
          <p:cNvPr id="8" name="TextBox 7"/>
          <p:cNvSpPr txBox="1"/>
          <p:nvPr/>
        </p:nvSpPr>
        <p:spPr>
          <a:xfrm>
            <a:off x="2215384" y="3012727"/>
            <a:ext cx="504056" cy="369332"/>
          </a:xfrm>
          <a:prstGeom prst="rect">
            <a:avLst/>
          </a:prstGeom>
          <a:noFill/>
        </p:spPr>
        <p:txBody>
          <a:bodyPr wrap="square" rtlCol="0">
            <a:spAutoFit/>
          </a:bodyPr>
          <a:lstStyle/>
          <a:p>
            <a:r>
              <a:rPr lang="en-IN" dirty="0"/>
              <a:t>3</a:t>
            </a:r>
          </a:p>
        </p:txBody>
      </p:sp>
      <p:sp>
        <p:nvSpPr>
          <p:cNvPr id="9" name="TextBox 8"/>
          <p:cNvSpPr txBox="1"/>
          <p:nvPr/>
        </p:nvSpPr>
        <p:spPr>
          <a:xfrm>
            <a:off x="2888671" y="3012727"/>
            <a:ext cx="504056" cy="369332"/>
          </a:xfrm>
          <a:prstGeom prst="rect">
            <a:avLst/>
          </a:prstGeom>
          <a:noFill/>
        </p:spPr>
        <p:txBody>
          <a:bodyPr wrap="square" rtlCol="0">
            <a:spAutoFit/>
          </a:bodyPr>
          <a:lstStyle/>
          <a:p>
            <a:r>
              <a:rPr lang="en-IN" dirty="0"/>
              <a:t>5</a:t>
            </a:r>
          </a:p>
        </p:txBody>
      </p:sp>
      <p:sp>
        <p:nvSpPr>
          <p:cNvPr id="10" name="TextBox 9"/>
          <p:cNvSpPr txBox="1"/>
          <p:nvPr/>
        </p:nvSpPr>
        <p:spPr>
          <a:xfrm>
            <a:off x="1957557" y="2935783"/>
            <a:ext cx="306619" cy="523220"/>
          </a:xfrm>
          <a:prstGeom prst="rect">
            <a:avLst/>
          </a:prstGeom>
          <a:noFill/>
        </p:spPr>
        <p:txBody>
          <a:bodyPr wrap="square" rtlCol="0">
            <a:spAutoFit/>
          </a:bodyPr>
          <a:lstStyle/>
          <a:p>
            <a:r>
              <a:rPr lang="en-IN" sz="2800" b="1" dirty="0"/>
              <a:t>:</a:t>
            </a:r>
            <a:endParaRPr lang="en-IN" b="1" dirty="0"/>
          </a:p>
        </p:txBody>
      </p:sp>
      <p:sp>
        <p:nvSpPr>
          <p:cNvPr id="11" name="TextBox 10"/>
          <p:cNvSpPr txBox="1"/>
          <p:nvPr/>
        </p:nvSpPr>
        <p:spPr>
          <a:xfrm>
            <a:off x="2582052" y="2905780"/>
            <a:ext cx="306619" cy="523220"/>
          </a:xfrm>
          <a:prstGeom prst="rect">
            <a:avLst/>
          </a:prstGeom>
          <a:noFill/>
        </p:spPr>
        <p:txBody>
          <a:bodyPr wrap="square" rtlCol="0">
            <a:spAutoFit/>
          </a:bodyPr>
          <a:lstStyle/>
          <a:p>
            <a:r>
              <a:rPr lang="en-IN" sz="2800" b="1" dirty="0"/>
              <a:t>:</a:t>
            </a:r>
            <a:endParaRPr lang="en-IN" b="1" dirty="0"/>
          </a:p>
        </p:txBody>
      </p:sp>
      <p:sp>
        <p:nvSpPr>
          <p:cNvPr id="13" name="TextBox 12"/>
          <p:cNvSpPr txBox="1"/>
          <p:nvPr/>
        </p:nvSpPr>
        <p:spPr>
          <a:xfrm>
            <a:off x="1547664" y="3648174"/>
            <a:ext cx="504056" cy="369332"/>
          </a:xfrm>
          <a:prstGeom prst="rect">
            <a:avLst/>
          </a:prstGeom>
          <a:noFill/>
        </p:spPr>
        <p:txBody>
          <a:bodyPr wrap="square" rtlCol="0">
            <a:spAutoFit/>
          </a:bodyPr>
          <a:lstStyle/>
          <a:p>
            <a:r>
              <a:rPr lang="en-IN" b="1" i="1" dirty="0"/>
              <a:t>2x</a:t>
            </a:r>
          </a:p>
        </p:txBody>
      </p:sp>
      <p:sp>
        <p:nvSpPr>
          <p:cNvPr id="14" name="TextBox 13"/>
          <p:cNvSpPr txBox="1"/>
          <p:nvPr/>
        </p:nvSpPr>
        <p:spPr>
          <a:xfrm>
            <a:off x="2231305" y="3648174"/>
            <a:ext cx="504056" cy="369332"/>
          </a:xfrm>
          <a:prstGeom prst="rect">
            <a:avLst/>
          </a:prstGeom>
          <a:noFill/>
        </p:spPr>
        <p:txBody>
          <a:bodyPr wrap="square" rtlCol="0">
            <a:spAutoFit/>
          </a:bodyPr>
          <a:lstStyle/>
          <a:p>
            <a:r>
              <a:rPr lang="en-IN" b="1" i="1" dirty="0"/>
              <a:t>3x</a:t>
            </a:r>
          </a:p>
        </p:txBody>
      </p:sp>
      <p:sp>
        <p:nvSpPr>
          <p:cNvPr id="15" name="TextBox 14"/>
          <p:cNvSpPr txBox="1"/>
          <p:nvPr/>
        </p:nvSpPr>
        <p:spPr>
          <a:xfrm>
            <a:off x="2888671" y="3637638"/>
            <a:ext cx="504056" cy="369332"/>
          </a:xfrm>
          <a:prstGeom prst="rect">
            <a:avLst/>
          </a:prstGeom>
          <a:noFill/>
        </p:spPr>
        <p:txBody>
          <a:bodyPr wrap="square" rtlCol="0">
            <a:spAutoFit/>
          </a:bodyPr>
          <a:lstStyle/>
          <a:p>
            <a:r>
              <a:rPr lang="en-IN" b="1" i="1" dirty="0"/>
              <a:t>5x</a:t>
            </a:r>
          </a:p>
        </p:txBody>
      </p:sp>
    </p:spTree>
    <p:extLst>
      <p:ext uri="{BB962C8B-B14F-4D97-AF65-F5344CB8AC3E}">
        <p14:creationId xmlns:p14="http://schemas.microsoft.com/office/powerpoint/2010/main" val="68284147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6"/>
                                        </p:tgtEl>
                                        <p:attrNameLst>
                                          <p:attrName>style.visibility</p:attrName>
                                        </p:attrNameLst>
                                      </p:cBhvr>
                                      <p:to>
                                        <p:strVal val="visible"/>
                                      </p:to>
                                    </p:set>
                                    <p:animEffect transition="in" filter="fade">
                                      <p:cBhvr>
                                        <p:cTn id="7" dur="500"/>
                                        <p:tgtEl>
                                          <p:spTgt spid="6"/>
                                        </p:tgtEl>
                                      </p:cBhvr>
                                    </p:animEffect>
                                  </p:childTnLst>
                                </p:cTn>
                              </p:par>
                              <p:par>
                                <p:cTn id="8" presetID="10" presetClass="entr" presetSubtype="0" fill="hold" grpId="0" nodeType="withEffect">
                                  <p:stCondLst>
                                    <p:cond delay="0"/>
                                  </p:stCondLst>
                                  <p:childTnLst>
                                    <p:set>
                                      <p:cBhvr>
                                        <p:cTn id="9" dur="1" fill="hold">
                                          <p:stCondLst>
                                            <p:cond delay="0"/>
                                          </p:stCondLst>
                                        </p:cTn>
                                        <p:tgtEl>
                                          <p:spTgt spid="4"/>
                                        </p:tgtEl>
                                        <p:attrNameLst>
                                          <p:attrName>style.visibility</p:attrName>
                                        </p:attrNameLst>
                                      </p:cBhvr>
                                      <p:to>
                                        <p:strVal val="visible"/>
                                      </p:to>
                                    </p:set>
                                    <p:animEffect transition="in" filter="fade">
                                      <p:cBhvr>
                                        <p:cTn id="10" dur="500"/>
                                        <p:tgtEl>
                                          <p:spTgt spid="4"/>
                                        </p:tgtEl>
                                      </p:cBhvr>
                                    </p:animEffect>
                                  </p:childTnLst>
                                </p:cTn>
                              </p:par>
                              <p:par>
                                <p:cTn id="11" presetID="10" presetClass="entr" presetSubtype="0" fill="hold" grpId="0" nodeType="withEffect">
                                  <p:stCondLst>
                                    <p:cond delay="0"/>
                                  </p:stCondLst>
                                  <p:childTnLst>
                                    <p:set>
                                      <p:cBhvr>
                                        <p:cTn id="12" dur="1" fill="hold">
                                          <p:stCondLst>
                                            <p:cond delay="0"/>
                                          </p:stCondLst>
                                        </p:cTn>
                                        <p:tgtEl>
                                          <p:spTgt spid="5"/>
                                        </p:tgtEl>
                                        <p:attrNameLst>
                                          <p:attrName>style.visibility</p:attrName>
                                        </p:attrNameLst>
                                      </p:cBhvr>
                                      <p:to>
                                        <p:strVal val="visible"/>
                                      </p:to>
                                    </p:set>
                                    <p:animEffect transition="in" filter="fade">
                                      <p:cBhvr>
                                        <p:cTn id="13" dur="500"/>
                                        <p:tgtEl>
                                          <p:spTgt spid="5"/>
                                        </p:tgtEl>
                                      </p:cBhvr>
                                    </p:animEffect>
                                  </p:childTnLst>
                                </p:cTn>
                              </p:par>
                              <p:par>
                                <p:cTn id="14" presetID="10" presetClass="entr" presetSubtype="0" fill="hold" grpId="0" nodeType="withEffect">
                                  <p:stCondLst>
                                    <p:cond delay="0"/>
                                  </p:stCondLst>
                                  <p:childTnLst>
                                    <p:set>
                                      <p:cBhvr>
                                        <p:cTn id="15" dur="1" fill="hold">
                                          <p:stCondLst>
                                            <p:cond delay="0"/>
                                          </p:stCondLst>
                                        </p:cTn>
                                        <p:tgtEl>
                                          <p:spTgt spid="7"/>
                                        </p:tgtEl>
                                        <p:attrNameLst>
                                          <p:attrName>style.visibility</p:attrName>
                                        </p:attrNameLst>
                                      </p:cBhvr>
                                      <p:to>
                                        <p:strVal val="visible"/>
                                      </p:to>
                                    </p:set>
                                    <p:animEffect transition="in" filter="fade">
                                      <p:cBhvr>
                                        <p:cTn id="16" dur="500"/>
                                        <p:tgtEl>
                                          <p:spTgt spid="7"/>
                                        </p:tgtEl>
                                      </p:cBhvr>
                                    </p:animEffect>
                                  </p:childTnLst>
                                </p:cTn>
                              </p:par>
                              <p:par>
                                <p:cTn id="17" presetID="10" presetClass="entr" presetSubtype="0" fill="hold" grpId="0" nodeType="withEffect">
                                  <p:stCondLst>
                                    <p:cond delay="0"/>
                                  </p:stCondLst>
                                  <p:childTnLst>
                                    <p:set>
                                      <p:cBhvr>
                                        <p:cTn id="18" dur="1" fill="hold">
                                          <p:stCondLst>
                                            <p:cond delay="0"/>
                                          </p:stCondLst>
                                        </p:cTn>
                                        <p:tgtEl>
                                          <p:spTgt spid="10"/>
                                        </p:tgtEl>
                                        <p:attrNameLst>
                                          <p:attrName>style.visibility</p:attrName>
                                        </p:attrNameLst>
                                      </p:cBhvr>
                                      <p:to>
                                        <p:strVal val="visible"/>
                                      </p:to>
                                    </p:set>
                                    <p:animEffect transition="in" filter="fade">
                                      <p:cBhvr>
                                        <p:cTn id="19" dur="500"/>
                                        <p:tgtEl>
                                          <p:spTgt spid="10"/>
                                        </p:tgtEl>
                                      </p:cBhvr>
                                    </p:animEffect>
                                  </p:childTnLst>
                                </p:cTn>
                              </p:par>
                              <p:par>
                                <p:cTn id="20" presetID="10" presetClass="entr" presetSubtype="0" fill="hold" grpId="0" nodeType="withEffect">
                                  <p:stCondLst>
                                    <p:cond delay="0"/>
                                  </p:stCondLst>
                                  <p:childTnLst>
                                    <p:set>
                                      <p:cBhvr>
                                        <p:cTn id="21" dur="1" fill="hold">
                                          <p:stCondLst>
                                            <p:cond delay="0"/>
                                          </p:stCondLst>
                                        </p:cTn>
                                        <p:tgtEl>
                                          <p:spTgt spid="8"/>
                                        </p:tgtEl>
                                        <p:attrNameLst>
                                          <p:attrName>style.visibility</p:attrName>
                                        </p:attrNameLst>
                                      </p:cBhvr>
                                      <p:to>
                                        <p:strVal val="visible"/>
                                      </p:to>
                                    </p:set>
                                    <p:animEffect transition="in" filter="fade">
                                      <p:cBhvr>
                                        <p:cTn id="22" dur="500"/>
                                        <p:tgtEl>
                                          <p:spTgt spid="8"/>
                                        </p:tgtEl>
                                      </p:cBhvr>
                                    </p:animEffect>
                                  </p:childTnLst>
                                </p:cTn>
                              </p:par>
                              <p:par>
                                <p:cTn id="23" presetID="10" presetClass="entr" presetSubtype="0" fill="hold" grpId="0" nodeType="withEffect">
                                  <p:stCondLst>
                                    <p:cond delay="0"/>
                                  </p:stCondLst>
                                  <p:childTnLst>
                                    <p:set>
                                      <p:cBhvr>
                                        <p:cTn id="24" dur="1" fill="hold">
                                          <p:stCondLst>
                                            <p:cond delay="0"/>
                                          </p:stCondLst>
                                        </p:cTn>
                                        <p:tgtEl>
                                          <p:spTgt spid="11"/>
                                        </p:tgtEl>
                                        <p:attrNameLst>
                                          <p:attrName>style.visibility</p:attrName>
                                        </p:attrNameLst>
                                      </p:cBhvr>
                                      <p:to>
                                        <p:strVal val="visible"/>
                                      </p:to>
                                    </p:set>
                                    <p:animEffect transition="in" filter="fade">
                                      <p:cBhvr>
                                        <p:cTn id="25" dur="500"/>
                                        <p:tgtEl>
                                          <p:spTgt spid="11"/>
                                        </p:tgtEl>
                                      </p:cBhvr>
                                    </p:animEffect>
                                  </p:childTnLst>
                                </p:cTn>
                              </p:par>
                              <p:par>
                                <p:cTn id="26" presetID="10" presetClass="entr" presetSubtype="0" fill="hold" grpId="0" nodeType="withEffect">
                                  <p:stCondLst>
                                    <p:cond delay="0"/>
                                  </p:stCondLst>
                                  <p:childTnLst>
                                    <p:set>
                                      <p:cBhvr>
                                        <p:cTn id="27" dur="1" fill="hold">
                                          <p:stCondLst>
                                            <p:cond delay="0"/>
                                          </p:stCondLst>
                                        </p:cTn>
                                        <p:tgtEl>
                                          <p:spTgt spid="9"/>
                                        </p:tgtEl>
                                        <p:attrNameLst>
                                          <p:attrName>style.visibility</p:attrName>
                                        </p:attrNameLst>
                                      </p:cBhvr>
                                      <p:to>
                                        <p:strVal val="visible"/>
                                      </p:to>
                                    </p:set>
                                    <p:animEffect transition="in" filter="fade">
                                      <p:cBhvr>
                                        <p:cTn id="28" dur="500"/>
                                        <p:tgtEl>
                                          <p:spTgt spid="9"/>
                                        </p:tgtEl>
                                      </p:cBhvr>
                                    </p:animEffect>
                                  </p:childTnLst>
                                </p:cTn>
                              </p:par>
                            </p:childTnLst>
                          </p:cTn>
                        </p:par>
                      </p:childTnLst>
                    </p:cTn>
                  </p:par>
                  <p:par>
                    <p:cTn id="29" fill="hold">
                      <p:stCondLst>
                        <p:cond delay="indefinite"/>
                      </p:stCondLst>
                      <p:childTnLst>
                        <p:par>
                          <p:cTn id="30" fill="hold">
                            <p:stCondLst>
                              <p:cond delay="0"/>
                            </p:stCondLst>
                            <p:childTnLst>
                              <p:par>
                                <p:cTn id="31" presetID="10" presetClass="entr" presetSubtype="0" fill="hold" grpId="0" nodeType="clickEffect">
                                  <p:stCondLst>
                                    <p:cond delay="0"/>
                                  </p:stCondLst>
                                  <p:childTnLst>
                                    <p:set>
                                      <p:cBhvr>
                                        <p:cTn id="32" dur="1" fill="hold">
                                          <p:stCondLst>
                                            <p:cond delay="0"/>
                                          </p:stCondLst>
                                        </p:cTn>
                                        <p:tgtEl>
                                          <p:spTgt spid="13"/>
                                        </p:tgtEl>
                                        <p:attrNameLst>
                                          <p:attrName>style.visibility</p:attrName>
                                        </p:attrNameLst>
                                      </p:cBhvr>
                                      <p:to>
                                        <p:strVal val="visible"/>
                                      </p:to>
                                    </p:set>
                                    <p:animEffect transition="in" filter="fade">
                                      <p:cBhvr>
                                        <p:cTn id="33" dur="500"/>
                                        <p:tgtEl>
                                          <p:spTgt spid="13"/>
                                        </p:tgtEl>
                                      </p:cBhvr>
                                    </p:animEffect>
                                  </p:childTnLst>
                                </p:cTn>
                              </p:par>
                              <p:par>
                                <p:cTn id="34" presetID="10" presetClass="entr" presetSubtype="0" fill="hold" grpId="0" nodeType="withEffect">
                                  <p:stCondLst>
                                    <p:cond delay="0"/>
                                  </p:stCondLst>
                                  <p:childTnLst>
                                    <p:set>
                                      <p:cBhvr>
                                        <p:cTn id="35" dur="1" fill="hold">
                                          <p:stCondLst>
                                            <p:cond delay="0"/>
                                          </p:stCondLst>
                                        </p:cTn>
                                        <p:tgtEl>
                                          <p:spTgt spid="14"/>
                                        </p:tgtEl>
                                        <p:attrNameLst>
                                          <p:attrName>style.visibility</p:attrName>
                                        </p:attrNameLst>
                                      </p:cBhvr>
                                      <p:to>
                                        <p:strVal val="visible"/>
                                      </p:to>
                                    </p:set>
                                    <p:animEffect transition="in" filter="fade">
                                      <p:cBhvr>
                                        <p:cTn id="36" dur="500"/>
                                        <p:tgtEl>
                                          <p:spTgt spid="14"/>
                                        </p:tgtEl>
                                      </p:cBhvr>
                                    </p:animEffect>
                                  </p:childTnLst>
                                </p:cTn>
                              </p:par>
                              <p:par>
                                <p:cTn id="37" presetID="10" presetClass="entr" presetSubtype="0" fill="hold" grpId="0" nodeType="withEffect">
                                  <p:stCondLst>
                                    <p:cond delay="0"/>
                                  </p:stCondLst>
                                  <p:childTnLst>
                                    <p:set>
                                      <p:cBhvr>
                                        <p:cTn id="38" dur="1" fill="hold">
                                          <p:stCondLst>
                                            <p:cond delay="0"/>
                                          </p:stCondLst>
                                        </p:cTn>
                                        <p:tgtEl>
                                          <p:spTgt spid="15"/>
                                        </p:tgtEl>
                                        <p:attrNameLst>
                                          <p:attrName>style.visibility</p:attrName>
                                        </p:attrNameLst>
                                      </p:cBhvr>
                                      <p:to>
                                        <p:strVal val="visible"/>
                                      </p:to>
                                    </p:set>
                                    <p:animEffect transition="in" filter="fade">
                                      <p:cBhvr>
                                        <p:cTn id="39" dur="500"/>
                                        <p:tgtEl>
                                          <p:spTgt spid="15"/>
                                        </p:tgtEl>
                                      </p:cBhvr>
                                    </p:animEffect>
                                  </p:childTnLst>
                                </p:cTn>
                              </p:par>
                            </p:childTnLst>
                          </p:cTn>
                        </p:par>
                      </p:childTnLst>
                    </p:cTn>
                  </p:par>
                  <p:par>
                    <p:cTn id="40" fill="hold">
                      <p:stCondLst>
                        <p:cond delay="indefinite"/>
                      </p:stCondLst>
                      <p:childTnLst>
                        <p:par>
                          <p:cTn id="41" fill="hold">
                            <p:stCondLst>
                              <p:cond delay="0"/>
                            </p:stCondLst>
                            <p:childTnLst>
                              <p:par>
                                <p:cTn id="42" presetID="10" presetClass="entr" presetSubtype="0" fill="hold" grpId="0" nodeType="clickEffect">
                                  <p:stCondLst>
                                    <p:cond delay="0"/>
                                  </p:stCondLst>
                                  <p:childTnLst>
                                    <p:set>
                                      <p:cBhvr>
                                        <p:cTn id="43" dur="1" fill="hold">
                                          <p:stCondLst>
                                            <p:cond delay="0"/>
                                          </p:stCondLst>
                                        </p:cTn>
                                        <p:tgtEl>
                                          <p:spTgt spid="2">
                                            <p:txEl>
                                              <p:pRg st="6" end="6"/>
                                            </p:txEl>
                                          </p:spTgt>
                                        </p:tgtEl>
                                        <p:attrNameLst>
                                          <p:attrName>style.visibility</p:attrName>
                                        </p:attrNameLst>
                                      </p:cBhvr>
                                      <p:to>
                                        <p:strVal val="visible"/>
                                      </p:to>
                                    </p:set>
                                    <p:animEffect transition="in" filter="fade">
                                      <p:cBhvr>
                                        <p:cTn id="44" dur="500"/>
                                        <p:tgtEl>
                                          <p:spTgt spid="2">
                                            <p:txEl>
                                              <p:pRg st="6" end="6"/>
                                            </p:txEl>
                                          </p:spTgt>
                                        </p:tgtEl>
                                      </p:cBhvr>
                                    </p:animEffect>
                                  </p:childTnLst>
                                </p:cTn>
                              </p:par>
                            </p:childTnLst>
                          </p:cTn>
                        </p:par>
                      </p:childTnLst>
                    </p:cTn>
                  </p:par>
                  <p:par>
                    <p:cTn id="45" fill="hold">
                      <p:stCondLst>
                        <p:cond delay="indefinite"/>
                      </p:stCondLst>
                      <p:childTnLst>
                        <p:par>
                          <p:cTn id="46" fill="hold">
                            <p:stCondLst>
                              <p:cond delay="0"/>
                            </p:stCondLst>
                            <p:childTnLst>
                              <p:par>
                                <p:cTn id="47" presetID="10" presetClass="entr" presetSubtype="0" fill="hold" nodeType="clickEffect">
                                  <p:stCondLst>
                                    <p:cond delay="0"/>
                                  </p:stCondLst>
                                  <p:childTnLst>
                                    <p:set>
                                      <p:cBhvr>
                                        <p:cTn id="48" dur="1" fill="hold">
                                          <p:stCondLst>
                                            <p:cond delay="0"/>
                                          </p:stCondLst>
                                        </p:cTn>
                                        <p:tgtEl>
                                          <p:spTgt spid="16">
                                            <p:txEl>
                                              <p:pRg st="0" end="0"/>
                                            </p:txEl>
                                          </p:spTgt>
                                        </p:tgtEl>
                                        <p:attrNameLst>
                                          <p:attrName>style.visibility</p:attrName>
                                        </p:attrNameLst>
                                      </p:cBhvr>
                                      <p:to>
                                        <p:strVal val="visible"/>
                                      </p:to>
                                    </p:set>
                                    <p:animEffect transition="in" filter="fade">
                                      <p:cBhvr>
                                        <p:cTn id="49" dur="500"/>
                                        <p:tgtEl>
                                          <p:spTgt spid="16">
                                            <p:txEl>
                                              <p:pRg st="0" end="0"/>
                                            </p:txEl>
                                          </p:spTgt>
                                        </p:tgtEl>
                                      </p:cBhvr>
                                    </p:animEffect>
                                  </p:childTnLst>
                                </p:cTn>
                              </p:par>
                            </p:childTnLst>
                          </p:cTn>
                        </p:par>
                      </p:childTnLst>
                    </p:cTn>
                  </p:par>
                  <p:par>
                    <p:cTn id="50" fill="hold">
                      <p:stCondLst>
                        <p:cond delay="indefinite"/>
                      </p:stCondLst>
                      <p:childTnLst>
                        <p:par>
                          <p:cTn id="51" fill="hold">
                            <p:stCondLst>
                              <p:cond delay="0"/>
                            </p:stCondLst>
                            <p:childTnLst>
                              <p:par>
                                <p:cTn id="52" presetID="10" presetClass="entr" presetSubtype="0" fill="hold" nodeType="clickEffect">
                                  <p:stCondLst>
                                    <p:cond delay="0"/>
                                  </p:stCondLst>
                                  <p:childTnLst>
                                    <p:set>
                                      <p:cBhvr>
                                        <p:cTn id="53" dur="1" fill="hold">
                                          <p:stCondLst>
                                            <p:cond delay="0"/>
                                          </p:stCondLst>
                                        </p:cTn>
                                        <p:tgtEl>
                                          <p:spTgt spid="16">
                                            <p:txEl>
                                              <p:pRg st="1" end="1"/>
                                            </p:txEl>
                                          </p:spTgt>
                                        </p:tgtEl>
                                        <p:attrNameLst>
                                          <p:attrName>style.visibility</p:attrName>
                                        </p:attrNameLst>
                                      </p:cBhvr>
                                      <p:to>
                                        <p:strVal val="visible"/>
                                      </p:to>
                                    </p:set>
                                    <p:animEffect transition="in" filter="fade">
                                      <p:cBhvr>
                                        <p:cTn id="54" dur="500"/>
                                        <p:tgtEl>
                                          <p:spTgt spid="16">
                                            <p:txEl>
                                              <p:pRg st="1" end="1"/>
                                            </p:txEl>
                                          </p:spTgt>
                                        </p:tgtEl>
                                      </p:cBhvr>
                                    </p:animEffect>
                                  </p:childTnLst>
                                </p:cTn>
                              </p:par>
                              <p:par>
                                <p:cTn id="55" presetID="10" presetClass="entr" presetSubtype="0" fill="hold" nodeType="withEffect">
                                  <p:stCondLst>
                                    <p:cond delay="0"/>
                                  </p:stCondLst>
                                  <p:childTnLst>
                                    <p:set>
                                      <p:cBhvr>
                                        <p:cTn id="56" dur="1" fill="hold">
                                          <p:stCondLst>
                                            <p:cond delay="0"/>
                                          </p:stCondLst>
                                        </p:cTn>
                                        <p:tgtEl>
                                          <p:spTgt spid="16">
                                            <p:txEl>
                                              <p:pRg st="2" end="2"/>
                                            </p:txEl>
                                          </p:spTgt>
                                        </p:tgtEl>
                                        <p:attrNameLst>
                                          <p:attrName>style.visibility</p:attrName>
                                        </p:attrNameLst>
                                      </p:cBhvr>
                                      <p:to>
                                        <p:strVal val="visible"/>
                                      </p:to>
                                    </p:set>
                                    <p:animEffect transition="in" filter="fade">
                                      <p:cBhvr>
                                        <p:cTn id="57" dur="500"/>
                                        <p:tgtEl>
                                          <p:spTgt spid="16">
                                            <p:txEl>
                                              <p:pRg st="2" end="2"/>
                                            </p:txEl>
                                          </p:spTgt>
                                        </p:tgtEl>
                                      </p:cBhvr>
                                    </p:animEffect>
                                  </p:childTnLst>
                                </p:cTn>
                              </p:par>
                              <p:par>
                                <p:cTn id="58" presetID="10" presetClass="entr" presetSubtype="0" fill="hold" nodeType="withEffect">
                                  <p:stCondLst>
                                    <p:cond delay="0"/>
                                  </p:stCondLst>
                                  <p:childTnLst>
                                    <p:set>
                                      <p:cBhvr>
                                        <p:cTn id="59" dur="1" fill="hold">
                                          <p:stCondLst>
                                            <p:cond delay="0"/>
                                          </p:stCondLst>
                                        </p:cTn>
                                        <p:tgtEl>
                                          <p:spTgt spid="16">
                                            <p:txEl>
                                              <p:pRg st="3" end="3"/>
                                            </p:txEl>
                                          </p:spTgt>
                                        </p:tgtEl>
                                        <p:attrNameLst>
                                          <p:attrName>style.visibility</p:attrName>
                                        </p:attrNameLst>
                                      </p:cBhvr>
                                      <p:to>
                                        <p:strVal val="visible"/>
                                      </p:to>
                                    </p:set>
                                    <p:animEffect transition="in" filter="fade">
                                      <p:cBhvr>
                                        <p:cTn id="60" dur="500"/>
                                        <p:tgtEl>
                                          <p:spTgt spid="16">
                                            <p:txEl>
                                              <p:pRg st="3" end="3"/>
                                            </p:txEl>
                                          </p:spTgt>
                                        </p:tgtEl>
                                      </p:cBhvr>
                                    </p:animEffect>
                                  </p:childTnLst>
                                </p:cTn>
                              </p:par>
                              <p:par>
                                <p:cTn id="61" presetID="10" presetClass="entr" presetSubtype="0" fill="hold" nodeType="withEffect">
                                  <p:stCondLst>
                                    <p:cond delay="0"/>
                                  </p:stCondLst>
                                  <p:childTnLst>
                                    <p:set>
                                      <p:cBhvr>
                                        <p:cTn id="62" dur="1" fill="hold">
                                          <p:stCondLst>
                                            <p:cond delay="0"/>
                                          </p:stCondLst>
                                        </p:cTn>
                                        <p:tgtEl>
                                          <p:spTgt spid="16">
                                            <p:txEl>
                                              <p:pRg st="4" end="4"/>
                                            </p:txEl>
                                          </p:spTgt>
                                        </p:tgtEl>
                                        <p:attrNameLst>
                                          <p:attrName>style.visibility</p:attrName>
                                        </p:attrNameLst>
                                      </p:cBhvr>
                                      <p:to>
                                        <p:strVal val="visible"/>
                                      </p:to>
                                    </p:set>
                                    <p:animEffect transition="in" filter="fade">
                                      <p:cBhvr>
                                        <p:cTn id="63" dur="500"/>
                                        <p:tgtEl>
                                          <p:spTgt spid="16">
                                            <p:txEl>
                                              <p:pRg st="4" end="4"/>
                                            </p:txEl>
                                          </p:spTgt>
                                        </p:tgtEl>
                                      </p:cBhvr>
                                    </p:animEffect>
                                  </p:childTnLst>
                                </p:cTn>
                              </p:par>
                            </p:childTnLst>
                          </p:cTn>
                        </p:par>
                      </p:childTnLst>
                    </p:cTn>
                  </p:par>
                  <p:par>
                    <p:cTn id="64" fill="hold">
                      <p:stCondLst>
                        <p:cond delay="indefinite"/>
                      </p:stCondLst>
                      <p:childTnLst>
                        <p:par>
                          <p:cTn id="65" fill="hold">
                            <p:stCondLst>
                              <p:cond delay="0"/>
                            </p:stCondLst>
                            <p:childTnLst>
                              <p:par>
                                <p:cTn id="66" presetID="10" presetClass="entr" presetSubtype="0" fill="hold" nodeType="clickEffect">
                                  <p:stCondLst>
                                    <p:cond delay="0"/>
                                  </p:stCondLst>
                                  <p:childTnLst>
                                    <p:set>
                                      <p:cBhvr>
                                        <p:cTn id="67" dur="1" fill="hold">
                                          <p:stCondLst>
                                            <p:cond delay="0"/>
                                          </p:stCondLst>
                                        </p:cTn>
                                        <p:tgtEl>
                                          <p:spTgt spid="16">
                                            <p:txEl>
                                              <p:pRg st="6" end="6"/>
                                            </p:txEl>
                                          </p:spTgt>
                                        </p:tgtEl>
                                        <p:attrNameLst>
                                          <p:attrName>style.visibility</p:attrName>
                                        </p:attrNameLst>
                                      </p:cBhvr>
                                      <p:to>
                                        <p:strVal val="visible"/>
                                      </p:to>
                                    </p:set>
                                    <p:animEffect transition="in" filter="fade">
                                      <p:cBhvr>
                                        <p:cTn id="68" dur="500"/>
                                        <p:tgtEl>
                                          <p:spTgt spid="16">
                                            <p:txEl>
                                              <p:pRg st="6" end="6"/>
                                            </p:txEl>
                                          </p:spTgt>
                                        </p:tgtEl>
                                      </p:cBhvr>
                                    </p:animEffect>
                                  </p:childTnLst>
                                </p:cTn>
                              </p:par>
                            </p:childTnLst>
                          </p:cTn>
                        </p:par>
                      </p:childTnLst>
                    </p:cTn>
                  </p:par>
                  <p:par>
                    <p:cTn id="69" fill="hold">
                      <p:stCondLst>
                        <p:cond delay="indefinite"/>
                      </p:stCondLst>
                      <p:childTnLst>
                        <p:par>
                          <p:cTn id="70" fill="hold">
                            <p:stCondLst>
                              <p:cond delay="0"/>
                            </p:stCondLst>
                            <p:childTnLst>
                              <p:par>
                                <p:cTn id="71" presetID="10" presetClass="entr" presetSubtype="0" fill="hold" nodeType="clickEffect">
                                  <p:stCondLst>
                                    <p:cond delay="0"/>
                                  </p:stCondLst>
                                  <p:childTnLst>
                                    <p:set>
                                      <p:cBhvr>
                                        <p:cTn id="72" dur="1" fill="hold">
                                          <p:stCondLst>
                                            <p:cond delay="0"/>
                                          </p:stCondLst>
                                        </p:cTn>
                                        <p:tgtEl>
                                          <p:spTgt spid="16">
                                            <p:txEl>
                                              <p:pRg st="7" end="7"/>
                                            </p:txEl>
                                          </p:spTgt>
                                        </p:tgtEl>
                                        <p:attrNameLst>
                                          <p:attrName>style.visibility</p:attrName>
                                        </p:attrNameLst>
                                      </p:cBhvr>
                                      <p:to>
                                        <p:strVal val="visible"/>
                                      </p:to>
                                    </p:set>
                                    <p:animEffect transition="in" filter="fade">
                                      <p:cBhvr>
                                        <p:cTn id="73" dur="500"/>
                                        <p:tgtEl>
                                          <p:spTgt spid="16">
                                            <p:txEl>
                                              <p:pRg st="7" end="7"/>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uiExpand="1" build="p"/>
      <p:bldP spid="4" grpId="0" animBg="1"/>
      <p:bldP spid="5" grpId="0" animBg="1"/>
      <p:bldP spid="6" grpId="0" animBg="1"/>
      <p:bldP spid="7" grpId="0"/>
      <p:bldP spid="8" grpId="0"/>
      <p:bldP spid="9" grpId="0"/>
      <p:bldP spid="10" grpId="0"/>
      <p:bldP spid="11" grpId="0"/>
      <p:bldP spid="13" grpId="0"/>
      <p:bldP spid="14" grpId="0"/>
      <p:bldP spid="15" grpId="0"/>
    </p:bldLst>
  </p:timing>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Content Placeholder 5"/>
          <p:cNvSpPr>
            <a:spLocks noGrp="1"/>
          </p:cNvSpPr>
          <p:nvPr>
            <p:ph idx="1"/>
          </p:nvPr>
        </p:nvSpPr>
        <p:spPr/>
        <p:txBody>
          <a:bodyPr/>
          <a:lstStyle/>
          <a:p>
            <a:pPr marL="0" lvl="0" indent="0" algn="just">
              <a:buNone/>
            </a:pPr>
            <a:r>
              <a:rPr lang="en-US" sz="3600" b="1" dirty="0">
                <a:solidFill>
                  <a:srgbClr val="FF0000"/>
                </a:solidFill>
              </a:rPr>
              <a:t>A bag contains Rs.102 in the form of  1rupee, 50 paisa and 10 paisa coins in the ratio 3:4:10. The number of 10 paisa coins is:</a:t>
            </a:r>
          </a:p>
          <a:p>
            <a:pPr marL="0" indent="0">
              <a:buNone/>
            </a:pPr>
            <a:r>
              <a:rPr lang="en-US" sz="3200" b="1" dirty="0"/>
              <a:t>	a)340			b)60			c)80				d)170</a:t>
            </a:r>
            <a:endParaRPr lang="en-IN" sz="3200" b="1" dirty="0"/>
          </a:p>
          <a:p>
            <a:pPr marL="0" indent="0">
              <a:buNone/>
            </a:pPr>
            <a:endParaRPr lang="en-IN" b="1" dirty="0">
              <a:solidFill>
                <a:srgbClr val="FF0000"/>
              </a:solidFill>
            </a:endParaRPr>
          </a:p>
        </p:txBody>
      </p:sp>
      <p:sp>
        <p:nvSpPr>
          <p:cNvPr id="5" name="Title 4"/>
          <p:cNvSpPr>
            <a:spLocks noGrp="1"/>
          </p:cNvSpPr>
          <p:nvPr>
            <p:ph type="title"/>
          </p:nvPr>
        </p:nvSpPr>
        <p:spPr/>
        <p:txBody>
          <a:bodyPr/>
          <a:lstStyle/>
          <a:p>
            <a:pPr algn="l"/>
            <a:r>
              <a:rPr lang="en-IN" dirty="0"/>
              <a:t> </a:t>
            </a:r>
            <a:r>
              <a:rPr lang="en-IN" b="1" dirty="0">
                <a:solidFill>
                  <a:srgbClr val="FF0000"/>
                </a:solidFill>
              </a:rPr>
              <a:t>Q.18)</a:t>
            </a:r>
            <a:endParaRPr lang="en-IN" dirty="0"/>
          </a:p>
        </p:txBody>
      </p:sp>
    </p:spTree>
    <p:extLst>
      <p:ext uri="{BB962C8B-B14F-4D97-AF65-F5344CB8AC3E}">
        <p14:creationId xmlns:p14="http://schemas.microsoft.com/office/powerpoint/2010/main" val="753895938"/>
      </p:ext>
    </p:extLst>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p:cNvSpPr>
            <a:spLocks noGrp="1"/>
          </p:cNvSpPr>
          <p:nvPr>
            <p:ph type="title"/>
          </p:nvPr>
        </p:nvSpPr>
        <p:spPr/>
        <p:txBody>
          <a:bodyPr/>
          <a:lstStyle/>
          <a:p>
            <a:pPr algn="l"/>
            <a:r>
              <a:rPr lang="en-IN" b="1" dirty="0">
                <a:solidFill>
                  <a:srgbClr val="00B050"/>
                </a:solidFill>
              </a:rPr>
              <a:t>Q.18) Explanation</a:t>
            </a:r>
            <a:endParaRPr lang="en-IN" dirty="0"/>
          </a:p>
        </p:txBody>
      </p:sp>
      <p:sp>
        <p:nvSpPr>
          <p:cNvPr id="2" name="Content Placeholder 1"/>
          <p:cNvSpPr>
            <a:spLocks noGrp="1"/>
          </p:cNvSpPr>
          <p:nvPr>
            <p:ph sz="quarter" idx="13"/>
          </p:nvPr>
        </p:nvSpPr>
        <p:spPr>
          <a:xfrm>
            <a:off x="768991" y="2056214"/>
            <a:ext cx="3803904" cy="4128496"/>
          </a:xfrm>
        </p:spPr>
        <p:txBody>
          <a:bodyPr/>
          <a:lstStyle/>
          <a:p>
            <a:pPr marL="0" indent="0">
              <a:buNone/>
            </a:pPr>
            <a:r>
              <a:rPr lang="en-IN" dirty="0"/>
              <a:t> </a:t>
            </a:r>
          </a:p>
        </p:txBody>
      </p:sp>
      <mc:AlternateContent xmlns:mc="http://schemas.openxmlformats.org/markup-compatibility/2006" xmlns:a14="http://schemas.microsoft.com/office/drawing/2010/main">
        <mc:Choice Requires="a14">
          <p:sp>
            <p:nvSpPr>
              <p:cNvPr id="5" name="Content Placeholder 4"/>
              <p:cNvSpPr>
                <a:spLocks noGrp="1"/>
              </p:cNvSpPr>
              <p:nvPr>
                <p:ph sz="quarter" idx="14"/>
              </p:nvPr>
            </p:nvSpPr>
            <p:spPr>
              <a:xfrm>
                <a:off x="4645151" y="2056214"/>
                <a:ext cx="3803904" cy="4061122"/>
              </a:xfrm>
            </p:spPr>
            <p:txBody>
              <a:bodyPr>
                <a:normAutofit fontScale="92500" lnSpcReduction="10000"/>
              </a:bodyPr>
              <a:lstStyle/>
              <a:p>
                <a:pPr marL="0" indent="0">
                  <a:buNone/>
                </a:pPr>
                <a:r>
                  <a:rPr lang="en-IN" dirty="0"/>
                  <a:t>   </a:t>
                </a:r>
              </a:p>
              <a:p>
                <a:pPr marL="0" indent="0">
                  <a:buNone/>
                </a:pPr>
                <a:endParaRPr lang="en-IN" dirty="0"/>
              </a:p>
              <a:p>
                <a:pPr marL="0" indent="0">
                  <a:buNone/>
                </a:pPr>
                <a:endParaRPr lang="en-IN" dirty="0"/>
              </a:p>
              <a:p>
                <a:pPr marL="0" indent="0">
                  <a:buNone/>
                </a:pPr>
                <a:endParaRPr lang="en-IN" dirty="0"/>
              </a:p>
              <a:p>
                <a:pPr marL="0" indent="0">
                  <a:buNone/>
                </a:pPr>
                <a:endParaRPr lang="en-IN" dirty="0"/>
              </a:p>
              <a:p>
                <a:pPr marL="0" indent="0">
                  <a:buNone/>
                </a:pPr>
                <a:r>
                  <a:rPr lang="en-IN" dirty="0">
                    <a:solidFill>
                      <a:schemeClr val="tx1"/>
                    </a:solidFill>
                  </a:rPr>
                  <a:t>              </a:t>
                </a:r>
                <a14:m>
                  <m:oMath xmlns:m="http://schemas.openxmlformats.org/officeDocument/2006/math">
                    <m:f>
                      <m:fPr>
                        <m:ctrlPr>
                          <a:rPr lang="en-IN" b="1" i="1" smtClean="0">
                            <a:solidFill>
                              <a:schemeClr val="tx1"/>
                            </a:solidFill>
                            <a:latin typeface="Cambria Math" panose="02040503050406030204" pitchFamily="18" charset="0"/>
                          </a:rPr>
                        </m:ctrlPr>
                      </m:fPr>
                      <m:num>
                        <m:r>
                          <a:rPr lang="en-IN" b="1" i="1" smtClean="0">
                            <a:solidFill>
                              <a:schemeClr val="tx1"/>
                            </a:solidFill>
                            <a:latin typeface="Cambria Math"/>
                          </a:rPr>
                          <m:t>𝟏</m:t>
                        </m:r>
                      </m:num>
                      <m:den>
                        <m:r>
                          <a:rPr lang="en-IN" b="1" i="1" smtClean="0">
                            <a:solidFill>
                              <a:schemeClr val="tx1"/>
                            </a:solidFill>
                            <a:latin typeface="Cambria Math"/>
                          </a:rPr>
                          <m:t>𝟔</m:t>
                        </m:r>
                      </m:den>
                    </m:f>
                    <m:r>
                      <a:rPr lang="en-IN" b="1" i="1" smtClean="0">
                        <a:solidFill>
                          <a:schemeClr val="tx1"/>
                        </a:solidFill>
                        <a:latin typeface="Cambria Math"/>
                      </a:rPr>
                      <m:t> </m:t>
                    </m:r>
                    <m:r>
                      <a:rPr lang="en-IN" b="1" i="1" smtClean="0">
                        <a:solidFill>
                          <a:schemeClr val="tx1"/>
                        </a:solidFill>
                        <a:latin typeface="Cambria Math"/>
                        <a:ea typeface="Cambria Math"/>
                      </a:rPr>
                      <m:t>×</m:t>
                    </m:r>
                    <m:r>
                      <a:rPr lang="en-IN" b="1" i="1" smtClean="0">
                        <a:solidFill>
                          <a:schemeClr val="tx1"/>
                        </a:solidFill>
                        <a:latin typeface="Cambria Math"/>
                        <a:ea typeface="Cambria Math"/>
                      </a:rPr>
                      <m:t>𝟏𝟎𝟐</m:t>
                    </m:r>
                    <m:r>
                      <a:rPr lang="en-IN" b="1" i="1" smtClean="0">
                        <a:solidFill>
                          <a:schemeClr val="tx1"/>
                        </a:solidFill>
                        <a:latin typeface="Cambria Math"/>
                        <a:ea typeface="Cambria Math"/>
                      </a:rPr>
                      <m:t>=</m:t>
                    </m:r>
                    <m:r>
                      <a:rPr lang="en-IN" b="1" i="1" smtClean="0">
                        <a:solidFill>
                          <a:schemeClr val="tx1"/>
                        </a:solidFill>
                        <a:latin typeface="Cambria Math"/>
                        <a:ea typeface="Cambria Math"/>
                      </a:rPr>
                      <m:t>𝑹𝒔</m:t>
                    </m:r>
                    <m:r>
                      <a:rPr lang="en-IN" b="1" i="1" smtClean="0">
                        <a:solidFill>
                          <a:schemeClr val="tx1"/>
                        </a:solidFill>
                        <a:latin typeface="Cambria Math"/>
                        <a:ea typeface="Cambria Math"/>
                      </a:rPr>
                      <m:t>.</m:t>
                    </m:r>
                    <m:r>
                      <a:rPr lang="en-IN" b="1" i="1" smtClean="0">
                        <a:solidFill>
                          <a:schemeClr val="tx1"/>
                        </a:solidFill>
                        <a:latin typeface="Cambria Math"/>
                        <a:ea typeface="Cambria Math"/>
                      </a:rPr>
                      <m:t>𝟏𝟕</m:t>
                    </m:r>
                  </m:oMath>
                </a14:m>
                <a:endParaRPr lang="en-IN" b="1" dirty="0">
                  <a:solidFill>
                    <a:schemeClr val="tx1"/>
                  </a:solidFill>
                </a:endParaRPr>
              </a:p>
              <a:p>
                <a:pPr marL="0" indent="0">
                  <a:buNone/>
                </a:pPr>
                <a:endParaRPr lang="en-IN" b="1" dirty="0"/>
              </a:p>
              <a:p>
                <a:pPr marL="0" indent="0">
                  <a:buNone/>
                </a:pPr>
                <a:r>
                  <a:rPr lang="en-IN" b="1" dirty="0">
                    <a:solidFill>
                      <a:schemeClr val="tx1"/>
                    </a:solidFill>
                  </a:rPr>
                  <a:t>For Rs.17 full of 10p coins means, totally=(17</a:t>
                </a:r>
                <a14:m>
                  <m:oMath xmlns:m="http://schemas.openxmlformats.org/officeDocument/2006/math">
                    <m:r>
                      <a:rPr lang="en-IN" b="1" i="1" smtClean="0">
                        <a:solidFill>
                          <a:schemeClr val="tx1"/>
                        </a:solidFill>
                        <a:latin typeface="Cambria Math"/>
                        <a:ea typeface="Cambria Math"/>
                      </a:rPr>
                      <m:t>×</m:t>
                    </m:r>
                  </m:oMath>
                </a14:m>
                <a:r>
                  <a:rPr lang="en-IN" b="1" dirty="0">
                    <a:solidFill>
                      <a:schemeClr val="tx1"/>
                    </a:solidFill>
                  </a:rPr>
                  <a:t>10)coins </a:t>
                </a:r>
              </a:p>
              <a:p>
                <a:pPr marL="0" indent="0">
                  <a:buNone/>
                </a:pPr>
                <a:r>
                  <a:rPr lang="en-IN" b="1" dirty="0">
                    <a:solidFill>
                      <a:srgbClr val="00B050"/>
                    </a:solidFill>
                  </a:rPr>
                  <a:t>Total 10p coins = 170 coins</a:t>
                </a:r>
              </a:p>
            </p:txBody>
          </p:sp>
        </mc:Choice>
        <mc:Fallback xmlns="">
          <p:sp>
            <p:nvSpPr>
              <p:cNvPr id="5" name="Content Placeholder 4"/>
              <p:cNvSpPr>
                <a:spLocks noGrp="1" noRot="1" noChangeAspect="1" noMove="1" noResize="1" noEditPoints="1" noAdjustHandles="1" noChangeArrowheads="1" noChangeShapeType="1" noTextEdit="1"/>
              </p:cNvSpPr>
              <p:nvPr>
                <p:ph sz="quarter" idx="14"/>
              </p:nvPr>
            </p:nvSpPr>
            <p:spPr>
              <a:xfrm>
                <a:off x="4645151" y="2056214"/>
                <a:ext cx="3803904" cy="4061122"/>
              </a:xfrm>
              <a:blipFill rotWithShape="1">
                <a:blip r:embed="rId2"/>
                <a:stretch>
                  <a:fillRect l="-1923" r="-2724"/>
                </a:stretch>
              </a:blipFill>
            </p:spPr>
            <p:txBody>
              <a:bodyPr/>
              <a:lstStyle/>
              <a:p>
                <a:r>
                  <a:rPr lang="en-IN">
                    <a:noFill/>
                  </a:rPr>
                  <a:t> </a:t>
                </a:r>
              </a:p>
            </p:txBody>
          </p:sp>
        </mc:Fallback>
      </mc:AlternateContent>
      <p:sp>
        <p:nvSpPr>
          <p:cNvPr id="4" name="TextBox 3"/>
          <p:cNvSpPr txBox="1"/>
          <p:nvPr/>
        </p:nvSpPr>
        <p:spPr>
          <a:xfrm>
            <a:off x="2562931" y="2056214"/>
            <a:ext cx="936104" cy="369332"/>
          </a:xfrm>
          <a:prstGeom prst="rect">
            <a:avLst/>
          </a:prstGeom>
          <a:noFill/>
          <a:ln>
            <a:solidFill>
              <a:schemeClr val="tx1"/>
            </a:solidFill>
          </a:ln>
        </p:spPr>
        <p:txBody>
          <a:bodyPr wrap="square" rtlCol="0">
            <a:spAutoFit/>
          </a:bodyPr>
          <a:lstStyle/>
          <a:p>
            <a:r>
              <a:rPr lang="en-IN" dirty="0"/>
              <a:t>Rs.102</a:t>
            </a:r>
          </a:p>
        </p:txBody>
      </p:sp>
      <p:sp>
        <p:nvSpPr>
          <p:cNvPr id="6" name="TextBox 5"/>
          <p:cNvSpPr txBox="1"/>
          <p:nvPr/>
        </p:nvSpPr>
        <p:spPr>
          <a:xfrm>
            <a:off x="1790611" y="2811872"/>
            <a:ext cx="720080" cy="369332"/>
          </a:xfrm>
          <a:prstGeom prst="rect">
            <a:avLst/>
          </a:prstGeom>
          <a:noFill/>
          <a:ln>
            <a:solidFill>
              <a:schemeClr val="tx1"/>
            </a:solidFill>
          </a:ln>
        </p:spPr>
        <p:txBody>
          <a:bodyPr wrap="square" rtlCol="0">
            <a:spAutoFit/>
          </a:bodyPr>
          <a:lstStyle/>
          <a:p>
            <a:r>
              <a:rPr lang="en-IN" dirty="0"/>
              <a:t>Re.1</a:t>
            </a:r>
          </a:p>
        </p:txBody>
      </p:sp>
      <p:sp>
        <p:nvSpPr>
          <p:cNvPr id="7" name="TextBox 6"/>
          <p:cNvSpPr txBox="1"/>
          <p:nvPr/>
        </p:nvSpPr>
        <p:spPr>
          <a:xfrm>
            <a:off x="2670943" y="2797084"/>
            <a:ext cx="720080" cy="369332"/>
          </a:xfrm>
          <a:prstGeom prst="rect">
            <a:avLst/>
          </a:prstGeom>
          <a:noFill/>
          <a:ln>
            <a:solidFill>
              <a:schemeClr val="tx1"/>
            </a:solidFill>
          </a:ln>
        </p:spPr>
        <p:txBody>
          <a:bodyPr wrap="square" rtlCol="0">
            <a:spAutoFit/>
          </a:bodyPr>
          <a:lstStyle/>
          <a:p>
            <a:r>
              <a:rPr lang="en-IN" dirty="0"/>
              <a:t>50 p</a:t>
            </a:r>
          </a:p>
        </p:txBody>
      </p:sp>
      <p:sp>
        <p:nvSpPr>
          <p:cNvPr id="8" name="TextBox 7"/>
          <p:cNvSpPr txBox="1"/>
          <p:nvPr/>
        </p:nvSpPr>
        <p:spPr>
          <a:xfrm>
            <a:off x="3593399" y="2782296"/>
            <a:ext cx="720080" cy="369332"/>
          </a:xfrm>
          <a:prstGeom prst="rect">
            <a:avLst/>
          </a:prstGeom>
          <a:noFill/>
          <a:ln>
            <a:solidFill>
              <a:schemeClr val="tx1"/>
            </a:solidFill>
          </a:ln>
        </p:spPr>
        <p:txBody>
          <a:bodyPr wrap="square" rtlCol="0">
            <a:spAutoFit/>
          </a:bodyPr>
          <a:lstStyle/>
          <a:p>
            <a:r>
              <a:rPr lang="en-IN" dirty="0"/>
              <a:t>10 p</a:t>
            </a:r>
          </a:p>
        </p:txBody>
      </p:sp>
      <p:sp>
        <p:nvSpPr>
          <p:cNvPr id="9" name="TextBox 8"/>
          <p:cNvSpPr txBox="1"/>
          <p:nvPr/>
        </p:nvSpPr>
        <p:spPr>
          <a:xfrm>
            <a:off x="11576" y="3552577"/>
            <a:ext cx="1952542" cy="338554"/>
          </a:xfrm>
          <a:prstGeom prst="rect">
            <a:avLst/>
          </a:prstGeom>
          <a:noFill/>
        </p:spPr>
        <p:txBody>
          <a:bodyPr wrap="square" rtlCol="0">
            <a:spAutoFit/>
          </a:bodyPr>
          <a:lstStyle/>
          <a:p>
            <a:r>
              <a:rPr lang="en-IN" sz="1600" b="1" dirty="0"/>
              <a:t>No of Coins Ratio</a:t>
            </a:r>
          </a:p>
        </p:txBody>
      </p:sp>
      <p:cxnSp>
        <p:nvCxnSpPr>
          <p:cNvPr id="11" name="Straight Arrow Connector 10"/>
          <p:cNvCxnSpPr>
            <a:stCxn id="4" idx="2"/>
            <a:endCxn id="6" idx="0"/>
          </p:cNvCxnSpPr>
          <p:nvPr/>
        </p:nvCxnSpPr>
        <p:spPr>
          <a:xfrm flipH="1">
            <a:off x="2150651" y="2425546"/>
            <a:ext cx="880332" cy="386326"/>
          </a:xfrm>
          <a:prstGeom prst="straightConnector1">
            <a:avLst/>
          </a:prstGeom>
          <a:ln w="38100">
            <a:solidFill>
              <a:srgbClr val="FF0000"/>
            </a:solidFill>
            <a:tailEnd type="arrow"/>
          </a:ln>
        </p:spPr>
        <p:style>
          <a:lnRef idx="1">
            <a:schemeClr val="accent1"/>
          </a:lnRef>
          <a:fillRef idx="0">
            <a:schemeClr val="accent1"/>
          </a:fillRef>
          <a:effectRef idx="0">
            <a:schemeClr val="accent1"/>
          </a:effectRef>
          <a:fontRef idx="minor">
            <a:schemeClr val="tx1"/>
          </a:fontRef>
        </p:style>
      </p:cxnSp>
      <p:cxnSp>
        <p:nvCxnSpPr>
          <p:cNvPr id="13" name="Straight Arrow Connector 12"/>
          <p:cNvCxnSpPr>
            <a:stCxn id="4" idx="2"/>
            <a:endCxn id="7" idx="0"/>
          </p:cNvCxnSpPr>
          <p:nvPr/>
        </p:nvCxnSpPr>
        <p:spPr>
          <a:xfrm>
            <a:off x="3030983" y="2425546"/>
            <a:ext cx="0" cy="371538"/>
          </a:xfrm>
          <a:prstGeom prst="straightConnector1">
            <a:avLst/>
          </a:prstGeom>
          <a:ln w="38100">
            <a:solidFill>
              <a:srgbClr val="FF0000"/>
            </a:solidFill>
            <a:tailEnd type="arrow"/>
          </a:ln>
        </p:spPr>
        <p:style>
          <a:lnRef idx="1">
            <a:schemeClr val="accent1"/>
          </a:lnRef>
          <a:fillRef idx="0">
            <a:schemeClr val="accent1"/>
          </a:fillRef>
          <a:effectRef idx="0">
            <a:schemeClr val="accent1"/>
          </a:effectRef>
          <a:fontRef idx="minor">
            <a:schemeClr val="tx1"/>
          </a:fontRef>
        </p:style>
      </p:cxnSp>
      <p:cxnSp>
        <p:nvCxnSpPr>
          <p:cNvPr id="15" name="Straight Arrow Connector 14"/>
          <p:cNvCxnSpPr>
            <a:stCxn id="4" idx="2"/>
            <a:endCxn id="8" idx="0"/>
          </p:cNvCxnSpPr>
          <p:nvPr/>
        </p:nvCxnSpPr>
        <p:spPr>
          <a:xfrm>
            <a:off x="3030983" y="2425546"/>
            <a:ext cx="922456" cy="356750"/>
          </a:xfrm>
          <a:prstGeom prst="straightConnector1">
            <a:avLst/>
          </a:prstGeom>
          <a:ln w="38100">
            <a:solidFill>
              <a:srgbClr val="FF0000"/>
            </a:solidFill>
            <a:tailEnd type="arrow"/>
          </a:ln>
        </p:spPr>
        <p:style>
          <a:lnRef idx="1">
            <a:schemeClr val="accent1"/>
          </a:lnRef>
          <a:fillRef idx="0">
            <a:schemeClr val="accent1"/>
          </a:fillRef>
          <a:effectRef idx="0">
            <a:schemeClr val="accent1"/>
          </a:effectRef>
          <a:fontRef idx="minor">
            <a:schemeClr val="tx1"/>
          </a:fontRef>
        </p:style>
      </p:cxnSp>
      <p:sp>
        <p:nvSpPr>
          <p:cNvPr id="17" name="TextBox 16"/>
          <p:cNvSpPr txBox="1"/>
          <p:nvPr/>
        </p:nvSpPr>
        <p:spPr>
          <a:xfrm>
            <a:off x="1790611" y="3491021"/>
            <a:ext cx="2421349" cy="461665"/>
          </a:xfrm>
          <a:prstGeom prst="rect">
            <a:avLst/>
          </a:prstGeom>
          <a:noFill/>
          <a:ln>
            <a:noFill/>
          </a:ln>
        </p:spPr>
        <p:txBody>
          <a:bodyPr wrap="square" rtlCol="0">
            <a:spAutoFit/>
          </a:bodyPr>
          <a:lstStyle/>
          <a:p>
            <a:r>
              <a:rPr lang="en-IN" dirty="0"/>
              <a:t>  3       </a:t>
            </a:r>
            <a:r>
              <a:rPr lang="en-IN" sz="2400" b="1" dirty="0"/>
              <a:t>:</a:t>
            </a:r>
            <a:r>
              <a:rPr lang="en-IN" dirty="0"/>
              <a:t>      4       </a:t>
            </a:r>
            <a:r>
              <a:rPr lang="en-IN" sz="2000" b="1" dirty="0"/>
              <a:t> </a:t>
            </a:r>
            <a:r>
              <a:rPr lang="en-IN" sz="2400" b="1" dirty="0"/>
              <a:t>:</a:t>
            </a:r>
            <a:r>
              <a:rPr lang="en-IN" sz="2000" b="1" dirty="0"/>
              <a:t>    </a:t>
            </a:r>
            <a:r>
              <a:rPr lang="en-IN" dirty="0"/>
              <a:t>10</a:t>
            </a:r>
          </a:p>
        </p:txBody>
      </p:sp>
      <p:sp>
        <p:nvSpPr>
          <p:cNvPr id="18" name="TextBox 17"/>
          <p:cNvSpPr txBox="1"/>
          <p:nvPr/>
        </p:nvSpPr>
        <p:spPr>
          <a:xfrm>
            <a:off x="46679" y="4448145"/>
            <a:ext cx="1608096" cy="338554"/>
          </a:xfrm>
          <a:prstGeom prst="rect">
            <a:avLst/>
          </a:prstGeom>
          <a:noFill/>
        </p:spPr>
        <p:txBody>
          <a:bodyPr wrap="square" rtlCol="0">
            <a:spAutoFit/>
          </a:bodyPr>
          <a:lstStyle/>
          <a:p>
            <a:r>
              <a:rPr lang="en-IN" sz="1600" b="1" dirty="0"/>
              <a:t>Rupees Ratio</a:t>
            </a:r>
          </a:p>
        </p:txBody>
      </p:sp>
      <p:sp>
        <p:nvSpPr>
          <p:cNvPr id="19" name="TextBox 18"/>
          <p:cNvSpPr txBox="1"/>
          <p:nvPr/>
        </p:nvSpPr>
        <p:spPr>
          <a:xfrm>
            <a:off x="1707687" y="4325034"/>
            <a:ext cx="2693807" cy="461665"/>
          </a:xfrm>
          <a:prstGeom prst="rect">
            <a:avLst/>
          </a:prstGeom>
          <a:noFill/>
          <a:ln>
            <a:noFill/>
          </a:ln>
        </p:spPr>
        <p:txBody>
          <a:bodyPr wrap="square" rtlCol="0">
            <a:spAutoFit/>
          </a:bodyPr>
          <a:lstStyle/>
          <a:p>
            <a:r>
              <a:rPr lang="en-IN" dirty="0"/>
              <a:t>  3(100)  </a:t>
            </a:r>
            <a:r>
              <a:rPr lang="en-IN" sz="2400" b="1" dirty="0"/>
              <a:t>:</a:t>
            </a:r>
            <a:r>
              <a:rPr lang="en-IN" dirty="0"/>
              <a:t>  4(50)   </a:t>
            </a:r>
            <a:r>
              <a:rPr lang="en-IN" sz="2400" b="1" dirty="0"/>
              <a:t>: </a:t>
            </a:r>
            <a:r>
              <a:rPr lang="en-IN" dirty="0"/>
              <a:t>10(10)</a:t>
            </a:r>
          </a:p>
        </p:txBody>
      </p:sp>
      <p:sp>
        <p:nvSpPr>
          <p:cNvPr id="20" name="TextBox 19"/>
          <p:cNvSpPr txBox="1"/>
          <p:nvPr/>
        </p:nvSpPr>
        <p:spPr>
          <a:xfrm>
            <a:off x="1843917" y="4941168"/>
            <a:ext cx="2421349" cy="461665"/>
          </a:xfrm>
          <a:prstGeom prst="rect">
            <a:avLst/>
          </a:prstGeom>
          <a:noFill/>
          <a:ln>
            <a:noFill/>
          </a:ln>
        </p:spPr>
        <p:txBody>
          <a:bodyPr wrap="square" rtlCol="0">
            <a:spAutoFit/>
          </a:bodyPr>
          <a:lstStyle/>
          <a:p>
            <a:r>
              <a:rPr lang="en-IN" dirty="0"/>
              <a:t>  300    </a:t>
            </a:r>
            <a:r>
              <a:rPr lang="en-IN" sz="2400" b="1" dirty="0"/>
              <a:t>:</a:t>
            </a:r>
            <a:r>
              <a:rPr lang="en-IN" dirty="0"/>
              <a:t>   200   </a:t>
            </a:r>
            <a:r>
              <a:rPr lang="en-IN" sz="2000" b="1" dirty="0"/>
              <a:t> </a:t>
            </a:r>
            <a:r>
              <a:rPr lang="en-IN" sz="2400" b="1" dirty="0"/>
              <a:t>:</a:t>
            </a:r>
            <a:r>
              <a:rPr lang="en-IN" sz="2000" b="1" dirty="0"/>
              <a:t>  </a:t>
            </a:r>
            <a:r>
              <a:rPr lang="en-IN" dirty="0"/>
              <a:t>100</a:t>
            </a:r>
          </a:p>
        </p:txBody>
      </p:sp>
      <p:sp>
        <p:nvSpPr>
          <p:cNvPr id="21" name="TextBox 20"/>
          <p:cNvSpPr txBox="1"/>
          <p:nvPr/>
        </p:nvSpPr>
        <p:spPr>
          <a:xfrm>
            <a:off x="1843917" y="5532040"/>
            <a:ext cx="2421349" cy="461665"/>
          </a:xfrm>
          <a:prstGeom prst="rect">
            <a:avLst/>
          </a:prstGeom>
          <a:noFill/>
          <a:ln>
            <a:noFill/>
          </a:ln>
        </p:spPr>
        <p:txBody>
          <a:bodyPr wrap="square" rtlCol="0">
            <a:spAutoFit/>
          </a:bodyPr>
          <a:lstStyle/>
          <a:p>
            <a:r>
              <a:rPr lang="en-IN" dirty="0"/>
              <a:t>   3       </a:t>
            </a:r>
            <a:r>
              <a:rPr lang="en-IN" sz="2400" b="1" dirty="0"/>
              <a:t>:</a:t>
            </a:r>
            <a:r>
              <a:rPr lang="en-IN" dirty="0"/>
              <a:t>      2      </a:t>
            </a:r>
            <a:r>
              <a:rPr lang="en-IN" sz="2400" b="1" dirty="0"/>
              <a:t>:</a:t>
            </a:r>
            <a:r>
              <a:rPr lang="en-IN" sz="2000" b="1" dirty="0"/>
              <a:t>    </a:t>
            </a:r>
            <a:r>
              <a:rPr lang="en-IN" dirty="0"/>
              <a:t>1</a:t>
            </a:r>
          </a:p>
        </p:txBody>
      </p:sp>
      <p:sp>
        <p:nvSpPr>
          <p:cNvPr id="24" name="TextBox 23"/>
          <p:cNvSpPr txBox="1"/>
          <p:nvPr/>
        </p:nvSpPr>
        <p:spPr>
          <a:xfrm>
            <a:off x="6012160" y="2056214"/>
            <a:ext cx="936104" cy="369332"/>
          </a:xfrm>
          <a:prstGeom prst="rect">
            <a:avLst/>
          </a:prstGeom>
          <a:noFill/>
          <a:ln>
            <a:solidFill>
              <a:schemeClr val="tx1"/>
            </a:solidFill>
          </a:ln>
        </p:spPr>
        <p:txBody>
          <a:bodyPr wrap="square" rtlCol="0">
            <a:spAutoFit/>
          </a:bodyPr>
          <a:lstStyle/>
          <a:p>
            <a:r>
              <a:rPr lang="en-IN" dirty="0"/>
              <a:t>Rs.102</a:t>
            </a:r>
          </a:p>
        </p:txBody>
      </p:sp>
      <p:sp>
        <p:nvSpPr>
          <p:cNvPr id="25" name="TextBox 24"/>
          <p:cNvSpPr txBox="1"/>
          <p:nvPr/>
        </p:nvSpPr>
        <p:spPr>
          <a:xfrm>
            <a:off x="5239840" y="2826660"/>
            <a:ext cx="720080" cy="369332"/>
          </a:xfrm>
          <a:prstGeom prst="rect">
            <a:avLst/>
          </a:prstGeom>
          <a:noFill/>
          <a:ln>
            <a:solidFill>
              <a:schemeClr val="tx1"/>
            </a:solidFill>
          </a:ln>
        </p:spPr>
        <p:txBody>
          <a:bodyPr wrap="square" rtlCol="0">
            <a:spAutoFit/>
          </a:bodyPr>
          <a:lstStyle/>
          <a:p>
            <a:r>
              <a:rPr lang="en-IN" dirty="0"/>
              <a:t>Re.1</a:t>
            </a:r>
          </a:p>
        </p:txBody>
      </p:sp>
      <p:sp>
        <p:nvSpPr>
          <p:cNvPr id="26" name="TextBox 25"/>
          <p:cNvSpPr txBox="1"/>
          <p:nvPr/>
        </p:nvSpPr>
        <p:spPr>
          <a:xfrm>
            <a:off x="6120172" y="2811872"/>
            <a:ext cx="720080" cy="369332"/>
          </a:xfrm>
          <a:prstGeom prst="rect">
            <a:avLst/>
          </a:prstGeom>
          <a:noFill/>
          <a:ln>
            <a:solidFill>
              <a:schemeClr val="tx1"/>
            </a:solidFill>
          </a:ln>
        </p:spPr>
        <p:txBody>
          <a:bodyPr wrap="square" rtlCol="0">
            <a:spAutoFit/>
          </a:bodyPr>
          <a:lstStyle/>
          <a:p>
            <a:r>
              <a:rPr lang="en-IN" dirty="0"/>
              <a:t>50 p</a:t>
            </a:r>
          </a:p>
        </p:txBody>
      </p:sp>
      <p:sp>
        <p:nvSpPr>
          <p:cNvPr id="27" name="TextBox 26"/>
          <p:cNvSpPr txBox="1"/>
          <p:nvPr/>
        </p:nvSpPr>
        <p:spPr>
          <a:xfrm>
            <a:off x="7042628" y="2797084"/>
            <a:ext cx="720080" cy="369332"/>
          </a:xfrm>
          <a:prstGeom prst="rect">
            <a:avLst/>
          </a:prstGeom>
          <a:noFill/>
          <a:ln>
            <a:solidFill>
              <a:schemeClr val="tx1"/>
            </a:solidFill>
          </a:ln>
        </p:spPr>
        <p:txBody>
          <a:bodyPr wrap="square" rtlCol="0">
            <a:spAutoFit/>
          </a:bodyPr>
          <a:lstStyle/>
          <a:p>
            <a:r>
              <a:rPr lang="en-IN" dirty="0"/>
              <a:t>10 p</a:t>
            </a:r>
          </a:p>
        </p:txBody>
      </p:sp>
      <p:cxnSp>
        <p:nvCxnSpPr>
          <p:cNvPr id="28" name="Straight Arrow Connector 27"/>
          <p:cNvCxnSpPr>
            <a:endCxn id="25" idx="0"/>
          </p:cNvCxnSpPr>
          <p:nvPr/>
        </p:nvCxnSpPr>
        <p:spPr>
          <a:xfrm flipH="1">
            <a:off x="5599880" y="2440334"/>
            <a:ext cx="880332" cy="386326"/>
          </a:xfrm>
          <a:prstGeom prst="straightConnector1">
            <a:avLst/>
          </a:prstGeom>
          <a:ln w="38100">
            <a:solidFill>
              <a:srgbClr val="FF0000"/>
            </a:solidFill>
            <a:tailEnd type="arrow"/>
          </a:ln>
        </p:spPr>
        <p:style>
          <a:lnRef idx="1">
            <a:schemeClr val="accent1"/>
          </a:lnRef>
          <a:fillRef idx="0">
            <a:schemeClr val="accent1"/>
          </a:fillRef>
          <a:effectRef idx="0">
            <a:schemeClr val="accent1"/>
          </a:effectRef>
          <a:fontRef idx="minor">
            <a:schemeClr val="tx1"/>
          </a:fontRef>
        </p:style>
      </p:cxnSp>
      <p:cxnSp>
        <p:nvCxnSpPr>
          <p:cNvPr id="29" name="Straight Arrow Connector 28"/>
          <p:cNvCxnSpPr>
            <a:endCxn id="26" idx="0"/>
          </p:cNvCxnSpPr>
          <p:nvPr/>
        </p:nvCxnSpPr>
        <p:spPr>
          <a:xfrm>
            <a:off x="6480212" y="2440334"/>
            <a:ext cx="0" cy="371538"/>
          </a:xfrm>
          <a:prstGeom prst="straightConnector1">
            <a:avLst/>
          </a:prstGeom>
          <a:ln w="38100">
            <a:solidFill>
              <a:srgbClr val="FF0000"/>
            </a:solidFill>
            <a:tailEnd type="arrow"/>
          </a:ln>
        </p:spPr>
        <p:style>
          <a:lnRef idx="1">
            <a:schemeClr val="accent1"/>
          </a:lnRef>
          <a:fillRef idx="0">
            <a:schemeClr val="accent1"/>
          </a:fillRef>
          <a:effectRef idx="0">
            <a:schemeClr val="accent1"/>
          </a:effectRef>
          <a:fontRef idx="minor">
            <a:schemeClr val="tx1"/>
          </a:fontRef>
        </p:style>
      </p:cxnSp>
      <p:cxnSp>
        <p:nvCxnSpPr>
          <p:cNvPr id="30" name="Straight Arrow Connector 29"/>
          <p:cNvCxnSpPr>
            <a:endCxn id="27" idx="0"/>
          </p:cNvCxnSpPr>
          <p:nvPr/>
        </p:nvCxnSpPr>
        <p:spPr>
          <a:xfrm>
            <a:off x="6480212" y="2440334"/>
            <a:ext cx="922456" cy="356750"/>
          </a:xfrm>
          <a:prstGeom prst="straightConnector1">
            <a:avLst/>
          </a:prstGeom>
          <a:ln w="38100">
            <a:solidFill>
              <a:srgbClr val="FF0000"/>
            </a:solidFill>
            <a:tailEnd type="arrow"/>
          </a:ln>
        </p:spPr>
        <p:style>
          <a:lnRef idx="1">
            <a:schemeClr val="accent1"/>
          </a:lnRef>
          <a:fillRef idx="0">
            <a:schemeClr val="accent1"/>
          </a:fillRef>
          <a:effectRef idx="0">
            <a:schemeClr val="accent1"/>
          </a:effectRef>
          <a:fontRef idx="minor">
            <a:schemeClr val="tx1"/>
          </a:fontRef>
        </p:style>
      </p:cxnSp>
      <p:sp>
        <p:nvSpPr>
          <p:cNvPr id="31" name="TextBox 30"/>
          <p:cNvSpPr txBox="1"/>
          <p:nvPr/>
        </p:nvSpPr>
        <p:spPr>
          <a:xfrm>
            <a:off x="5280783" y="3303469"/>
            <a:ext cx="2421349" cy="461665"/>
          </a:xfrm>
          <a:prstGeom prst="rect">
            <a:avLst/>
          </a:prstGeom>
          <a:noFill/>
          <a:ln>
            <a:noFill/>
          </a:ln>
        </p:spPr>
        <p:txBody>
          <a:bodyPr wrap="square" rtlCol="0">
            <a:spAutoFit/>
          </a:bodyPr>
          <a:lstStyle/>
          <a:p>
            <a:r>
              <a:rPr lang="en-IN" dirty="0"/>
              <a:t>   3       </a:t>
            </a:r>
            <a:r>
              <a:rPr lang="en-IN" sz="2400" b="1" dirty="0"/>
              <a:t>:</a:t>
            </a:r>
            <a:r>
              <a:rPr lang="en-IN" dirty="0"/>
              <a:t>      2      </a:t>
            </a:r>
            <a:r>
              <a:rPr lang="en-IN" sz="2400" b="1" dirty="0"/>
              <a:t>:</a:t>
            </a:r>
            <a:r>
              <a:rPr lang="en-IN" sz="2000" b="1" dirty="0"/>
              <a:t>    </a:t>
            </a:r>
            <a:r>
              <a:rPr lang="en-IN" dirty="0"/>
              <a:t>1</a:t>
            </a:r>
          </a:p>
        </p:txBody>
      </p:sp>
      <p:sp>
        <p:nvSpPr>
          <p:cNvPr id="32" name="TextBox 31"/>
          <p:cNvSpPr txBox="1"/>
          <p:nvPr/>
        </p:nvSpPr>
        <p:spPr>
          <a:xfrm>
            <a:off x="1790611" y="3118803"/>
            <a:ext cx="666774" cy="369332"/>
          </a:xfrm>
          <a:prstGeom prst="rect">
            <a:avLst/>
          </a:prstGeom>
          <a:noFill/>
        </p:spPr>
        <p:txBody>
          <a:bodyPr wrap="square" rtlCol="0">
            <a:spAutoFit/>
          </a:bodyPr>
          <a:lstStyle/>
          <a:p>
            <a:r>
              <a:rPr lang="en-IN" dirty="0"/>
              <a:t>100p</a:t>
            </a:r>
          </a:p>
        </p:txBody>
      </p:sp>
    </p:spTree>
    <p:extLst>
      <p:ext uri="{BB962C8B-B14F-4D97-AF65-F5344CB8AC3E}">
        <p14:creationId xmlns:p14="http://schemas.microsoft.com/office/powerpoint/2010/main" val="172730633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2">
                                            <p:txEl>
                                              <p:pRg st="0" end="0"/>
                                            </p:txEl>
                                          </p:spTgt>
                                        </p:tgtEl>
                                        <p:attrNameLst>
                                          <p:attrName>style.visibility</p:attrName>
                                        </p:attrNameLst>
                                      </p:cBhvr>
                                      <p:to>
                                        <p:strVal val="visible"/>
                                      </p:to>
                                    </p:set>
                                    <p:animEffect transition="in" filter="fade">
                                      <p:cBhvr>
                                        <p:cTn id="7" dur="500"/>
                                        <p:tgtEl>
                                          <p:spTgt spid="2">
                                            <p:txEl>
                                              <p:pRg st="0" end="0"/>
                                            </p:txEl>
                                          </p:spTgt>
                                        </p:tgtEl>
                                      </p:cBhvr>
                                    </p:animEffect>
                                  </p:childTnLst>
                                </p:cTn>
                              </p:par>
                              <p:par>
                                <p:cTn id="8" presetID="10" presetClass="entr" presetSubtype="0" fill="hold" nodeType="withEffect">
                                  <p:stCondLst>
                                    <p:cond delay="0"/>
                                  </p:stCondLst>
                                  <p:childTnLst>
                                    <p:set>
                                      <p:cBhvr>
                                        <p:cTn id="9" dur="1" fill="hold">
                                          <p:stCondLst>
                                            <p:cond delay="0"/>
                                          </p:stCondLst>
                                        </p:cTn>
                                        <p:tgtEl>
                                          <p:spTgt spid="11"/>
                                        </p:tgtEl>
                                        <p:attrNameLst>
                                          <p:attrName>style.visibility</p:attrName>
                                        </p:attrNameLst>
                                      </p:cBhvr>
                                      <p:to>
                                        <p:strVal val="visible"/>
                                      </p:to>
                                    </p:set>
                                    <p:animEffect transition="in" filter="fade">
                                      <p:cBhvr>
                                        <p:cTn id="10" dur="500"/>
                                        <p:tgtEl>
                                          <p:spTgt spid="11"/>
                                        </p:tgtEl>
                                      </p:cBhvr>
                                    </p:animEffect>
                                  </p:childTnLst>
                                </p:cTn>
                              </p:par>
                              <p:par>
                                <p:cTn id="11" presetID="10" presetClass="entr" presetSubtype="0" fill="hold" nodeType="withEffect">
                                  <p:stCondLst>
                                    <p:cond delay="0"/>
                                  </p:stCondLst>
                                  <p:childTnLst>
                                    <p:set>
                                      <p:cBhvr>
                                        <p:cTn id="12" dur="1" fill="hold">
                                          <p:stCondLst>
                                            <p:cond delay="0"/>
                                          </p:stCondLst>
                                        </p:cTn>
                                        <p:tgtEl>
                                          <p:spTgt spid="13"/>
                                        </p:tgtEl>
                                        <p:attrNameLst>
                                          <p:attrName>style.visibility</p:attrName>
                                        </p:attrNameLst>
                                      </p:cBhvr>
                                      <p:to>
                                        <p:strVal val="visible"/>
                                      </p:to>
                                    </p:set>
                                    <p:animEffect transition="in" filter="fade">
                                      <p:cBhvr>
                                        <p:cTn id="13" dur="500"/>
                                        <p:tgtEl>
                                          <p:spTgt spid="13"/>
                                        </p:tgtEl>
                                      </p:cBhvr>
                                    </p:animEffect>
                                  </p:childTnLst>
                                </p:cTn>
                              </p:par>
                              <p:par>
                                <p:cTn id="14" presetID="10" presetClass="entr" presetSubtype="0" fill="hold" nodeType="withEffect">
                                  <p:stCondLst>
                                    <p:cond delay="0"/>
                                  </p:stCondLst>
                                  <p:childTnLst>
                                    <p:set>
                                      <p:cBhvr>
                                        <p:cTn id="15" dur="1" fill="hold">
                                          <p:stCondLst>
                                            <p:cond delay="0"/>
                                          </p:stCondLst>
                                        </p:cTn>
                                        <p:tgtEl>
                                          <p:spTgt spid="15"/>
                                        </p:tgtEl>
                                        <p:attrNameLst>
                                          <p:attrName>style.visibility</p:attrName>
                                        </p:attrNameLst>
                                      </p:cBhvr>
                                      <p:to>
                                        <p:strVal val="visible"/>
                                      </p:to>
                                    </p:set>
                                    <p:animEffect transition="in" filter="fade">
                                      <p:cBhvr>
                                        <p:cTn id="16" dur="500"/>
                                        <p:tgtEl>
                                          <p:spTgt spid="15"/>
                                        </p:tgtEl>
                                      </p:cBhvr>
                                    </p:animEffect>
                                  </p:childTnLst>
                                </p:cTn>
                              </p:par>
                              <p:par>
                                <p:cTn id="17" presetID="10" presetClass="entr" presetSubtype="0" fill="hold" grpId="0" nodeType="withEffect">
                                  <p:stCondLst>
                                    <p:cond delay="0"/>
                                  </p:stCondLst>
                                  <p:childTnLst>
                                    <p:set>
                                      <p:cBhvr>
                                        <p:cTn id="18" dur="1" fill="hold">
                                          <p:stCondLst>
                                            <p:cond delay="0"/>
                                          </p:stCondLst>
                                        </p:cTn>
                                        <p:tgtEl>
                                          <p:spTgt spid="4"/>
                                        </p:tgtEl>
                                        <p:attrNameLst>
                                          <p:attrName>style.visibility</p:attrName>
                                        </p:attrNameLst>
                                      </p:cBhvr>
                                      <p:to>
                                        <p:strVal val="visible"/>
                                      </p:to>
                                    </p:set>
                                    <p:animEffect transition="in" filter="fade">
                                      <p:cBhvr>
                                        <p:cTn id="19" dur="500"/>
                                        <p:tgtEl>
                                          <p:spTgt spid="4"/>
                                        </p:tgtEl>
                                      </p:cBhvr>
                                    </p:animEffect>
                                  </p:childTnLst>
                                </p:cTn>
                              </p:par>
                              <p:par>
                                <p:cTn id="20" presetID="10" presetClass="entr" presetSubtype="0" fill="hold" grpId="0" nodeType="withEffect">
                                  <p:stCondLst>
                                    <p:cond delay="0"/>
                                  </p:stCondLst>
                                  <p:childTnLst>
                                    <p:set>
                                      <p:cBhvr>
                                        <p:cTn id="21" dur="1" fill="hold">
                                          <p:stCondLst>
                                            <p:cond delay="0"/>
                                          </p:stCondLst>
                                        </p:cTn>
                                        <p:tgtEl>
                                          <p:spTgt spid="6"/>
                                        </p:tgtEl>
                                        <p:attrNameLst>
                                          <p:attrName>style.visibility</p:attrName>
                                        </p:attrNameLst>
                                      </p:cBhvr>
                                      <p:to>
                                        <p:strVal val="visible"/>
                                      </p:to>
                                    </p:set>
                                    <p:animEffect transition="in" filter="fade">
                                      <p:cBhvr>
                                        <p:cTn id="22" dur="500"/>
                                        <p:tgtEl>
                                          <p:spTgt spid="6"/>
                                        </p:tgtEl>
                                      </p:cBhvr>
                                    </p:animEffect>
                                  </p:childTnLst>
                                </p:cTn>
                              </p:par>
                              <p:par>
                                <p:cTn id="23" presetID="10" presetClass="entr" presetSubtype="0" fill="hold" grpId="0" nodeType="withEffect">
                                  <p:stCondLst>
                                    <p:cond delay="0"/>
                                  </p:stCondLst>
                                  <p:childTnLst>
                                    <p:set>
                                      <p:cBhvr>
                                        <p:cTn id="24" dur="1" fill="hold">
                                          <p:stCondLst>
                                            <p:cond delay="0"/>
                                          </p:stCondLst>
                                        </p:cTn>
                                        <p:tgtEl>
                                          <p:spTgt spid="7"/>
                                        </p:tgtEl>
                                        <p:attrNameLst>
                                          <p:attrName>style.visibility</p:attrName>
                                        </p:attrNameLst>
                                      </p:cBhvr>
                                      <p:to>
                                        <p:strVal val="visible"/>
                                      </p:to>
                                    </p:set>
                                    <p:animEffect transition="in" filter="fade">
                                      <p:cBhvr>
                                        <p:cTn id="25" dur="500"/>
                                        <p:tgtEl>
                                          <p:spTgt spid="7"/>
                                        </p:tgtEl>
                                      </p:cBhvr>
                                    </p:animEffect>
                                  </p:childTnLst>
                                </p:cTn>
                              </p:par>
                              <p:par>
                                <p:cTn id="26" presetID="10" presetClass="entr" presetSubtype="0" fill="hold" grpId="0" nodeType="withEffect">
                                  <p:stCondLst>
                                    <p:cond delay="0"/>
                                  </p:stCondLst>
                                  <p:childTnLst>
                                    <p:set>
                                      <p:cBhvr>
                                        <p:cTn id="27" dur="1" fill="hold">
                                          <p:stCondLst>
                                            <p:cond delay="0"/>
                                          </p:stCondLst>
                                        </p:cTn>
                                        <p:tgtEl>
                                          <p:spTgt spid="8"/>
                                        </p:tgtEl>
                                        <p:attrNameLst>
                                          <p:attrName>style.visibility</p:attrName>
                                        </p:attrNameLst>
                                      </p:cBhvr>
                                      <p:to>
                                        <p:strVal val="visible"/>
                                      </p:to>
                                    </p:set>
                                    <p:animEffect transition="in" filter="fade">
                                      <p:cBhvr>
                                        <p:cTn id="28" dur="500"/>
                                        <p:tgtEl>
                                          <p:spTgt spid="8"/>
                                        </p:tgtEl>
                                      </p:cBhvr>
                                    </p:animEffect>
                                  </p:childTnLst>
                                </p:cTn>
                              </p:par>
                              <p:par>
                                <p:cTn id="29" presetID="10" presetClass="entr" presetSubtype="0" fill="hold" grpId="0" nodeType="withEffect">
                                  <p:stCondLst>
                                    <p:cond delay="0"/>
                                  </p:stCondLst>
                                  <p:childTnLst>
                                    <p:set>
                                      <p:cBhvr>
                                        <p:cTn id="30" dur="1" fill="hold">
                                          <p:stCondLst>
                                            <p:cond delay="0"/>
                                          </p:stCondLst>
                                        </p:cTn>
                                        <p:tgtEl>
                                          <p:spTgt spid="17"/>
                                        </p:tgtEl>
                                        <p:attrNameLst>
                                          <p:attrName>style.visibility</p:attrName>
                                        </p:attrNameLst>
                                      </p:cBhvr>
                                      <p:to>
                                        <p:strVal val="visible"/>
                                      </p:to>
                                    </p:set>
                                    <p:animEffect transition="in" filter="fade">
                                      <p:cBhvr>
                                        <p:cTn id="31" dur="500"/>
                                        <p:tgtEl>
                                          <p:spTgt spid="17"/>
                                        </p:tgtEl>
                                      </p:cBhvr>
                                    </p:animEffect>
                                  </p:childTnLst>
                                </p:cTn>
                              </p:par>
                              <p:par>
                                <p:cTn id="32" presetID="10" presetClass="entr" presetSubtype="0" fill="hold" grpId="0" nodeType="withEffect">
                                  <p:stCondLst>
                                    <p:cond delay="0"/>
                                  </p:stCondLst>
                                  <p:childTnLst>
                                    <p:set>
                                      <p:cBhvr>
                                        <p:cTn id="33" dur="1" fill="hold">
                                          <p:stCondLst>
                                            <p:cond delay="0"/>
                                          </p:stCondLst>
                                        </p:cTn>
                                        <p:tgtEl>
                                          <p:spTgt spid="9"/>
                                        </p:tgtEl>
                                        <p:attrNameLst>
                                          <p:attrName>style.visibility</p:attrName>
                                        </p:attrNameLst>
                                      </p:cBhvr>
                                      <p:to>
                                        <p:strVal val="visible"/>
                                      </p:to>
                                    </p:set>
                                    <p:animEffect transition="in" filter="fade">
                                      <p:cBhvr>
                                        <p:cTn id="34" dur="500"/>
                                        <p:tgtEl>
                                          <p:spTgt spid="9"/>
                                        </p:tgtEl>
                                      </p:cBhvr>
                                    </p:animEffect>
                                  </p:childTnLst>
                                </p:cTn>
                              </p:par>
                            </p:childTnLst>
                          </p:cTn>
                        </p:par>
                      </p:childTnLst>
                    </p:cTn>
                  </p:par>
                  <p:par>
                    <p:cTn id="35" fill="hold">
                      <p:stCondLst>
                        <p:cond delay="indefinite"/>
                      </p:stCondLst>
                      <p:childTnLst>
                        <p:par>
                          <p:cTn id="36" fill="hold">
                            <p:stCondLst>
                              <p:cond delay="0"/>
                            </p:stCondLst>
                            <p:childTnLst>
                              <p:par>
                                <p:cTn id="37" presetID="10" presetClass="entr" presetSubtype="0" fill="hold" grpId="0" nodeType="clickEffect">
                                  <p:stCondLst>
                                    <p:cond delay="0"/>
                                  </p:stCondLst>
                                  <p:childTnLst>
                                    <p:set>
                                      <p:cBhvr>
                                        <p:cTn id="38" dur="1" fill="hold">
                                          <p:stCondLst>
                                            <p:cond delay="0"/>
                                          </p:stCondLst>
                                        </p:cTn>
                                        <p:tgtEl>
                                          <p:spTgt spid="32"/>
                                        </p:tgtEl>
                                        <p:attrNameLst>
                                          <p:attrName>style.visibility</p:attrName>
                                        </p:attrNameLst>
                                      </p:cBhvr>
                                      <p:to>
                                        <p:strVal val="visible"/>
                                      </p:to>
                                    </p:set>
                                    <p:animEffect transition="in" filter="fade">
                                      <p:cBhvr>
                                        <p:cTn id="39" dur="500"/>
                                        <p:tgtEl>
                                          <p:spTgt spid="32"/>
                                        </p:tgtEl>
                                      </p:cBhvr>
                                    </p:animEffect>
                                  </p:childTnLst>
                                </p:cTn>
                              </p:par>
                            </p:childTnLst>
                          </p:cTn>
                        </p:par>
                      </p:childTnLst>
                    </p:cTn>
                  </p:par>
                  <p:par>
                    <p:cTn id="40" fill="hold">
                      <p:stCondLst>
                        <p:cond delay="indefinite"/>
                      </p:stCondLst>
                      <p:childTnLst>
                        <p:par>
                          <p:cTn id="41" fill="hold">
                            <p:stCondLst>
                              <p:cond delay="0"/>
                            </p:stCondLst>
                            <p:childTnLst>
                              <p:par>
                                <p:cTn id="42" presetID="10" presetClass="entr" presetSubtype="0" fill="hold" grpId="0" nodeType="clickEffect">
                                  <p:stCondLst>
                                    <p:cond delay="0"/>
                                  </p:stCondLst>
                                  <p:childTnLst>
                                    <p:set>
                                      <p:cBhvr>
                                        <p:cTn id="43" dur="1" fill="hold">
                                          <p:stCondLst>
                                            <p:cond delay="0"/>
                                          </p:stCondLst>
                                        </p:cTn>
                                        <p:tgtEl>
                                          <p:spTgt spid="18"/>
                                        </p:tgtEl>
                                        <p:attrNameLst>
                                          <p:attrName>style.visibility</p:attrName>
                                        </p:attrNameLst>
                                      </p:cBhvr>
                                      <p:to>
                                        <p:strVal val="visible"/>
                                      </p:to>
                                    </p:set>
                                    <p:animEffect transition="in" filter="fade">
                                      <p:cBhvr>
                                        <p:cTn id="44" dur="500"/>
                                        <p:tgtEl>
                                          <p:spTgt spid="18"/>
                                        </p:tgtEl>
                                      </p:cBhvr>
                                    </p:animEffect>
                                  </p:childTnLst>
                                </p:cTn>
                              </p:par>
                              <p:par>
                                <p:cTn id="45" presetID="10" presetClass="entr" presetSubtype="0" fill="hold" grpId="0" nodeType="withEffect">
                                  <p:stCondLst>
                                    <p:cond delay="0"/>
                                  </p:stCondLst>
                                  <p:childTnLst>
                                    <p:set>
                                      <p:cBhvr>
                                        <p:cTn id="46" dur="1" fill="hold">
                                          <p:stCondLst>
                                            <p:cond delay="0"/>
                                          </p:stCondLst>
                                        </p:cTn>
                                        <p:tgtEl>
                                          <p:spTgt spid="19"/>
                                        </p:tgtEl>
                                        <p:attrNameLst>
                                          <p:attrName>style.visibility</p:attrName>
                                        </p:attrNameLst>
                                      </p:cBhvr>
                                      <p:to>
                                        <p:strVal val="visible"/>
                                      </p:to>
                                    </p:set>
                                    <p:animEffect transition="in" filter="fade">
                                      <p:cBhvr>
                                        <p:cTn id="47" dur="500"/>
                                        <p:tgtEl>
                                          <p:spTgt spid="19"/>
                                        </p:tgtEl>
                                      </p:cBhvr>
                                    </p:animEffect>
                                  </p:childTnLst>
                                </p:cTn>
                              </p:par>
                            </p:childTnLst>
                          </p:cTn>
                        </p:par>
                      </p:childTnLst>
                    </p:cTn>
                  </p:par>
                  <p:par>
                    <p:cTn id="48" fill="hold">
                      <p:stCondLst>
                        <p:cond delay="indefinite"/>
                      </p:stCondLst>
                      <p:childTnLst>
                        <p:par>
                          <p:cTn id="49" fill="hold">
                            <p:stCondLst>
                              <p:cond delay="0"/>
                            </p:stCondLst>
                            <p:childTnLst>
                              <p:par>
                                <p:cTn id="50" presetID="10" presetClass="entr" presetSubtype="0" fill="hold" grpId="0" nodeType="clickEffect">
                                  <p:stCondLst>
                                    <p:cond delay="0"/>
                                  </p:stCondLst>
                                  <p:childTnLst>
                                    <p:set>
                                      <p:cBhvr>
                                        <p:cTn id="51" dur="1" fill="hold">
                                          <p:stCondLst>
                                            <p:cond delay="0"/>
                                          </p:stCondLst>
                                        </p:cTn>
                                        <p:tgtEl>
                                          <p:spTgt spid="21"/>
                                        </p:tgtEl>
                                        <p:attrNameLst>
                                          <p:attrName>style.visibility</p:attrName>
                                        </p:attrNameLst>
                                      </p:cBhvr>
                                      <p:to>
                                        <p:strVal val="visible"/>
                                      </p:to>
                                    </p:set>
                                    <p:animEffect transition="in" filter="fade">
                                      <p:cBhvr>
                                        <p:cTn id="52" dur="500"/>
                                        <p:tgtEl>
                                          <p:spTgt spid="21"/>
                                        </p:tgtEl>
                                      </p:cBhvr>
                                    </p:animEffect>
                                  </p:childTnLst>
                                </p:cTn>
                              </p:par>
                              <p:par>
                                <p:cTn id="53" presetID="10" presetClass="entr" presetSubtype="0" fill="hold" grpId="0" nodeType="withEffect">
                                  <p:stCondLst>
                                    <p:cond delay="0"/>
                                  </p:stCondLst>
                                  <p:childTnLst>
                                    <p:set>
                                      <p:cBhvr>
                                        <p:cTn id="54" dur="1" fill="hold">
                                          <p:stCondLst>
                                            <p:cond delay="0"/>
                                          </p:stCondLst>
                                        </p:cTn>
                                        <p:tgtEl>
                                          <p:spTgt spid="20"/>
                                        </p:tgtEl>
                                        <p:attrNameLst>
                                          <p:attrName>style.visibility</p:attrName>
                                        </p:attrNameLst>
                                      </p:cBhvr>
                                      <p:to>
                                        <p:strVal val="visible"/>
                                      </p:to>
                                    </p:set>
                                    <p:animEffect transition="in" filter="fade">
                                      <p:cBhvr>
                                        <p:cTn id="55" dur="500"/>
                                        <p:tgtEl>
                                          <p:spTgt spid="20"/>
                                        </p:tgtEl>
                                      </p:cBhvr>
                                    </p:animEffect>
                                  </p:childTnLst>
                                </p:cTn>
                              </p:par>
                            </p:childTnLst>
                          </p:cTn>
                        </p:par>
                      </p:childTnLst>
                    </p:cTn>
                  </p:par>
                  <p:par>
                    <p:cTn id="56" fill="hold">
                      <p:stCondLst>
                        <p:cond delay="indefinite"/>
                      </p:stCondLst>
                      <p:childTnLst>
                        <p:par>
                          <p:cTn id="57" fill="hold">
                            <p:stCondLst>
                              <p:cond delay="0"/>
                            </p:stCondLst>
                            <p:childTnLst>
                              <p:par>
                                <p:cTn id="58" presetID="10" presetClass="entr" presetSubtype="0" fill="hold" grpId="0" nodeType="clickEffect">
                                  <p:stCondLst>
                                    <p:cond delay="0"/>
                                  </p:stCondLst>
                                  <p:childTnLst>
                                    <p:set>
                                      <p:cBhvr>
                                        <p:cTn id="59" dur="1" fill="hold">
                                          <p:stCondLst>
                                            <p:cond delay="0"/>
                                          </p:stCondLst>
                                        </p:cTn>
                                        <p:tgtEl>
                                          <p:spTgt spid="24"/>
                                        </p:tgtEl>
                                        <p:attrNameLst>
                                          <p:attrName>style.visibility</p:attrName>
                                        </p:attrNameLst>
                                      </p:cBhvr>
                                      <p:to>
                                        <p:strVal val="visible"/>
                                      </p:to>
                                    </p:set>
                                    <p:animEffect transition="in" filter="fade">
                                      <p:cBhvr>
                                        <p:cTn id="60" dur="500"/>
                                        <p:tgtEl>
                                          <p:spTgt spid="24"/>
                                        </p:tgtEl>
                                      </p:cBhvr>
                                    </p:animEffect>
                                  </p:childTnLst>
                                </p:cTn>
                              </p:par>
                              <p:par>
                                <p:cTn id="61" presetID="10" presetClass="entr" presetSubtype="0" fill="hold" nodeType="withEffect">
                                  <p:stCondLst>
                                    <p:cond delay="0"/>
                                  </p:stCondLst>
                                  <p:childTnLst>
                                    <p:set>
                                      <p:cBhvr>
                                        <p:cTn id="62" dur="1" fill="hold">
                                          <p:stCondLst>
                                            <p:cond delay="0"/>
                                          </p:stCondLst>
                                        </p:cTn>
                                        <p:tgtEl>
                                          <p:spTgt spid="28"/>
                                        </p:tgtEl>
                                        <p:attrNameLst>
                                          <p:attrName>style.visibility</p:attrName>
                                        </p:attrNameLst>
                                      </p:cBhvr>
                                      <p:to>
                                        <p:strVal val="visible"/>
                                      </p:to>
                                    </p:set>
                                    <p:animEffect transition="in" filter="fade">
                                      <p:cBhvr>
                                        <p:cTn id="63" dur="500"/>
                                        <p:tgtEl>
                                          <p:spTgt spid="28"/>
                                        </p:tgtEl>
                                      </p:cBhvr>
                                    </p:animEffect>
                                  </p:childTnLst>
                                </p:cTn>
                              </p:par>
                              <p:par>
                                <p:cTn id="64" presetID="10" presetClass="entr" presetSubtype="0" fill="hold" nodeType="withEffect">
                                  <p:stCondLst>
                                    <p:cond delay="0"/>
                                  </p:stCondLst>
                                  <p:childTnLst>
                                    <p:set>
                                      <p:cBhvr>
                                        <p:cTn id="65" dur="1" fill="hold">
                                          <p:stCondLst>
                                            <p:cond delay="0"/>
                                          </p:stCondLst>
                                        </p:cTn>
                                        <p:tgtEl>
                                          <p:spTgt spid="29"/>
                                        </p:tgtEl>
                                        <p:attrNameLst>
                                          <p:attrName>style.visibility</p:attrName>
                                        </p:attrNameLst>
                                      </p:cBhvr>
                                      <p:to>
                                        <p:strVal val="visible"/>
                                      </p:to>
                                    </p:set>
                                    <p:animEffect transition="in" filter="fade">
                                      <p:cBhvr>
                                        <p:cTn id="66" dur="500"/>
                                        <p:tgtEl>
                                          <p:spTgt spid="29"/>
                                        </p:tgtEl>
                                      </p:cBhvr>
                                    </p:animEffect>
                                  </p:childTnLst>
                                </p:cTn>
                              </p:par>
                              <p:par>
                                <p:cTn id="67" presetID="10" presetClass="entr" presetSubtype="0" fill="hold" nodeType="withEffect">
                                  <p:stCondLst>
                                    <p:cond delay="0"/>
                                  </p:stCondLst>
                                  <p:childTnLst>
                                    <p:set>
                                      <p:cBhvr>
                                        <p:cTn id="68" dur="1" fill="hold">
                                          <p:stCondLst>
                                            <p:cond delay="0"/>
                                          </p:stCondLst>
                                        </p:cTn>
                                        <p:tgtEl>
                                          <p:spTgt spid="30"/>
                                        </p:tgtEl>
                                        <p:attrNameLst>
                                          <p:attrName>style.visibility</p:attrName>
                                        </p:attrNameLst>
                                      </p:cBhvr>
                                      <p:to>
                                        <p:strVal val="visible"/>
                                      </p:to>
                                    </p:set>
                                    <p:animEffect transition="in" filter="fade">
                                      <p:cBhvr>
                                        <p:cTn id="69" dur="500"/>
                                        <p:tgtEl>
                                          <p:spTgt spid="30"/>
                                        </p:tgtEl>
                                      </p:cBhvr>
                                    </p:animEffect>
                                  </p:childTnLst>
                                </p:cTn>
                              </p:par>
                              <p:par>
                                <p:cTn id="70" presetID="10" presetClass="entr" presetSubtype="0" fill="hold" grpId="0" nodeType="withEffect">
                                  <p:stCondLst>
                                    <p:cond delay="0"/>
                                  </p:stCondLst>
                                  <p:childTnLst>
                                    <p:set>
                                      <p:cBhvr>
                                        <p:cTn id="71" dur="1" fill="hold">
                                          <p:stCondLst>
                                            <p:cond delay="0"/>
                                          </p:stCondLst>
                                        </p:cTn>
                                        <p:tgtEl>
                                          <p:spTgt spid="25"/>
                                        </p:tgtEl>
                                        <p:attrNameLst>
                                          <p:attrName>style.visibility</p:attrName>
                                        </p:attrNameLst>
                                      </p:cBhvr>
                                      <p:to>
                                        <p:strVal val="visible"/>
                                      </p:to>
                                    </p:set>
                                    <p:animEffect transition="in" filter="fade">
                                      <p:cBhvr>
                                        <p:cTn id="72" dur="500"/>
                                        <p:tgtEl>
                                          <p:spTgt spid="25"/>
                                        </p:tgtEl>
                                      </p:cBhvr>
                                    </p:animEffect>
                                  </p:childTnLst>
                                </p:cTn>
                              </p:par>
                              <p:par>
                                <p:cTn id="73" presetID="10" presetClass="entr" presetSubtype="0" fill="hold" grpId="0" nodeType="withEffect">
                                  <p:stCondLst>
                                    <p:cond delay="0"/>
                                  </p:stCondLst>
                                  <p:childTnLst>
                                    <p:set>
                                      <p:cBhvr>
                                        <p:cTn id="74" dur="1" fill="hold">
                                          <p:stCondLst>
                                            <p:cond delay="0"/>
                                          </p:stCondLst>
                                        </p:cTn>
                                        <p:tgtEl>
                                          <p:spTgt spid="26"/>
                                        </p:tgtEl>
                                        <p:attrNameLst>
                                          <p:attrName>style.visibility</p:attrName>
                                        </p:attrNameLst>
                                      </p:cBhvr>
                                      <p:to>
                                        <p:strVal val="visible"/>
                                      </p:to>
                                    </p:set>
                                    <p:animEffect transition="in" filter="fade">
                                      <p:cBhvr>
                                        <p:cTn id="75" dur="500"/>
                                        <p:tgtEl>
                                          <p:spTgt spid="26"/>
                                        </p:tgtEl>
                                      </p:cBhvr>
                                    </p:animEffect>
                                  </p:childTnLst>
                                </p:cTn>
                              </p:par>
                              <p:par>
                                <p:cTn id="76" presetID="10" presetClass="entr" presetSubtype="0" fill="hold" grpId="0" nodeType="withEffect">
                                  <p:stCondLst>
                                    <p:cond delay="0"/>
                                  </p:stCondLst>
                                  <p:childTnLst>
                                    <p:set>
                                      <p:cBhvr>
                                        <p:cTn id="77" dur="1" fill="hold">
                                          <p:stCondLst>
                                            <p:cond delay="0"/>
                                          </p:stCondLst>
                                        </p:cTn>
                                        <p:tgtEl>
                                          <p:spTgt spid="27"/>
                                        </p:tgtEl>
                                        <p:attrNameLst>
                                          <p:attrName>style.visibility</p:attrName>
                                        </p:attrNameLst>
                                      </p:cBhvr>
                                      <p:to>
                                        <p:strVal val="visible"/>
                                      </p:to>
                                    </p:set>
                                    <p:animEffect transition="in" filter="fade">
                                      <p:cBhvr>
                                        <p:cTn id="78" dur="500"/>
                                        <p:tgtEl>
                                          <p:spTgt spid="27"/>
                                        </p:tgtEl>
                                      </p:cBhvr>
                                    </p:animEffect>
                                  </p:childTnLst>
                                </p:cTn>
                              </p:par>
                              <p:par>
                                <p:cTn id="79" presetID="10" presetClass="entr" presetSubtype="0" fill="hold" grpId="0" nodeType="withEffect">
                                  <p:stCondLst>
                                    <p:cond delay="0"/>
                                  </p:stCondLst>
                                  <p:childTnLst>
                                    <p:set>
                                      <p:cBhvr>
                                        <p:cTn id="80" dur="1" fill="hold">
                                          <p:stCondLst>
                                            <p:cond delay="0"/>
                                          </p:stCondLst>
                                        </p:cTn>
                                        <p:tgtEl>
                                          <p:spTgt spid="31"/>
                                        </p:tgtEl>
                                        <p:attrNameLst>
                                          <p:attrName>style.visibility</p:attrName>
                                        </p:attrNameLst>
                                      </p:cBhvr>
                                      <p:to>
                                        <p:strVal val="visible"/>
                                      </p:to>
                                    </p:set>
                                    <p:animEffect transition="in" filter="fade">
                                      <p:cBhvr>
                                        <p:cTn id="81" dur="500"/>
                                        <p:tgtEl>
                                          <p:spTgt spid="31"/>
                                        </p:tgtEl>
                                      </p:cBhvr>
                                    </p:animEffect>
                                  </p:childTnLst>
                                </p:cTn>
                              </p:par>
                            </p:childTnLst>
                          </p:cTn>
                        </p:par>
                      </p:childTnLst>
                    </p:cTn>
                  </p:par>
                  <p:par>
                    <p:cTn id="82" fill="hold">
                      <p:stCondLst>
                        <p:cond delay="indefinite"/>
                      </p:stCondLst>
                      <p:childTnLst>
                        <p:par>
                          <p:cTn id="83" fill="hold">
                            <p:stCondLst>
                              <p:cond delay="0"/>
                            </p:stCondLst>
                            <p:childTnLst>
                              <p:par>
                                <p:cTn id="84" presetID="10" presetClass="entr" presetSubtype="0" fill="hold" nodeType="clickEffect">
                                  <p:stCondLst>
                                    <p:cond delay="0"/>
                                  </p:stCondLst>
                                  <p:childTnLst>
                                    <p:set>
                                      <p:cBhvr>
                                        <p:cTn id="85" dur="1" fill="hold">
                                          <p:stCondLst>
                                            <p:cond delay="0"/>
                                          </p:stCondLst>
                                        </p:cTn>
                                        <p:tgtEl>
                                          <p:spTgt spid="5">
                                            <p:txEl>
                                              <p:pRg st="5" end="5"/>
                                            </p:txEl>
                                          </p:spTgt>
                                        </p:tgtEl>
                                        <p:attrNameLst>
                                          <p:attrName>style.visibility</p:attrName>
                                        </p:attrNameLst>
                                      </p:cBhvr>
                                      <p:to>
                                        <p:strVal val="visible"/>
                                      </p:to>
                                    </p:set>
                                    <p:animEffect transition="in" filter="fade">
                                      <p:cBhvr>
                                        <p:cTn id="86" dur="500"/>
                                        <p:tgtEl>
                                          <p:spTgt spid="5">
                                            <p:txEl>
                                              <p:pRg st="5" end="5"/>
                                            </p:txEl>
                                          </p:spTgt>
                                        </p:tgtEl>
                                      </p:cBhvr>
                                    </p:animEffect>
                                  </p:childTnLst>
                                </p:cTn>
                              </p:par>
                            </p:childTnLst>
                          </p:cTn>
                        </p:par>
                      </p:childTnLst>
                    </p:cTn>
                  </p:par>
                  <p:par>
                    <p:cTn id="87" fill="hold">
                      <p:stCondLst>
                        <p:cond delay="indefinite"/>
                      </p:stCondLst>
                      <p:childTnLst>
                        <p:par>
                          <p:cTn id="88" fill="hold">
                            <p:stCondLst>
                              <p:cond delay="0"/>
                            </p:stCondLst>
                            <p:childTnLst>
                              <p:par>
                                <p:cTn id="89" presetID="10" presetClass="entr" presetSubtype="0" fill="hold" nodeType="clickEffect">
                                  <p:stCondLst>
                                    <p:cond delay="0"/>
                                  </p:stCondLst>
                                  <p:childTnLst>
                                    <p:set>
                                      <p:cBhvr>
                                        <p:cTn id="90" dur="1" fill="hold">
                                          <p:stCondLst>
                                            <p:cond delay="0"/>
                                          </p:stCondLst>
                                        </p:cTn>
                                        <p:tgtEl>
                                          <p:spTgt spid="5">
                                            <p:txEl>
                                              <p:pRg st="7" end="7"/>
                                            </p:txEl>
                                          </p:spTgt>
                                        </p:tgtEl>
                                        <p:attrNameLst>
                                          <p:attrName>style.visibility</p:attrName>
                                        </p:attrNameLst>
                                      </p:cBhvr>
                                      <p:to>
                                        <p:strVal val="visible"/>
                                      </p:to>
                                    </p:set>
                                    <p:animEffect transition="in" filter="fade">
                                      <p:cBhvr>
                                        <p:cTn id="91" dur="500"/>
                                        <p:tgtEl>
                                          <p:spTgt spid="5">
                                            <p:txEl>
                                              <p:pRg st="7" end="7"/>
                                            </p:txEl>
                                          </p:spTgt>
                                        </p:tgtEl>
                                      </p:cBhvr>
                                    </p:animEffect>
                                  </p:childTnLst>
                                </p:cTn>
                              </p:par>
                            </p:childTnLst>
                          </p:cTn>
                        </p:par>
                      </p:childTnLst>
                    </p:cTn>
                  </p:par>
                  <p:par>
                    <p:cTn id="92" fill="hold">
                      <p:stCondLst>
                        <p:cond delay="indefinite"/>
                      </p:stCondLst>
                      <p:childTnLst>
                        <p:par>
                          <p:cTn id="93" fill="hold">
                            <p:stCondLst>
                              <p:cond delay="0"/>
                            </p:stCondLst>
                            <p:childTnLst>
                              <p:par>
                                <p:cTn id="94" presetID="10" presetClass="entr" presetSubtype="0" fill="hold" nodeType="clickEffect">
                                  <p:stCondLst>
                                    <p:cond delay="0"/>
                                  </p:stCondLst>
                                  <p:childTnLst>
                                    <p:set>
                                      <p:cBhvr>
                                        <p:cTn id="95" dur="1" fill="hold">
                                          <p:stCondLst>
                                            <p:cond delay="0"/>
                                          </p:stCondLst>
                                        </p:cTn>
                                        <p:tgtEl>
                                          <p:spTgt spid="5">
                                            <p:txEl>
                                              <p:pRg st="8" end="8"/>
                                            </p:txEl>
                                          </p:spTgt>
                                        </p:tgtEl>
                                        <p:attrNameLst>
                                          <p:attrName>style.visibility</p:attrName>
                                        </p:attrNameLst>
                                      </p:cBhvr>
                                      <p:to>
                                        <p:strVal val="visible"/>
                                      </p:to>
                                    </p:set>
                                    <p:animEffect transition="in" filter="fade">
                                      <p:cBhvr>
                                        <p:cTn id="96" dur="500"/>
                                        <p:tgtEl>
                                          <p:spTgt spid="5">
                                            <p:txEl>
                                              <p:pRg st="8" end="8"/>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build="p"/>
      <p:bldP spid="4" grpId="0" animBg="1"/>
      <p:bldP spid="6" grpId="0" animBg="1"/>
      <p:bldP spid="7" grpId="0" animBg="1"/>
      <p:bldP spid="8" grpId="0" animBg="1"/>
      <p:bldP spid="9" grpId="0"/>
      <p:bldP spid="17" grpId="0"/>
      <p:bldP spid="18" grpId="0"/>
      <p:bldP spid="19" grpId="0"/>
      <p:bldP spid="20" grpId="0"/>
      <p:bldP spid="21" grpId="0"/>
      <p:bldP spid="24" grpId="0" animBg="1"/>
      <p:bldP spid="25" grpId="0" animBg="1"/>
      <p:bldP spid="26" grpId="0" animBg="1"/>
      <p:bldP spid="27" grpId="0" animBg="1"/>
      <p:bldP spid="31" grpId="0"/>
      <p:bldP spid="32" grpId="0"/>
    </p:bldLst>
  </p:timing>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Content Placeholder 5"/>
          <p:cNvSpPr>
            <a:spLocks noGrp="1"/>
          </p:cNvSpPr>
          <p:nvPr>
            <p:ph idx="1"/>
          </p:nvPr>
        </p:nvSpPr>
        <p:spPr/>
        <p:txBody>
          <a:bodyPr/>
          <a:lstStyle/>
          <a:p>
            <a:pPr marL="0" lvl="0" indent="0" algn="just">
              <a:buNone/>
            </a:pPr>
            <a:r>
              <a:rPr lang="en-US" sz="3600" b="1" dirty="0">
                <a:solidFill>
                  <a:srgbClr val="FF0000"/>
                </a:solidFill>
              </a:rPr>
              <a:t>Rs.180 contained in a box consists of one rupee, 50 paisa and 25 paisa coins in the ratio of 2 : 3 : 4. What is number of 50 paisa coins?</a:t>
            </a:r>
          </a:p>
          <a:p>
            <a:pPr marL="0" indent="0">
              <a:buNone/>
            </a:pPr>
            <a:r>
              <a:rPr lang="en-US" sz="3200" b="1" dirty="0"/>
              <a:t>	a) 60				b)180			c) 120			d)140</a:t>
            </a:r>
            <a:endParaRPr lang="en-IN" sz="3200" b="1" dirty="0"/>
          </a:p>
          <a:p>
            <a:pPr marL="0" indent="0">
              <a:buNone/>
            </a:pPr>
            <a:endParaRPr lang="en-IN" b="1" dirty="0">
              <a:solidFill>
                <a:srgbClr val="FF0000"/>
              </a:solidFill>
            </a:endParaRPr>
          </a:p>
        </p:txBody>
      </p:sp>
      <p:sp>
        <p:nvSpPr>
          <p:cNvPr id="5" name="Title 4"/>
          <p:cNvSpPr>
            <a:spLocks noGrp="1"/>
          </p:cNvSpPr>
          <p:nvPr>
            <p:ph type="title"/>
          </p:nvPr>
        </p:nvSpPr>
        <p:spPr/>
        <p:txBody>
          <a:bodyPr/>
          <a:lstStyle/>
          <a:p>
            <a:pPr algn="l"/>
            <a:r>
              <a:rPr lang="en-IN" b="1" dirty="0">
                <a:solidFill>
                  <a:srgbClr val="FF0000"/>
                </a:solidFill>
              </a:rPr>
              <a:t>Q.19)</a:t>
            </a:r>
            <a:r>
              <a:rPr lang="en-IN" dirty="0"/>
              <a:t> </a:t>
            </a:r>
          </a:p>
        </p:txBody>
      </p:sp>
    </p:spTree>
    <p:extLst>
      <p:ext uri="{BB962C8B-B14F-4D97-AF65-F5344CB8AC3E}">
        <p14:creationId xmlns:p14="http://schemas.microsoft.com/office/powerpoint/2010/main" val="2028359702"/>
      </p:ext>
    </p:extLst>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p:cNvSpPr>
            <a:spLocks noGrp="1"/>
          </p:cNvSpPr>
          <p:nvPr>
            <p:ph type="title"/>
          </p:nvPr>
        </p:nvSpPr>
        <p:spPr/>
        <p:txBody>
          <a:bodyPr/>
          <a:lstStyle/>
          <a:p>
            <a:pPr algn="l"/>
            <a:r>
              <a:rPr lang="en-IN" b="1" dirty="0">
                <a:solidFill>
                  <a:srgbClr val="00B050"/>
                </a:solidFill>
              </a:rPr>
              <a:t>Q.19) Explanation</a:t>
            </a:r>
            <a:endParaRPr lang="en-IN" dirty="0"/>
          </a:p>
        </p:txBody>
      </p:sp>
      <p:sp>
        <p:nvSpPr>
          <p:cNvPr id="2" name="Content Placeholder 1"/>
          <p:cNvSpPr>
            <a:spLocks noGrp="1"/>
          </p:cNvSpPr>
          <p:nvPr>
            <p:ph sz="quarter" idx="13"/>
          </p:nvPr>
        </p:nvSpPr>
        <p:spPr>
          <a:xfrm>
            <a:off x="768991" y="2056214"/>
            <a:ext cx="3803904" cy="4128496"/>
          </a:xfrm>
        </p:spPr>
        <p:txBody>
          <a:bodyPr/>
          <a:lstStyle/>
          <a:p>
            <a:pPr marL="0" indent="0">
              <a:buNone/>
            </a:pPr>
            <a:r>
              <a:rPr lang="en-IN" dirty="0"/>
              <a:t> </a:t>
            </a:r>
          </a:p>
        </p:txBody>
      </p:sp>
      <mc:AlternateContent xmlns:mc="http://schemas.openxmlformats.org/markup-compatibility/2006" xmlns:a14="http://schemas.microsoft.com/office/drawing/2010/main">
        <mc:Choice Requires="a14">
          <p:sp>
            <p:nvSpPr>
              <p:cNvPr id="5" name="Content Placeholder 4"/>
              <p:cNvSpPr>
                <a:spLocks noGrp="1"/>
              </p:cNvSpPr>
              <p:nvPr>
                <p:ph sz="quarter" idx="14"/>
              </p:nvPr>
            </p:nvSpPr>
            <p:spPr>
              <a:xfrm>
                <a:off x="4645151" y="2056214"/>
                <a:ext cx="3803904" cy="4061122"/>
              </a:xfrm>
            </p:spPr>
            <p:txBody>
              <a:bodyPr>
                <a:normAutofit fontScale="92500" lnSpcReduction="10000"/>
              </a:bodyPr>
              <a:lstStyle/>
              <a:p>
                <a:pPr marL="0" indent="0">
                  <a:buNone/>
                </a:pPr>
                <a:r>
                  <a:rPr lang="en-IN" dirty="0"/>
                  <a:t>   </a:t>
                </a:r>
              </a:p>
              <a:p>
                <a:pPr marL="0" indent="0">
                  <a:buNone/>
                </a:pPr>
                <a:endParaRPr lang="en-IN" dirty="0"/>
              </a:p>
              <a:p>
                <a:pPr marL="0" indent="0">
                  <a:buNone/>
                </a:pPr>
                <a:endParaRPr lang="en-IN" dirty="0"/>
              </a:p>
              <a:p>
                <a:pPr marL="0" indent="0">
                  <a:buNone/>
                </a:pPr>
                <a:endParaRPr lang="en-IN" dirty="0"/>
              </a:p>
              <a:p>
                <a:pPr marL="0" indent="0">
                  <a:buNone/>
                </a:pPr>
                <a:endParaRPr lang="en-IN" dirty="0"/>
              </a:p>
              <a:p>
                <a:pPr marL="0" indent="0">
                  <a:buNone/>
                </a:pPr>
                <a:r>
                  <a:rPr lang="en-IN" dirty="0">
                    <a:solidFill>
                      <a:schemeClr val="tx1"/>
                    </a:solidFill>
                  </a:rPr>
                  <a:t>              </a:t>
                </a:r>
                <a14:m>
                  <m:oMath xmlns:m="http://schemas.openxmlformats.org/officeDocument/2006/math">
                    <m:f>
                      <m:fPr>
                        <m:ctrlPr>
                          <a:rPr lang="en-IN" b="1" i="1" smtClean="0">
                            <a:solidFill>
                              <a:schemeClr val="tx1"/>
                            </a:solidFill>
                            <a:latin typeface="Cambria Math" panose="02040503050406030204" pitchFamily="18" charset="0"/>
                          </a:rPr>
                        </m:ctrlPr>
                      </m:fPr>
                      <m:num>
                        <m:r>
                          <a:rPr lang="en-IN" b="1" i="1" smtClean="0">
                            <a:solidFill>
                              <a:schemeClr val="tx1"/>
                            </a:solidFill>
                            <a:latin typeface="Cambria Math"/>
                          </a:rPr>
                          <m:t>𝟑</m:t>
                        </m:r>
                      </m:num>
                      <m:den>
                        <m:r>
                          <a:rPr lang="en-IN" b="1" i="1" smtClean="0">
                            <a:solidFill>
                              <a:schemeClr val="tx1"/>
                            </a:solidFill>
                            <a:latin typeface="Cambria Math"/>
                          </a:rPr>
                          <m:t>𝟗</m:t>
                        </m:r>
                      </m:den>
                    </m:f>
                    <m:r>
                      <a:rPr lang="en-IN" b="1" i="1" smtClean="0">
                        <a:solidFill>
                          <a:schemeClr val="tx1"/>
                        </a:solidFill>
                        <a:latin typeface="Cambria Math"/>
                      </a:rPr>
                      <m:t> </m:t>
                    </m:r>
                    <m:r>
                      <a:rPr lang="en-IN" b="1" i="1" smtClean="0">
                        <a:solidFill>
                          <a:schemeClr val="tx1"/>
                        </a:solidFill>
                        <a:latin typeface="Cambria Math"/>
                        <a:ea typeface="Cambria Math"/>
                      </a:rPr>
                      <m:t>×</m:t>
                    </m:r>
                    <m:r>
                      <a:rPr lang="en-IN" b="1" i="1" smtClean="0">
                        <a:solidFill>
                          <a:schemeClr val="tx1"/>
                        </a:solidFill>
                        <a:latin typeface="Cambria Math"/>
                        <a:ea typeface="Cambria Math"/>
                      </a:rPr>
                      <m:t>𝟏𝟖𝟎</m:t>
                    </m:r>
                    <m:r>
                      <a:rPr lang="en-IN" b="1" i="1" smtClean="0">
                        <a:solidFill>
                          <a:schemeClr val="tx1"/>
                        </a:solidFill>
                        <a:latin typeface="Cambria Math"/>
                        <a:ea typeface="Cambria Math"/>
                      </a:rPr>
                      <m:t>=</m:t>
                    </m:r>
                    <m:r>
                      <a:rPr lang="en-IN" b="1" i="1" smtClean="0">
                        <a:solidFill>
                          <a:schemeClr val="tx1"/>
                        </a:solidFill>
                        <a:latin typeface="Cambria Math"/>
                        <a:ea typeface="Cambria Math"/>
                      </a:rPr>
                      <m:t>𝑹𝒔</m:t>
                    </m:r>
                    <m:r>
                      <a:rPr lang="en-IN" b="1" i="1" smtClean="0">
                        <a:solidFill>
                          <a:schemeClr val="tx1"/>
                        </a:solidFill>
                        <a:latin typeface="Cambria Math"/>
                        <a:ea typeface="Cambria Math"/>
                      </a:rPr>
                      <m:t>.</m:t>
                    </m:r>
                    <m:r>
                      <a:rPr lang="en-IN" b="1" i="1" smtClean="0">
                        <a:solidFill>
                          <a:schemeClr val="tx1"/>
                        </a:solidFill>
                        <a:latin typeface="Cambria Math"/>
                        <a:ea typeface="Cambria Math"/>
                      </a:rPr>
                      <m:t>𝟔𝟎</m:t>
                    </m:r>
                  </m:oMath>
                </a14:m>
                <a:endParaRPr lang="en-IN" b="1" dirty="0">
                  <a:solidFill>
                    <a:schemeClr val="tx1"/>
                  </a:solidFill>
                </a:endParaRPr>
              </a:p>
              <a:p>
                <a:pPr marL="0" indent="0">
                  <a:buNone/>
                </a:pPr>
                <a:endParaRPr lang="en-IN" b="1" dirty="0"/>
              </a:p>
              <a:p>
                <a:pPr marL="0" indent="0">
                  <a:buNone/>
                </a:pPr>
                <a:r>
                  <a:rPr lang="en-IN" b="1" dirty="0">
                    <a:solidFill>
                      <a:schemeClr val="tx1"/>
                    </a:solidFill>
                  </a:rPr>
                  <a:t>For Rs.60 full of 50p coins means, totally =(60</a:t>
                </a:r>
                <a14:m>
                  <m:oMath xmlns:m="http://schemas.openxmlformats.org/officeDocument/2006/math">
                    <m:r>
                      <a:rPr lang="en-IN" b="1" i="1">
                        <a:solidFill>
                          <a:schemeClr val="tx1"/>
                        </a:solidFill>
                        <a:latin typeface="Cambria Math"/>
                        <a:ea typeface="Cambria Math"/>
                      </a:rPr>
                      <m:t>×</m:t>
                    </m:r>
                    <m:r>
                      <a:rPr lang="en-IN" b="1" i="0" smtClean="0">
                        <a:solidFill>
                          <a:schemeClr val="tx1"/>
                        </a:solidFill>
                        <a:latin typeface="Cambria Math"/>
                        <a:ea typeface="Cambria Math"/>
                      </a:rPr>
                      <m:t>𝟐</m:t>
                    </m:r>
                  </m:oMath>
                </a14:m>
                <a:r>
                  <a:rPr lang="en-IN" b="1" dirty="0">
                    <a:solidFill>
                      <a:schemeClr val="tx1"/>
                    </a:solidFill>
                  </a:rPr>
                  <a:t>)coins </a:t>
                </a:r>
              </a:p>
              <a:p>
                <a:pPr marL="0" indent="0">
                  <a:buNone/>
                </a:pPr>
                <a:r>
                  <a:rPr lang="en-IN" b="1" dirty="0">
                    <a:solidFill>
                      <a:srgbClr val="00B050"/>
                    </a:solidFill>
                  </a:rPr>
                  <a:t>Total 50p coins = 120 coins</a:t>
                </a:r>
              </a:p>
            </p:txBody>
          </p:sp>
        </mc:Choice>
        <mc:Fallback xmlns="">
          <p:sp>
            <p:nvSpPr>
              <p:cNvPr id="5" name="Content Placeholder 4"/>
              <p:cNvSpPr>
                <a:spLocks noGrp="1" noRot="1" noChangeAspect="1" noMove="1" noResize="1" noEditPoints="1" noAdjustHandles="1" noChangeArrowheads="1" noChangeShapeType="1" noTextEdit="1"/>
              </p:cNvSpPr>
              <p:nvPr>
                <p:ph sz="quarter" idx="14"/>
              </p:nvPr>
            </p:nvSpPr>
            <p:spPr>
              <a:xfrm>
                <a:off x="4645151" y="2056214"/>
                <a:ext cx="3803904" cy="4061122"/>
              </a:xfrm>
              <a:blipFill rotWithShape="1">
                <a:blip r:embed="rId2"/>
                <a:stretch>
                  <a:fillRect l="-1923" r="-3045"/>
                </a:stretch>
              </a:blipFill>
            </p:spPr>
            <p:txBody>
              <a:bodyPr/>
              <a:lstStyle/>
              <a:p>
                <a:r>
                  <a:rPr lang="en-IN">
                    <a:noFill/>
                  </a:rPr>
                  <a:t> </a:t>
                </a:r>
              </a:p>
            </p:txBody>
          </p:sp>
        </mc:Fallback>
      </mc:AlternateContent>
      <p:sp>
        <p:nvSpPr>
          <p:cNvPr id="4" name="TextBox 3"/>
          <p:cNvSpPr txBox="1"/>
          <p:nvPr/>
        </p:nvSpPr>
        <p:spPr>
          <a:xfrm>
            <a:off x="2562931" y="2056214"/>
            <a:ext cx="936104" cy="369332"/>
          </a:xfrm>
          <a:prstGeom prst="rect">
            <a:avLst/>
          </a:prstGeom>
          <a:noFill/>
          <a:ln>
            <a:solidFill>
              <a:schemeClr val="tx1"/>
            </a:solidFill>
          </a:ln>
        </p:spPr>
        <p:txBody>
          <a:bodyPr wrap="square" rtlCol="0">
            <a:spAutoFit/>
          </a:bodyPr>
          <a:lstStyle/>
          <a:p>
            <a:r>
              <a:rPr lang="en-IN" dirty="0"/>
              <a:t>Rs.180</a:t>
            </a:r>
          </a:p>
        </p:txBody>
      </p:sp>
      <p:sp>
        <p:nvSpPr>
          <p:cNvPr id="6" name="TextBox 5"/>
          <p:cNvSpPr txBox="1"/>
          <p:nvPr/>
        </p:nvSpPr>
        <p:spPr>
          <a:xfrm>
            <a:off x="1790611" y="2811872"/>
            <a:ext cx="720080" cy="369332"/>
          </a:xfrm>
          <a:prstGeom prst="rect">
            <a:avLst/>
          </a:prstGeom>
          <a:noFill/>
          <a:ln>
            <a:solidFill>
              <a:schemeClr val="tx1"/>
            </a:solidFill>
          </a:ln>
        </p:spPr>
        <p:txBody>
          <a:bodyPr wrap="square" rtlCol="0">
            <a:spAutoFit/>
          </a:bodyPr>
          <a:lstStyle/>
          <a:p>
            <a:r>
              <a:rPr lang="en-IN" dirty="0"/>
              <a:t>Re.1</a:t>
            </a:r>
          </a:p>
        </p:txBody>
      </p:sp>
      <p:sp>
        <p:nvSpPr>
          <p:cNvPr id="7" name="TextBox 6"/>
          <p:cNvSpPr txBox="1"/>
          <p:nvPr/>
        </p:nvSpPr>
        <p:spPr>
          <a:xfrm>
            <a:off x="2670943" y="2797084"/>
            <a:ext cx="720080" cy="369332"/>
          </a:xfrm>
          <a:prstGeom prst="rect">
            <a:avLst/>
          </a:prstGeom>
          <a:noFill/>
          <a:ln>
            <a:solidFill>
              <a:schemeClr val="tx1"/>
            </a:solidFill>
          </a:ln>
        </p:spPr>
        <p:txBody>
          <a:bodyPr wrap="square" rtlCol="0">
            <a:spAutoFit/>
          </a:bodyPr>
          <a:lstStyle/>
          <a:p>
            <a:r>
              <a:rPr lang="en-IN" dirty="0"/>
              <a:t>50 p</a:t>
            </a:r>
          </a:p>
        </p:txBody>
      </p:sp>
      <p:sp>
        <p:nvSpPr>
          <p:cNvPr id="8" name="TextBox 7"/>
          <p:cNvSpPr txBox="1"/>
          <p:nvPr/>
        </p:nvSpPr>
        <p:spPr>
          <a:xfrm>
            <a:off x="3593399" y="2782296"/>
            <a:ext cx="720080" cy="369332"/>
          </a:xfrm>
          <a:prstGeom prst="rect">
            <a:avLst/>
          </a:prstGeom>
          <a:noFill/>
          <a:ln>
            <a:solidFill>
              <a:schemeClr val="tx1"/>
            </a:solidFill>
          </a:ln>
        </p:spPr>
        <p:txBody>
          <a:bodyPr wrap="square" rtlCol="0">
            <a:spAutoFit/>
          </a:bodyPr>
          <a:lstStyle/>
          <a:p>
            <a:r>
              <a:rPr lang="en-IN" dirty="0"/>
              <a:t>25 p</a:t>
            </a:r>
          </a:p>
        </p:txBody>
      </p:sp>
      <p:sp>
        <p:nvSpPr>
          <p:cNvPr id="9" name="TextBox 8"/>
          <p:cNvSpPr txBox="1"/>
          <p:nvPr/>
        </p:nvSpPr>
        <p:spPr>
          <a:xfrm>
            <a:off x="11576" y="3552577"/>
            <a:ext cx="1952542" cy="338554"/>
          </a:xfrm>
          <a:prstGeom prst="rect">
            <a:avLst/>
          </a:prstGeom>
          <a:noFill/>
        </p:spPr>
        <p:txBody>
          <a:bodyPr wrap="square" rtlCol="0">
            <a:spAutoFit/>
          </a:bodyPr>
          <a:lstStyle/>
          <a:p>
            <a:r>
              <a:rPr lang="en-IN" sz="1600" b="1" dirty="0"/>
              <a:t>No of Coins Ratio</a:t>
            </a:r>
          </a:p>
        </p:txBody>
      </p:sp>
      <p:cxnSp>
        <p:nvCxnSpPr>
          <p:cNvPr id="11" name="Straight Arrow Connector 10"/>
          <p:cNvCxnSpPr>
            <a:stCxn id="4" idx="2"/>
            <a:endCxn id="6" idx="0"/>
          </p:cNvCxnSpPr>
          <p:nvPr/>
        </p:nvCxnSpPr>
        <p:spPr>
          <a:xfrm flipH="1">
            <a:off x="2150651" y="2425546"/>
            <a:ext cx="880332" cy="386326"/>
          </a:xfrm>
          <a:prstGeom prst="straightConnector1">
            <a:avLst/>
          </a:prstGeom>
          <a:ln w="38100">
            <a:solidFill>
              <a:srgbClr val="FF0000"/>
            </a:solidFill>
            <a:tailEnd type="arrow"/>
          </a:ln>
        </p:spPr>
        <p:style>
          <a:lnRef idx="1">
            <a:schemeClr val="accent1"/>
          </a:lnRef>
          <a:fillRef idx="0">
            <a:schemeClr val="accent1"/>
          </a:fillRef>
          <a:effectRef idx="0">
            <a:schemeClr val="accent1"/>
          </a:effectRef>
          <a:fontRef idx="minor">
            <a:schemeClr val="tx1"/>
          </a:fontRef>
        </p:style>
      </p:cxnSp>
      <p:cxnSp>
        <p:nvCxnSpPr>
          <p:cNvPr id="13" name="Straight Arrow Connector 12"/>
          <p:cNvCxnSpPr>
            <a:stCxn id="4" idx="2"/>
            <a:endCxn id="7" idx="0"/>
          </p:cNvCxnSpPr>
          <p:nvPr/>
        </p:nvCxnSpPr>
        <p:spPr>
          <a:xfrm>
            <a:off x="3030983" y="2425546"/>
            <a:ext cx="0" cy="371538"/>
          </a:xfrm>
          <a:prstGeom prst="straightConnector1">
            <a:avLst/>
          </a:prstGeom>
          <a:ln w="38100">
            <a:solidFill>
              <a:srgbClr val="FF0000"/>
            </a:solidFill>
            <a:tailEnd type="arrow"/>
          </a:ln>
        </p:spPr>
        <p:style>
          <a:lnRef idx="1">
            <a:schemeClr val="accent1"/>
          </a:lnRef>
          <a:fillRef idx="0">
            <a:schemeClr val="accent1"/>
          </a:fillRef>
          <a:effectRef idx="0">
            <a:schemeClr val="accent1"/>
          </a:effectRef>
          <a:fontRef idx="minor">
            <a:schemeClr val="tx1"/>
          </a:fontRef>
        </p:style>
      </p:cxnSp>
      <p:cxnSp>
        <p:nvCxnSpPr>
          <p:cNvPr id="15" name="Straight Arrow Connector 14"/>
          <p:cNvCxnSpPr>
            <a:stCxn id="4" idx="2"/>
            <a:endCxn id="8" idx="0"/>
          </p:cNvCxnSpPr>
          <p:nvPr/>
        </p:nvCxnSpPr>
        <p:spPr>
          <a:xfrm>
            <a:off x="3030983" y="2425546"/>
            <a:ext cx="922456" cy="356750"/>
          </a:xfrm>
          <a:prstGeom prst="straightConnector1">
            <a:avLst/>
          </a:prstGeom>
          <a:ln w="38100">
            <a:solidFill>
              <a:srgbClr val="FF0000"/>
            </a:solidFill>
            <a:tailEnd type="arrow"/>
          </a:ln>
        </p:spPr>
        <p:style>
          <a:lnRef idx="1">
            <a:schemeClr val="accent1"/>
          </a:lnRef>
          <a:fillRef idx="0">
            <a:schemeClr val="accent1"/>
          </a:fillRef>
          <a:effectRef idx="0">
            <a:schemeClr val="accent1"/>
          </a:effectRef>
          <a:fontRef idx="minor">
            <a:schemeClr val="tx1"/>
          </a:fontRef>
        </p:style>
      </p:cxnSp>
      <p:sp>
        <p:nvSpPr>
          <p:cNvPr id="17" name="TextBox 16"/>
          <p:cNvSpPr txBox="1"/>
          <p:nvPr/>
        </p:nvSpPr>
        <p:spPr>
          <a:xfrm>
            <a:off x="1790611" y="3491021"/>
            <a:ext cx="2421349" cy="461665"/>
          </a:xfrm>
          <a:prstGeom prst="rect">
            <a:avLst/>
          </a:prstGeom>
          <a:noFill/>
          <a:ln>
            <a:noFill/>
          </a:ln>
        </p:spPr>
        <p:txBody>
          <a:bodyPr wrap="square" rtlCol="0">
            <a:spAutoFit/>
          </a:bodyPr>
          <a:lstStyle/>
          <a:p>
            <a:r>
              <a:rPr lang="en-IN" dirty="0"/>
              <a:t>  2       </a:t>
            </a:r>
            <a:r>
              <a:rPr lang="en-IN" sz="2400" b="1" dirty="0"/>
              <a:t>:</a:t>
            </a:r>
            <a:r>
              <a:rPr lang="en-IN" dirty="0"/>
              <a:t>      3       </a:t>
            </a:r>
            <a:r>
              <a:rPr lang="en-IN" sz="2000" b="1" dirty="0"/>
              <a:t> </a:t>
            </a:r>
            <a:r>
              <a:rPr lang="en-IN" sz="2400" b="1" dirty="0"/>
              <a:t>:</a:t>
            </a:r>
            <a:r>
              <a:rPr lang="en-IN" sz="2000" b="1" dirty="0"/>
              <a:t>    </a:t>
            </a:r>
            <a:r>
              <a:rPr lang="en-IN" dirty="0"/>
              <a:t>4</a:t>
            </a:r>
          </a:p>
        </p:txBody>
      </p:sp>
      <p:sp>
        <p:nvSpPr>
          <p:cNvPr id="18" name="TextBox 17"/>
          <p:cNvSpPr txBox="1"/>
          <p:nvPr/>
        </p:nvSpPr>
        <p:spPr>
          <a:xfrm>
            <a:off x="46679" y="4448145"/>
            <a:ext cx="1608096" cy="338554"/>
          </a:xfrm>
          <a:prstGeom prst="rect">
            <a:avLst/>
          </a:prstGeom>
          <a:noFill/>
        </p:spPr>
        <p:txBody>
          <a:bodyPr wrap="square" rtlCol="0">
            <a:spAutoFit/>
          </a:bodyPr>
          <a:lstStyle/>
          <a:p>
            <a:r>
              <a:rPr lang="en-IN" sz="1600" b="1" dirty="0"/>
              <a:t>Rupees Ratio</a:t>
            </a:r>
          </a:p>
        </p:txBody>
      </p:sp>
      <p:sp>
        <p:nvSpPr>
          <p:cNvPr id="19" name="TextBox 18"/>
          <p:cNvSpPr txBox="1"/>
          <p:nvPr/>
        </p:nvSpPr>
        <p:spPr>
          <a:xfrm>
            <a:off x="1707687" y="4325034"/>
            <a:ext cx="2693807" cy="461665"/>
          </a:xfrm>
          <a:prstGeom prst="rect">
            <a:avLst/>
          </a:prstGeom>
          <a:noFill/>
          <a:ln>
            <a:noFill/>
          </a:ln>
        </p:spPr>
        <p:txBody>
          <a:bodyPr wrap="square" rtlCol="0">
            <a:spAutoFit/>
          </a:bodyPr>
          <a:lstStyle/>
          <a:p>
            <a:r>
              <a:rPr lang="en-IN" dirty="0"/>
              <a:t>  2(100)  </a:t>
            </a:r>
            <a:r>
              <a:rPr lang="en-IN" sz="2400" b="1" dirty="0"/>
              <a:t>:</a:t>
            </a:r>
            <a:r>
              <a:rPr lang="en-IN" dirty="0"/>
              <a:t>  3(50)   </a:t>
            </a:r>
            <a:r>
              <a:rPr lang="en-IN" sz="2400" b="1" dirty="0"/>
              <a:t>: </a:t>
            </a:r>
            <a:r>
              <a:rPr lang="en-IN" dirty="0"/>
              <a:t>4(25)</a:t>
            </a:r>
          </a:p>
        </p:txBody>
      </p:sp>
      <p:sp>
        <p:nvSpPr>
          <p:cNvPr id="20" name="TextBox 19"/>
          <p:cNvSpPr txBox="1"/>
          <p:nvPr/>
        </p:nvSpPr>
        <p:spPr>
          <a:xfrm>
            <a:off x="1843917" y="4941168"/>
            <a:ext cx="2421349" cy="461665"/>
          </a:xfrm>
          <a:prstGeom prst="rect">
            <a:avLst/>
          </a:prstGeom>
          <a:noFill/>
          <a:ln>
            <a:noFill/>
          </a:ln>
        </p:spPr>
        <p:txBody>
          <a:bodyPr wrap="square" rtlCol="0">
            <a:spAutoFit/>
          </a:bodyPr>
          <a:lstStyle/>
          <a:p>
            <a:r>
              <a:rPr lang="en-IN" dirty="0"/>
              <a:t>  200    </a:t>
            </a:r>
            <a:r>
              <a:rPr lang="en-IN" sz="2400" b="1" dirty="0"/>
              <a:t>:</a:t>
            </a:r>
            <a:r>
              <a:rPr lang="en-IN" dirty="0"/>
              <a:t>   150   </a:t>
            </a:r>
            <a:r>
              <a:rPr lang="en-IN" sz="2000" b="1" dirty="0"/>
              <a:t> </a:t>
            </a:r>
            <a:r>
              <a:rPr lang="en-IN" sz="2400" b="1" dirty="0"/>
              <a:t>:</a:t>
            </a:r>
            <a:r>
              <a:rPr lang="en-IN" sz="2000" b="1" dirty="0"/>
              <a:t>  </a:t>
            </a:r>
            <a:r>
              <a:rPr lang="en-IN" dirty="0"/>
              <a:t>100</a:t>
            </a:r>
          </a:p>
        </p:txBody>
      </p:sp>
      <p:sp>
        <p:nvSpPr>
          <p:cNvPr id="21" name="TextBox 20"/>
          <p:cNvSpPr txBox="1"/>
          <p:nvPr/>
        </p:nvSpPr>
        <p:spPr>
          <a:xfrm>
            <a:off x="1843917" y="5532040"/>
            <a:ext cx="2421349" cy="461665"/>
          </a:xfrm>
          <a:prstGeom prst="rect">
            <a:avLst/>
          </a:prstGeom>
          <a:noFill/>
          <a:ln>
            <a:noFill/>
          </a:ln>
        </p:spPr>
        <p:txBody>
          <a:bodyPr wrap="square" rtlCol="0">
            <a:spAutoFit/>
          </a:bodyPr>
          <a:lstStyle/>
          <a:p>
            <a:r>
              <a:rPr lang="en-IN" dirty="0"/>
              <a:t>   4       </a:t>
            </a:r>
            <a:r>
              <a:rPr lang="en-IN" sz="2400" b="1" dirty="0"/>
              <a:t>:</a:t>
            </a:r>
            <a:r>
              <a:rPr lang="en-IN" dirty="0"/>
              <a:t>      3      </a:t>
            </a:r>
            <a:r>
              <a:rPr lang="en-IN" sz="2400" b="1" dirty="0"/>
              <a:t>:</a:t>
            </a:r>
            <a:r>
              <a:rPr lang="en-IN" sz="2000" b="1" dirty="0"/>
              <a:t>    2</a:t>
            </a:r>
            <a:endParaRPr lang="en-IN" dirty="0"/>
          </a:p>
        </p:txBody>
      </p:sp>
      <p:sp>
        <p:nvSpPr>
          <p:cNvPr id="24" name="TextBox 23"/>
          <p:cNvSpPr txBox="1"/>
          <p:nvPr/>
        </p:nvSpPr>
        <p:spPr>
          <a:xfrm>
            <a:off x="6012160" y="2056214"/>
            <a:ext cx="936104" cy="369332"/>
          </a:xfrm>
          <a:prstGeom prst="rect">
            <a:avLst/>
          </a:prstGeom>
          <a:noFill/>
          <a:ln>
            <a:solidFill>
              <a:schemeClr val="tx1"/>
            </a:solidFill>
          </a:ln>
        </p:spPr>
        <p:txBody>
          <a:bodyPr wrap="square" rtlCol="0">
            <a:spAutoFit/>
          </a:bodyPr>
          <a:lstStyle/>
          <a:p>
            <a:r>
              <a:rPr lang="en-IN" dirty="0"/>
              <a:t>Rs.180</a:t>
            </a:r>
          </a:p>
        </p:txBody>
      </p:sp>
      <p:sp>
        <p:nvSpPr>
          <p:cNvPr id="25" name="TextBox 24"/>
          <p:cNvSpPr txBox="1"/>
          <p:nvPr/>
        </p:nvSpPr>
        <p:spPr>
          <a:xfrm>
            <a:off x="5239840" y="2826660"/>
            <a:ext cx="720080" cy="369332"/>
          </a:xfrm>
          <a:prstGeom prst="rect">
            <a:avLst/>
          </a:prstGeom>
          <a:noFill/>
          <a:ln>
            <a:solidFill>
              <a:schemeClr val="tx1"/>
            </a:solidFill>
          </a:ln>
        </p:spPr>
        <p:txBody>
          <a:bodyPr wrap="square" rtlCol="0">
            <a:spAutoFit/>
          </a:bodyPr>
          <a:lstStyle/>
          <a:p>
            <a:r>
              <a:rPr lang="en-IN" dirty="0"/>
              <a:t>Re.1</a:t>
            </a:r>
          </a:p>
        </p:txBody>
      </p:sp>
      <p:sp>
        <p:nvSpPr>
          <p:cNvPr id="26" name="TextBox 25"/>
          <p:cNvSpPr txBox="1"/>
          <p:nvPr/>
        </p:nvSpPr>
        <p:spPr>
          <a:xfrm>
            <a:off x="6120172" y="2811872"/>
            <a:ext cx="720080" cy="369332"/>
          </a:xfrm>
          <a:prstGeom prst="rect">
            <a:avLst/>
          </a:prstGeom>
          <a:noFill/>
          <a:ln>
            <a:solidFill>
              <a:schemeClr val="tx1"/>
            </a:solidFill>
          </a:ln>
        </p:spPr>
        <p:txBody>
          <a:bodyPr wrap="square" rtlCol="0">
            <a:spAutoFit/>
          </a:bodyPr>
          <a:lstStyle/>
          <a:p>
            <a:r>
              <a:rPr lang="en-IN" dirty="0"/>
              <a:t>50 p</a:t>
            </a:r>
          </a:p>
        </p:txBody>
      </p:sp>
      <p:sp>
        <p:nvSpPr>
          <p:cNvPr id="27" name="TextBox 26"/>
          <p:cNvSpPr txBox="1"/>
          <p:nvPr/>
        </p:nvSpPr>
        <p:spPr>
          <a:xfrm>
            <a:off x="7042628" y="2797084"/>
            <a:ext cx="720080" cy="369332"/>
          </a:xfrm>
          <a:prstGeom prst="rect">
            <a:avLst/>
          </a:prstGeom>
          <a:noFill/>
          <a:ln>
            <a:solidFill>
              <a:schemeClr val="tx1"/>
            </a:solidFill>
          </a:ln>
        </p:spPr>
        <p:txBody>
          <a:bodyPr wrap="square" rtlCol="0">
            <a:spAutoFit/>
          </a:bodyPr>
          <a:lstStyle/>
          <a:p>
            <a:r>
              <a:rPr lang="en-IN" dirty="0"/>
              <a:t>25 p</a:t>
            </a:r>
          </a:p>
        </p:txBody>
      </p:sp>
      <p:cxnSp>
        <p:nvCxnSpPr>
          <p:cNvPr id="28" name="Straight Arrow Connector 27"/>
          <p:cNvCxnSpPr>
            <a:endCxn id="25" idx="0"/>
          </p:cNvCxnSpPr>
          <p:nvPr/>
        </p:nvCxnSpPr>
        <p:spPr>
          <a:xfrm flipH="1">
            <a:off x="5599880" y="2440334"/>
            <a:ext cx="880332" cy="386326"/>
          </a:xfrm>
          <a:prstGeom prst="straightConnector1">
            <a:avLst/>
          </a:prstGeom>
          <a:ln w="38100">
            <a:solidFill>
              <a:srgbClr val="FF0000"/>
            </a:solidFill>
            <a:tailEnd type="arrow"/>
          </a:ln>
        </p:spPr>
        <p:style>
          <a:lnRef idx="1">
            <a:schemeClr val="accent1"/>
          </a:lnRef>
          <a:fillRef idx="0">
            <a:schemeClr val="accent1"/>
          </a:fillRef>
          <a:effectRef idx="0">
            <a:schemeClr val="accent1"/>
          </a:effectRef>
          <a:fontRef idx="minor">
            <a:schemeClr val="tx1"/>
          </a:fontRef>
        </p:style>
      </p:cxnSp>
      <p:cxnSp>
        <p:nvCxnSpPr>
          <p:cNvPr id="29" name="Straight Arrow Connector 28"/>
          <p:cNvCxnSpPr>
            <a:endCxn id="26" idx="0"/>
          </p:cNvCxnSpPr>
          <p:nvPr/>
        </p:nvCxnSpPr>
        <p:spPr>
          <a:xfrm>
            <a:off x="6480212" y="2440334"/>
            <a:ext cx="0" cy="371538"/>
          </a:xfrm>
          <a:prstGeom prst="straightConnector1">
            <a:avLst/>
          </a:prstGeom>
          <a:ln w="38100">
            <a:solidFill>
              <a:srgbClr val="FF0000"/>
            </a:solidFill>
            <a:tailEnd type="arrow"/>
          </a:ln>
        </p:spPr>
        <p:style>
          <a:lnRef idx="1">
            <a:schemeClr val="accent1"/>
          </a:lnRef>
          <a:fillRef idx="0">
            <a:schemeClr val="accent1"/>
          </a:fillRef>
          <a:effectRef idx="0">
            <a:schemeClr val="accent1"/>
          </a:effectRef>
          <a:fontRef idx="minor">
            <a:schemeClr val="tx1"/>
          </a:fontRef>
        </p:style>
      </p:cxnSp>
      <p:cxnSp>
        <p:nvCxnSpPr>
          <p:cNvPr id="30" name="Straight Arrow Connector 29"/>
          <p:cNvCxnSpPr>
            <a:endCxn id="27" idx="0"/>
          </p:cNvCxnSpPr>
          <p:nvPr/>
        </p:nvCxnSpPr>
        <p:spPr>
          <a:xfrm>
            <a:off x="6480212" y="2440334"/>
            <a:ext cx="922456" cy="356750"/>
          </a:xfrm>
          <a:prstGeom prst="straightConnector1">
            <a:avLst/>
          </a:prstGeom>
          <a:ln w="38100">
            <a:solidFill>
              <a:srgbClr val="FF0000"/>
            </a:solidFill>
            <a:tailEnd type="arrow"/>
          </a:ln>
        </p:spPr>
        <p:style>
          <a:lnRef idx="1">
            <a:schemeClr val="accent1"/>
          </a:lnRef>
          <a:fillRef idx="0">
            <a:schemeClr val="accent1"/>
          </a:fillRef>
          <a:effectRef idx="0">
            <a:schemeClr val="accent1"/>
          </a:effectRef>
          <a:fontRef idx="minor">
            <a:schemeClr val="tx1"/>
          </a:fontRef>
        </p:style>
      </p:cxnSp>
      <p:sp>
        <p:nvSpPr>
          <p:cNvPr id="31" name="TextBox 30"/>
          <p:cNvSpPr txBox="1"/>
          <p:nvPr/>
        </p:nvSpPr>
        <p:spPr>
          <a:xfrm>
            <a:off x="5280783" y="3303469"/>
            <a:ext cx="2421349" cy="461665"/>
          </a:xfrm>
          <a:prstGeom prst="rect">
            <a:avLst/>
          </a:prstGeom>
          <a:noFill/>
          <a:ln>
            <a:noFill/>
          </a:ln>
        </p:spPr>
        <p:txBody>
          <a:bodyPr wrap="square" rtlCol="0">
            <a:spAutoFit/>
          </a:bodyPr>
          <a:lstStyle/>
          <a:p>
            <a:r>
              <a:rPr lang="en-IN" dirty="0"/>
              <a:t>  4       </a:t>
            </a:r>
            <a:r>
              <a:rPr lang="en-IN" sz="2400" b="1" dirty="0"/>
              <a:t>:</a:t>
            </a:r>
            <a:r>
              <a:rPr lang="en-IN" dirty="0"/>
              <a:t>      3      </a:t>
            </a:r>
            <a:r>
              <a:rPr lang="en-IN" sz="2400" b="1" dirty="0"/>
              <a:t>:</a:t>
            </a:r>
            <a:r>
              <a:rPr lang="en-IN" sz="2000" b="1" dirty="0"/>
              <a:t>    </a:t>
            </a:r>
            <a:r>
              <a:rPr lang="en-IN" dirty="0"/>
              <a:t>2</a:t>
            </a:r>
          </a:p>
        </p:txBody>
      </p:sp>
      <p:sp>
        <p:nvSpPr>
          <p:cNvPr id="32" name="TextBox 31"/>
          <p:cNvSpPr txBox="1"/>
          <p:nvPr/>
        </p:nvSpPr>
        <p:spPr>
          <a:xfrm>
            <a:off x="1790611" y="3118803"/>
            <a:ext cx="666774" cy="369332"/>
          </a:xfrm>
          <a:prstGeom prst="rect">
            <a:avLst/>
          </a:prstGeom>
          <a:noFill/>
        </p:spPr>
        <p:txBody>
          <a:bodyPr wrap="square" rtlCol="0">
            <a:spAutoFit/>
          </a:bodyPr>
          <a:lstStyle/>
          <a:p>
            <a:r>
              <a:rPr lang="en-IN" dirty="0"/>
              <a:t>100p</a:t>
            </a:r>
          </a:p>
        </p:txBody>
      </p:sp>
    </p:spTree>
    <p:extLst>
      <p:ext uri="{BB962C8B-B14F-4D97-AF65-F5344CB8AC3E}">
        <p14:creationId xmlns:p14="http://schemas.microsoft.com/office/powerpoint/2010/main" val="224002233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2">
                                            <p:txEl>
                                              <p:pRg st="0" end="0"/>
                                            </p:txEl>
                                          </p:spTgt>
                                        </p:tgtEl>
                                        <p:attrNameLst>
                                          <p:attrName>style.visibility</p:attrName>
                                        </p:attrNameLst>
                                      </p:cBhvr>
                                      <p:to>
                                        <p:strVal val="visible"/>
                                      </p:to>
                                    </p:set>
                                    <p:animEffect transition="in" filter="fade">
                                      <p:cBhvr>
                                        <p:cTn id="7" dur="500"/>
                                        <p:tgtEl>
                                          <p:spTgt spid="2">
                                            <p:txEl>
                                              <p:pRg st="0" end="0"/>
                                            </p:txEl>
                                          </p:spTgt>
                                        </p:tgtEl>
                                      </p:cBhvr>
                                    </p:animEffect>
                                  </p:childTnLst>
                                </p:cTn>
                              </p:par>
                              <p:par>
                                <p:cTn id="8" presetID="10" presetClass="entr" presetSubtype="0" fill="hold" nodeType="withEffect">
                                  <p:stCondLst>
                                    <p:cond delay="0"/>
                                  </p:stCondLst>
                                  <p:childTnLst>
                                    <p:set>
                                      <p:cBhvr>
                                        <p:cTn id="9" dur="1" fill="hold">
                                          <p:stCondLst>
                                            <p:cond delay="0"/>
                                          </p:stCondLst>
                                        </p:cTn>
                                        <p:tgtEl>
                                          <p:spTgt spid="11"/>
                                        </p:tgtEl>
                                        <p:attrNameLst>
                                          <p:attrName>style.visibility</p:attrName>
                                        </p:attrNameLst>
                                      </p:cBhvr>
                                      <p:to>
                                        <p:strVal val="visible"/>
                                      </p:to>
                                    </p:set>
                                    <p:animEffect transition="in" filter="fade">
                                      <p:cBhvr>
                                        <p:cTn id="10" dur="500"/>
                                        <p:tgtEl>
                                          <p:spTgt spid="11"/>
                                        </p:tgtEl>
                                      </p:cBhvr>
                                    </p:animEffect>
                                  </p:childTnLst>
                                </p:cTn>
                              </p:par>
                              <p:par>
                                <p:cTn id="11" presetID="10" presetClass="entr" presetSubtype="0" fill="hold" nodeType="withEffect">
                                  <p:stCondLst>
                                    <p:cond delay="0"/>
                                  </p:stCondLst>
                                  <p:childTnLst>
                                    <p:set>
                                      <p:cBhvr>
                                        <p:cTn id="12" dur="1" fill="hold">
                                          <p:stCondLst>
                                            <p:cond delay="0"/>
                                          </p:stCondLst>
                                        </p:cTn>
                                        <p:tgtEl>
                                          <p:spTgt spid="13"/>
                                        </p:tgtEl>
                                        <p:attrNameLst>
                                          <p:attrName>style.visibility</p:attrName>
                                        </p:attrNameLst>
                                      </p:cBhvr>
                                      <p:to>
                                        <p:strVal val="visible"/>
                                      </p:to>
                                    </p:set>
                                    <p:animEffect transition="in" filter="fade">
                                      <p:cBhvr>
                                        <p:cTn id="13" dur="500"/>
                                        <p:tgtEl>
                                          <p:spTgt spid="13"/>
                                        </p:tgtEl>
                                      </p:cBhvr>
                                    </p:animEffect>
                                  </p:childTnLst>
                                </p:cTn>
                              </p:par>
                              <p:par>
                                <p:cTn id="14" presetID="10" presetClass="entr" presetSubtype="0" fill="hold" nodeType="withEffect">
                                  <p:stCondLst>
                                    <p:cond delay="0"/>
                                  </p:stCondLst>
                                  <p:childTnLst>
                                    <p:set>
                                      <p:cBhvr>
                                        <p:cTn id="15" dur="1" fill="hold">
                                          <p:stCondLst>
                                            <p:cond delay="0"/>
                                          </p:stCondLst>
                                        </p:cTn>
                                        <p:tgtEl>
                                          <p:spTgt spid="15"/>
                                        </p:tgtEl>
                                        <p:attrNameLst>
                                          <p:attrName>style.visibility</p:attrName>
                                        </p:attrNameLst>
                                      </p:cBhvr>
                                      <p:to>
                                        <p:strVal val="visible"/>
                                      </p:to>
                                    </p:set>
                                    <p:animEffect transition="in" filter="fade">
                                      <p:cBhvr>
                                        <p:cTn id="16" dur="500"/>
                                        <p:tgtEl>
                                          <p:spTgt spid="15"/>
                                        </p:tgtEl>
                                      </p:cBhvr>
                                    </p:animEffect>
                                  </p:childTnLst>
                                </p:cTn>
                              </p:par>
                              <p:par>
                                <p:cTn id="17" presetID="10" presetClass="entr" presetSubtype="0" fill="hold" grpId="0" nodeType="withEffect">
                                  <p:stCondLst>
                                    <p:cond delay="0"/>
                                  </p:stCondLst>
                                  <p:childTnLst>
                                    <p:set>
                                      <p:cBhvr>
                                        <p:cTn id="18" dur="1" fill="hold">
                                          <p:stCondLst>
                                            <p:cond delay="0"/>
                                          </p:stCondLst>
                                        </p:cTn>
                                        <p:tgtEl>
                                          <p:spTgt spid="4"/>
                                        </p:tgtEl>
                                        <p:attrNameLst>
                                          <p:attrName>style.visibility</p:attrName>
                                        </p:attrNameLst>
                                      </p:cBhvr>
                                      <p:to>
                                        <p:strVal val="visible"/>
                                      </p:to>
                                    </p:set>
                                    <p:animEffect transition="in" filter="fade">
                                      <p:cBhvr>
                                        <p:cTn id="19" dur="500"/>
                                        <p:tgtEl>
                                          <p:spTgt spid="4"/>
                                        </p:tgtEl>
                                      </p:cBhvr>
                                    </p:animEffect>
                                  </p:childTnLst>
                                </p:cTn>
                              </p:par>
                              <p:par>
                                <p:cTn id="20" presetID="10" presetClass="entr" presetSubtype="0" fill="hold" grpId="0" nodeType="withEffect">
                                  <p:stCondLst>
                                    <p:cond delay="0"/>
                                  </p:stCondLst>
                                  <p:childTnLst>
                                    <p:set>
                                      <p:cBhvr>
                                        <p:cTn id="21" dur="1" fill="hold">
                                          <p:stCondLst>
                                            <p:cond delay="0"/>
                                          </p:stCondLst>
                                        </p:cTn>
                                        <p:tgtEl>
                                          <p:spTgt spid="6"/>
                                        </p:tgtEl>
                                        <p:attrNameLst>
                                          <p:attrName>style.visibility</p:attrName>
                                        </p:attrNameLst>
                                      </p:cBhvr>
                                      <p:to>
                                        <p:strVal val="visible"/>
                                      </p:to>
                                    </p:set>
                                    <p:animEffect transition="in" filter="fade">
                                      <p:cBhvr>
                                        <p:cTn id="22" dur="500"/>
                                        <p:tgtEl>
                                          <p:spTgt spid="6"/>
                                        </p:tgtEl>
                                      </p:cBhvr>
                                    </p:animEffect>
                                  </p:childTnLst>
                                </p:cTn>
                              </p:par>
                              <p:par>
                                <p:cTn id="23" presetID="10" presetClass="entr" presetSubtype="0" fill="hold" grpId="0" nodeType="withEffect">
                                  <p:stCondLst>
                                    <p:cond delay="0"/>
                                  </p:stCondLst>
                                  <p:childTnLst>
                                    <p:set>
                                      <p:cBhvr>
                                        <p:cTn id="24" dur="1" fill="hold">
                                          <p:stCondLst>
                                            <p:cond delay="0"/>
                                          </p:stCondLst>
                                        </p:cTn>
                                        <p:tgtEl>
                                          <p:spTgt spid="7"/>
                                        </p:tgtEl>
                                        <p:attrNameLst>
                                          <p:attrName>style.visibility</p:attrName>
                                        </p:attrNameLst>
                                      </p:cBhvr>
                                      <p:to>
                                        <p:strVal val="visible"/>
                                      </p:to>
                                    </p:set>
                                    <p:animEffect transition="in" filter="fade">
                                      <p:cBhvr>
                                        <p:cTn id="25" dur="500"/>
                                        <p:tgtEl>
                                          <p:spTgt spid="7"/>
                                        </p:tgtEl>
                                      </p:cBhvr>
                                    </p:animEffect>
                                  </p:childTnLst>
                                </p:cTn>
                              </p:par>
                              <p:par>
                                <p:cTn id="26" presetID="10" presetClass="entr" presetSubtype="0" fill="hold" grpId="0" nodeType="withEffect">
                                  <p:stCondLst>
                                    <p:cond delay="0"/>
                                  </p:stCondLst>
                                  <p:childTnLst>
                                    <p:set>
                                      <p:cBhvr>
                                        <p:cTn id="27" dur="1" fill="hold">
                                          <p:stCondLst>
                                            <p:cond delay="0"/>
                                          </p:stCondLst>
                                        </p:cTn>
                                        <p:tgtEl>
                                          <p:spTgt spid="8"/>
                                        </p:tgtEl>
                                        <p:attrNameLst>
                                          <p:attrName>style.visibility</p:attrName>
                                        </p:attrNameLst>
                                      </p:cBhvr>
                                      <p:to>
                                        <p:strVal val="visible"/>
                                      </p:to>
                                    </p:set>
                                    <p:animEffect transition="in" filter="fade">
                                      <p:cBhvr>
                                        <p:cTn id="28" dur="500"/>
                                        <p:tgtEl>
                                          <p:spTgt spid="8"/>
                                        </p:tgtEl>
                                      </p:cBhvr>
                                    </p:animEffect>
                                  </p:childTnLst>
                                </p:cTn>
                              </p:par>
                              <p:par>
                                <p:cTn id="29" presetID="10" presetClass="entr" presetSubtype="0" fill="hold" grpId="0" nodeType="withEffect">
                                  <p:stCondLst>
                                    <p:cond delay="0"/>
                                  </p:stCondLst>
                                  <p:childTnLst>
                                    <p:set>
                                      <p:cBhvr>
                                        <p:cTn id="30" dur="1" fill="hold">
                                          <p:stCondLst>
                                            <p:cond delay="0"/>
                                          </p:stCondLst>
                                        </p:cTn>
                                        <p:tgtEl>
                                          <p:spTgt spid="17"/>
                                        </p:tgtEl>
                                        <p:attrNameLst>
                                          <p:attrName>style.visibility</p:attrName>
                                        </p:attrNameLst>
                                      </p:cBhvr>
                                      <p:to>
                                        <p:strVal val="visible"/>
                                      </p:to>
                                    </p:set>
                                    <p:animEffect transition="in" filter="fade">
                                      <p:cBhvr>
                                        <p:cTn id="31" dur="500"/>
                                        <p:tgtEl>
                                          <p:spTgt spid="17"/>
                                        </p:tgtEl>
                                      </p:cBhvr>
                                    </p:animEffect>
                                  </p:childTnLst>
                                </p:cTn>
                              </p:par>
                              <p:par>
                                <p:cTn id="32" presetID="10" presetClass="entr" presetSubtype="0" fill="hold" grpId="0" nodeType="withEffect">
                                  <p:stCondLst>
                                    <p:cond delay="0"/>
                                  </p:stCondLst>
                                  <p:childTnLst>
                                    <p:set>
                                      <p:cBhvr>
                                        <p:cTn id="33" dur="1" fill="hold">
                                          <p:stCondLst>
                                            <p:cond delay="0"/>
                                          </p:stCondLst>
                                        </p:cTn>
                                        <p:tgtEl>
                                          <p:spTgt spid="9"/>
                                        </p:tgtEl>
                                        <p:attrNameLst>
                                          <p:attrName>style.visibility</p:attrName>
                                        </p:attrNameLst>
                                      </p:cBhvr>
                                      <p:to>
                                        <p:strVal val="visible"/>
                                      </p:to>
                                    </p:set>
                                    <p:animEffect transition="in" filter="fade">
                                      <p:cBhvr>
                                        <p:cTn id="34" dur="500"/>
                                        <p:tgtEl>
                                          <p:spTgt spid="9"/>
                                        </p:tgtEl>
                                      </p:cBhvr>
                                    </p:animEffect>
                                  </p:childTnLst>
                                </p:cTn>
                              </p:par>
                            </p:childTnLst>
                          </p:cTn>
                        </p:par>
                      </p:childTnLst>
                    </p:cTn>
                  </p:par>
                  <p:par>
                    <p:cTn id="35" fill="hold">
                      <p:stCondLst>
                        <p:cond delay="indefinite"/>
                      </p:stCondLst>
                      <p:childTnLst>
                        <p:par>
                          <p:cTn id="36" fill="hold">
                            <p:stCondLst>
                              <p:cond delay="0"/>
                            </p:stCondLst>
                            <p:childTnLst>
                              <p:par>
                                <p:cTn id="37" presetID="10" presetClass="entr" presetSubtype="0" fill="hold" grpId="0" nodeType="clickEffect">
                                  <p:stCondLst>
                                    <p:cond delay="0"/>
                                  </p:stCondLst>
                                  <p:childTnLst>
                                    <p:set>
                                      <p:cBhvr>
                                        <p:cTn id="38" dur="1" fill="hold">
                                          <p:stCondLst>
                                            <p:cond delay="0"/>
                                          </p:stCondLst>
                                        </p:cTn>
                                        <p:tgtEl>
                                          <p:spTgt spid="32"/>
                                        </p:tgtEl>
                                        <p:attrNameLst>
                                          <p:attrName>style.visibility</p:attrName>
                                        </p:attrNameLst>
                                      </p:cBhvr>
                                      <p:to>
                                        <p:strVal val="visible"/>
                                      </p:to>
                                    </p:set>
                                    <p:animEffect transition="in" filter="fade">
                                      <p:cBhvr>
                                        <p:cTn id="39" dur="500"/>
                                        <p:tgtEl>
                                          <p:spTgt spid="32"/>
                                        </p:tgtEl>
                                      </p:cBhvr>
                                    </p:animEffect>
                                  </p:childTnLst>
                                </p:cTn>
                              </p:par>
                            </p:childTnLst>
                          </p:cTn>
                        </p:par>
                      </p:childTnLst>
                    </p:cTn>
                  </p:par>
                  <p:par>
                    <p:cTn id="40" fill="hold">
                      <p:stCondLst>
                        <p:cond delay="indefinite"/>
                      </p:stCondLst>
                      <p:childTnLst>
                        <p:par>
                          <p:cTn id="41" fill="hold">
                            <p:stCondLst>
                              <p:cond delay="0"/>
                            </p:stCondLst>
                            <p:childTnLst>
                              <p:par>
                                <p:cTn id="42" presetID="10" presetClass="entr" presetSubtype="0" fill="hold" grpId="0" nodeType="clickEffect">
                                  <p:stCondLst>
                                    <p:cond delay="0"/>
                                  </p:stCondLst>
                                  <p:childTnLst>
                                    <p:set>
                                      <p:cBhvr>
                                        <p:cTn id="43" dur="1" fill="hold">
                                          <p:stCondLst>
                                            <p:cond delay="0"/>
                                          </p:stCondLst>
                                        </p:cTn>
                                        <p:tgtEl>
                                          <p:spTgt spid="18"/>
                                        </p:tgtEl>
                                        <p:attrNameLst>
                                          <p:attrName>style.visibility</p:attrName>
                                        </p:attrNameLst>
                                      </p:cBhvr>
                                      <p:to>
                                        <p:strVal val="visible"/>
                                      </p:to>
                                    </p:set>
                                    <p:animEffect transition="in" filter="fade">
                                      <p:cBhvr>
                                        <p:cTn id="44" dur="500"/>
                                        <p:tgtEl>
                                          <p:spTgt spid="18"/>
                                        </p:tgtEl>
                                      </p:cBhvr>
                                    </p:animEffect>
                                  </p:childTnLst>
                                </p:cTn>
                              </p:par>
                              <p:par>
                                <p:cTn id="45" presetID="10" presetClass="entr" presetSubtype="0" fill="hold" grpId="0" nodeType="withEffect">
                                  <p:stCondLst>
                                    <p:cond delay="0"/>
                                  </p:stCondLst>
                                  <p:childTnLst>
                                    <p:set>
                                      <p:cBhvr>
                                        <p:cTn id="46" dur="1" fill="hold">
                                          <p:stCondLst>
                                            <p:cond delay="0"/>
                                          </p:stCondLst>
                                        </p:cTn>
                                        <p:tgtEl>
                                          <p:spTgt spid="19"/>
                                        </p:tgtEl>
                                        <p:attrNameLst>
                                          <p:attrName>style.visibility</p:attrName>
                                        </p:attrNameLst>
                                      </p:cBhvr>
                                      <p:to>
                                        <p:strVal val="visible"/>
                                      </p:to>
                                    </p:set>
                                    <p:animEffect transition="in" filter="fade">
                                      <p:cBhvr>
                                        <p:cTn id="47" dur="500"/>
                                        <p:tgtEl>
                                          <p:spTgt spid="19"/>
                                        </p:tgtEl>
                                      </p:cBhvr>
                                    </p:animEffect>
                                  </p:childTnLst>
                                </p:cTn>
                              </p:par>
                            </p:childTnLst>
                          </p:cTn>
                        </p:par>
                      </p:childTnLst>
                    </p:cTn>
                  </p:par>
                  <p:par>
                    <p:cTn id="48" fill="hold">
                      <p:stCondLst>
                        <p:cond delay="indefinite"/>
                      </p:stCondLst>
                      <p:childTnLst>
                        <p:par>
                          <p:cTn id="49" fill="hold">
                            <p:stCondLst>
                              <p:cond delay="0"/>
                            </p:stCondLst>
                            <p:childTnLst>
                              <p:par>
                                <p:cTn id="50" presetID="10" presetClass="entr" presetSubtype="0" fill="hold" grpId="0" nodeType="clickEffect">
                                  <p:stCondLst>
                                    <p:cond delay="0"/>
                                  </p:stCondLst>
                                  <p:childTnLst>
                                    <p:set>
                                      <p:cBhvr>
                                        <p:cTn id="51" dur="1" fill="hold">
                                          <p:stCondLst>
                                            <p:cond delay="0"/>
                                          </p:stCondLst>
                                        </p:cTn>
                                        <p:tgtEl>
                                          <p:spTgt spid="21"/>
                                        </p:tgtEl>
                                        <p:attrNameLst>
                                          <p:attrName>style.visibility</p:attrName>
                                        </p:attrNameLst>
                                      </p:cBhvr>
                                      <p:to>
                                        <p:strVal val="visible"/>
                                      </p:to>
                                    </p:set>
                                    <p:animEffect transition="in" filter="fade">
                                      <p:cBhvr>
                                        <p:cTn id="52" dur="500"/>
                                        <p:tgtEl>
                                          <p:spTgt spid="21"/>
                                        </p:tgtEl>
                                      </p:cBhvr>
                                    </p:animEffect>
                                  </p:childTnLst>
                                </p:cTn>
                              </p:par>
                              <p:par>
                                <p:cTn id="53" presetID="10" presetClass="entr" presetSubtype="0" fill="hold" grpId="0" nodeType="withEffect">
                                  <p:stCondLst>
                                    <p:cond delay="0"/>
                                  </p:stCondLst>
                                  <p:childTnLst>
                                    <p:set>
                                      <p:cBhvr>
                                        <p:cTn id="54" dur="1" fill="hold">
                                          <p:stCondLst>
                                            <p:cond delay="0"/>
                                          </p:stCondLst>
                                        </p:cTn>
                                        <p:tgtEl>
                                          <p:spTgt spid="20"/>
                                        </p:tgtEl>
                                        <p:attrNameLst>
                                          <p:attrName>style.visibility</p:attrName>
                                        </p:attrNameLst>
                                      </p:cBhvr>
                                      <p:to>
                                        <p:strVal val="visible"/>
                                      </p:to>
                                    </p:set>
                                    <p:animEffect transition="in" filter="fade">
                                      <p:cBhvr>
                                        <p:cTn id="55" dur="500"/>
                                        <p:tgtEl>
                                          <p:spTgt spid="20"/>
                                        </p:tgtEl>
                                      </p:cBhvr>
                                    </p:animEffect>
                                  </p:childTnLst>
                                </p:cTn>
                              </p:par>
                            </p:childTnLst>
                          </p:cTn>
                        </p:par>
                      </p:childTnLst>
                    </p:cTn>
                  </p:par>
                  <p:par>
                    <p:cTn id="56" fill="hold">
                      <p:stCondLst>
                        <p:cond delay="indefinite"/>
                      </p:stCondLst>
                      <p:childTnLst>
                        <p:par>
                          <p:cTn id="57" fill="hold">
                            <p:stCondLst>
                              <p:cond delay="0"/>
                            </p:stCondLst>
                            <p:childTnLst>
                              <p:par>
                                <p:cTn id="58" presetID="10" presetClass="entr" presetSubtype="0" fill="hold" grpId="0" nodeType="clickEffect">
                                  <p:stCondLst>
                                    <p:cond delay="0"/>
                                  </p:stCondLst>
                                  <p:childTnLst>
                                    <p:set>
                                      <p:cBhvr>
                                        <p:cTn id="59" dur="1" fill="hold">
                                          <p:stCondLst>
                                            <p:cond delay="0"/>
                                          </p:stCondLst>
                                        </p:cTn>
                                        <p:tgtEl>
                                          <p:spTgt spid="24"/>
                                        </p:tgtEl>
                                        <p:attrNameLst>
                                          <p:attrName>style.visibility</p:attrName>
                                        </p:attrNameLst>
                                      </p:cBhvr>
                                      <p:to>
                                        <p:strVal val="visible"/>
                                      </p:to>
                                    </p:set>
                                    <p:animEffect transition="in" filter="fade">
                                      <p:cBhvr>
                                        <p:cTn id="60" dur="500"/>
                                        <p:tgtEl>
                                          <p:spTgt spid="24"/>
                                        </p:tgtEl>
                                      </p:cBhvr>
                                    </p:animEffect>
                                  </p:childTnLst>
                                </p:cTn>
                              </p:par>
                              <p:par>
                                <p:cTn id="61" presetID="10" presetClass="entr" presetSubtype="0" fill="hold" nodeType="withEffect">
                                  <p:stCondLst>
                                    <p:cond delay="0"/>
                                  </p:stCondLst>
                                  <p:childTnLst>
                                    <p:set>
                                      <p:cBhvr>
                                        <p:cTn id="62" dur="1" fill="hold">
                                          <p:stCondLst>
                                            <p:cond delay="0"/>
                                          </p:stCondLst>
                                        </p:cTn>
                                        <p:tgtEl>
                                          <p:spTgt spid="28"/>
                                        </p:tgtEl>
                                        <p:attrNameLst>
                                          <p:attrName>style.visibility</p:attrName>
                                        </p:attrNameLst>
                                      </p:cBhvr>
                                      <p:to>
                                        <p:strVal val="visible"/>
                                      </p:to>
                                    </p:set>
                                    <p:animEffect transition="in" filter="fade">
                                      <p:cBhvr>
                                        <p:cTn id="63" dur="500"/>
                                        <p:tgtEl>
                                          <p:spTgt spid="28"/>
                                        </p:tgtEl>
                                      </p:cBhvr>
                                    </p:animEffect>
                                  </p:childTnLst>
                                </p:cTn>
                              </p:par>
                              <p:par>
                                <p:cTn id="64" presetID="10" presetClass="entr" presetSubtype="0" fill="hold" nodeType="withEffect">
                                  <p:stCondLst>
                                    <p:cond delay="0"/>
                                  </p:stCondLst>
                                  <p:childTnLst>
                                    <p:set>
                                      <p:cBhvr>
                                        <p:cTn id="65" dur="1" fill="hold">
                                          <p:stCondLst>
                                            <p:cond delay="0"/>
                                          </p:stCondLst>
                                        </p:cTn>
                                        <p:tgtEl>
                                          <p:spTgt spid="29"/>
                                        </p:tgtEl>
                                        <p:attrNameLst>
                                          <p:attrName>style.visibility</p:attrName>
                                        </p:attrNameLst>
                                      </p:cBhvr>
                                      <p:to>
                                        <p:strVal val="visible"/>
                                      </p:to>
                                    </p:set>
                                    <p:animEffect transition="in" filter="fade">
                                      <p:cBhvr>
                                        <p:cTn id="66" dur="500"/>
                                        <p:tgtEl>
                                          <p:spTgt spid="29"/>
                                        </p:tgtEl>
                                      </p:cBhvr>
                                    </p:animEffect>
                                  </p:childTnLst>
                                </p:cTn>
                              </p:par>
                              <p:par>
                                <p:cTn id="67" presetID="10" presetClass="entr" presetSubtype="0" fill="hold" nodeType="withEffect">
                                  <p:stCondLst>
                                    <p:cond delay="0"/>
                                  </p:stCondLst>
                                  <p:childTnLst>
                                    <p:set>
                                      <p:cBhvr>
                                        <p:cTn id="68" dur="1" fill="hold">
                                          <p:stCondLst>
                                            <p:cond delay="0"/>
                                          </p:stCondLst>
                                        </p:cTn>
                                        <p:tgtEl>
                                          <p:spTgt spid="30"/>
                                        </p:tgtEl>
                                        <p:attrNameLst>
                                          <p:attrName>style.visibility</p:attrName>
                                        </p:attrNameLst>
                                      </p:cBhvr>
                                      <p:to>
                                        <p:strVal val="visible"/>
                                      </p:to>
                                    </p:set>
                                    <p:animEffect transition="in" filter="fade">
                                      <p:cBhvr>
                                        <p:cTn id="69" dur="500"/>
                                        <p:tgtEl>
                                          <p:spTgt spid="30"/>
                                        </p:tgtEl>
                                      </p:cBhvr>
                                    </p:animEffect>
                                  </p:childTnLst>
                                </p:cTn>
                              </p:par>
                              <p:par>
                                <p:cTn id="70" presetID="10" presetClass="entr" presetSubtype="0" fill="hold" grpId="0" nodeType="withEffect">
                                  <p:stCondLst>
                                    <p:cond delay="0"/>
                                  </p:stCondLst>
                                  <p:childTnLst>
                                    <p:set>
                                      <p:cBhvr>
                                        <p:cTn id="71" dur="1" fill="hold">
                                          <p:stCondLst>
                                            <p:cond delay="0"/>
                                          </p:stCondLst>
                                        </p:cTn>
                                        <p:tgtEl>
                                          <p:spTgt spid="25"/>
                                        </p:tgtEl>
                                        <p:attrNameLst>
                                          <p:attrName>style.visibility</p:attrName>
                                        </p:attrNameLst>
                                      </p:cBhvr>
                                      <p:to>
                                        <p:strVal val="visible"/>
                                      </p:to>
                                    </p:set>
                                    <p:animEffect transition="in" filter="fade">
                                      <p:cBhvr>
                                        <p:cTn id="72" dur="500"/>
                                        <p:tgtEl>
                                          <p:spTgt spid="25"/>
                                        </p:tgtEl>
                                      </p:cBhvr>
                                    </p:animEffect>
                                  </p:childTnLst>
                                </p:cTn>
                              </p:par>
                              <p:par>
                                <p:cTn id="73" presetID="10" presetClass="entr" presetSubtype="0" fill="hold" grpId="0" nodeType="withEffect">
                                  <p:stCondLst>
                                    <p:cond delay="0"/>
                                  </p:stCondLst>
                                  <p:childTnLst>
                                    <p:set>
                                      <p:cBhvr>
                                        <p:cTn id="74" dur="1" fill="hold">
                                          <p:stCondLst>
                                            <p:cond delay="0"/>
                                          </p:stCondLst>
                                        </p:cTn>
                                        <p:tgtEl>
                                          <p:spTgt spid="26"/>
                                        </p:tgtEl>
                                        <p:attrNameLst>
                                          <p:attrName>style.visibility</p:attrName>
                                        </p:attrNameLst>
                                      </p:cBhvr>
                                      <p:to>
                                        <p:strVal val="visible"/>
                                      </p:to>
                                    </p:set>
                                    <p:animEffect transition="in" filter="fade">
                                      <p:cBhvr>
                                        <p:cTn id="75" dur="500"/>
                                        <p:tgtEl>
                                          <p:spTgt spid="26"/>
                                        </p:tgtEl>
                                      </p:cBhvr>
                                    </p:animEffect>
                                  </p:childTnLst>
                                </p:cTn>
                              </p:par>
                              <p:par>
                                <p:cTn id="76" presetID="10" presetClass="entr" presetSubtype="0" fill="hold" grpId="0" nodeType="withEffect">
                                  <p:stCondLst>
                                    <p:cond delay="0"/>
                                  </p:stCondLst>
                                  <p:childTnLst>
                                    <p:set>
                                      <p:cBhvr>
                                        <p:cTn id="77" dur="1" fill="hold">
                                          <p:stCondLst>
                                            <p:cond delay="0"/>
                                          </p:stCondLst>
                                        </p:cTn>
                                        <p:tgtEl>
                                          <p:spTgt spid="27"/>
                                        </p:tgtEl>
                                        <p:attrNameLst>
                                          <p:attrName>style.visibility</p:attrName>
                                        </p:attrNameLst>
                                      </p:cBhvr>
                                      <p:to>
                                        <p:strVal val="visible"/>
                                      </p:to>
                                    </p:set>
                                    <p:animEffect transition="in" filter="fade">
                                      <p:cBhvr>
                                        <p:cTn id="78" dur="500"/>
                                        <p:tgtEl>
                                          <p:spTgt spid="27"/>
                                        </p:tgtEl>
                                      </p:cBhvr>
                                    </p:animEffect>
                                  </p:childTnLst>
                                </p:cTn>
                              </p:par>
                              <p:par>
                                <p:cTn id="79" presetID="10" presetClass="entr" presetSubtype="0" fill="hold" grpId="0" nodeType="withEffect">
                                  <p:stCondLst>
                                    <p:cond delay="0"/>
                                  </p:stCondLst>
                                  <p:childTnLst>
                                    <p:set>
                                      <p:cBhvr>
                                        <p:cTn id="80" dur="1" fill="hold">
                                          <p:stCondLst>
                                            <p:cond delay="0"/>
                                          </p:stCondLst>
                                        </p:cTn>
                                        <p:tgtEl>
                                          <p:spTgt spid="31"/>
                                        </p:tgtEl>
                                        <p:attrNameLst>
                                          <p:attrName>style.visibility</p:attrName>
                                        </p:attrNameLst>
                                      </p:cBhvr>
                                      <p:to>
                                        <p:strVal val="visible"/>
                                      </p:to>
                                    </p:set>
                                    <p:animEffect transition="in" filter="fade">
                                      <p:cBhvr>
                                        <p:cTn id="81" dur="500"/>
                                        <p:tgtEl>
                                          <p:spTgt spid="31"/>
                                        </p:tgtEl>
                                      </p:cBhvr>
                                    </p:animEffect>
                                  </p:childTnLst>
                                </p:cTn>
                              </p:par>
                            </p:childTnLst>
                          </p:cTn>
                        </p:par>
                      </p:childTnLst>
                    </p:cTn>
                  </p:par>
                  <p:par>
                    <p:cTn id="82" fill="hold">
                      <p:stCondLst>
                        <p:cond delay="indefinite"/>
                      </p:stCondLst>
                      <p:childTnLst>
                        <p:par>
                          <p:cTn id="83" fill="hold">
                            <p:stCondLst>
                              <p:cond delay="0"/>
                            </p:stCondLst>
                            <p:childTnLst>
                              <p:par>
                                <p:cTn id="84" presetID="10" presetClass="entr" presetSubtype="0" fill="hold" nodeType="clickEffect">
                                  <p:stCondLst>
                                    <p:cond delay="0"/>
                                  </p:stCondLst>
                                  <p:childTnLst>
                                    <p:set>
                                      <p:cBhvr>
                                        <p:cTn id="85" dur="1" fill="hold">
                                          <p:stCondLst>
                                            <p:cond delay="0"/>
                                          </p:stCondLst>
                                        </p:cTn>
                                        <p:tgtEl>
                                          <p:spTgt spid="5">
                                            <p:txEl>
                                              <p:pRg st="5" end="5"/>
                                            </p:txEl>
                                          </p:spTgt>
                                        </p:tgtEl>
                                        <p:attrNameLst>
                                          <p:attrName>style.visibility</p:attrName>
                                        </p:attrNameLst>
                                      </p:cBhvr>
                                      <p:to>
                                        <p:strVal val="visible"/>
                                      </p:to>
                                    </p:set>
                                    <p:animEffect transition="in" filter="fade">
                                      <p:cBhvr>
                                        <p:cTn id="86" dur="500"/>
                                        <p:tgtEl>
                                          <p:spTgt spid="5">
                                            <p:txEl>
                                              <p:pRg st="5" end="5"/>
                                            </p:txEl>
                                          </p:spTgt>
                                        </p:tgtEl>
                                      </p:cBhvr>
                                    </p:animEffect>
                                  </p:childTnLst>
                                </p:cTn>
                              </p:par>
                            </p:childTnLst>
                          </p:cTn>
                        </p:par>
                      </p:childTnLst>
                    </p:cTn>
                  </p:par>
                  <p:par>
                    <p:cTn id="87" fill="hold">
                      <p:stCondLst>
                        <p:cond delay="indefinite"/>
                      </p:stCondLst>
                      <p:childTnLst>
                        <p:par>
                          <p:cTn id="88" fill="hold">
                            <p:stCondLst>
                              <p:cond delay="0"/>
                            </p:stCondLst>
                            <p:childTnLst>
                              <p:par>
                                <p:cTn id="89" presetID="10" presetClass="entr" presetSubtype="0" fill="hold" nodeType="clickEffect">
                                  <p:stCondLst>
                                    <p:cond delay="0"/>
                                  </p:stCondLst>
                                  <p:childTnLst>
                                    <p:set>
                                      <p:cBhvr>
                                        <p:cTn id="90" dur="1" fill="hold">
                                          <p:stCondLst>
                                            <p:cond delay="0"/>
                                          </p:stCondLst>
                                        </p:cTn>
                                        <p:tgtEl>
                                          <p:spTgt spid="5">
                                            <p:txEl>
                                              <p:pRg st="7" end="7"/>
                                            </p:txEl>
                                          </p:spTgt>
                                        </p:tgtEl>
                                        <p:attrNameLst>
                                          <p:attrName>style.visibility</p:attrName>
                                        </p:attrNameLst>
                                      </p:cBhvr>
                                      <p:to>
                                        <p:strVal val="visible"/>
                                      </p:to>
                                    </p:set>
                                    <p:animEffect transition="in" filter="fade">
                                      <p:cBhvr>
                                        <p:cTn id="91" dur="500"/>
                                        <p:tgtEl>
                                          <p:spTgt spid="5">
                                            <p:txEl>
                                              <p:pRg st="7" end="7"/>
                                            </p:txEl>
                                          </p:spTgt>
                                        </p:tgtEl>
                                      </p:cBhvr>
                                    </p:animEffect>
                                  </p:childTnLst>
                                </p:cTn>
                              </p:par>
                            </p:childTnLst>
                          </p:cTn>
                        </p:par>
                      </p:childTnLst>
                    </p:cTn>
                  </p:par>
                  <p:par>
                    <p:cTn id="92" fill="hold">
                      <p:stCondLst>
                        <p:cond delay="indefinite"/>
                      </p:stCondLst>
                      <p:childTnLst>
                        <p:par>
                          <p:cTn id="93" fill="hold">
                            <p:stCondLst>
                              <p:cond delay="0"/>
                            </p:stCondLst>
                            <p:childTnLst>
                              <p:par>
                                <p:cTn id="94" presetID="10" presetClass="entr" presetSubtype="0" fill="hold" nodeType="clickEffect">
                                  <p:stCondLst>
                                    <p:cond delay="0"/>
                                  </p:stCondLst>
                                  <p:childTnLst>
                                    <p:set>
                                      <p:cBhvr>
                                        <p:cTn id="95" dur="1" fill="hold">
                                          <p:stCondLst>
                                            <p:cond delay="0"/>
                                          </p:stCondLst>
                                        </p:cTn>
                                        <p:tgtEl>
                                          <p:spTgt spid="5">
                                            <p:txEl>
                                              <p:pRg st="8" end="8"/>
                                            </p:txEl>
                                          </p:spTgt>
                                        </p:tgtEl>
                                        <p:attrNameLst>
                                          <p:attrName>style.visibility</p:attrName>
                                        </p:attrNameLst>
                                      </p:cBhvr>
                                      <p:to>
                                        <p:strVal val="visible"/>
                                      </p:to>
                                    </p:set>
                                    <p:animEffect transition="in" filter="fade">
                                      <p:cBhvr>
                                        <p:cTn id="96" dur="500"/>
                                        <p:tgtEl>
                                          <p:spTgt spid="5">
                                            <p:txEl>
                                              <p:pRg st="8" end="8"/>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build="p"/>
      <p:bldP spid="4" grpId="0" animBg="1"/>
      <p:bldP spid="6" grpId="0" animBg="1"/>
      <p:bldP spid="7" grpId="0" animBg="1"/>
      <p:bldP spid="8" grpId="0" animBg="1"/>
      <p:bldP spid="9" grpId="0"/>
      <p:bldP spid="17" grpId="0"/>
      <p:bldP spid="18" grpId="0"/>
      <p:bldP spid="19" grpId="0"/>
      <p:bldP spid="20" grpId="0"/>
      <p:bldP spid="21" grpId="0"/>
      <p:bldP spid="24" grpId="0" animBg="1"/>
      <p:bldP spid="25" grpId="0" animBg="1"/>
      <p:bldP spid="26" grpId="0" animBg="1"/>
      <p:bldP spid="27" grpId="0" animBg="1"/>
      <p:bldP spid="31" grpId="0"/>
      <p:bldP spid="32" grpId="0"/>
    </p:bldLst>
  </p:timing>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Content Placeholder 5"/>
          <p:cNvSpPr>
            <a:spLocks noGrp="1"/>
          </p:cNvSpPr>
          <p:nvPr>
            <p:ph idx="1"/>
          </p:nvPr>
        </p:nvSpPr>
        <p:spPr>
          <a:xfrm>
            <a:off x="699247" y="2248347"/>
            <a:ext cx="7745505" cy="4132981"/>
          </a:xfrm>
        </p:spPr>
        <p:txBody>
          <a:bodyPr>
            <a:normAutofit lnSpcReduction="10000"/>
          </a:bodyPr>
          <a:lstStyle/>
          <a:p>
            <a:pPr marL="0" lvl="0" indent="0" algn="just">
              <a:buNone/>
            </a:pPr>
            <a:r>
              <a:rPr lang="en-US" sz="3600" b="1" dirty="0">
                <a:solidFill>
                  <a:srgbClr val="FF0000"/>
                </a:solidFill>
              </a:rPr>
              <a:t>In a farm there are few hens and sheep. If heads are counted, there are 120 and if the legs are counted, there are 390. Find the total no of hens in that farm?</a:t>
            </a:r>
            <a:endParaRPr lang="en-IN" sz="3600" b="1" dirty="0">
              <a:solidFill>
                <a:srgbClr val="FF0000"/>
              </a:solidFill>
            </a:endParaRPr>
          </a:p>
          <a:p>
            <a:pPr marL="0" indent="0">
              <a:buNone/>
            </a:pPr>
            <a:r>
              <a:rPr lang="en-US" sz="3600" b="1" dirty="0"/>
              <a:t>	a)60				b)45		</a:t>
            </a:r>
          </a:p>
          <a:p>
            <a:pPr marL="0" indent="0">
              <a:buNone/>
            </a:pPr>
            <a:r>
              <a:rPr lang="en-US" sz="3600" b="1" dirty="0"/>
              <a:t>	c)90				d)75</a:t>
            </a:r>
            <a:endParaRPr lang="en-IN" sz="3600" b="1" dirty="0"/>
          </a:p>
          <a:p>
            <a:pPr marL="0" indent="0">
              <a:buNone/>
            </a:pPr>
            <a:endParaRPr lang="en-IN" b="1" dirty="0">
              <a:solidFill>
                <a:srgbClr val="FF0000"/>
              </a:solidFill>
            </a:endParaRPr>
          </a:p>
        </p:txBody>
      </p:sp>
      <p:sp>
        <p:nvSpPr>
          <p:cNvPr id="5" name="Title 4"/>
          <p:cNvSpPr>
            <a:spLocks noGrp="1"/>
          </p:cNvSpPr>
          <p:nvPr>
            <p:ph type="title"/>
          </p:nvPr>
        </p:nvSpPr>
        <p:spPr/>
        <p:txBody>
          <a:bodyPr/>
          <a:lstStyle/>
          <a:p>
            <a:pPr algn="l"/>
            <a:r>
              <a:rPr lang="en-IN" b="1" dirty="0">
                <a:solidFill>
                  <a:srgbClr val="FF0000"/>
                </a:solidFill>
              </a:rPr>
              <a:t>Q.20)</a:t>
            </a:r>
            <a:r>
              <a:rPr lang="en-IN" dirty="0"/>
              <a:t> </a:t>
            </a:r>
          </a:p>
        </p:txBody>
      </p:sp>
    </p:spTree>
    <p:extLst>
      <p:ext uri="{BB962C8B-B14F-4D97-AF65-F5344CB8AC3E}">
        <p14:creationId xmlns:p14="http://schemas.microsoft.com/office/powerpoint/2010/main" val="2987747295"/>
      </p:ext>
    </p:extLst>
  </p:cSld>
  <p:clrMapOvr>
    <a:masterClrMapping/>
  </p:clrMapOvr>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p:cNvSpPr>
            <a:spLocks noGrp="1"/>
          </p:cNvSpPr>
          <p:nvPr>
            <p:ph type="title"/>
          </p:nvPr>
        </p:nvSpPr>
        <p:spPr/>
        <p:txBody>
          <a:bodyPr/>
          <a:lstStyle/>
          <a:p>
            <a:pPr algn="l"/>
            <a:r>
              <a:rPr lang="en-IN" b="1" dirty="0">
                <a:solidFill>
                  <a:srgbClr val="00B050"/>
                </a:solidFill>
              </a:rPr>
              <a:t>Q.20) Explanation</a:t>
            </a:r>
            <a:endParaRPr lang="en-IN" dirty="0"/>
          </a:p>
        </p:txBody>
      </p:sp>
      <p:sp>
        <p:nvSpPr>
          <p:cNvPr id="4" name="Content Placeholder 3"/>
          <p:cNvSpPr>
            <a:spLocks noGrp="1"/>
          </p:cNvSpPr>
          <p:nvPr>
            <p:ph sz="quarter" idx="13"/>
          </p:nvPr>
        </p:nvSpPr>
        <p:spPr>
          <a:xfrm>
            <a:off x="685800" y="1988840"/>
            <a:ext cx="3803904" cy="4128496"/>
          </a:xfrm>
        </p:spPr>
        <p:txBody>
          <a:bodyPr/>
          <a:lstStyle/>
          <a:p>
            <a:pPr marL="0" indent="0">
              <a:buNone/>
            </a:pPr>
            <a:r>
              <a:rPr lang="en-IN" dirty="0"/>
              <a:t> </a:t>
            </a:r>
          </a:p>
          <a:p>
            <a:pPr marL="0" indent="0">
              <a:buNone/>
            </a:pPr>
            <a:endParaRPr lang="en-IN" dirty="0"/>
          </a:p>
          <a:p>
            <a:pPr marL="0" indent="0">
              <a:buNone/>
            </a:pPr>
            <a:endParaRPr lang="en-IN" dirty="0"/>
          </a:p>
          <a:p>
            <a:pPr marL="0" indent="0">
              <a:buNone/>
            </a:pPr>
            <a:endParaRPr lang="en-IN" dirty="0"/>
          </a:p>
          <a:p>
            <a:pPr marL="0" indent="0">
              <a:buNone/>
            </a:pPr>
            <a:endParaRPr lang="en-IN" dirty="0"/>
          </a:p>
          <a:p>
            <a:pPr marL="0" indent="0">
              <a:buNone/>
            </a:pPr>
            <a:endParaRPr lang="en-IN" dirty="0"/>
          </a:p>
          <a:p>
            <a:pPr marL="0" indent="0">
              <a:buNone/>
            </a:pPr>
            <a:endParaRPr lang="en-IN" dirty="0"/>
          </a:p>
          <a:p>
            <a:pPr marL="0" indent="0">
              <a:buNone/>
            </a:pPr>
            <a:r>
              <a:rPr lang="en-IN" dirty="0"/>
              <a:t>	</a:t>
            </a:r>
            <a:endParaRPr lang="en-IN" dirty="0">
              <a:solidFill>
                <a:schemeClr val="tx1"/>
              </a:solidFill>
            </a:endParaRPr>
          </a:p>
        </p:txBody>
      </p:sp>
      <p:sp>
        <p:nvSpPr>
          <p:cNvPr id="5" name="Content Placeholder 4"/>
          <p:cNvSpPr>
            <a:spLocks noGrp="1"/>
          </p:cNvSpPr>
          <p:nvPr>
            <p:ph sz="quarter" idx="14"/>
          </p:nvPr>
        </p:nvSpPr>
        <p:spPr/>
        <p:txBody>
          <a:bodyPr/>
          <a:lstStyle/>
          <a:p>
            <a:pPr marL="0" indent="0">
              <a:buNone/>
            </a:pPr>
            <a:r>
              <a:rPr lang="en-IN" dirty="0">
                <a:solidFill>
                  <a:schemeClr val="tx1"/>
                </a:solidFill>
              </a:rPr>
              <a:t>   2x + 480 – 4x = 390</a:t>
            </a:r>
          </a:p>
          <a:p>
            <a:pPr marL="0" indent="0">
              <a:buNone/>
            </a:pPr>
            <a:endParaRPr lang="en-IN" dirty="0">
              <a:solidFill>
                <a:schemeClr val="tx1"/>
              </a:solidFill>
            </a:endParaRPr>
          </a:p>
          <a:p>
            <a:pPr marL="0" indent="0">
              <a:buNone/>
            </a:pPr>
            <a:r>
              <a:rPr lang="en-IN" dirty="0">
                <a:solidFill>
                  <a:schemeClr val="tx1"/>
                </a:solidFill>
              </a:rPr>
              <a:t>           2x = 90</a:t>
            </a:r>
          </a:p>
          <a:p>
            <a:pPr marL="0" indent="0">
              <a:buNone/>
            </a:pPr>
            <a:r>
              <a:rPr lang="en-IN" dirty="0">
                <a:solidFill>
                  <a:schemeClr val="tx1"/>
                </a:solidFill>
              </a:rPr>
              <a:t>	x = 45</a:t>
            </a:r>
          </a:p>
          <a:p>
            <a:pPr marL="0" indent="0">
              <a:buNone/>
            </a:pPr>
            <a:endParaRPr lang="en-IN" dirty="0">
              <a:solidFill>
                <a:schemeClr val="tx1"/>
              </a:solidFill>
            </a:endParaRPr>
          </a:p>
          <a:p>
            <a:pPr marL="0" indent="0">
              <a:buNone/>
            </a:pPr>
            <a:r>
              <a:rPr lang="en-IN" b="1" dirty="0">
                <a:solidFill>
                  <a:srgbClr val="00B050"/>
                </a:solidFill>
              </a:rPr>
              <a:t>Hens = </a:t>
            </a:r>
            <a:r>
              <a:rPr lang="en-IN" b="1" dirty="0">
                <a:solidFill>
                  <a:srgbClr val="FF0000"/>
                </a:solidFill>
              </a:rPr>
              <a:t>x </a:t>
            </a:r>
            <a:r>
              <a:rPr lang="en-IN" b="1" dirty="0">
                <a:solidFill>
                  <a:srgbClr val="00B050"/>
                </a:solidFill>
              </a:rPr>
              <a:t>=&gt; 45</a:t>
            </a:r>
          </a:p>
          <a:p>
            <a:pPr marL="0" indent="0">
              <a:buNone/>
            </a:pPr>
            <a:endParaRPr lang="en-IN" b="1" dirty="0">
              <a:solidFill>
                <a:srgbClr val="00B050"/>
              </a:solidFill>
            </a:endParaRPr>
          </a:p>
          <a:p>
            <a:pPr marL="0" indent="0">
              <a:buNone/>
            </a:pPr>
            <a:r>
              <a:rPr lang="en-IN" b="1" dirty="0">
                <a:solidFill>
                  <a:srgbClr val="00B050"/>
                </a:solidFill>
              </a:rPr>
              <a:t>Sheep =  </a:t>
            </a:r>
            <a:r>
              <a:rPr lang="en-IN" b="1" dirty="0">
                <a:solidFill>
                  <a:srgbClr val="FF0000"/>
                </a:solidFill>
              </a:rPr>
              <a:t>120 – x </a:t>
            </a:r>
            <a:r>
              <a:rPr lang="en-IN" b="1" dirty="0">
                <a:solidFill>
                  <a:srgbClr val="00B050"/>
                </a:solidFill>
              </a:rPr>
              <a:t>=&gt; 75</a:t>
            </a:r>
          </a:p>
          <a:p>
            <a:pPr marL="0" indent="0">
              <a:buNone/>
            </a:pPr>
            <a:endParaRPr lang="en-IN" dirty="0"/>
          </a:p>
        </p:txBody>
      </p:sp>
      <p:sp>
        <p:nvSpPr>
          <p:cNvPr id="6" name="TextBox 5"/>
          <p:cNvSpPr txBox="1"/>
          <p:nvPr/>
        </p:nvSpPr>
        <p:spPr>
          <a:xfrm>
            <a:off x="2016512" y="2282693"/>
            <a:ext cx="720080" cy="369332"/>
          </a:xfrm>
          <a:prstGeom prst="rect">
            <a:avLst/>
          </a:prstGeom>
          <a:noFill/>
          <a:ln>
            <a:solidFill>
              <a:schemeClr val="tx1"/>
            </a:solidFill>
          </a:ln>
        </p:spPr>
        <p:txBody>
          <a:bodyPr wrap="square" rtlCol="0">
            <a:spAutoFit/>
          </a:bodyPr>
          <a:lstStyle/>
          <a:p>
            <a:pPr algn="ctr"/>
            <a:r>
              <a:rPr lang="en-IN" dirty="0"/>
              <a:t>120</a:t>
            </a:r>
          </a:p>
        </p:txBody>
      </p:sp>
      <mc:AlternateContent xmlns:mc="http://schemas.openxmlformats.org/markup-compatibility/2006" xmlns:a14="http://schemas.microsoft.com/office/drawing/2010/main">
        <mc:Choice Requires="a14">
          <p:sp>
            <p:nvSpPr>
              <p:cNvPr id="7" name="TextBox 6"/>
              <p:cNvSpPr txBox="1"/>
              <p:nvPr/>
            </p:nvSpPr>
            <p:spPr>
              <a:xfrm>
                <a:off x="1296432" y="3110074"/>
                <a:ext cx="720080" cy="400110"/>
              </a:xfrm>
              <a:prstGeom prst="rect">
                <a:avLst/>
              </a:prstGeom>
              <a:noFill/>
              <a:ln>
                <a:solidFill>
                  <a:schemeClr val="tx1"/>
                </a:solidFill>
              </a:ln>
            </p:spPr>
            <p:txBody>
              <a:bodyPr wrap="square" rtlCol="0">
                <a:spAutoFit/>
              </a:bodyPr>
              <a:lstStyle/>
              <a:p>
                <a:pPr algn="ctr"/>
                <a14:m>
                  <m:oMathPara xmlns:m="http://schemas.openxmlformats.org/officeDocument/2006/math">
                    <m:oMathParaPr>
                      <m:jc m:val="centerGroup"/>
                    </m:oMathParaPr>
                    <m:oMath xmlns:m="http://schemas.openxmlformats.org/officeDocument/2006/math">
                      <m:r>
                        <a:rPr lang="en-IN" sz="2000" b="1" i="1" dirty="0" smtClean="0">
                          <a:latin typeface="Cambria Math"/>
                        </a:rPr>
                        <m:t>𝒙</m:t>
                      </m:r>
                    </m:oMath>
                  </m:oMathPara>
                </a14:m>
                <a:endParaRPr lang="en-IN" b="1" dirty="0"/>
              </a:p>
            </p:txBody>
          </p:sp>
        </mc:Choice>
        <mc:Fallback xmlns="">
          <p:sp>
            <p:nvSpPr>
              <p:cNvPr id="7" name="TextBox 6"/>
              <p:cNvSpPr txBox="1">
                <a:spLocks noRot="1" noChangeAspect="1" noMove="1" noResize="1" noEditPoints="1" noAdjustHandles="1" noChangeArrowheads="1" noChangeShapeType="1" noTextEdit="1"/>
              </p:cNvSpPr>
              <p:nvPr/>
            </p:nvSpPr>
            <p:spPr>
              <a:xfrm>
                <a:off x="1296432" y="3110074"/>
                <a:ext cx="720080" cy="400110"/>
              </a:xfrm>
              <a:prstGeom prst="rect">
                <a:avLst/>
              </a:prstGeom>
              <a:blipFill rotWithShape="1">
                <a:blip r:embed="rId2"/>
                <a:stretch>
                  <a:fillRect/>
                </a:stretch>
              </a:blipFill>
              <a:ln>
                <a:solidFill>
                  <a:schemeClr val="tx1"/>
                </a:solidFill>
              </a:ln>
            </p:spPr>
            <p:txBody>
              <a:bodyPr/>
              <a:lstStyle/>
              <a:p>
                <a:r>
                  <a:rPr lang="en-IN">
                    <a:noFill/>
                  </a:rPr>
                  <a:t> </a:t>
                </a:r>
              </a:p>
            </p:txBody>
          </p:sp>
        </mc:Fallback>
      </mc:AlternateContent>
      <mc:AlternateContent xmlns:mc="http://schemas.openxmlformats.org/markup-compatibility/2006" xmlns:a14="http://schemas.microsoft.com/office/drawing/2010/main">
        <mc:Choice Requires="a14">
          <p:sp>
            <p:nvSpPr>
              <p:cNvPr id="8" name="TextBox 7"/>
              <p:cNvSpPr txBox="1"/>
              <p:nvPr/>
            </p:nvSpPr>
            <p:spPr>
              <a:xfrm>
                <a:off x="2529784" y="3094811"/>
                <a:ext cx="1106112" cy="400110"/>
              </a:xfrm>
              <a:prstGeom prst="rect">
                <a:avLst/>
              </a:prstGeom>
              <a:noFill/>
              <a:ln>
                <a:solidFill>
                  <a:schemeClr val="tx1"/>
                </a:solidFill>
              </a:ln>
            </p:spPr>
            <p:txBody>
              <a:bodyPr wrap="square" rtlCol="0">
                <a:spAutoFit/>
              </a:bodyPr>
              <a:lstStyle/>
              <a:p>
                <a:pPr algn="ctr"/>
                <a:r>
                  <a:rPr lang="en-IN" sz="2000" b="1" dirty="0"/>
                  <a:t>120 </a:t>
                </a:r>
                <a14:m>
                  <m:oMath xmlns:m="http://schemas.openxmlformats.org/officeDocument/2006/math">
                    <m:r>
                      <a:rPr lang="en-IN" sz="2000" b="1" i="1" dirty="0" smtClean="0">
                        <a:latin typeface="Cambria Math"/>
                      </a:rPr>
                      <m:t>− </m:t>
                    </m:r>
                    <m:r>
                      <a:rPr lang="en-IN" sz="2000" b="1" i="1" dirty="0" smtClean="0">
                        <a:latin typeface="Cambria Math"/>
                      </a:rPr>
                      <m:t>𝒙</m:t>
                    </m:r>
                  </m:oMath>
                </a14:m>
                <a:endParaRPr lang="en-IN" sz="2000" b="1" dirty="0"/>
              </a:p>
            </p:txBody>
          </p:sp>
        </mc:Choice>
        <mc:Fallback xmlns="">
          <p:sp>
            <p:nvSpPr>
              <p:cNvPr id="8" name="TextBox 7"/>
              <p:cNvSpPr txBox="1">
                <a:spLocks noRot="1" noChangeAspect="1" noMove="1" noResize="1" noEditPoints="1" noAdjustHandles="1" noChangeArrowheads="1" noChangeShapeType="1" noTextEdit="1"/>
              </p:cNvSpPr>
              <p:nvPr/>
            </p:nvSpPr>
            <p:spPr>
              <a:xfrm>
                <a:off x="2529784" y="3094811"/>
                <a:ext cx="1106112" cy="400110"/>
              </a:xfrm>
              <a:prstGeom prst="rect">
                <a:avLst/>
              </a:prstGeom>
              <a:blipFill rotWithShape="1">
                <a:blip r:embed="rId3"/>
                <a:stretch>
                  <a:fillRect l="-1093" t="-5970" b="-25373"/>
                </a:stretch>
              </a:blipFill>
              <a:ln>
                <a:solidFill>
                  <a:schemeClr val="tx1"/>
                </a:solidFill>
              </a:ln>
            </p:spPr>
            <p:txBody>
              <a:bodyPr/>
              <a:lstStyle/>
              <a:p>
                <a:r>
                  <a:rPr lang="en-IN">
                    <a:noFill/>
                  </a:rPr>
                  <a:t> </a:t>
                </a:r>
              </a:p>
            </p:txBody>
          </p:sp>
        </mc:Fallback>
      </mc:AlternateContent>
      <p:sp>
        <p:nvSpPr>
          <p:cNvPr id="9" name="TextBox 8"/>
          <p:cNvSpPr txBox="1"/>
          <p:nvPr/>
        </p:nvSpPr>
        <p:spPr>
          <a:xfrm>
            <a:off x="1165412" y="3464143"/>
            <a:ext cx="982120" cy="369332"/>
          </a:xfrm>
          <a:prstGeom prst="rect">
            <a:avLst/>
          </a:prstGeom>
          <a:noFill/>
        </p:spPr>
        <p:txBody>
          <a:bodyPr wrap="square" rtlCol="0">
            <a:spAutoFit/>
          </a:bodyPr>
          <a:lstStyle/>
          <a:p>
            <a:pPr algn="ctr"/>
            <a:r>
              <a:rPr lang="en-IN" b="1" dirty="0"/>
              <a:t>Hens</a:t>
            </a:r>
          </a:p>
        </p:txBody>
      </p:sp>
      <p:sp>
        <p:nvSpPr>
          <p:cNvPr id="11" name="TextBox 10"/>
          <p:cNvSpPr txBox="1"/>
          <p:nvPr/>
        </p:nvSpPr>
        <p:spPr>
          <a:xfrm>
            <a:off x="2518083" y="3479406"/>
            <a:ext cx="982120" cy="369332"/>
          </a:xfrm>
          <a:prstGeom prst="rect">
            <a:avLst/>
          </a:prstGeom>
          <a:noFill/>
        </p:spPr>
        <p:txBody>
          <a:bodyPr wrap="square" rtlCol="0">
            <a:spAutoFit/>
          </a:bodyPr>
          <a:lstStyle/>
          <a:p>
            <a:pPr algn="ctr"/>
            <a:r>
              <a:rPr lang="en-IN" b="1" dirty="0"/>
              <a:t>Sheep</a:t>
            </a:r>
          </a:p>
        </p:txBody>
      </p:sp>
      <p:cxnSp>
        <p:nvCxnSpPr>
          <p:cNvPr id="13" name="Straight Arrow Connector 12"/>
          <p:cNvCxnSpPr>
            <a:stCxn id="6" idx="2"/>
            <a:endCxn id="7" idx="0"/>
          </p:cNvCxnSpPr>
          <p:nvPr/>
        </p:nvCxnSpPr>
        <p:spPr>
          <a:xfrm flipH="1">
            <a:off x="1656472" y="2652025"/>
            <a:ext cx="720080" cy="458049"/>
          </a:xfrm>
          <a:prstGeom prst="straightConnector1">
            <a:avLst/>
          </a:prstGeom>
          <a:ln w="38100">
            <a:solidFill>
              <a:srgbClr val="FF0000"/>
            </a:solidFill>
            <a:tailEnd type="arrow"/>
          </a:ln>
        </p:spPr>
        <p:style>
          <a:lnRef idx="1">
            <a:schemeClr val="accent1"/>
          </a:lnRef>
          <a:fillRef idx="0">
            <a:schemeClr val="accent1"/>
          </a:fillRef>
          <a:effectRef idx="0">
            <a:schemeClr val="accent1"/>
          </a:effectRef>
          <a:fontRef idx="minor">
            <a:schemeClr val="tx1"/>
          </a:fontRef>
        </p:style>
      </p:cxnSp>
      <p:cxnSp>
        <p:nvCxnSpPr>
          <p:cNvPr id="15" name="Straight Arrow Connector 14"/>
          <p:cNvCxnSpPr>
            <a:stCxn id="6" idx="2"/>
            <a:endCxn id="8" idx="0"/>
          </p:cNvCxnSpPr>
          <p:nvPr/>
        </p:nvCxnSpPr>
        <p:spPr>
          <a:xfrm>
            <a:off x="2376552" y="2652025"/>
            <a:ext cx="706288" cy="442786"/>
          </a:xfrm>
          <a:prstGeom prst="straightConnector1">
            <a:avLst/>
          </a:prstGeom>
          <a:ln w="38100">
            <a:solidFill>
              <a:srgbClr val="FF0000"/>
            </a:solidFill>
            <a:tailEnd type="arrow"/>
          </a:ln>
        </p:spPr>
        <p:style>
          <a:lnRef idx="1">
            <a:schemeClr val="accent1"/>
          </a:lnRef>
          <a:fillRef idx="0">
            <a:schemeClr val="accent1"/>
          </a:fillRef>
          <a:effectRef idx="0">
            <a:schemeClr val="accent1"/>
          </a:effectRef>
          <a:fontRef idx="minor">
            <a:schemeClr val="tx1"/>
          </a:fontRef>
        </p:style>
      </p:cxnSp>
      <p:sp>
        <p:nvSpPr>
          <p:cNvPr id="18" name="TextBox 17"/>
          <p:cNvSpPr txBox="1"/>
          <p:nvPr/>
        </p:nvSpPr>
        <p:spPr>
          <a:xfrm>
            <a:off x="1607918" y="1913361"/>
            <a:ext cx="1843731" cy="369332"/>
          </a:xfrm>
          <a:prstGeom prst="rect">
            <a:avLst/>
          </a:prstGeom>
          <a:noFill/>
        </p:spPr>
        <p:txBody>
          <a:bodyPr wrap="square" rtlCol="0">
            <a:spAutoFit/>
          </a:bodyPr>
          <a:lstStyle/>
          <a:p>
            <a:r>
              <a:rPr lang="en-IN" b="1" dirty="0"/>
              <a:t>Total Animals</a:t>
            </a:r>
          </a:p>
        </p:txBody>
      </p:sp>
      <mc:AlternateContent xmlns:mc="http://schemas.openxmlformats.org/markup-compatibility/2006" xmlns:a14="http://schemas.microsoft.com/office/drawing/2010/main">
        <mc:Choice Requires="a14">
          <p:sp>
            <p:nvSpPr>
              <p:cNvPr id="19" name="TextBox 18"/>
              <p:cNvSpPr txBox="1"/>
              <p:nvPr/>
            </p:nvSpPr>
            <p:spPr>
              <a:xfrm>
                <a:off x="1098482" y="4287147"/>
                <a:ext cx="3262428" cy="403124"/>
              </a:xfrm>
              <a:prstGeom prst="rect">
                <a:avLst/>
              </a:prstGeom>
              <a:noFill/>
            </p:spPr>
            <p:txBody>
              <a:bodyPr wrap="square" rtlCol="0">
                <a:spAutoFit/>
              </a:bodyPr>
              <a:lstStyle/>
              <a:p>
                <a:r>
                  <a:rPr lang="en-IN" b="1" dirty="0"/>
                  <a:t>    2</a:t>
                </a:r>
                <a14:m>
                  <m:oMath xmlns:m="http://schemas.openxmlformats.org/officeDocument/2006/math">
                    <m:r>
                      <a:rPr lang="en-IN" b="1" i="1" dirty="0" smtClean="0">
                        <a:latin typeface="Cambria Math"/>
                      </a:rPr>
                      <m:t>𝒙</m:t>
                    </m:r>
                  </m:oMath>
                </a14:m>
                <a:r>
                  <a:rPr lang="en-IN" b="1" dirty="0"/>
                  <a:t>        +     4(120 </a:t>
                </a:r>
                <a14:m>
                  <m:oMath xmlns:m="http://schemas.openxmlformats.org/officeDocument/2006/math">
                    <m:r>
                      <a:rPr lang="en-IN" b="1" i="1" dirty="0" smtClean="0">
                        <a:latin typeface="Cambria Math"/>
                      </a:rPr>
                      <m:t>– </m:t>
                    </m:r>
                    <m:r>
                      <a:rPr lang="en-IN" b="1" i="1" dirty="0" smtClean="0">
                        <a:latin typeface="Cambria Math"/>
                      </a:rPr>
                      <m:t>𝒙</m:t>
                    </m:r>
                  </m:oMath>
                </a14:m>
                <a:r>
                  <a:rPr lang="en-IN" b="1" dirty="0"/>
                  <a:t>)  = 390</a:t>
                </a:r>
              </a:p>
            </p:txBody>
          </p:sp>
        </mc:Choice>
        <mc:Fallback xmlns="">
          <p:sp>
            <p:nvSpPr>
              <p:cNvPr id="19" name="TextBox 18"/>
              <p:cNvSpPr txBox="1">
                <a:spLocks noRot="1" noChangeAspect="1" noMove="1" noResize="1" noEditPoints="1" noAdjustHandles="1" noChangeArrowheads="1" noChangeShapeType="1" noTextEdit="1"/>
              </p:cNvSpPr>
              <p:nvPr/>
            </p:nvSpPr>
            <p:spPr>
              <a:xfrm>
                <a:off x="1098482" y="4287147"/>
                <a:ext cx="3262428" cy="403124"/>
              </a:xfrm>
              <a:prstGeom prst="rect">
                <a:avLst/>
              </a:prstGeom>
              <a:blipFill rotWithShape="1">
                <a:blip r:embed="rId4"/>
                <a:stretch>
                  <a:fillRect t="-1515" b="-24242"/>
                </a:stretch>
              </a:blipFill>
            </p:spPr>
            <p:txBody>
              <a:bodyPr/>
              <a:lstStyle/>
              <a:p>
                <a:r>
                  <a:rPr lang="en-IN">
                    <a:noFill/>
                  </a:rPr>
                  <a:t> </a:t>
                </a:r>
              </a:p>
            </p:txBody>
          </p:sp>
        </mc:Fallback>
      </mc:AlternateContent>
    </p:spTree>
    <p:extLst>
      <p:ext uri="{BB962C8B-B14F-4D97-AF65-F5344CB8AC3E}">
        <p14:creationId xmlns:p14="http://schemas.microsoft.com/office/powerpoint/2010/main" val="394753870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18"/>
                                        </p:tgtEl>
                                        <p:attrNameLst>
                                          <p:attrName>style.visibility</p:attrName>
                                        </p:attrNameLst>
                                      </p:cBhvr>
                                      <p:to>
                                        <p:strVal val="visible"/>
                                      </p:to>
                                    </p:set>
                                    <p:animEffect transition="in" filter="fade">
                                      <p:cBhvr>
                                        <p:cTn id="7" dur="500"/>
                                        <p:tgtEl>
                                          <p:spTgt spid="18"/>
                                        </p:tgtEl>
                                      </p:cBhvr>
                                    </p:animEffect>
                                  </p:childTnLst>
                                </p:cTn>
                              </p:par>
                              <p:par>
                                <p:cTn id="8" presetID="10" presetClass="entr" presetSubtype="0" fill="hold" grpId="0" nodeType="withEffect">
                                  <p:stCondLst>
                                    <p:cond delay="0"/>
                                  </p:stCondLst>
                                  <p:childTnLst>
                                    <p:set>
                                      <p:cBhvr>
                                        <p:cTn id="9" dur="1" fill="hold">
                                          <p:stCondLst>
                                            <p:cond delay="0"/>
                                          </p:stCondLst>
                                        </p:cTn>
                                        <p:tgtEl>
                                          <p:spTgt spid="6"/>
                                        </p:tgtEl>
                                        <p:attrNameLst>
                                          <p:attrName>style.visibility</p:attrName>
                                        </p:attrNameLst>
                                      </p:cBhvr>
                                      <p:to>
                                        <p:strVal val="visible"/>
                                      </p:to>
                                    </p:set>
                                    <p:animEffect transition="in" filter="fade">
                                      <p:cBhvr>
                                        <p:cTn id="10" dur="500"/>
                                        <p:tgtEl>
                                          <p:spTgt spid="6"/>
                                        </p:tgtEl>
                                      </p:cBhvr>
                                    </p:animEffect>
                                  </p:childTnLst>
                                </p:cTn>
                              </p:par>
                              <p:par>
                                <p:cTn id="11" presetID="10" presetClass="entr" presetSubtype="0" fill="hold" nodeType="withEffect">
                                  <p:stCondLst>
                                    <p:cond delay="0"/>
                                  </p:stCondLst>
                                  <p:childTnLst>
                                    <p:set>
                                      <p:cBhvr>
                                        <p:cTn id="12" dur="1" fill="hold">
                                          <p:stCondLst>
                                            <p:cond delay="0"/>
                                          </p:stCondLst>
                                        </p:cTn>
                                        <p:tgtEl>
                                          <p:spTgt spid="13"/>
                                        </p:tgtEl>
                                        <p:attrNameLst>
                                          <p:attrName>style.visibility</p:attrName>
                                        </p:attrNameLst>
                                      </p:cBhvr>
                                      <p:to>
                                        <p:strVal val="visible"/>
                                      </p:to>
                                    </p:set>
                                    <p:animEffect transition="in" filter="fade">
                                      <p:cBhvr>
                                        <p:cTn id="13" dur="500"/>
                                        <p:tgtEl>
                                          <p:spTgt spid="13"/>
                                        </p:tgtEl>
                                      </p:cBhvr>
                                    </p:animEffect>
                                  </p:childTnLst>
                                </p:cTn>
                              </p:par>
                              <p:par>
                                <p:cTn id="14" presetID="10" presetClass="entr" presetSubtype="0" fill="hold" nodeType="withEffect">
                                  <p:stCondLst>
                                    <p:cond delay="0"/>
                                  </p:stCondLst>
                                  <p:childTnLst>
                                    <p:set>
                                      <p:cBhvr>
                                        <p:cTn id="15" dur="1" fill="hold">
                                          <p:stCondLst>
                                            <p:cond delay="0"/>
                                          </p:stCondLst>
                                        </p:cTn>
                                        <p:tgtEl>
                                          <p:spTgt spid="15"/>
                                        </p:tgtEl>
                                        <p:attrNameLst>
                                          <p:attrName>style.visibility</p:attrName>
                                        </p:attrNameLst>
                                      </p:cBhvr>
                                      <p:to>
                                        <p:strVal val="visible"/>
                                      </p:to>
                                    </p:set>
                                    <p:animEffect transition="in" filter="fade">
                                      <p:cBhvr>
                                        <p:cTn id="16" dur="500"/>
                                        <p:tgtEl>
                                          <p:spTgt spid="15"/>
                                        </p:tgtEl>
                                      </p:cBhvr>
                                    </p:animEffect>
                                  </p:childTnLst>
                                </p:cTn>
                              </p:par>
                              <p:par>
                                <p:cTn id="17" presetID="10" presetClass="entr" presetSubtype="0" fill="hold" grpId="0" nodeType="withEffect">
                                  <p:stCondLst>
                                    <p:cond delay="0"/>
                                  </p:stCondLst>
                                  <p:childTnLst>
                                    <p:set>
                                      <p:cBhvr>
                                        <p:cTn id="18" dur="1" fill="hold">
                                          <p:stCondLst>
                                            <p:cond delay="0"/>
                                          </p:stCondLst>
                                        </p:cTn>
                                        <p:tgtEl>
                                          <p:spTgt spid="7"/>
                                        </p:tgtEl>
                                        <p:attrNameLst>
                                          <p:attrName>style.visibility</p:attrName>
                                        </p:attrNameLst>
                                      </p:cBhvr>
                                      <p:to>
                                        <p:strVal val="visible"/>
                                      </p:to>
                                    </p:set>
                                    <p:animEffect transition="in" filter="fade">
                                      <p:cBhvr>
                                        <p:cTn id="19" dur="500"/>
                                        <p:tgtEl>
                                          <p:spTgt spid="7"/>
                                        </p:tgtEl>
                                      </p:cBhvr>
                                    </p:animEffect>
                                  </p:childTnLst>
                                </p:cTn>
                              </p:par>
                              <p:par>
                                <p:cTn id="20" presetID="10" presetClass="entr" presetSubtype="0" fill="hold" grpId="0" nodeType="withEffect">
                                  <p:stCondLst>
                                    <p:cond delay="0"/>
                                  </p:stCondLst>
                                  <p:childTnLst>
                                    <p:set>
                                      <p:cBhvr>
                                        <p:cTn id="21" dur="1" fill="hold">
                                          <p:stCondLst>
                                            <p:cond delay="0"/>
                                          </p:stCondLst>
                                        </p:cTn>
                                        <p:tgtEl>
                                          <p:spTgt spid="8"/>
                                        </p:tgtEl>
                                        <p:attrNameLst>
                                          <p:attrName>style.visibility</p:attrName>
                                        </p:attrNameLst>
                                      </p:cBhvr>
                                      <p:to>
                                        <p:strVal val="visible"/>
                                      </p:to>
                                    </p:set>
                                    <p:animEffect transition="in" filter="fade">
                                      <p:cBhvr>
                                        <p:cTn id="22" dur="500"/>
                                        <p:tgtEl>
                                          <p:spTgt spid="8"/>
                                        </p:tgtEl>
                                      </p:cBhvr>
                                    </p:animEffect>
                                  </p:childTnLst>
                                </p:cTn>
                              </p:par>
                              <p:par>
                                <p:cTn id="23" presetID="10" presetClass="entr" presetSubtype="0" fill="hold" grpId="0" nodeType="withEffect">
                                  <p:stCondLst>
                                    <p:cond delay="0"/>
                                  </p:stCondLst>
                                  <p:childTnLst>
                                    <p:set>
                                      <p:cBhvr>
                                        <p:cTn id="24" dur="1" fill="hold">
                                          <p:stCondLst>
                                            <p:cond delay="0"/>
                                          </p:stCondLst>
                                        </p:cTn>
                                        <p:tgtEl>
                                          <p:spTgt spid="9"/>
                                        </p:tgtEl>
                                        <p:attrNameLst>
                                          <p:attrName>style.visibility</p:attrName>
                                        </p:attrNameLst>
                                      </p:cBhvr>
                                      <p:to>
                                        <p:strVal val="visible"/>
                                      </p:to>
                                    </p:set>
                                    <p:animEffect transition="in" filter="fade">
                                      <p:cBhvr>
                                        <p:cTn id="25" dur="500"/>
                                        <p:tgtEl>
                                          <p:spTgt spid="9"/>
                                        </p:tgtEl>
                                      </p:cBhvr>
                                    </p:animEffect>
                                  </p:childTnLst>
                                </p:cTn>
                              </p:par>
                              <p:par>
                                <p:cTn id="26" presetID="10" presetClass="entr" presetSubtype="0" fill="hold" grpId="0" nodeType="withEffect">
                                  <p:stCondLst>
                                    <p:cond delay="0"/>
                                  </p:stCondLst>
                                  <p:childTnLst>
                                    <p:set>
                                      <p:cBhvr>
                                        <p:cTn id="27" dur="1" fill="hold">
                                          <p:stCondLst>
                                            <p:cond delay="0"/>
                                          </p:stCondLst>
                                        </p:cTn>
                                        <p:tgtEl>
                                          <p:spTgt spid="11"/>
                                        </p:tgtEl>
                                        <p:attrNameLst>
                                          <p:attrName>style.visibility</p:attrName>
                                        </p:attrNameLst>
                                      </p:cBhvr>
                                      <p:to>
                                        <p:strVal val="visible"/>
                                      </p:to>
                                    </p:set>
                                    <p:animEffect transition="in" filter="fade">
                                      <p:cBhvr>
                                        <p:cTn id="28" dur="500"/>
                                        <p:tgtEl>
                                          <p:spTgt spid="11"/>
                                        </p:tgtEl>
                                      </p:cBhvr>
                                    </p:animEffect>
                                  </p:childTnLst>
                                </p:cTn>
                              </p:par>
                            </p:childTnLst>
                          </p:cTn>
                        </p:par>
                      </p:childTnLst>
                    </p:cTn>
                  </p:par>
                  <p:par>
                    <p:cTn id="29" fill="hold">
                      <p:stCondLst>
                        <p:cond delay="indefinite"/>
                      </p:stCondLst>
                      <p:childTnLst>
                        <p:par>
                          <p:cTn id="30" fill="hold">
                            <p:stCondLst>
                              <p:cond delay="0"/>
                            </p:stCondLst>
                            <p:childTnLst>
                              <p:par>
                                <p:cTn id="31" presetID="10" presetClass="entr" presetSubtype="0" fill="hold" grpId="0" nodeType="clickEffect">
                                  <p:stCondLst>
                                    <p:cond delay="0"/>
                                  </p:stCondLst>
                                  <p:childTnLst>
                                    <p:set>
                                      <p:cBhvr>
                                        <p:cTn id="32" dur="1" fill="hold">
                                          <p:stCondLst>
                                            <p:cond delay="0"/>
                                          </p:stCondLst>
                                        </p:cTn>
                                        <p:tgtEl>
                                          <p:spTgt spid="19"/>
                                        </p:tgtEl>
                                        <p:attrNameLst>
                                          <p:attrName>style.visibility</p:attrName>
                                        </p:attrNameLst>
                                      </p:cBhvr>
                                      <p:to>
                                        <p:strVal val="visible"/>
                                      </p:to>
                                    </p:set>
                                    <p:animEffect transition="in" filter="fade">
                                      <p:cBhvr>
                                        <p:cTn id="33" dur="500"/>
                                        <p:tgtEl>
                                          <p:spTgt spid="19"/>
                                        </p:tgtEl>
                                      </p:cBhvr>
                                    </p:animEffect>
                                  </p:childTnLst>
                                </p:cTn>
                              </p:par>
                            </p:childTnLst>
                          </p:cTn>
                        </p:par>
                      </p:childTnLst>
                    </p:cTn>
                  </p:par>
                  <p:par>
                    <p:cTn id="34" fill="hold">
                      <p:stCondLst>
                        <p:cond delay="indefinite"/>
                      </p:stCondLst>
                      <p:childTnLst>
                        <p:par>
                          <p:cTn id="35" fill="hold">
                            <p:stCondLst>
                              <p:cond delay="0"/>
                            </p:stCondLst>
                            <p:childTnLst>
                              <p:par>
                                <p:cTn id="36" presetID="10" presetClass="entr" presetSubtype="0" fill="hold" grpId="0" nodeType="clickEffect">
                                  <p:stCondLst>
                                    <p:cond delay="0"/>
                                  </p:stCondLst>
                                  <p:childTnLst>
                                    <p:set>
                                      <p:cBhvr>
                                        <p:cTn id="37" dur="1" fill="hold">
                                          <p:stCondLst>
                                            <p:cond delay="0"/>
                                          </p:stCondLst>
                                        </p:cTn>
                                        <p:tgtEl>
                                          <p:spTgt spid="5">
                                            <p:txEl>
                                              <p:pRg st="0" end="0"/>
                                            </p:txEl>
                                          </p:spTgt>
                                        </p:tgtEl>
                                        <p:attrNameLst>
                                          <p:attrName>style.visibility</p:attrName>
                                        </p:attrNameLst>
                                      </p:cBhvr>
                                      <p:to>
                                        <p:strVal val="visible"/>
                                      </p:to>
                                    </p:set>
                                    <p:animEffect transition="in" filter="fade">
                                      <p:cBhvr>
                                        <p:cTn id="38" dur="500"/>
                                        <p:tgtEl>
                                          <p:spTgt spid="5">
                                            <p:txEl>
                                              <p:pRg st="0" end="0"/>
                                            </p:txEl>
                                          </p:spTgt>
                                        </p:tgtEl>
                                      </p:cBhvr>
                                    </p:animEffect>
                                  </p:childTnLst>
                                </p:cTn>
                              </p:par>
                            </p:childTnLst>
                          </p:cTn>
                        </p:par>
                      </p:childTnLst>
                    </p:cTn>
                  </p:par>
                  <p:par>
                    <p:cTn id="39" fill="hold">
                      <p:stCondLst>
                        <p:cond delay="indefinite"/>
                      </p:stCondLst>
                      <p:childTnLst>
                        <p:par>
                          <p:cTn id="40" fill="hold">
                            <p:stCondLst>
                              <p:cond delay="0"/>
                            </p:stCondLst>
                            <p:childTnLst>
                              <p:par>
                                <p:cTn id="41" presetID="10" presetClass="entr" presetSubtype="0" fill="hold" nodeType="clickEffect">
                                  <p:stCondLst>
                                    <p:cond delay="0"/>
                                  </p:stCondLst>
                                  <p:childTnLst>
                                    <p:set>
                                      <p:cBhvr>
                                        <p:cTn id="42" dur="1" fill="hold">
                                          <p:stCondLst>
                                            <p:cond delay="0"/>
                                          </p:stCondLst>
                                        </p:cTn>
                                        <p:tgtEl>
                                          <p:spTgt spid="5">
                                            <p:txEl>
                                              <p:pRg st="2" end="2"/>
                                            </p:txEl>
                                          </p:spTgt>
                                        </p:tgtEl>
                                        <p:attrNameLst>
                                          <p:attrName>style.visibility</p:attrName>
                                        </p:attrNameLst>
                                      </p:cBhvr>
                                      <p:to>
                                        <p:strVal val="visible"/>
                                      </p:to>
                                    </p:set>
                                    <p:animEffect transition="in" filter="fade">
                                      <p:cBhvr>
                                        <p:cTn id="43" dur="500"/>
                                        <p:tgtEl>
                                          <p:spTgt spid="5">
                                            <p:txEl>
                                              <p:pRg st="2" end="2"/>
                                            </p:txEl>
                                          </p:spTgt>
                                        </p:tgtEl>
                                      </p:cBhvr>
                                    </p:animEffect>
                                  </p:childTnLst>
                                </p:cTn>
                              </p:par>
                              <p:par>
                                <p:cTn id="44" presetID="10" presetClass="entr" presetSubtype="0" fill="hold" nodeType="withEffect">
                                  <p:stCondLst>
                                    <p:cond delay="0"/>
                                  </p:stCondLst>
                                  <p:childTnLst>
                                    <p:set>
                                      <p:cBhvr>
                                        <p:cTn id="45" dur="1" fill="hold">
                                          <p:stCondLst>
                                            <p:cond delay="0"/>
                                          </p:stCondLst>
                                        </p:cTn>
                                        <p:tgtEl>
                                          <p:spTgt spid="5">
                                            <p:txEl>
                                              <p:pRg st="3" end="3"/>
                                            </p:txEl>
                                          </p:spTgt>
                                        </p:tgtEl>
                                        <p:attrNameLst>
                                          <p:attrName>style.visibility</p:attrName>
                                        </p:attrNameLst>
                                      </p:cBhvr>
                                      <p:to>
                                        <p:strVal val="visible"/>
                                      </p:to>
                                    </p:set>
                                    <p:animEffect transition="in" filter="fade">
                                      <p:cBhvr>
                                        <p:cTn id="46" dur="500"/>
                                        <p:tgtEl>
                                          <p:spTgt spid="5">
                                            <p:txEl>
                                              <p:pRg st="3" end="3"/>
                                            </p:txEl>
                                          </p:spTgt>
                                        </p:tgtEl>
                                      </p:cBhvr>
                                    </p:animEffect>
                                  </p:childTnLst>
                                </p:cTn>
                              </p:par>
                            </p:childTnLst>
                          </p:cTn>
                        </p:par>
                      </p:childTnLst>
                    </p:cTn>
                  </p:par>
                  <p:par>
                    <p:cTn id="47" fill="hold">
                      <p:stCondLst>
                        <p:cond delay="indefinite"/>
                      </p:stCondLst>
                      <p:childTnLst>
                        <p:par>
                          <p:cTn id="48" fill="hold">
                            <p:stCondLst>
                              <p:cond delay="0"/>
                            </p:stCondLst>
                            <p:childTnLst>
                              <p:par>
                                <p:cTn id="49" presetID="10" presetClass="entr" presetSubtype="0" fill="hold" nodeType="clickEffect">
                                  <p:stCondLst>
                                    <p:cond delay="0"/>
                                  </p:stCondLst>
                                  <p:childTnLst>
                                    <p:set>
                                      <p:cBhvr>
                                        <p:cTn id="50" dur="1" fill="hold">
                                          <p:stCondLst>
                                            <p:cond delay="0"/>
                                          </p:stCondLst>
                                        </p:cTn>
                                        <p:tgtEl>
                                          <p:spTgt spid="5">
                                            <p:txEl>
                                              <p:pRg st="5" end="5"/>
                                            </p:txEl>
                                          </p:spTgt>
                                        </p:tgtEl>
                                        <p:attrNameLst>
                                          <p:attrName>style.visibility</p:attrName>
                                        </p:attrNameLst>
                                      </p:cBhvr>
                                      <p:to>
                                        <p:strVal val="visible"/>
                                      </p:to>
                                    </p:set>
                                    <p:animEffect transition="in" filter="fade">
                                      <p:cBhvr>
                                        <p:cTn id="51" dur="500"/>
                                        <p:tgtEl>
                                          <p:spTgt spid="5">
                                            <p:txEl>
                                              <p:pRg st="5" end="5"/>
                                            </p:txEl>
                                          </p:spTgt>
                                        </p:tgtEl>
                                      </p:cBhvr>
                                    </p:animEffect>
                                  </p:childTnLst>
                                </p:cTn>
                              </p:par>
                            </p:childTnLst>
                          </p:cTn>
                        </p:par>
                      </p:childTnLst>
                    </p:cTn>
                  </p:par>
                  <p:par>
                    <p:cTn id="52" fill="hold">
                      <p:stCondLst>
                        <p:cond delay="indefinite"/>
                      </p:stCondLst>
                      <p:childTnLst>
                        <p:par>
                          <p:cTn id="53" fill="hold">
                            <p:stCondLst>
                              <p:cond delay="0"/>
                            </p:stCondLst>
                            <p:childTnLst>
                              <p:par>
                                <p:cTn id="54" presetID="10" presetClass="entr" presetSubtype="0" fill="hold" nodeType="clickEffect">
                                  <p:stCondLst>
                                    <p:cond delay="0"/>
                                  </p:stCondLst>
                                  <p:childTnLst>
                                    <p:set>
                                      <p:cBhvr>
                                        <p:cTn id="55" dur="1" fill="hold">
                                          <p:stCondLst>
                                            <p:cond delay="0"/>
                                          </p:stCondLst>
                                        </p:cTn>
                                        <p:tgtEl>
                                          <p:spTgt spid="5">
                                            <p:txEl>
                                              <p:pRg st="7" end="7"/>
                                            </p:txEl>
                                          </p:spTgt>
                                        </p:tgtEl>
                                        <p:attrNameLst>
                                          <p:attrName>style.visibility</p:attrName>
                                        </p:attrNameLst>
                                      </p:cBhvr>
                                      <p:to>
                                        <p:strVal val="visible"/>
                                      </p:to>
                                    </p:set>
                                    <p:animEffect transition="in" filter="fade">
                                      <p:cBhvr>
                                        <p:cTn id="56" dur="500"/>
                                        <p:tgtEl>
                                          <p:spTgt spid="5">
                                            <p:txEl>
                                              <p:pRg st="7" end="7"/>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build="p"/>
      <p:bldP spid="6" grpId="0" animBg="1"/>
      <p:bldP spid="7" grpId="0" animBg="1"/>
      <p:bldP spid="8" grpId="0" animBg="1"/>
      <p:bldP spid="9" grpId="0"/>
      <p:bldP spid="11" grpId="0"/>
      <p:bldP spid="18" grpId="0"/>
      <p:bldP spid="19" grpId="0"/>
    </p:bldLst>
  </p:timing>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6" name="Content Placeholder 5"/>
              <p:cNvSpPr>
                <a:spLocks noGrp="1"/>
              </p:cNvSpPr>
              <p:nvPr>
                <p:ph idx="1"/>
              </p:nvPr>
            </p:nvSpPr>
            <p:spPr>
              <a:xfrm>
                <a:off x="395537" y="1988840"/>
                <a:ext cx="8424936" cy="4869159"/>
              </a:xfrm>
            </p:spPr>
            <p:txBody>
              <a:bodyPr>
                <a:normAutofit lnSpcReduction="10000"/>
              </a:bodyPr>
              <a:lstStyle/>
              <a:p>
                <a:pPr marL="0" indent="0">
                  <a:buNone/>
                </a:pPr>
                <a:r>
                  <a:rPr lang="en-IN" sz="3200" b="1" dirty="0">
                    <a:solidFill>
                      <a:srgbClr val="FF0000"/>
                    </a:solidFill>
                  </a:rPr>
                  <a:t>Finding number of Hens:</a:t>
                </a:r>
              </a:p>
              <a:p>
                <a:pPr marL="0" indent="0">
                  <a:buNone/>
                </a:pPr>
                <a:r>
                  <a:rPr lang="en-IN" b="1" dirty="0">
                    <a:solidFill>
                      <a:srgbClr val="FF0000"/>
                    </a:solidFill>
                  </a:rPr>
                  <a:t>Step 1 :   </a:t>
                </a:r>
                <a:r>
                  <a:rPr lang="en-IN" sz="2800" b="1" dirty="0">
                    <a:solidFill>
                      <a:srgbClr val="00B050"/>
                    </a:solidFill>
                  </a:rPr>
                  <a:t>Total Legs Count – (Total heads Count </a:t>
                </a:r>
                <a14:m>
                  <m:oMath xmlns:m="http://schemas.openxmlformats.org/officeDocument/2006/math">
                    <m:r>
                      <a:rPr lang="en-IN" sz="2800" b="1" i="1" smtClean="0">
                        <a:solidFill>
                          <a:srgbClr val="00B050"/>
                        </a:solidFill>
                        <a:latin typeface="Cambria Math"/>
                        <a:ea typeface="Cambria Math"/>
                      </a:rPr>
                      <m:t>×</m:t>
                    </m:r>
                  </m:oMath>
                </a14:m>
                <a:r>
                  <a:rPr lang="en-IN" sz="2800" b="1" dirty="0">
                    <a:solidFill>
                      <a:srgbClr val="00B050"/>
                    </a:solidFill>
                  </a:rPr>
                  <a:t> 2)</a:t>
                </a:r>
              </a:p>
              <a:p>
                <a:pPr marL="0" indent="0">
                  <a:buNone/>
                </a:pPr>
                <a:endParaRPr lang="en-IN" sz="2800" b="1" dirty="0">
                  <a:solidFill>
                    <a:srgbClr val="00B050"/>
                  </a:solidFill>
                </a:endParaRPr>
              </a:p>
              <a:p>
                <a:pPr marL="0" indent="0">
                  <a:buNone/>
                </a:pPr>
                <a:r>
                  <a:rPr lang="en-IN" b="1" dirty="0">
                    <a:solidFill>
                      <a:srgbClr val="FF0000"/>
                    </a:solidFill>
                  </a:rPr>
                  <a:t>Step 2 :    </a:t>
                </a:r>
                <a14:m>
                  <m:oMath xmlns:m="http://schemas.openxmlformats.org/officeDocument/2006/math">
                    <m:f>
                      <m:fPr>
                        <m:ctrlPr>
                          <a:rPr lang="en-IN" sz="2800" b="1" i="1" smtClean="0">
                            <a:solidFill>
                              <a:srgbClr val="00B050"/>
                            </a:solidFill>
                            <a:latin typeface="Cambria Math" panose="02040503050406030204" pitchFamily="18" charset="0"/>
                          </a:rPr>
                        </m:ctrlPr>
                      </m:fPr>
                      <m:num>
                        <m:r>
                          <m:rPr>
                            <m:nor/>
                          </m:rPr>
                          <a:rPr lang="en-IN" sz="2800" b="1" dirty="0">
                            <a:solidFill>
                              <a:srgbClr val="00B050"/>
                            </a:solidFill>
                          </a:rPr>
                          <m:t>Result</m:t>
                        </m:r>
                        <m:r>
                          <m:rPr>
                            <m:nor/>
                          </m:rPr>
                          <a:rPr lang="en-IN" sz="2800" b="1" dirty="0">
                            <a:solidFill>
                              <a:srgbClr val="00B050"/>
                            </a:solidFill>
                          </a:rPr>
                          <m:t> </m:t>
                        </m:r>
                        <m:r>
                          <m:rPr>
                            <m:nor/>
                          </m:rPr>
                          <a:rPr lang="en-IN" sz="2800" b="1" dirty="0">
                            <a:solidFill>
                              <a:srgbClr val="00B050"/>
                            </a:solidFill>
                          </a:rPr>
                          <m:t>of</m:t>
                        </m:r>
                        <m:r>
                          <m:rPr>
                            <m:nor/>
                          </m:rPr>
                          <a:rPr lang="en-IN" sz="2800" b="1" dirty="0">
                            <a:solidFill>
                              <a:srgbClr val="00B050"/>
                            </a:solidFill>
                          </a:rPr>
                          <m:t> </m:t>
                        </m:r>
                        <m:r>
                          <m:rPr>
                            <m:nor/>
                          </m:rPr>
                          <a:rPr lang="en-IN" sz="2800" b="1" dirty="0">
                            <a:solidFill>
                              <a:srgbClr val="00B050"/>
                            </a:solidFill>
                          </a:rPr>
                          <m:t>step</m:t>
                        </m:r>
                        <m:r>
                          <m:rPr>
                            <m:nor/>
                          </m:rPr>
                          <a:rPr lang="en-IN" sz="2800" b="1" dirty="0">
                            <a:solidFill>
                              <a:srgbClr val="00B050"/>
                            </a:solidFill>
                          </a:rPr>
                          <m:t> 1</m:t>
                        </m:r>
                      </m:num>
                      <m:den>
                        <m:r>
                          <a:rPr lang="en-IN" sz="2800" b="1" i="1" smtClean="0">
                            <a:solidFill>
                              <a:srgbClr val="00B050"/>
                            </a:solidFill>
                            <a:latin typeface="Cambria Math"/>
                          </a:rPr>
                          <m:t>𝟐</m:t>
                        </m:r>
                      </m:den>
                    </m:f>
                  </m:oMath>
                </a14:m>
                <a:endParaRPr lang="en-IN" b="1" dirty="0"/>
              </a:p>
              <a:p>
                <a:pPr marL="0" indent="0">
                  <a:buNone/>
                </a:pPr>
                <a:endParaRPr lang="en-IN" dirty="0"/>
              </a:p>
              <a:p>
                <a:pPr marL="0" indent="0">
                  <a:buNone/>
                </a:pPr>
                <a:r>
                  <a:rPr lang="en-IN" sz="2800" b="1" dirty="0"/>
                  <a:t>Step 1 : 390 – (120 </a:t>
                </a:r>
                <a14:m>
                  <m:oMath xmlns:m="http://schemas.openxmlformats.org/officeDocument/2006/math">
                    <m:r>
                      <a:rPr lang="en-IN" sz="2800" b="1" i="1" smtClean="0">
                        <a:latin typeface="Cambria Math"/>
                        <a:ea typeface="Cambria Math"/>
                      </a:rPr>
                      <m:t>×</m:t>
                    </m:r>
                  </m:oMath>
                </a14:m>
                <a:r>
                  <a:rPr lang="en-IN" sz="2800" b="1" dirty="0"/>
                  <a:t> 2)  </a:t>
                </a:r>
              </a:p>
              <a:p>
                <a:pPr marL="0" indent="0">
                  <a:buNone/>
                </a:pPr>
                <a:r>
                  <a:rPr lang="en-IN" sz="2800" b="1" dirty="0"/>
                  <a:t>	 = 390 – 240 </a:t>
                </a:r>
              </a:p>
              <a:p>
                <a:pPr marL="0" indent="0">
                  <a:buNone/>
                </a:pPr>
                <a:r>
                  <a:rPr lang="en-IN" sz="2800" b="1" dirty="0"/>
                  <a:t>   	 = 150</a:t>
                </a:r>
              </a:p>
              <a:p>
                <a:pPr marL="0" indent="0">
                  <a:buNone/>
                </a:pPr>
                <a:r>
                  <a:rPr lang="en-IN" sz="2800" b="1" dirty="0"/>
                  <a:t>Step 2 : </a:t>
                </a:r>
                <a14:m>
                  <m:oMath xmlns:m="http://schemas.openxmlformats.org/officeDocument/2006/math">
                    <m:f>
                      <m:fPr>
                        <m:ctrlPr>
                          <a:rPr lang="en-IN" sz="2800" b="1" i="1" smtClean="0">
                            <a:latin typeface="Cambria Math" panose="02040503050406030204" pitchFamily="18" charset="0"/>
                          </a:rPr>
                        </m:ctrlPr>
                      </m:fPr>
                      <m:num>
                        <m:r>
                          <a:rPr lang="en-IN" sz="2800" b="1" i="1" smtClean="0">
                            <a:latin typeface="Cambria Math"/>
                          </a:rPr>
                          <m:t>𝟏𝟓𝟎</m:t>
                        </m:r>
                      </m:num>
                      <m:den>
                        <m:r>
                          <a:rPr lang="en-IN" sz="2800" b="1" i="1" smtClean="0">
                            <a:latin typeface="Cambria Math"/>
                          </a:rPr>
                          <m:t>𝟐</m:t>
                        </m:r>
                      </m:den>
                    </m:f>
                  </m:oMath>
                </a14:m>
                <a:r>
                  <a:rPr lang="en-IN" sz="2800" b="1" dirty="0"/>
                  <a:t> = </a:t>
                </a:r>
                <a:r>
                  <a:rPr lang="en-IN" sz="2800" b="1" dirty="0">
                    <a:solidFill>
                      <a:srgbClr val="00B050"/>
                    </a:solidFill>
                  </a:rPr>
                  <a:t>75 Hens</a:t>
                </a:r>
              </a:p>
            </p:txBody>
          </p:sp>
        </mc:Choice>
        <mc:Fallback xmlns="">
          <p:sp>
            <p:nvSpPr>
              <p:cNvPr id="6" name="Content Placeholder 5"/>
              <p:cNvSpPr>
                <a:spLocks noGrp="1" noRot="1" noChangeAspect="1" noMove="1" noResize="1" noEditPoints="1" noAdjustHandles="1" noChangeArrowheads="1" noChangeShapeType="1" noTextEdit="1"/>
              </p:cNvSpPr>
              <p:nvPr>
                <p:ph idx="1"/>
              </p:nvPr>
            </p:nvSpPr>
            <p:spPr>
              <a:xfrm>
                <a:off x="395537" y="1988840"/>
                <a:ext cx="8424936" cy="4869159"/>
              </a:xfrm>
              <a:blipFill rotWithShape="1">
                <a:blip r:embed="rId2"/>
                <a:stretch>
                  <a:fillRect l="-1881" t="-2628" r="-1085"/>
                </a:stretch>
              </a:blipFill>
            </p:spPr>
            <p:txBody>
              <a:bodyPr/>
              <a:lstStyle/>
              <a:p>
                <a:r>
                  <a:rPr lang="en-IN">
                    <a:noFill/>
                  </a:rPr>
                  <a:t> </a:t>
                </a:r>
              </a:p>
            </p:txBody>
          </p:sp>
        </mc:Fallback>
      </mc:AlternateContent>
      <p:sp>
        <p:nvSpPr>
          <p:cNvPr id="5" name="Title 4"/>
          <p:cNvSpPr>
            <a:spLocks noGrp="1"/>
          </p:cNvSpPr>
          <p:nvPr>
            <p:ph type="title"/>
          </p:nvPr>
        </p:nvSpPr>
        <p:spPr/>
        <p:txBody>
          <a:bodyPr/>
          <a:lstStyle/>
          <a:p>
            <a:pPr algn="l"/>
            <a:r>
              <a:rPr lang="en-IN" b="1" dirty="0">
                <a:solidFill>
                  <a:srgbClr val="00B050"/>
                </a:solidFill>
              </a:rPr>
              <a:t>Q.20)Shortcut</a:t>
            </a:r>
          </a:p>
        </p:txBody>
      </p:sp>
    </p:spTree>
    <p:extLst>
      <p:ext uri="{BB962C8B-B14F-4D97-AF65-F5344CB8AC3E}">
        <p14:creationId xmlns:p14="http://schemas.microsoft.com/office/powerpoint/2010/main" val="262170203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6">
                                            <p:txEl>
                                              <p:pRg st="0" end="0"/>
                                            </p:txEl>
                                          </p:spTgt>
                                        </p:tgtEl>
                                        <p:attrNameLst>
                                          <p:attrName>style.visibility</p:attrName>
                                        </p:attrNameLst>
                                      </p:cBhvr>
                                      <p:to>
                                        <p:strVal val="visible"/>
                                      </p:to>
                                    </p:set>
                                    <p:animEffect transition="in" filter="fade">
                                      <p:cBhvr>
                                        <p:cTn id="7" dur="500"/>
                                        <p:tgtEl>
                                          <p:spTgt spid="6">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6">
                                            <p:txEl>
                                              <p:pRg st="1" end="1"/>
                                            </p:txEl>
                                          </p:spTgt>
                                        </p:tgtEl>
                                        <p:attrNameLst>
                                          <p:attrName>style.visibility</p:attrName>
                                        </p:attrNameLst>
                                      </p:cBhvr>
                                      <p:to>
                                        <p:strVal val="visible"/>
                                      </p:to>
                                    </p:set>
                                    <p:animEffect transition="in" filter="fade">
                                      <p:cBhvr>
                                        <p:cTn id="12" dur="500"/>
                                        <p:tgtEl>
                                          <p:spTgt spid="6">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grpId="0" nodeType="clickEffect">
                                  <p:stCondLst>
                                    <p:cond delay="0"/>
                                  </p:stCondLst>
                                  <p:childTnLst>
                                    <p:set>
                                      <p:cBhvr>
                                        <p:cTn id="16" dur="1" fill="hold">
                                          <p:stCondLst>
                                            <p:cond delay="0"/>
                                          </p:stCondLst>
                                        </p:cTn>
                                        <p:tgtEl>
                                          <p:spTgt spid="6">
                                            <p:txEl>
                                              <p:pRg st="3" end="3"/>
                                            </p:txEl>
                                          </p:spTgt>
                                        </p:tgtEl>
                                        <p:attrNameLst>
                                          <p:attrName>style.visibility</p:attrName>
                                        </p:attrNameLst>
                                      </p:cBhvr>
                                      <p:to>
                                        <p:strVal val="visible"/>
                                      </p:to>
                                    </p:set>
                                    <p:animEffect transition="in" filter="fade">
                                      <p:cBhvr>
                                        <p:cTn id="17" dur="500"/>
                                        <p:tgtEl>
                                          <p:spTgt spid="6">
                                            <p:txEl>
                                              <p:pRg st="3" end="3"/>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grpId="0" nodeType="clickEffect">
                                  <p:stCondLst>
                                    <p:cond delay="0"/>
                                  </p:stCondLst>
                                  <p:childTnLst>
                                    <p:set>
                                      <p:cBhvr>
                                        <p:cTn id="21" dur="1" fill="hold">
                                          <p:stCondLst>
                                            <p:cond delay="0"/>
                                          </p:stCondLst>
                                        </p:cTn>
                                        <p:tgtEl>
                                          <p:spTgt spid="6">
                                            <p:txEl>
                                              <p:pRg st="5" end="5"/>
                                            </p:txEl>
                                          </p:spTgt>
                                        </p:tgtEl>
                                        <p:attrNameLst>
                                          <p:attrName>style.visibility</p:attrName>
                                        </p:attrNameLst>
                                      </p:cBhvr>
                                      <p:to>
                                        <p:strVal val="visible"/>
                                      </p:to>
                                    </p:set>
                                    <p:animEffect transition="in" filter="fade">
                                      <p:cBhvr>
                                        <p:cTn id="22" dur="500"/>
                                        <p:tgtEl>
                                          <p:spTgt spid="6">
                                            <p:txEl>
                                              <p:pRg st="5" end="5"/>
                                            </p:txEl>
                                          </p:spTgt>
                                        </p:tgtEl>
                                      </p:cBhvr>
                                    </p:animEffect>
                                  </p:childTnLst>
                                </p:cTn>
                              </p:par>
                            </p:childTnLst>
                          </p:cTn>
                        </p:par>
                      </p:childTnLst>
                    </p:cTn>
                  </p:par>
                  <p:par>
                    <p:cTn id="23" fill="hold">
                      <p:stCondLst>
                        <p:cond delay="indefinite"/>
                      </p:stCondLst>
                      <p:childTnLst>
                        <p:par>
                          <p:cTn id="24" fill="hold">
                            <p:stCondLst>
                              <p:cond delay="0"/>
                            </p:stCondLst>
                            <p:childTnLst>
                              <p:par>
                                <p:cTn id="25" presetID="10" presetClass="entr" presetSubtype="0" fill="hold" grpId="0" nodeType="clickEffect">
                                  <p:stCondLst>
                                    <p:cond delay="0"/>
                                  </p:stCondLst>
                                  <p:childTnLst>
                                    <p:set>
                                      <p:cBhvr>
                                        <p:cTn id="26" dur="1" fill="hold">
                                          <p:stCondLst>
                                            <p:cond delay="0"/>
                                          </p:stCondLst>
                                        </p:cTn>
                                        <p:tgtEl>
                                          <p:spTgt spid="6">
                                            <p:txEl>
                                              <p:pRg st="6" end="6"/>
                                            </p:txEl>
                                          </p:spTgt>
                                        </p:tgtEl>
                                        <p:attrNameLst>
                                          <p:attrName>style.visibility</p:attrName>
                                        </p:attrNameLst>
                                      </p:cBhvr>
                                      <p:to>
                                        <p:strVal val="visible"/>
                                      </p:to>
                                    </p:set>
                                    <p:animEffect transition="in" filter="fade">
                                      <p:cBhvr>
                                        <p:cTn id="27" dur="500"/>
                                        <p:tgtEl>
                                          <p:spTgt spid="6">
                                            <p:txEl>
                                              <p:pRg st="6" end="6"/>
                                            </p:txEl>
                                          </p:spTgt>
                                        </p:tgtEl>
                                      </p:cBhvr>
                                    </p:animEffect>
                                  </p:childTnLst>
                                </p:cTn>
                              </p:par>
                            </p:childTnLst>
                          </p:cTn>
                        </p:par>
                      </p:childTnLst>
                    </p:cTn>
                  </p:par>
                  <p:par>
                    <p:cTn id="28" fill="hold">
                      <p:stCondLst>
                        <p:cond delay="indefinite"/>
                      </p:stCondLst>
                      <p:childTnLst>
                        <p:par>
                          <p:cTn id="29" fill="hold">
                            <p:stCondLst>
                              <p:cond delay="0"/>
                            </p:stCondLst>
                            <p:childTnLst>
                              <p:par>
                                <p:cTn id="30" presetID="10" presetClass="entr" presetSubtype="0" fill="hold" grpId="0" nodeType="clickEffect">
                                  <p:stCondLst>
                                    <p:cond delay="0"/>
                                  </p:stCondLst>
                                  <p:childTnLst>
                                    <p:set>
                                      <p:cBhvr>
                                        <p:cTn id="31" dur="1" fill="hold">
                                          <p:stCondLst>
                                            <p:cond delay="0"/>
                                          </p:stCondLst>
                                        </p:cTn>
                                        <p:tgtEl>
                                          <p:spTgt spid="6">
                                            <p:txEl>
                                              <p:pRg st="7" end="7"/>
                                            </p:txEl>
                                          </p:spTgt>
                                        </p:tgtEl>
                                        <p:attrNameLst>
                                          <p:attrName>style.visibility</p:attrName>
                                        </p:attrNameLst>
                                      </p:cBhvr>
                                      <p:to>
                                        <p:strVal val="visible"/>
                                      </p:to>
                                    </p:set>
                                    <p:animEffect transition="in" filter="fade">
                                      <p:cBhvr>
                                        <p:cTn id="32" dur="500"/>
                                        <p:tgtEl>
                                          <p:spTgt spid="6">
                                            <p:txEl>
                                              <p:pRg st="7" end="7"/>
                                            </p:txEl>
                                          </p:spTgt>
                                        </p:tgtEl>
                                      </p:cBhvr>
                                    </p:animEffect>
                                  </p:childTnLst>
                                </p:cTn>
                              </p:par>
                            </p:childTnLst>
                          </p:cTn>
                        </p:par>
                      </p:childTnLst>
                    </p:cTn>
                  </p:par>
                  <p:par>
                    <p:cTn id="33" fill="hold">
                      <p:stCondLst>
                        <p:cond delay="indefinite"/>
                      </p:stCondLst>
                      <p:childTnLst>
                        <p:par>
                          <p:cTn id="34" fill="hold">
                            <p:stCondLst>
                              <p:cond delay="0"/>
                            </p:stCondLst>
                            <p:childTnLst>
                              <p:par>
                                <p:cTn id="35" presetID="10" presetClass="entr" presetSubtype="0" fill="hold" grpId="0" nodeType="clickEffect">
                                  <p:stCondLst>
                                    <p:cond delay="0"/>
                                  </p:stCondLst>
                                  <p:childTnLst>
                                    <p:set>
                                      <p:cBhvr>
                                        <p:cTn id="36" dur="1" fill="hold">
                                          <p:stCondLst>
                                            <p:cond delay="0"/>
                                          </p:stCondLst>
                                        </p:cTn>
                                        <p:tgtEl>
                                          <p:spTgt spid="6">
                                            <p:txEl>
                                              <p:pRg st="8" end="8"/>
                                            </p:txEl>
                                          </p:spTgt>
                                        </p:tgtEl>
                                        <p:attrNameLst>
                                          <p:attrName>style.visibility</p:attrName>
                                        </p:attrNameLst>
                                      </p:cBhvr>
                                      <p:to>
                                        <p:strVal val="visible"/>
                                      </p:to>
                                    </p:set>
                                    <p:animEffect transition="in" filter="fade">
                                      <p:cBhvr>
                                        <p:cTn id="37" dur="500"/>
                                        <p:tgtEl>
                                          <p:spTgt spid="6">
                                            <p:txEl>
                                              <p:pRg st="8" end="8"/>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build="p"/>
    </p:bldLst>
  </p:timing>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Content Placeholder 5"/>
          <p:cNvSpPr>
            <a:spLocks noGrp="1"/>
          </p:cNvSpPr>
          <p:nvPr>
            <p:ph idx="1"/>
          </p:nvPr>
        </p:nvSpPr>
        <p:spPr>
          <a:xfrm>
            <a:off x="699247" y="2060849"/>
            <a:ext cx="7745505" cy="4176464"/>
          </a:xfrm>
        </p:spPr>
        <p:txBody>
          <a:bodyPr>
            <a:noAutofit/>
          </a:bodyPr>
          <a:lstStyle/>
          <a:p>
            <a:pPr marL="0" lvl="0" indent="0" algn="just">
              <a:buNone/>
            </a:pPr>
            <a:r>
              <a:rPr lang="en-US" sz="3600" b="1" dirty="0">
                <a:solidFill>
                  <a:srgbClr val="FF0000"/>
                </a:solidFill>
              </a:rPr>
              <a:t> In a farm there are few hens and sheep. If heads are counted, there are 200 and if the legs are counted, there are 580. How many </a:t>
            </a:r>
            <a:r>
              <a:rPr lang="en-US" sz="3600" b="1" dirty="0" err="1">
                <a:solidFill>
                  <a:srgbClr val="FF0000"/>
                </a:solidFill>
              </a:rPr>
              <a:t>sheeps</a:t>
            </a:r>
            <a:r>
              <a:rPr lang="en-US" sz="3600" b="1" dirty="0">
                <a:solidFill>
                  <a:srgbClr val="FF0000"/>
                </a:solidFill>
              </a:rPr>
              <a:t> are there?</a:t>
            </a:r>
          </a:p>
          <a:p>
            <a:pPr marL="0" indent="0" algn="just">
              <a:buNone/>
            </a:pPr>
            <a:r>
              <a:rPr lang="en-US" sz="3600" b="1" dirty="0"/>
              <a:t>	a)100				b)90			c)110				d)120	</a:t>
            </a:r>
            <a:endParaRPr lang="en-IN" sz="3600" b="1" dirty="0"/>
          </a:p>
          <a:p>
            <a:pPr marL="0" indent="0" algn="just">
              <a:buNone/>
            </a:pPr>
            <a:endParaRPr lang="en-IN" sz="3600" b="1" dirty="0">
              <a:solidFill>
                <a:srgbClr val="FF0000"/>
              </a:solidFill>
            </a:endParaRPr>
          </a:p>
        </p:txBody>
      </p:sp>
      <p:sp>
        <p:nvSpPr>
          <p:cNvPr id="5" name="Title 4"/>
          <p:cNvSpPr>
            <a:spLocks noGrp="1"/>
          </p:cNvSpPr>
          <p:nvPr>
            <p:ph type="title"/>
          </p:nvPr>
        </p:nvSpPr>
        <p:spPr/>
        <p:txBody>
          <a:bodyPr/>
          <a:lstStyle/>
          <a:p>
            <a:pPr algn="l"/>
            <a:r>
              <a:rPr lang="en-IN" b="1" dirty="0">
                <a:solidFill>
                  <a:srgbClr val="FF0000"/>
                </a:solidFill>
              </a:rPr>
              <a:t>Q.21) </a:t>
            </a:r>
          </a:p>
        </p:txBody>
      </p:sp>
    </p:spTree>
    <p:extLst>
      <p:ext uri="{BB962C8B-B14F-4D97-AF65-F5344CB8AC3E}">
        <p14:creationId xmlns:p14="http://schemas.microsoft.com/office/powerpoint/2010/main" val="1657982732"/>
      </p:ext>
    </p:extLst>
  </p:cSld>
  <p:clrMapOvr>
    <a:masterClrMapping/>
  </p:clrMapOvr>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p:cNvSpPr>
            <a:spLocks noGrp="1"/>
          </p:cNvSpPr>
          <p:nvPr>
            <p:ph type="title"/>
          </p:nvPr>
        </p:nvSpPr>
        <p:spPr/>
        <p:txBody>
          <a:bodyPr/>
          <a:lstStyle/>
          <a:p>
            <a:pPr algn="l"/>
            <a:r>
              <a:rPr lang="en-IN" b="1" dirty="0">
                <a:solidFill>
                  <a:srgbClr val="00B050"/>
                </a:solidFill>
              </a:rPr>
              <a:t>Q.21) Explanation</a:t>
            </a:r>
            <a:endParaRPr lang="en-IN" dirty="0"/>
          </a:p>
        </p:txBody>
      </p:sp>
      <p:sp>
        <p:nvSpPr>
          <p:cNvPr id="4" name="Content Placeholder 3"/>
          <p:cNvSpPr>
            <a:spLocks noGrp="1"/>
          </p:cNvSpPr>
          <p:nvPr>
            <p:ph sz="quarter" idx="13"/>
          </p:nvPr>
        </p:nvSpPr>
        <p:spPr>
          <a:xfrm>
            <a:off x="685800" y="1988840"/>
            <a:ext cx="3803904" cy="4128496"/>
          </a:xfrm>
        </p:spPr>
        <p:txBody>
          <a:bodyPr/>
          <a:lstStyle/>
          <a:p>
            <a:pPr marL="0" indent="0">
              <a:buNone/>
            </a:pPr>
            <a:r>
              <a:rPr lang="en-IN" dirty="0"/>
              <a:t> </a:t>
            </a:r>
          </a:p>
          <a:p>
            <a:pPr marL="0" indent="0">
              <a:buNone/>
            </a:pPr>
            <a:endParaRPr lang="en-IN" dirty="0"/>
          </a:p>
          <a:p>
            <a:pPr marL="0" indent="0">
              <a:buNone/>
            </a:pPr>
            <a:endParaRPr lang="en-IN" dirty="0"/>
          </a:p>
          <a:p>
            <a:pPr marL="0" indent="0">
              <a:buNone/>
            </a:pPr>
            <a:endParaRPr lang="en-IN" dirty="0"/>
          </a:p>
          <a:p>
            <a:pPr marL="0" indent="0">
              <a:buNone/>
            </a:pPr>
            <a:endParaRPr lang="en-IN" dirty="0"/>
          </a:p>
          <a:p>
            <a:pPr marL="0" indent="0">
              <a:buNone/>
            </a:pPr>
            <a:endParaRPr lang="en-IN" dirty="0"/>
          </a:p>
          <a:p>
            <a:pPr marL="0" indent="0">
              <a:buNone/>
            </a:pPr>
            <a:endParaRPr lang="en-IN" dirty="0"/>
          </a:p>
          <a:p>
            <a:pPr marL="0" indent="0">
              <a:buNone/>
            </a:pPr>
            <a:r>
              <a:rPr lang="en-IN" dirty="0"/>
              <a:t>	</a:t>
            </a:r>
            <a:endParaRPr lang="en-IN" dirty="0">
              <a:solidFill>
                <a:schemeClr val="tx1"/>
              </a:solidFill>
            </a:endParaRPr>
          </a:p>
        </p:txBody>
      </p:sp>
      <p:sp>
        <p:nvSpPr>
          <p:cNvPr id="5" name="Content Placeholder 4"/>
          <p:cNvSpPr>
            <a:spLocks noGrp="1"/>
          </p:cNvSpPr>
          <p:nvPr>
            <p:ph sz="quarter" idx="14"/>
          </p:nvPr>
        </p:nvSpPr>
        <p:spPr/>
        <p:txBody>
          <a:bodyPr/>
          <a:lstStyle/>
          <a:p>
            <a:pPr marL="0" indent="0">
              <a:buNone/>
            </a:pPr>
            <a:r>
              <a:rPr lang="en-IN" dirty="0">
                <a:solidFill>
                  <a:schemeClr val="tx1"/>
                </a:solidFill>
              </a:rPr>
              <a:t>   2x + 800 – 4x = 580</a:t>
            </a:r>
          </a:p>
          <a:p>
            <a:pPr marL="0" indent="0">
              <a:buNone/>
            </a:pPr>
            <a:endParaRPr lang="en-IN" dirty="0">
              <a:solidFill>
                <a:schemeClr val="tx1"/>
              </a:solidFill>
            </a:endParaRPr>
          </a:p>
          <a:p>
            <a:pPr marL="0" indent="0">
              <a:buNone/>
            </a:pPr>
            <a:r>
              <a:rPr lang="en-IN" dirty="0">
                <a:solidFill>
                  <a:schemeClr val="tx1"/>
                </a:solidFill>
              </a:rPr>
              <a:t>           2x = 220</a:t>
            </a:r>
          </a:p>
          <a:p>
            <a:pPr marL="0" indent="0">
              <a:buNone/>
            </a:pPr>
            <a:r>
              <a:rPr lang="en-IN" dirty="0">
                <a:solidFill>
                  <a:schemeClr val="tx1"/>
                </a:solidFill>
              </a:rPr>
              <a:t>	x = 110</a:t>
            </a:r>
          </a:p>
          <a:p>
            <a:pPr marL="0" indent="0">
              <a:buNone/>
            </a:pPr>
            <a:endParaRPr lang="en-IN" dirty="0">
              <a:solidFill>
                <a:schemeClr val="tx1"/>
              </a:solidFill>
            </a:endParaRPr>
          </a:p>
          <a:p>
            <a:pPr marL="0" indent="0">
              <a:buNone/>
            </a:pPr>
            <a:r>
              <a:rPr lang="en-IN" b="1" dirty="0">
                <a:solidFill>
                  <a:srgbClr val="00B050"/>
                </a:solidFill>
              </a:rPr>
              <a:t>Pigeons = </a:t>
            </a:r>
            <a:r>
              <a:rPr lang="en-IN" b="1" dirty="0">
                <a:solidFill>
                  <a:srgbClr val="FF0000"/>
                </a:solidFill>
              </a:rPr>
              <a:t>x </a:t>
            </a:r>
            <a:r>
              <a:rPr lang="en-IN" b="1" dirty="0">
                <a:solidFill>
                  <a:srgbClr val="00B050"/>
                </a:solidFill>
              </a:rPr>
              <a:t>=&gt; 110</a:t>
            </a:r>
          </a:p>
          <a:p>
            <a:pPr marL="0" indent="0">
              <a:buNone/>
            </a:pPr>
            <a:endParaRPr lang="en-IN" b="1" dirty="0">
              <a:solidFill>
                <a:srgbClr val="00B050"/>
              </a:solidFill>
            </a:endParaRPr>
          </a:p>
          <a:p>
            <a:pPr marL="0" indent="0">
              <a:buNone/>
            </a:pPr>
            <a:r>
              <a:rPr lang="en-IN" b="1" dirty="0">
                <a:solidFill>
                  <a:srgbClr val="00B050"/>
                </a:solidFill>
              </a:rPr>
              <a:t>Rabbits = </a:t>
            </a:r>
            <a:r>
              <a:rPr lang="en-IN" b="1" dirty="0">
                <a:solidFill>
                  <a:srgbClr val="FF0000"/>
                </a:solidFill>
              </a:rPr>
              <a:t>200 – x </a:t>
            </a:r>
            <a:r>
              <a:rPr lang="en-IN" b="1" dirty="0">
                <a:solidFill>
                  <a:srgbClr val="00B050"/>
                </a:solidFill>
              </a:rPr>
              <a:t>=&gt; 90</a:t>
            </a:r>
          </a:p>
          <a:p>
            <a:pPr marL="0" indent="0">
              <a:buNone/>
            </a:pPr>
            <a:endParaRPr lang="en-IN" dirty="0"/>
          </a:p>
        </p:txBody>
      </p:sp>
      <p:sp>
        <p:nvSpPr>
          <p:cNvPr id="6" name="TextBox 5"/>
          <p:cNvSpPr txBox="1"/>
          <p:nvPr/>
        </p:nvSpPr>
        <p:spPr>
          <a:xfrm>
            <a:off x="2016512" y="2282693"/>
            <a:ext cx="720080" cy="369332"/>
          </a:xfrm>
          <a:prstGeom prst="rect">
            <a:avLst/>
          </a:prstGeom>
          <a:noFill/>
          <a:ln>
            <a:solidFill>
              <a:schemeClr val="tx1"/>
            </a:solidFill>
          </a:ln>
        </p:spPr>
        <p:txBody>
          <a:bodyPr wrap="square" rtlCol="0">
            <a:spAutoFit/>
          </a:bodyPr>
          <a:lstStyle/>
          <a:p>
            <a:pPr algn="ctr"/>
            <a:r>
              <a:rPr lang="en-IN" dirty="0"/>
              <a:t>200</a:t>
            </a:r>
          </a:p>
        </p:txBody>
      </p:sp>
      <mc:AlternateContent xmlns:mc="http://schemas.openxmlformats.org/markup-compatibility/2006" xmlns:a14="http://schemas.microsoft.com/office/drawing/2010/main">
        <mc:Choice Requires="a14">
          <p:sp>
            <p:nvSpPr>
              <p:cNvPr id="7" name="TextBox 6"/>
              <p:cNvSpPr txBox="1"/>
              <p:nvPr/>
            </p:nvSpPr>
            <p:spPr>
              <a:xfrm>
                <a:off x="1296432" y="3110074"/>
                <a:ext cx="720080" cy="400110"/>
              </a:xfrm>
              <a:prstGeom prst="rect">
                <a:avLst/>
              </a:prstGeom>
              <a:noFill/>
              <a:ln>
                <a:solidFill>
                  <a:schemeClr val="tx1"/>
                </a:solidFill>
              </a:ln>
            </p:spPr>
            <p:txBody>
              <a:bodyPr wrap="square" rtlCol="0">
                <a:spAutoFit/>
              </a:bodyPr>
              <a:lstStyle/>
              <a:p>
                <a:pPr algn="ctr"/>
                <a14:m>
                  <m:oMathPara xmlns:m="http://schemas.openxmlformats.org/officeDocument/2006/math">
                    <m:oMathParaPr>
                      <m:jc m:val="centerGroup"/>
                    </m:oMathParaPr>
                    <m:oMath xmlns:m="http://schemas.openxmlformats.org/officeDocument/2006/math">
                      <m:r>
                        <a:rPr lang="en-IN" sz="2000" b="1" i="1" dirty="0" smtClean="0">
                          <a:latin typeface="Cambria Math"/>
                        </a:rPr>
                        <m:t>𝒙</m:t>
                      </m:r>
                    </m:oMath>
                  </m:oMathPara>
                </a14:m>
                <a:endParaRPr lang="en-IN" b="1" dirty="0"/>
              </a:p>
            </p:txBody>
          </p:sp>
        </mc:Choice>
        <mc:Fallback xmlns="">
          <p:sp>
            <p:nvSpPr>
              <p:cNvPr id="7" name="TextBox 6"/>
              <p:cNvSpPr txBox="1">
                <a:spLocks noRot="1" noChangeAspect="1" noMove="1" noResize="1" noEditPoints="1" noAdjustHandles="1" noChangeArrowheads="1" noChangeShapeType="1" noTextEdit="1"/>
              </p:cNvSpPr>
              <p:nvPr/>
            </p:nvSpPr>
            <p:spPr>
              <a:xfrm>
                <a:off x="1296432" y="3110074"/>
                <a:ext cx="720080" cy="400110"/>
              </a:xfrm>
              <a:prstGeom prst="rect">
                <a:avLst/>
              </a:prstGeom>
              <a:blipFill rotWithShape="1">
                <a:blip r:embed="rId2"/>
                <a:stretch>
                  <a:fillRect/>
                </a:stretch>
              </a:blipFill>
              <a:ln>
                <a:solidFill>
                  <a:schemeClr val="tx1"/>
                </a:solidFill>
              </a:ln>
            </p:spPr>
            <p:txBody>
              <a:bodyPr/>
              <a:lstStyle/>
              <a:p>
                <a:r>
                  <a:rPr lang="en-IN">
                    <a:noFill/>
                  </a:rPr>
                  <a:t> </a:t>
                </a:r>
              </a:p>
            </p:txBody>
          </p:sp>
        </mc:Fallback>
      </mc:AlternateContent>
      <mc:AlternateContent xmlns:mc="http://schemas.openxmlformats.org/markup-compatibility/2006" xmlns:a14="http://schemas.microsoft.com/office/drawing/2010/main">
        <mc:Choice Requires="a14">
          <p:sp>
            <p:nvSpPr>
              <p:cNvPr id="8" name="TextBox 7"/>
              <p:cNvSpPr txBox="1"/>
              <p:nvPr/>
            </p:nvSpPr>
            <p:spPr>
              <a:xfrm>
                <a:off x="2529784" y="3094811"/>
                <a:ext cx="1106112" cy="400110"/>
              </a:xfrm>
              <a:prstGeom prst="rect">
                <a:avLst/>
              </a:prstGeom>
              <a:noFill/>
              <a:ln>
                <a:solidFill>
                  <a:schemeClr val="tx1"/>
                </a:solidFill>
              </a:ln>
            </p:spPr>
            <p:txBody>
              <a:bodyPr wrap="square" rtlCol="0">
                <a:spAutoFit/>
              </a:bodyPr>
              <a:lstStyle/>
              <a:p>
                <a:pPr algn="ctr"/>
                <a:r>
                  <a:rPr lang="en-IN" sz="2000" b="1" dirty="0"/>
                  <a:t>200 </a:t>
                </a:r>
                <a14:m>
                  <m:oMath xmlns:m="http://schemas.openxmlformats.org/officeDocument/2006/math">
                    <m:r>
                      <a:rPr lang="en-IN" sz="2000" b="1" i="1" dirty="0" smtClean="0">
                        <a:latin typeface="Cambria Math"/>
                      </a:rPr>
                      <m:t>− </m:t>
                    </m:r>
                    <m:r>
                      <a:rPr lang="en-IN" sz="2000" b="1" i="1" dirty="0" smtClean="0">
                        <a:latin typeface="Cambria Math"/>
                      </a:rPr>
                      <m:t>𝒙</m:t>
                    </m:r>
                  </m:oMath>
                </a14:m>
                <a:endParaRPr lang="en-IN" sz="2000" b="1" dirty="0"/>
              </a:p>
            </p:txBody>
          </p:sp>
        </mc:Choice>
        <mc:Fallback xmlns="">
          <p:sp>
            <p:nvSpPr>
              <p:cNvPr id="8" name="TextBox 7"/>
              <p:cNvSpPr txBox="1">
                <a:spLocks noRot="1" noChangeAspect="1" noMove="1" noResize="1" noEditPoints="1" noAdjustHandles="1" noChangeArrowheads="1" noChangeShapeType="1" noTextEdit="1"/>
              </p:cNvSpPr>
              <p:nvPr/>
            </p:nvSpPr>
            <p:spPr>
              <a:xfrm>
                <a:off x="2529784" y="3094811"/>
                <a:ext cx="1106112" cy="400110"/>
              </a:xfrm>
              <a:prstGeom prst="rect">
                <a:avLst/>
              </a:prstGeom>
              <a:blipFill rotWithShape="1">
                <a:blip r:embed="rId3"/>
                <a:stretch>
                  <a:fillRect l="-1093" t="-5970" b="-25373"/>
                </a:stretch>
              </a:blipFill>
              <a:ln>
                <a:solidFill>
                  <a:schemeClr val="tx1"/>
                </a:solidFill>
              </a:ln>
            </p:spPr>
            <p:txBody>
              <a:bodyPr/>
              <a:lstStyle/>
              <a:p>
                <a:r>
                  <a:rPr lang="en-IN">
                    <a:noFill/>
                  </a:rPr>
                  <a:t> </a:t>
                </a:r>
              </a:p>
            </p:txBody>
          </p:sp>
        </mc:Fallback>
      </mc:AlternateContent>
      <p:sp>
        <p:nvSpPr>
          <p:cNvPr id="9" name="TextBox 8"/>
          <p:cNvSpPr txBox="1"/>
          <p:nvPr/>
        </p:nvSpPr>
        <p:spPr>
          <a:xfrm>
            <a:off x="1050902" y="3521443"/>
            <a:ext cx="1211140" cy="369332"/>
          </a:xfrm>
          <a:prstGeom prst="rect">
            <a:avLst/>
          </a:prstGeom>
          <a:noFill/>
        </p:spPr>
        <p:txBody>
          <a:bodyPr wrap="square" rtlCol="0">
            <a:spAutoFit/>
          </a:bodyPr>
          <a:lstStyle/>
          <a:p>
            <a:pPr algn="ctr"/>
            <a:r>
              <a:rPr lang="en-IN" b="1" dirty="0"/>
              <a:t>Pigeons</a:t>
            </a:r>
          </a:p>
        </p:txBody>
      </p:sp>
      <p:sp>
        <p:nvSpPr>
          <p:cNvPr id="11" name="TextBox 10"/>
          <p:cNvSpPr txBox="1"/>
          <p:nvPr/>
        </p:nvSpPr>
        <p:spPr>
          <a:xfrm>
            <a:off x="2518082" y="3479406"/>
            <a:ext cx="1261829" cy="369332"/>
          </a:xfrm>
          <a:prstGeom prst="rect">
            <a:avLst/>
          </a:prstGeom>
          <a:noFill/>
        </p:spPr>
        <p:txBody>
          <a:bodyPr wrap="square" rtlCol="0">
            <a:spAutoFit/>
          </a:bodyPr>
          <a:lstStyle/>
          <a:p>
            <a:pPr algn="ctr"/>
            <a:r>
              <a:rPr lang="en-IN" b="1" dirty="0"/>
              <a:t>Rabbits</a:t>
            </a:r>
          </a:p>
        </p:txBody>
      </p:sp>
      <p:cxnSp>
        <p:nvCxnSpPr>
          <p:cNvPr id="13" name="Straight Arrow Connector 12"/>
          <p:cNvCxnSpPr>
            <a:stCxn id="6" idx="2"/>
            <a:endCxn id="7" idx="0"/>
          </p:cNvCxnSpPr>
          <p:nvPr/>
        </p:nvCxnSpPr>
        <p:spPr>
          <a:xfrm flipH="1">
            <a:off x="1656472" y="2652025"/>
            <a:ext cx="720080" cy="458049"/>
          </a:xfrm>
          <a:prstGeom prst="straightConnector1">
            <a:avLst/>
          </a:prstGeom>
          <a:ln w="38100">
            <a:solidFill>
              <a:srgbClr val="FF0000"/>
            </a:solidFill>
            <a:tailEnd type="arrow"/>
          </a:ln>
        </p:spPr>
        <p:style>
          <a:lnRef idx="1">
            <a:schemeClr val="accent1"/>
          </a:lnRef>
          <a:fillRef idx="0">
            <a:schemeClr val="accent1"/>
          </a:fillRef>
          <a:effectRef idx="0">
            <a:schemeClr val="accent1"/>
          </a:effectRef>
          <a:fontRef idx="minor">
            <a:schemeClr val="tx1"/>
          </a:fontRef>
        </p:style>
      </p:cxnSp>
      <p:cxnSp>
        <p:nvCxnSpPr>
          <p:cNvPr id="15" name="Straight Arrow Connector 14"/>
          <p:cNvCxnSpPr>
            <a:stCxn id="6" idx="2"/>
            <a:endCxn id="8" idx="0"/>
          </p:cNvCxnSpPr>
          <p:nvPr/>
        </p:nvCxnSpPr>
        <p:spPr>
          <a:xfrm>
            <a:off x="2376552" y="2652025"/>
            <a:ext cx="706288" cy="442786"/>
          </a:xfrm>
          <a:prstGeom prst="straightConnector1">
            <a:avLst/>
          </a:prstGeom>
          <a:ln w="38100">
            <a:solidFill>
              <a:srgbClr val="FF0000"/>
            </a:solidFill>
            <a:tailEnd type="arrow"/>
          </a:ln>
        </p:spPr>
        <p:style>
          <a:lnRef idx="1">
            <a:schemeClr val="accent1"/>
          </a:lnRef>
          <a:fillRef idx="0">
            <a:schemeClr val="accent1"/>
          </a:fillRef>
          <a:effectRef idx="0">
            <a:schemeClr val="accent1"/>
          </a:effectRef>
          <a:fontRef idx="minor">
            <a:schemeClr val="tx1"/>
          </a:fontRef>
        </p:style>
      </p:cxnSp>
      <p:sp>
        <p:nvSpPr>
          <p:cNvPr id="18" name="TextBox 17"/>
          <p:cNvSpPr txBox="1"/>
          <p:nvPr/>
        </p:nvSpPr>
        <p:spPr>
          <a:xfrm>
            <a:off x="1607918" y="1913361"/>
            <a:ext cx="1843731" cy="369332"/>
          </a:xfrm>
          <a:prstGeom prst="rect">
            <a:avLst/>
          </a:prstGeom>
          <a:noFill/>
        </p:spPr>
        <p:txBody>
          <a:bodyPr wrap="square" rtlCol="0">
            <a:spAutoFit/>
          </a:bodyPr>
          <a:lstStyle/>
          <a:p>
            <a:r>
              <a:rPr lang="en-IN" b="1" dirty="0"/>
              <a:t>Total Animals</a:t>
            </a:r>
          </a:p>
        </p:txBody>
      </p:sp>
      <mc:AlternateContent xmlns:mc="http://schemas.openxmlformats.org/markup-compatibility/2006" xmlns:a14="http://schemas.microsoft.com/office/drawing/2010/main">
        <mc:Choice Requires="a14">
          <p:sp>
            <p:nvSpPr>
              <p:cNvPr id="19" name="TextBox 18"/>
              <p:cNvSpPr txBox="1"/>
              <p:nvPr/>
            </p:nvSpPr>
            <p:spPr>
              <a:xfrm>
                <a:off x="1098482" y="4287147"/>
                <a:ext cx="3262428" cy="403124"/>
              </a:xfrm>
              <a:prstGeom prst="rect">
                <a:avLst/>
              </a:prstGeom>
              <a:noFill/>
            </p:spPr>
            <p:txBody>
              <a:bodyPr wrap="square" rtlCol="0">
                <a:spAutoFit/>
              </a:bodyPr>
              <a:lstStyle/>
              <a:p>
                <a:r>
                  <a:rPr lang="en-IN" b="1" dirty="0"/>
                  <a:t>    2</a:t>
                </a:r>
                <a14:m>
                  <m:oMath xmlns:m="http://schemas.openxmlformats.org/officeDocument/2006/math">
                    <m:r>
                      <a:rPr lang="en-IN" b="1" i="1" dirty="0" smtClean="0">
                        <a:latin typeface="Cambria Math"/>
                      </a:rPr>
                      <m:t>𝒙</m:t>
                    </m:r>
                  </m:oMath>
                </a14:m>
                <a:r>
                  <a:rPr lang="en-IN" b="1" dirty="0"/>
                  <a:t>        +     4(200 </a:t>
                </a:r>
                <a14:m>
                  <m:oMath xmlns:m="http://schemas.openxmlformats.org/officeDocument/2006/math">
                    <m:r>
                      <a:rPr lang="en-IN" b="1" i="1" dirty="0" smtClean="0">
                        <a:latin typeface="Cambria Math"/>
                      </a:rPr>
                      <m:t>– </m:t>
                    </m:r>
                    <m:r>
                      <a:rPr lang="en-IN" b="1" i="1" dirty="0" smtClean="0">
                        <a:latin typeface="Cambria Math"/>
                      </a:rPr>
                      <m:t>𝒙</m:t>
                    </m:r>
                  </m:oMath>
                </a14:m>
                <a:r>
                  <a:rPr lang="en-IN" b="1" dirty="0"/>
                  <a:t>)  = 580</a:t>
                </a:r>
              </a:p>
            </p:txBody>
          </p:sp>
        </mc:Choice>
        <mc:Fallback xmlns="">
          <p:sp>
            <p:nvSpPr>
              <p:cNvPr id="19" name="TextBox 18"/>
              <p:cNvSpPr txBox="1">
                <a:spLocks noRot="1" noChangeAspect="1" noMove="1" noResize="1" noEditPoints="1" noAdjustHandles="1" noChangeArrowheads="1" noChangeShapeType="1" noTextEdit="1"/>
              </p:cNvSpPr>
              <p:nvPr/>
            </p:nvSpPr>
            <p:spPr>
              <a:xfrm>
                <a:off x="1098482" y="4287147"/>
                <a:ext cx="3262428" cy="403124"/>
              </a:xfrm>
              <a:prstGeom prst="rect">
                <a:avLst/>
              </a:prstGeom>
              <a:blipFill rotWithShape="1">
                <a:blip r:embed="rId4"/>
                <a:stretch>
                  <a:fillRect t="-1515" b="-24242"/>
                </a:stretch>
              </a:blipFill>
            </p:spPr>
            <p:txBody>
              <a:bodyPr/>
              <a:lstStyle/>
              <a:p>
                <a:r>
                  <a:rPr lang="en-IN">
                    <a:noFill/>
                  </a:rPr>
                  <a:t> </a:t>
                </a:r>
              </a:p>
            </p:txBody>
          </p:sp>
        </mc:Fallback>
      </mc:AlternateContent>
    </p:spTree>
    <p:extLst>
      <p:ext uri="{BB962C8B-B14F-4D97-AF65-F5344CB8AC3E}">
        <p14:creationId xmlns:p14="http://schemas.microsoft.com/office/powerpoint/2010/main" val="382108953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18"/>
                                        </p:tgtEl>
                                        <p:attrNameLst>
                                          <p:attrName>style.visibility</p:attrName>
                                        </p:attrNameLst>
                                      </p:cBhvr>
                                      <p:to>
                                        <p:strVal val="visible"/>
                                      </p:to>
                                    </p:set>
                                    <p:animEffect transition="in" filter="fade">
                                      <p:cBhvr>
                                        <p:cTn id="7" dur="500"/>
                                        <p:tgtEl>
                                          <p:spTgt spid="18"/>
                                        </p:tgtEl>
                                      </p:cBhvr>
                                    </p:animEffect>
                                  </p:childTnLst>
                                </p:cTn>
                              </p:par>
                              <p:par>
                                <p:cTn id="8" presetID="10" presetClass="entr" presetSubtype="0" fill="hold" grpId="0" nodeType="withEffect">
                                  <p:stCondLst>
                                    <p:cond delay="0"/>
                                  </p:stCondLst>
                                  <p:childTnLst>
                                    <p:set>
                                      <p:cBhvr>
                                        <p:cTn id="9" dur="1" fill="hold">
                                          <p:stCondLst>
                                            <p:cond delay="0"/>
                                          </p:stCondLst>
                                        </p:cTn>
                                        <p:tgtEl>
                                          <p:spTgt spid="6"/>
                                        </p:tgtEl>
                                        <p:attrNameLst>
                                          <p:attrName>style.visibility</p:attrName>
                                        </p:attrNameLst>
                                      </p:cBhvr>
                                      <p:to>
                                        <p:strVal val="visible"/>
                                      </p:to>
                                    </p:set>
                                    <p:animEffect transition="in" filter="fade">
                                      <p:cBhvr>
                                        <p:cTn id="10" dur="500"/>
                                        <p:tgtEl>
                                          <p:spTgt spid="6"/>
                                        </p:tgtEl>
                                      </p:cBhvr>
                                    </p:animEffect>
                                  </p:childTnLst>
                                </p:cTn>
                              </p:par>
                              <p:par>
                                <p:cTn id="11" presetID="10" presetClass="entr" presetSubtype="0" fill="hold" nodeType="withEffect">
                                  <p:stCondLst>
                                    <p:cond delay="0"/>
                                  </p:stCondLst>
                                  <p:childTnLst>
                                    <p:set>
                                      <p:cBhvr>
                                        <p:cTn id="12" dur="1" fill="hold">
                                          <p:stCondLst>
                                            <p:cond delay="0"/>
                                          </p:stCondLst>
                                        </p:cTn>
                                        <p:tgtEl>
                                          <p:spTgt spid="13"/>
                                        </p:tgtEl>
                                        <p:attrNameLst>
                                          <p:attrName>style.visibility</p:attrName>
                                        </p:attrNameLst>
                                      </p:cBhvr>
                                      <p:to>
                                        <p:strVal val="visible"/>
                                      </p:to>
                                    </p:set>
                                    <p:animEffect transition="in" filter="fade">
                                      <p:cBhvr>
                                        <p:cTn id="13" dur="500"/>
                                        <p:tgtEl>
                                          <p:spTgt spid="13"/>
                                        </p:tgtEl>
                                      </p:cBhvr>
                                    </p:animEffect>
                                  </p:childTnLst>
                                </p:cTn>
                              </p:par>
                              <p:par>
                                <p:cTn id="14" presetID="10" presetClass="entr" presetSubtype="0" fill="hold" nodeType="withEffect">
                                  <p:stCondLst>
                                    <p:cond delay="0"/>
                                  </p:stCondLst>
                                  <p:childTnLst>
                                    <p:set>
                                      <p:cBhvr>
                                        <p:cTn id="15" dur="1" fill="hold">
                                          <p:stCondLst>
                                            <p:cond delay="0"/>
                                          </p:stCondLst>
                                        </p:cTn>
                                        <p:tgtEl>
                                          <p:spTgt spid="15"/>
                                        </p:tgtEl>
                                        <p:attrNameLst>
                                          <p:attrName>style.visibility</p:attrName>
                                        </p:attrNameLst>
                                      </p:cBhvr>
                                      <p:to>
                                        <p:strVal val="visible"/>
                                      </p:to>
                                    </p:set>
                                    <p:animEffect transition="in" filter="fade">
                                      <p:cBhvr>
                                        <p:cTn id="16" dur="500"/>
                                        <p:tgtEl>
                                          <p:spTgt spid="15"/>
                                        </p:tgtEl>
                                      </p:cBhvr>
                                    </p:animEffect>
                                  </p:childTnLst>
                                </p:cTn>
                              </p:par>
                              <p:par>
                                <p:cTn id="17" presetID="10" presetClass="entr" presetSubtype="0" fill="hold" grpId="0" nodeType="withEffect">
                                  <p:stCondLst>
                                    <p:cond delay="0"/>
                                  </p:stCondLst>
                                  <p:childTnLst>
                                    <p:set>
                                      <p:cBhvr>
                                        <p:cTn id="18" dur="1" fill="hold">
                                          <p:stCondLst>
                                            <p:cond delay="0"/>
                                          </p:stCondLst>
                                        </p:cTn>
                                        <p:tgtEl>
                                          <p:spTgt spid="7"/>
                                        </p:tgtEl>
                                        <p:attrNameLst>
                                          <p:attrName>style.visibility</p:attrName>
                                        </p:attrNameLst>
                                      </p:cBhvr>
                                      <p:to>
                                        <p:strVal val="visible"/>
                                      </p:to>
                                    </p:set>
                                    <p:animEffect transition="in" filter="fade">
                                      <p:cBhvr>
                                        <p:cTn id="19" dur="500"/>
                                        <p:tgtEl>
                                          <p:spTgt spid="7"/>
                                        </p:tgtEl>
                                      </p:cBhvr>
                                    </p:animEffect>
                                  </p:childTnLst>
                                </p:cTn>
                              </p:par>
                              <p:par>
                                <p:cTn id="20" presetID="10" presetClass="entr" presetSubtype="0" fill="hold" grpId="0" nodeType="withEffect">
                                  <p:stCondLst>
                                    <p:cond delay="0"/>
                                  </p:stCondLst>
                                  <p:childTnLst>
                                    <p:set>
                                      <p:cBhvr>
                                        <p:cTn id="21" dur="1" fill="hold">
                                          <p:stCondLst>
                                            <p:cond delay="0"/>
                                          </p:stCondLst>
                                        </p:cTn>
                                        <p:tgtEl>
                                          <p:spTgt spid="8"/>
                                        </p:tgtEl>
                                        <p:attrNameLst>
                                          <p:attrName>style.visibility</p:attrName>
                                        </p:attrNameLst>
                                      </p:cBhvr>
                                      <p:to>
                                        <p:strVal val="visible"/>
                                      </p:to>
                                    </p:set>
                                    <p:animEffect transition="in" filter="fade">
                                      <p:cBhvr>
                                        <p:cTn id="22" dur="500"/>
                                        <p:tgtEl>
                                          <p:spTgt spid="8"/>
                                        </p:tgtEl>
                                      </p:cBhvr>
                                    </p:animEffect>
                                  </p:childTnLst>
                                </p:cTn>
                              </p:par>
                              <p:par>
                                <p:cTn id="23" presetID="10" presetClass="entr" presetSubtype="0" fill="hold" grpId="0" nodeType="withEffect">
                                  <p:stCondLst>
                                    <p:cond delay="0"/>
                                  </p:stCondLst>
                                  <p:childTnLst>
                                    <p:set>
                                      <p:cBhvr>
                                        <p:cTn id="24" dur="1" fill="hold">
                                          <p:stCondLst>
                                            <p:cond delay="0"/>
                                          </p:stCondLst>
                                        </p:cTn>
                                        <p:tgtEl>
                                          <p:spTgt spid="9"/>
                                        </p:tgtEl>
                                        <p:attrNameLst>
                                          <p:attrName>style.visibility</p:attrName>
                                        </p:attrNameLst>
                                      </p:cBhvr>
                                      <p:to>
                                        <p:strVal val="visible"/>
                                      </p:to>
                                    </p:set>
                                    <p:animEffect transition="in" filter="fade">
                                      <p:cBhvr>
                                        <p:cTn id="25" dur="500"/>
                                        <p:tgtEl>
                                          <p:spTgt spid="9"/>
                                        </p:tgtEl>
                                      </p:cBhvr>
                                    </p:animEffect>
                                  </p:childTnLst>
                                </p:cTn>
                              </p:par>
                              <p:par>
                                <p:cTn id="26" presetID="10" presetClass="entr" presetSubtype="0" fill="hold" grpId="0" nodeType="withEffect">
                                  <p:stCondLst>
                                    <p:cond delay="0"/>
                                  </p:stCondLst>
                                  <p:childTnLst>
                                    <p:set>
                                      <p:cBhvr>
                                        <p:cTn id="27" dur="1" fill="hold">
                                          <p:stCondLst>
                                            <p:cond delay="0"/>
                                          </p:stCondLst>
                                        </p:cTn>
                                        <p:tgtEl>
                                          <p:spTgt spid="11"/>
                                        </p:tgtEl>
                                        <p:attrNameLst>
                                          <p:attrName>style.visibility</p:attrName>
                                        </p:attrNameLst>
                                      </p:cBhvr>
                                      <p:to>
                                        <p:strVal val="visible"/>
                                      </p:to>
                                    </p:set>
                                    <p:animEffect transition="in" filter="fade">
                                      <p:cBhvr>
                                        <p:cTn id="28" dur="500"/>
                                        <p:tgtEl>
                                          <p:spTgt spid="11"/>
                                        </p:tgtEl>
                                      </p:cBhvr>
                                    </p:animEffect>
                                  </p:childTnLst>
                                </p:cTn>
                              </p:par>
                            </p:childTnLst>
                          </p:cTn>
                        </p:par>
                      </p:childTnLst>
                    </p:cTn>
                  </p:par>
                  <p:par>
                    <p:cTn id="29" fill="hold">
                      <p:stCondLst>
                        <p:cond delay="indefinite"/>
                      </p:stCondLst>
                      <p:childTnLst>
                        <p:par>
                          <p:cTn id="30" fill="hold">
                            <p:stCondLst>
                              <p:cond delay="0"/>
                            </p:stCondLst>
                            <p:childTnLst>
                              <p:par>
                                <p:cTn id="31" presetID="10" presetClass="entr" presetSubtype="0" fill="hold" grpId="0" nodeType="clickEffect">
                                  <p:stCondLst>
                                    <p:cond delay="0"/>
                                  </p:stCondLst>
                                  <p:childTnLst>
                                    <p:set>
                                      <p:cBhvr>
                                        <p:cTn id="32" dur="1" fill="hold">
                                          <p:stCondLst>
                                            <p:cond delay="0"/>
                                          </p:stCondLst>
                                        </p:cTn>
                                        <p:tgtEl>
                                          <p:spTgt spid="19"/>
                                        </p:tgtEl>
                                        <p:attrNameLst>
                                          <p:attrName>style.visibility</p:attrName>
                                        </p:attrNameLst>
                                      </p:cBhvr>
                                      <p:to>
                                        <p:strVal val="visible"/>
                                      </p:to>
                                    </p:set>
                                    <p:animEffect transition="in" filter="fade">
                                      <p:cBhvr>
                                        <p:cTn id="33" dur="500"/>
                                        <p:tgtEl>
                                          <p:spTgt spid="19"/>
                                        </p:tgtEl>
                                      </p:cBhvr>
                                    </p:animEffect>
                                  </p:childTnLst>
                                </p:cTn>
                              </p:par>
                            </p:childTnLst>
                          </p:cTn>
                        </p:par>
                      </p:childTnLst>
                    </p:cTn>
                  </p:par>
                  <p:par>
                    <p:cTn id="34" fill="hold">
                      <p:stCondLst>
                        <p:cond delay="indefinite"/>
                      </p:stCondLst>
                      <p:childTnLst>
                        <p:par>
                          <p:cTn id="35" fill="hold">
                            <p:stCondLst>
                              <p:cond delay="0"/>
                            </p:stCondLst>
                            <p:childTnLst>
                              <p:par>
                                <p:cTn id="36" presetID="10" presetClass="entr" presetSubtype="0" fill="hold" grpId="0" nodeType="clickEffect">
                                  <p:stCondLst>
                                    <p:cond delay="0"/>
                                  </p:stCondLst>
                                  <p:childTnLst>
                                    <p:set>
                                      <p:cBhvr>
                                        <p:cTn id="37" dur="1" fill="hold">
                                          <p:stCondLst>
                                            <p:cond delay="0"/>
                                          </p:stCondLst>
                                        </p:cTn>
                                        <p:tgtEl>
                                          <p:spTgt spid="5">
                                            <p:txEl>
                                              <p:pRg st="0" end="0"/>
                                            </p:txEl>
                                          </p:spTgt>
                                        </p:tgtEl>
                                        <p:attrNameLst>
                                          <p:attrName>style.visibility</p:attrName>
                                        </p:attrNameLst>
                                      </p:cBhvr>
                                      <p:to>
                                        <p:strVal val="visible"/>
                                      </p:to>
                                    </p:set>
                                    <p:animEffect transition="in" filter="fade">
                                      <p:cBhvr>
                                        <p:cTn id="38" dur="500"/>
                                        <p:tgtEl>
                                          <p:spTgt spid="5">
                                            <p:txEl>
                                              <p:pRg st="0" end="0"/>
                                            </p:txEl>
                                          </p:spTgt>
                                        </p:tgtEl>
                                      </p:cBhvr>
                                    </p:animEffect>
                                  </p:childTnLst>
                                </p:cTn>
                              </p:par>
                            </p:childTnLst>
                          </p:cTn>
                        </p:par>
                      </p:childTnLst>
                    </p:cTn>
                  </p:par>
                  <p:par>
                    <p:cTn id="39" fill="hold">
                      <p:stCondLst>
                        <p:cond delay="indefinite"/>
                      </p:stCondLst>
                      <p:childTnLst>
                        <p:par>
                          <p:cTn id="40" fill="hold">
                            <p:stCondLst>
                              <p:cond delay="0"/>
                            </p:stCondLst>
                            <p:childTnLst>
                              <p:par>
                                <p:cTn id="41" presetID="10" presetClass="entr" presetSubtype="0" fill="hold" nodeType="clickEffect">
                                  <p:stCondLst>
                                    <p:cond delay="0"/>
                                  </p:stCondLst>
                                  <p:childTnLst>
                                    <p:set>
                                      <p:cBhvr>
                                        <p:cTn id="42" dur="1" fill="hold">
                                          <p:stCondLst>
                                            <p:cond delay="0"/>
                                          </p:stCondLst>
                                        </p:cTn>
                                        <p:tgtEl>
                                          <p:spTgt spid="5">
                                            <p:txEl>
                                              <p:pRg st="2" end="2"/>
                                            </p:txEl>
                                          </p:spTgt>
                                        </p:tgtEl>
                                        <p:attrNameLst>
                                          <p:attrName>style.visibility</p:attrName>
                                        </p:attrNameLst>
                                      </p:cBhvr>
                                      <p:to>
                                        <p:strVal val="visible"/>
                                      </p:to>
                                    </p:set>
                                    <p:animEffect transition="in" filter="fade">
                                      <p:cBhvr>
                                        <p:cTn id="43" dur="500"/>
                                        <p:tgtEl>
                                          <p:spTgt spid="5">
                                            <p:txEl>
                                              <p:pRg st="2" end="2"/>
                                            </p:txEl>
                                          </p:spTgt>
                                        </p:tgtEl>
                                      </p:cBhvr>
                                    </p:animEffect>
                                  </p:childTnLst>
                                </p:cTn>
                              </p:par>
                              <p:par>
                                <p:cTn id="44" presetID="10" presetClass="entr" presetSubtype="0" fill="hold" nodeType="withEffect">
                                  <p:stCondLst>
                                    <p:cond delay="0"/>
                                  </p:stCondLst>
                                  <p:childTnLst>
                                    <p:set>
                                      <p:cBhvr>
                                        <p:cTn id="45" dur="1" fill="hold">
                                          <p:stCondLst>
                                            <p:cond delay="0"/>
                                          </p:stCondLst>
                                        </p:cTn>
                                        <p:tgtEl>
                                          <p:spTgt spid="5">
                                            <p:txEl>
                                              <p:pRg st="3" end="3"/>
                                            </p:txEl>
                                          </p:spTgt>
                                        </p:tgtEl>
                                        <p:attrNameLst>
                                          <p:attrName>style.visibility</p:attrName>
                                        </p:attrNameLst>
                                      </p:cBhvr>
                                      <p:to>
                                        <p:strVal val="visible"/>
                                      </p:to>
                                    </p:set>
                                    <p:animEffect transition="in" filter="fade">
                                      <p:cBhvr>
                                        <p:cTn id="46" dur="500"/>
                                        <p:tgtEl>
                                          <p:spTgt spid="5">
                                            <p:txEl>
                                              <p:pRg st="3" end="3"/>
                                            </p:txEl>
                                          </p:spTgt>
                                        </p:tgtEl>
                                      </p:cBhvr>
                                    </p:animEffect>
                                  </p:childTnLst>
                                </p:cTn>
                              </p:par>
                            </p:childTnLst>
                          </p:cTn>
                        </p:par>
                      </p:childTnLst>
                    </p:cTn>
                  </p:par>
                  <p:par>
                    <p:cTn id="47" fill="hold">
                      <p:stCondLst>
                        <p:cond delay="indefinite"/>
                      </p:stCondLst>
                      <p:childTnLst>
                        <p:par>
                          <p:cTn id="48" fill="hold">
                            <p:stCondLst>
                              <p:cond delay="0"/>
                            </p:stCondLst>
                            <p:childTnLst>
                              <p:par>
                                <p:cTn id="49" presetID="10" presetClass="entr" presetSubtype="0" fill="hold" nodeType="clickEffect">
                                  <p:stCondLst>
                                    <p:cond delay="0"/>
                                  </p:stCondLst>
                                  <p:childTnLst>
                                    <p:set>
                                      <p:cBhvr>
                                        <p:cTn id="50" dur="1" fill="hold">
                                          <p:stCondLst>
                                            <p:cond delay="0"/>
                                          </p:stCondLst>
                                        </p:cTn>
                                        <p:tgtEl>
                                          <p:spTgt spid="5">
                                            <p:txEl>
                                              <p:pRg st="5" end="5"/>
                                            </p:txEl>
                                          </p:spTgt>
                                        </p:tgtEl>
                                        <p:attrNameLst>
                                          <p:attrName>style.visibility</p:attrName>
                                        </p:attrNameLst>
                                      </p:cBhvr>
                                      <p:to>
                                        <p:strVal val="visible"/>
                                      </p:to>
                                    </p:set>
                                    <p:animEffect transition="in" filter="fade">
                                      <p:cBhvr>
                                        <p:cTn id="51" dur="500"/>
                                        <p:tgtEl>
                                          <p:spTgt spid="5">
                                            <p:txEl>
                                              <p:pRg st="5" end="5"/>
                                            </p:txEl>
                                          </p:spTgt>
                                        </p:tgtEl>
                                      </p:cBhvr>
                                    </p:animEffect>
                                  </p:childTnLst>
                                </p:cTn>
                              </p:par>
                            </p:childTnLst>
                          </p:cTn>
                        </p:par>
                      </p:childTnLst>
                    </p:cTn>
                  </p:par>
                  <p:par>
                    <p:cTn id="52" fill="hold">
                      <p:stCondLst>
                        <p:cond delay="indefinite"/>
                      </p:stCondLst>
                      <p:childTnLst>
                        <p:par>
                          <p:cTn id="53" fill="hold">
                            <p:stCondLst>
                              <p:cond delay="0"/>
                            </p:stCondLst>
                            <p:childTnLst>
                              <p:par>
                                <p:cTn id="54" presetID="10" presetClass="entr" presetSubtype="0" fill="hold" nodeType="clickEffect">
                                  <p:stCondLst>
                                    <p:cond delay="0"/>
                                  </p:stCondLst>
                                  <p:childTnLst>
                                    <p:set>
                                      <p:cBhvr>
                                        <p:cTn id="55" dur="1" fill="hold">
                                          <p:stCondLst>
                                            <p:cond delay="0"/>
                                          </p:stCondLst>
                                        </p:cTn>
                                        <p:tgtEl>
                                          <p:spTgt spid="5">
                                            <p:txEl>
                                              <p:pRg st="7" end="7"/>
                                            </p:txEl>
                                          </p:spTgt>
                                        </p:tgtEl>
                                        <p:attrNameLst>
                                          <p:attrName>style.visibility</p:attrName>
                                        </p:attrNameLst>
                                      </p:cBhvr>
                                      <p:to>
                                        <p:strVal val="visible"/>
                                      </p:to>
                                    </p:set>
                                    <p:animEffect transition="in" filter="fade">
                                      <p:cBhvr>
                                        <p:cTn id="56" dur="500"/>
                                        <p:tgtEl>
                                          <p:spTgt spid="5">
                                            <p:txEl>
                                              <p:pRg st="7" end="7"/>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build="p"/>
      <p:bldP spid="6" grpId="0" animBg="1"/>
      <p:bldP spid="7" grpId="0" animBg="1"/>
      <p:bldP spid="8" grpId="0" animBg="1"/>
      <p:bldP spid="9" grpId="0"/>
      <p:bldP spid="11" grpId="0"/>
      <p:bldP spid="18" grpId="0"/>
      <p:bldP spid="19" grpId="0"/>
    </p:bldLst>
  </p:timing>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6" name="Content Placeholder 5"/>
              <p:cNvSpPr>
                <a:spLocks noGrp="1"/>
              </p:cNvSpPr>
              <p:nvPr>
                <p:ph idx="1"/>
              </p:nvPr>
            </p:nvSpPr>
            <p:spPr>
              <a:xfrm>
                <a:off x="395537" y="1988840"/>
                <a:ext cx="8424936" cy="4869159"/>
              </a:xfrm>
            </p:spPr>
            <p:txBody>
              <a:bodyPr>
                <a:normAutofit lnSpcReduction="10000"/>
              </a:bodyPr>
              <a:lstStyle/>
              <a:p>
                <a:pPr marL="0" indent="0">
                  <a:buNone/>
                </a:pPr>
                <a:r>
                  <a:rPr lang="en-IN" sz="3200" b="1" dirty="0">
                    <a:solidFill>
                      <a:srgbClr val="FF0000"/>
                    </a:solidFill>
                  </a:rPr>
                  <a:t>Finding number of Sheep:</a:t>
                </a:r>
              </a:p>
              <a:p>
                <a:pPr marL="0" indent="0">
                  <a:buNone/>
                </a:pPr>
                <a:r>
                  <a:rPr lang="en-IN" b="1" dirty="0">
                    <a:solidFill>
                      <a:srgbClr val="FF0000"/>
                    </a:solidFill>
                  </a:rPr>
                  <a:t>Step 1 :</a:t>
                </a:r>
                <a:r>
                  <a:rPr lang="en-IN" sz="2800" b="1" dirty="0">
                    <a:solidFill>
                      <a:srgbClr val="00B050"/>
                    </a:solidFill>
                  </a:rPr>
                  <a:t> (Total heads Count </a:t>
                </a:r>
                <a14:m>
                  <m:oMath xmlns:m="http://schemas.openxmlformats.org/officeDocument/2006/math">
                    <m:r>
                      <a:rPr lang="en-IN" sz="2800" b="1" i="1" smtClean="0">
                        <a:solidFill>
                          <a:srgbClr val="00B050"/>
                        </a:solidFill>
                        <a:latin typeface="Cambria Math"/>
                        <a:ea typeface="Cambria Math"/>
                      </a:rPr>
                      <m:t>×</m:t>
                    </m:r>
                  </m:oMath>
                </a14:m>
                <a:r>
                  <a:rPr lang="en-IN" sz="2800" b="1" dirty="0">
                    <a:solidFill>
                      <a:srgbClr val="00B050"/>
                    </a:solidFill>
                  </a:rPr>
                  <a:t> 4) - Total Legs Count </a:t>
                </a:r>
              </a:p>
              <a:p>
                <a:pPr marL="0" indent="0">
                  <a:buNone/>
                </a:pPr>
                <a:endParaRPr lang="en-IN" sz="2800" b="1" dirty="0">
                  <a:solidFill>
                    <a:srgbClr val="00B050"/>
                  </a:solidFill>
                </a:endParaRPr>
              </a:p>
              <a:p>
                <a:pPr marL="0" indent="0">
                  <a:buNone/>
                </a:pPr>
                <a:r>
                  <a:rPr lang="en-IN" b="1" dirty="0">
                    <a:solidFill>
                      <a:srgbClr val="FF0000"/>
                    </a:solidFill>
                  </a:rPr>
                  <a:t>Step 2 :    </a:t>
                </a:r>
                <a14:m>
                  <m:oMath xmlns:m="http://schemas.openxmlformats.org/officeDocument/2006/math">
                    <m:f>
                      <m:fPr>
                        <m:ctrlPr>
                          <a:rPr lang="en-IN" sz="2800" b="1" i="1" smtClean="0">
                            <a:solidFill>
                              <a:srgbClr val="00B050"/>
                            </a:solidFill>
                            <a:latin typeface="Cambria Math" panose="02040503050406030204" pitchFamily="18" charset="0"/>
                          </a:rPr>
                        </m:ctrlPr>
                      </m:fPr>
                      <m:num>
                        <m:r>
                          <m:rPr>
                            <m:nor/>
                          </m:rPr>
                          <a:rPr lang="en-IN" sz="2800" b="1" dirty="0">
                            <a:solidFill>
                              <a:srgbClr val="00B050"/>
                            </a:solidFill>
                          </a:rPr>
                          <m:t>Result</m:t>
                        </m:r>
                        <m:r>
                          <m:rPr>
                            <m:nor/>
                          </m:rPr>
                          <a:rPr lang="en-IN" sz="2800" b="1" dirty="0">
                            <a:solidFill>
                              <a:srgbClr val="00B050"/>
                            </a:solidFill>
                          </a:rPr>
                          <m:t> </m:t>
                        </m:r>
                        <m:r>
                          <m:rPr>
                            <m:nor/>
                          </m:rPr>
                          <a:rPr lang="en-IN" sz="2800" b="1" dirty="0">
                            <a:solidFill>
                              <a:srgbClr val="00B050"/>
                            </a:solidFill>
                          </a:rPr>
                          <m:t>of</m:t>
                        </m:r>
                        <m:r>
                          <m:rPr>
                            <m:nor/>
                          </m:rPr>
                          <a:rPr lang="en-IN" sz="2800" b="1" dirty="0">
                            <a:solidFill>
                              <a:srgbClr val="00B050"/>
                            </a:solidFill>
                          </a:rPr>
                          <m:t> </m:t>
                        </m:r>
                        <m:r>
                          <m:rPr>
                            <m:nor/>
                          </m:rPr>
                          <a:rPr lang="en-IN" sz="2800" b="1" dirty="0">
                            <a:solidFill>
                              <a:srgbClr val="00B050"/>
                            </a:solidFill>
                          </a:rPr>
                          <m:t>step</m:t>
                        </m:r>
                        <m:r>
                          <m:rPr>
                            <m:nor/>
                          </m:rPr>
                          <a:rPr lang="en-IN" sz="2800" b="1" dirty="0">
                            <a:solidFill>
                              <a:srgbClr val="00B050"/>
                            </a:solidFill>
                          </a:rPr>
                          <m:t> 1</m:t>
                        </m:r>
                      </m:num>
                      <m:den>
                        <m:r>
                          <a:rPr lang="en-IN" sz="2800" b="1" i="1" smtClean="0">
                            <a:solidFill>
                              <a:srgbClr val="00B050"/>
                            </a:solidFill>
                            <a:latin typeface="Cambria Math"/>
                          </a:rPr>
                          <m:t>𝟐</m:t>
                        </m:r>
                      </m:den>
                    </m:f>
                  </m:oMath>
                </a14:m>
                <a:endParaRPr lang="en-IN" b="1" dirty="0"/>
              </a:p>
              <a:p>
                <a:pPr marL="0" indent="0">
                  <a:buNone/>
                </a:pPr>
                <a:endParaRPr lang="en-IN" dirty="0"/>
              </a:p>
              <a:p>
                <a:pPr marL="0" indent="0">
                  <a:buNone/>
                </a:pPr>
                <a:r>
                  <a:rPr lang="en-IN" sz="2800" b="1" dirty="0"/>
                  <a:t>Step 1 : (200 </a:t>
                </a:r>
                <a14:m>
                  <m:oMath xmlns:m="http://schemas.openxmlformats.org/officeDocument/2006/math">
                    <m:r>
                      <a:rPr lang="en-IN" sz="2800" b="1" i="1" smtClean="0">
                        <a:latin typeface="Cambria Math"/>
                        <a:ea typeface="Cambria Math"/>
                      </a:rPr>
                      <m:t>×</m:t>
                    </m:r>
                  </m:oMath>
                </a14:m>
                <a:r>
                  <a:rPr lang="en-IN" sz="2800" b="1" dirty="0"/>
                  <a:t> 4) - 580</a:t>
                </a:r>
              </a:p>
              <a:p>
                <a:pPr marL="0" indent="0">
                  <a:buNone/>
                </a:pPr>
                <a:r>
                  <a:rPr lang="en-IN" sz="2800" b="1" dirty="0"/>
                  <a:t>	 = 800 – 580 </a:t>
                </a:r>
              </a:p>
              <a:p>
                <a:pPr marL="0" indent="0">
                  <a:buNone/>
                </a:pPr>
                <a:r>
                  <a:rPr lang="en-IN" sz="2800" b="1" dirty="0"/>
                  <a:t>   	 = 220</a:t>
                </a:r>
              </a:p>
              <a:p>
                <a:pPr marL="0" indent="0">
                  <a:buNone/>
                </a:pPr>
                <a:r>
                  <a:rPr lang="en-IN" sz="2800" b="1" dirty="0"/>
                  <a:t>Step 2 : </a:t>
                </a:r>
                <a14:m>
                  <m:oMath xmlns:m="http://schemas.openxmlformats.org/officeDocument/2006/math">
                    <m:f>
                      <m:fPr>
                        <m:ctrlPr>
                          <a:rPr lang="en-IN" sz="2800" b="1" i="1" smtClean="0">
                            <a:latin typeface="Cambria Math" panose="02040503050406030204" pitchFamily="18" charset="0"/>
                          </a:rPr>
                        </m:ctrlPr>
                      </m:fPr>
                      <m:num>
                        <m:r>
                          <a:rPr lang="en-IN" sz="2800" b="1" i="1" smtClean="0">
                            <a:latin typeface="Cambria Math"/>
                          </a:rPr>
                          <m:t>𝟐𝟐𝟎</m:t>
                        </m:r>
                      </m:num>
                      <m:den>
                        <m:r>
                          <a:rPr lang="en-IN" sz="2800" b="1" i="1" smtClean="0">
                            <a:latin typeface="Cambria Math"/>
                          </a:rPr>
                          <m:t>𝟐</m:t>
                        </m:r>
                      </m:den>
                    </m:f>
                  </m:oMath>
                </a14:m>
                <a:r>
                  <a:rPr lang="en-IN" sz="2800" b="1" dirty="0"/>
                  <a:t> = </a:t>
                </a:r>
                <a:r>
                  <a:rPr lang="en-IN" sz="2800" b="1" dirty="0">
                    <a:solidFill>
                      <a:srgbClr val="00B050"/>
                    </a:solidFill>
                  </a:rPr>
                  <a:t>110 Sheep.</a:t>
                </a:r>
              </a:p>
            </p:txBody>
          </p:sp>
        </mc:Choice>
        <mc:Fallback xmlns="">
          <p:sp>
            <p:nvSpPr>
              <p:cNvPr id="6" name="Content Placeholder 5"/>
              <p:cNvSpPr>
                <a:spLocks noGrp="1" noRot="1" noChangeAspect="1" noMove="1" noResize="1" noEditPoints="1" noAdjustHandles="1" noChangeArrowheads="1" noChangeShapeType="1" noTextEdit="1"/>
              </p:cNvSpPr>
              <p:nvPr>
                <p:ph idx="1"/>
              </p:nvPr>
            </p:nvSpPr>
            <p:spPr>
              <a:xfrm>
                <a:off x="395537" y="1988840"/>
                <a:ext cx="8424936" cy="4869159"/>
              </a:xfrm>
              <a:blipFill rotWithShape="1">
                <a:blip r:embed="rId3"/>
                <a:stretch>
                  <a:fillRect l="-1881" t="-2628"/>
                </a:stretch>
              </a:blipFill>
            </p:spPr>
            <p:txBody>
              <a:bodyPr/>
              <a:lstStyle/>
              <a:p>
                <a:r>
                  <a:rPr lang="en-IN">
                    <a:noFill/>
                  </a:rPr>
                  <a:t> </a:t>
                </a:r>
              </a:p>
            </p:txBody>
          </p:sp>
        </mc:Fallback>
      </mc:AlternateContent>
      <p:sp>
        <p:nvSpPr>
          <p:cNvPr id="5" name="Title 4"/>
          <p:cNvSpPr>
            <a:spLocks noGrp="1"/>
          </p:cNvSpPr>
          <p:nvPr>
            <p:ph type="title"/>
          </p:nvPr>
        </p:nvSpPr>
        <p:spPr/>
        <p:txBody>
          <a:bodyPr/>
          <a:lstStyle/>
          <a:p>
            <a:pPr algn="l"/>
            <a:r>
              <a:rPr lang="en-IN" b="1" dirty="0">
                <a:solidFill>
                  <a:srgbClr val="00B050"/>
                </a:solidFill>
              </a:rPr>
              <a:t>Q.21)Shortcut</a:t>
            </a:r>
          </a:p>
        </p:txBody>
      </p:sp>
    </p:spTree>
    <p:extLst>
      <p:ext uri="{BB962C8B-B14F-4D97-AF65-F5344CB8AC3E}">
        <p14:creationId xmlns:p14="http://schemas.microsoft.com/office/powerpoint/2010/main" val="413050917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6">
                                            <p:txEl>
                                              <p:pRg st="0" end="0"/>
                                            </p:txEl>
                                          </p:spTgt>
                                        </p:tgtEl>
                                        <p:attrNameLst>
                                          <p:attrName>style.visibility</p:attrName>
                                        </p:attrNameLst>
                                      </p:cBhvr>
                                      <p:to>
                                        <p:strVal val="visible"/>
                                      </p:to>
                                    </p:set>
                                    <p:animEffect transition="in" filter="fade">
                                      <p:cBhvr>
                                        <p:cTn id="7" dur="500"/>
                                        <p:tgtEl>
                                          <p:spTgt spid="6">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6">
                                            <p:txEl>
                                              <p:pRg st="1" end="1"/>
                                            </p:txEl>
                                          </p:spTgt>
                                        </p:tgtEl>
                                        <p:attrNameLst>
                                          <p:attrName>style.visibility</p:attrName>
                                        </p:attrNameLst>
                                      </p:cBhvr>
                                      <p:to>
                                        <p:strVal val="visible"/>
                                      </p:to>
                                    </p:set>
                                    <p:animEffect transition="in" filter="fade">
                                      <p:cBhvr>
                                        <p:cTn id="12" dur="500"/>
                                        <p:tgtEl>
                                          <p:spTgt spid="6">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grpId="0" nodeType="clickEffect">
                                  <p:stCondLst>
                                    <p:cond delay="0"/>
                                  </p:stCondLst>
                                  <p:childTnLst>
                                    <p:set>
                                      <p:cBhvr>
                                        <p:cTn id="16" dur="1" fill="hold">
                                          <p:stCondLst>
                                            <p:cond delay="0"/>
                                          </p:stCondLst>
                                        </p:cTn>
                                        <p:tgtEl>
                                          <p:spTgt spid="6">
                                            <p:txEl>
                                              <p:pRg st="3" end="3"/>
                                            </p:txEl>
                                          </p:spTgt>
                                        </p:tgtEl>
                                        <p:attrNameLst>
                                          <p:attrName>style.visibility</p:attrName>
                                        </p:attrNameLst>
                                      </p:cBhvr>
                                      <p:to>
                                        <p:strVal val="visible"/>
                                      </p:to>
                                    </p:set>
                                    <p:animEffect transition="in" filter="fade">
                                      <p:cBhvr>
                                        <p:cTn id="17" dur="500"/>
                                        <p:tgtEl>
                                          <p:spTgt spid="6">
                                            <p:txEl>
                                              <p:pRg st="3" end="3"/>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grpId="0" nodeType="clickEffect">
                                  <p:stCondLst>
                                    <p:cond delay="0"/>
                                  </p:stCondLst>
                                  <p:childTnLst>
                                    <p:set>
                                      <p:cBhvr>
                                        <p:cTn id="21" dur="1" fill="hold">
                                          <p:stCondLst>
                                            <p:cond delay="0"/>
                                          </p:stCondLst>
                                        </p:cTn>
                                        <p:tgtEl>
                                          <p:spTgt spid="6">
                                            <p:txEl>
                                              <p:pRg st="5" end="5"/>
                                            </p:txEl>
                                          </p:spTgt>
                                        </p:tgtEl>
                                        <p:attrNameLst>
                                          <p:attrName>style.visibility</p:attrName>
                                        </p:attrNameLst>
                                      </p:cBhvr>
                                      <p:to>
                                        <p:strVal val="visible"/>
                                      </p:to>
                                    </p:set>
                                    <p:animEffect transition="in" filter="fade">
                                      <p:cBhvr>
                                        <p:cTn id="22" dur="500"/>
                                        <p:tgtEl>
                                          <p:spTgt spid="6">
                                            <p:txEl>
                                              <p:pRg st="5" end="5"/>
                                            </p:txEl>
                                          </p:spTgt>
                                        </p:tgtEl>
                                      </p:cBhvr>
                                    </p:animEffect>
                                  </p:childTnLst>
                                </p:cTn>
                              </p:par>
                            </p:childTnLst>
                          </p:cTn>
                        </p:par>
                      </p:childTnLst>
                    </p:cTn>
                  </p:par>
                  <p:par>
                    <p:cTn id="23" fill="hold">
                      <p:stCondLst>
                        <p:cond delay="indefinite"/>
                      </p:stCondLst>
                      <p:childTnLst>
                        <p:par>
                          <p:cTn id="24" fill="hold">
                            <p:stCondLst>
                              <p:cond delay="0"/>
                            </p:stCondLst>
                            <p:childTnLst>
                              <p:par>
                                <p:cTn id="25" presetID="10" presetClass="entr" presetSubtype="0" fill="hold" grpId="0" nodeType="clickEffect">
                                  <p:stCondLst>
                                    <p:cond delay="0"/>
                                  </p:stCondLst>
                                  <p:childTnLst>
                                    <p:set>
                                      <p:cBhvr>
                                        <p:cTn id="26" dur="1" fill="hold">
                                          <p:stCondLst>
                                            <p:cond delay="0"/>
                                          </p:stCondLst>
                                        </p:cTn>
                                        <p:tgtEl>
                                          <p:spTgt spid="6">
                                            <p:txEl>
                                              <p:pRg st="6" end="6"/>
                                            </p:txEl>
                                          </p:spTgt>
                                        </p:tgtEl>
                                        <p:attrNameLst>
                                          <p:attrName>style.visibility</p:attrName>
                                        </p:attrNameLst>
                                      </p:cBhvr>
                                      <p:to>
                                        <p:strVal val="visible"/>
                                      </p:to>
                                    </p:set>
                                    <p:animEffect transition="in" filter="fade">
                                      <p:cBhvr>
                                        <p:cTn id="27" dur="500"/>
                                        <p:tgtEl>
                                          <p:spTgt spid="6">
                                            <p:txEl>
                                              <p:pRg st="6" end="6"/>
                                            </p:txEl>
                                          </p:spTgt>
                                        </p:tgtEl>
                                      </p:cBhvr>
                                    </p:animEffect>
                                  </p:childTnLst>
                                </p:cTn>
                              </p:par>
                            </p:childTnLst>
                          </p:cTn>
                        </p:par>
                      </p:childTnLst>
                    </p:cTn>
                  </p:par>
                  <p:par>
                    <p:cTn id="28" fill="hold">
                      <p:stCondLst>
                        <p:cond delay="indefinite"/>
                      </p:stCondLst>
                      <p:childTnLst>
                        <p:par>
                          <p:cTn id="29" fill="hold">
                            <p:stCondLst>
                              <p:cond delay="0"/>
                            </p:stCondLst>
                            <p:childTnLst>
                              <p:par>
                                <p:cTn id="30" presetID="10" presetClass="entr" presetSubtype="0" fill="hold" grpId="0" nodeType="clickEffect">
                                  <p:stCondLst>
                                    <p:cond delay="0"/>
                                  </p:stCondLst>
                                  <p:childTnLst>
                                    <p:set>
                                      <p:cBhvr>
                                        <p:cTn id="31" dur="1" fill="hold">
                                          <p:stCondLst>
                                            <p:cond delay="0"/>
                                          </p:stCondLst>
                                        </p:cTn>
                                        <p:tgtEl>
                                          <p:spTgt spid="6">
                                            <p:txEl>
                                              <p:pRg st="7" end="7"/>
                                            </p:txEl>
                                          </p:spTgt>
                                        </p:tgtEl>
                                        <p:attrNameLst>
                                          <p:attrName>style.visibility</p:attrName>
                                        </p:attrNameLst>
                                      </p:cBhvr>
                                      <p:to>
                                        <p:strVal val="visible"/>
                                      </p:to>
                                    </p:set>
                                    <p:animEffect transition="in" filter="fade">
                                      <p:cBhvr>
                                        <p:cTn id="32" dur="500"/>
                                        <p:tgtEl>
                                          <p:spTgt spid="6">
                                            <p:txEl>
                                              <p:pRg st="7" end="7"/>
                                            </p:txEl>
                                          </p:spTgt>
                                        </p:tgtEl>
                                      </p:cBhvr>
                                    </p:animEffect>
                                  </p:childTnLst>
                                </p:cTn>
                              </p:par>
                            </p:childTnLst>
                          </p:cTn>
                        </p:par>
                      </p:childTnLst>
                    </p:cTn>
                  </p:par>
                  <p:par>
                    <p:cTn id="33" fill="hold">
                      <p:stCondLst>
                        <p:cond delay="indefinite"/>
                      </p:stCondLst>
                      <p:childTnLst>
                        <p:par>
                          <p:cTn id="34" fill="hold">
                            <p:stCondLst>
                              <p:cond delay="0"/>
                            </p:stCondLst>
                            <p:childTnLst>
                              <p:par>
                                <p:cTn id="35" presetID="10" presetClass="entr" presetSubtype="0" fill="hold" grpId="0" nodeType="clickEffect">
                                  <p:stCondLst>
                                    <p:cond delay="0"/>
                                  </p:stCondLst>
                                  <p:childTnLst>
                                    <p:set>
                                      <p:cBhvr>
                                        <p:cTn id="36" dur="1" fill="hold">
                                          <p:stCondLst>
                                            <p:cond delay="0"/>
                                          </p:stCondLst>
                                        </p:cTn>
                                        <p:tgtEl>
                                          <p:spTgt spid="6">
                                            <p:txEl>
                                              <p:pRg st="8" end="8"/>
                                            </p:txEl>
                                          </p:spTgt>
                                        </p:tgtEl>
                                        <p:attrNameLst>
                                          <p:attrName>style.visibility</p:attrName>
                                        </p:attrNameLst>
                                      </p:cBhvr>
                                      <p:to>
                                        <p:strVal val="visible"/>
                                      </p:to>
                                    </p:set>
                                    <p:animEffect transition="in" filter="fade">
                                      <p:cBhvr>
                                        <p:cTn id="37" dur="500"/>
                                        <p:tgtEl>
                                          <p:spTgt spid="6">
                                            <p:txEl>
                                              <p:pRg st="8" end="8"/>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build="p"/>
    </p:bldLst>
  </p:timing>
</p:sld>
</file>

<file path=ppt/theme/_rels/theme1.xml.rels><?xml version="1.0" encoding="UTF-8" standalone="yes"?>
<Relationships xmlns="http://schemas.openxmlformats.org/package/2006/relationships"><Relationship Id="rId2" Type="http://schemas.openxmlformats.org/officeDocument/2006/relationships/image" Target="../media/image2.jpeg" /><Relationship Id="rId1" Type="http://schemas.openxmlformats.org/officeDocument/2006/relationships/image" Target="../media/image1.jpeg" /></Relationships>
</file>

<file path=ppt/theme/theme1.xml><?xml version="1.0" encoding="utf-8"?>
<a:theme xmlns:a="http://schemas.openxmlformats.org/drawingml/2006/main" name="Hardcover">
  <a:themeElements>
    <a:clrScheme name="Hardcover">
      <a:dk1>
        <a:sysClr val="windowText" lastClr="000000"/>
      </a:dk1>
      <a:lt1>
        <a:sysClr val="window" lastClr="FFFFFF"/>
      </a:lt1>
      <a:dk2>
        <a:srgbClr val="895D1D"/>
      </a:dk2>
      <a:lt2>
        <a:srgbClr val="ECE9C6"/>
      </a:lt2>
      <a:accent1>
        <a:srgbClr val="873624"/>
      </a:accent1>
      <a:accent2>
        <a:srgbClr val="D6862D"/>
      </a:accent2>
      <a:accent3>
        <a:srgbClr val="D0BE40"/>
      </a:accent3>
      <a:accent4>
        <a:srgbClr val="877F6C"/>
      </a:accent4>
      <a:accent5>
        <a:srgbClr val="972109"/>
      </a:accent5>
      <a:accent6>
        <a:srgbClr val="AEB795"/>
      </a:accent6>
      <a:hlink>
        <a:srgbClr val="CC9900"/>
      </a:hlink>
      <a:folHlink>
        <a:srgbClr val="B2B2B2"/>
      </a:folHlink>
    </a:clrScheme>
    <a:fontScheme name="Hardcover">
      <a:majorFont>
        <a:latin typeface="Book Antiqua"/>
        <a:ea typeface=""/>
        <a:cs typeface=""/>
        <a:font script="Grek" typeface="Times New Roman"/>
        <a:font script="Cyrl" typeface="Times New Roman"/>
        <a:font script="Jpan" typeface="HGS明朝E"/>
        <a:font script="Hang" typeface="궁서"/>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Book Antiqua"/>
        <a:ea typeface=""/>
        <a:cs typeface=""/>
        <a:font script="Grek" typeface="Times New Roman"/>
        <a:font script="Cyrl" typeface="Times New Roman"/>
        <a:font script="Jpan" typeface="HGS明朝E"/>
        <a:font script="Hang" typeface="돋움"/>
        <a:font script="Hans" typeface="宋体"/>
        <a:font script="Hant" typeface="新細明體"/>
        <a:font script="Arab" typeface="Times New Roman"/>
        <a:font script="Hebr" typeface="David"/>
        <a:font script="Thai" typeface="EucrosiaUPC"/>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inorFont>
    </a:fontScheme>
    <a:fmtScheme name="Hardcover">
      <a:fillStyleLst>
        <a:solidFill>
          <a:schemeClr val="phClr"/>
        </a:solidFill>
        <a:solidFill>
          <a:schemeClr val="phClr">
            <a:tint val="68000"/>
            <a:shade val="94000"/>
            <a:satMod val="300000"/>
            <a:lumMod val="110000"/>
          </a:schemeClr>
        </a:solidFill>
        <a:gradFill rotWithShape="1">
          <a:gsLst>
            <a:gs pos="0">
              <a:schemeClr val="phClr">
                <a:tint val="94000"/>
                <a:satMod val="180000"/>
                <a:lumMod val="98000"/>
              </a:schemeClr>
            </a:gs>
            <a:gs pos="100000">
              <a:schemeClr val="phClr">
                <a:satMod val="130000"/>
              </a:schemeClr>
            </a:gs>
          </a:gsLst>
          <a:lin ang="5160000" scaled="0"/>
        </a:gradFill>
      </a:fillStyleLst>
      <a:lnStyleLst>
        <a:ln w="12700" cap="flat" cmpd="sng" algn="ctr">
          <a:solidFill>
            <a:schemeClr val="phClr">
              <a:shade val="90000"/>
              <a:lumMod val="90000"/>
            </a:schemeClr>
          </a:solidFill>
          <a:prstDash val="solid"/>
        </a:ln>
        <a:ln w="19050" cap="flat" cmpd="sng" algn="ctr">
          <a:solidFill>
            <a:schemeClr val="phClr">
              <a:shade val="75000"/>
              <a:lumMod val="90000"/>
            </a:schemeClr>
          </a:solidFill>
          <a:prstDash val="solid"/>
        </a:ln>
        <a:ln w="25400" cap="flat" cmpd="sng" algn="ctr">
          <a:solidFill>
            <a:schemeClr val="phClr"/>
          </a:solidFill>
          <a:prstDash val="solid"/>
        </a:ln>
      </a:lnStyleLst>
      <a:effectStyleLst>
        <a:effectStyle>
          <a:effectLst>
            <a:outerShdw blurRad="38100" dist="12700" dir="5400000" rotWithShape="0">
              <a:srgbClr val="000000">
                <a:alpha val="15000"/>
              </a:srgbClr>
            </a:outerShdw>
          </a:effectLst>
        </a:effectStyle>
        <a:effectStyle>
          <a:effectLst>
            <a:outerShdw blurRad="50800" dist="25400" dir="5400000" rotWithShape="0">
              <a:srgbClr val="000000">
                <a:alpha val="46000"/>
              </a:srgbClr>
            </a:outerShdw>
          </a:effectLst>
        </a:effectStyle>
        <a:effectStyle>
          <a:effectLst>
            <a:outerShdw blurRad="50800" dist="25400" dir="5400000" rotWithShape="0">
              <a:srgbClr val="000000">
                <a:alpha val="48000"/>
              </a:srgbClr>
            </a:outerShdw>
          </a:effectLst>
          <a:scene3d>
            <a:camera prst="orthographicFront">
              <a:rot lat="0" lon="0" rev="0"/>
            </a:camera>
            <a:lightRig rig="threePt" dir="tl">
              <a:rot lat="0" lon="0" rev="2400000"/>
            </a:lightRig>
          </a:scene3d>
          <a:sp3d>
            <a:bevelT w="25400" h="25400"/>
          </a:sp3d>
        </a:effectStyle>
      </a:effectStyleLst>
      <a:bgFillStyleLst>
        <a:solidFill>
          <a:schemeClr val="phClr">
            <a:tint val="96000"/>
            <a:lumMod val="110000"/>
          </a:schemeClr>
        </a:solidFill>
        <a:blipFill rotWithShape="1">
          <a:blip xmlns:r="http://schemas.openxmlformats.org/officeDocument/2006/relationships" r:embed="rId1">
            <a:duotone>
              <a:schemeClr val="phClr">
                <a:tint val="93000"/>
                <a:shade val="20000"/>
              </a:schemeClr>
              <a:schemeClr val="phClr">
                <a:tint val="90000"/>
                <a:shade val="85000"/>
                <a:satMod val="115000"/>
              </a:schemeClr>
            </a:duotone>
          </a:blip>
          <a:tile tx="0" ty="0" sx="60000" sy="60000" flip="none" algn="tl"/>
        </a:blipFill>
        <a:blipFill rotWithShape="1">
          <a:blip xmlns:r="http://schemas.openxmlformats.org/officeDocument/2006/relationships" r:embed="rId2">
            <a:duotone>
              <a:schemeClr val="phClr">
                <a:shade val="50000"/>
                <a:satMod val="340000"/>
                <a:lumMod val="40000"/>
              </a:schemeClr>
              <a:schemeClr val="phClr">
                <a:tint val="92000"/>
                <a:shade val="94000"/>
                <a:hueMod val="110000"/>
                <a:satMod val="236000"/>
                <a:lumMod val="120000"/>
              </a:schemeClr>
            </a:duotone>
          </a:blip>
          <a:stretch/>
        </a:blipFill>
      </a:bgFillStyleLst>
    </a:fmtScheme>
  </a:themeElements>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Hardcover</Template>
  <TotalTime>1532</TotalTime>
  <Words>2300</Words>
  <Application>Microsoft Office PowerPoint</Application>
  <PresentationFormat>On-screen Show (4:3)</PresentationFormat>
  <Paragraphs>779</Paragraphs>
  <Slides>64</Slides>
  <Notes>1</Notes>
  <HiddenSlides>0</HiddenSlides>
  <MMClips>0</MMClips>
  <ScaleCrop>false</ScaleCrop>
  <HeadingPairs>
    <vt:vector size="4" baseType="variant">
      <vt:variant>
        <vt:lpstr>Theme</vt:lpstr>
      </vt:variant>
      <vt:variant>
        <vt:i4>1</vt:i4>
      </vt:variant>
      <vt:variant>
        <vt:lpstr>Slide Titles</vt:lpstr>
      </vt:variant>
      <vt:variant>
        <vt:i4>64</vt:i4>
      </vt:variant>
    </vt:vector>
  </HeadingPairs>
  <TitlesOfParts>
    <vt:vector size="65" baseType="lpstr">
      <vt:lpstr>Hardcover</vt:lpstr>
      <vt:lpstr>Ratio and Proportion</vt:lpstr>
      <vt:lpstr>Ratio</vt:lpstr>
      <vt:lpstr>Types of Ratios</vt:lpstr>
      <vt:lpstr>1) Duplicate Ratio</vt:lpstr>
      <vt:lpstr>2) Sub-Duplicate Ratio </vt:lpstr>
      <vt:lpstr>3) Triplicate Ratio </vt:lpstr>
      <vt:lpstr>4) Sub-Triplicate Ratio </vt:lpstr>
      <vt:lpstr>5) Inverse Ratio </vt:lpstr>
      <vt:lpstr>5) Inverse Ratio… </vt:lpstr>
      <vt:lpstr>6) Compound Ratio </vt:lpstr>
      <vt:lpstr>Proportion</vt:lpstr>
      <vt:lpstr>Proportion</vt:lpstr>
      <vt:lpstr>Basic Problems </vt:lpstr>
      <vt:lpstr>Q.1)</vt:lpstr>
      <vt:lpstr>Q.1)Explanation</vt:lpstr>
      <vt:lpstr>Q.2)</vt:lpstr>
      <vt:lpstr>Q.2)Explanation</vt:lpstr>
      <vt:lpstr>Q.3)</vt:lpstr>
      <vt:lpstr>Q.3)Explanation</vt:lpstr>
      <vt:lpstr>Q.4)</vt:lpstr>
      <vt:lpstr>Q.4)Explanation</vt:lpstr>
      <vt:lpstr>Q.5)</vt:lpstr>
      <vt:lpstr>Q.5) Explanation</vt:lpstr>
      <vt:lpstr>Q.6)</vt:lpstr>
      <vt:lpstr>Q.6)Explanation</vt:lpstr>
      <vt:lpstr>Type 1: Problems</vt:lpstr>
      <vt:lpstr>Q.7) </vt:lpstr>
      <vt:lpstr>Q.7) Explanation</vt:lpstr>
      <vt:lpstr>Q.7) Explanation  (Alternate Method)</vt:lpstr>
      <vt:lpstr>Q.8) </vt:lpstr>
      <vt:lpstr>Q.8) Explanation</vt:lpstr>
      <vt:lpstr>Type 2: Problems</vt:lpstr>
      <vt:lpstr> Q.9)</vt:lpstr>
      <vt:lpstr>Q.9) Explanation</vt:lpstr>
      <vt:lpstr>Q.10) </vt:lpstr>
      <vt:lpstr>Q.10) Explanation</vt:lpstr>
      <vt:lpstr>Two Ratios Based Problems </vt:lpstr>
      <vt:lpstr>Q.11)Explanation</vt:lpstr>
      <vt:lpstr>Q.11)Shortcut</vt:lpstr>
      <vt:lpstr>Two Ratios Based Problems </vt:lpstr>
      <vt:lpstr>12)Explanation</vt:lpstr>
      <vt:lpstr>12)Shortcut</vt:lpstr>
      <vt:lpstr>Q.13) </vt:lpstr>
      <vt:lpstr>Q.13) Explanation</vt:lpstr>
      <vt:lpstr>Q.13) Shortcut</vt:lpstr>
      <vt:lpstr>Q.14)</vt:lpstr>
      <vt:lpstr>Q.14) Explanation</vt:lpstr>
      <vt:lpstr>Q.14) Shortcut</vt:lpstr>
      <vt:lpstr>Q.15) </vt:lpstr>
      <vt:lpstr>Q.15) Explanation</vt:lpstr>
      <vt:lpstr>Q.16) </vt:lpstr>
      <vt:lpstr>Q.16) Explanation</vt:lpstr>
      <vt:lpstr>Q.17) </vt:lpstr>
      <vt:lpstr>Q.17)Explanation</vt:lpstr>
      <vt:lpstr> Q.18)</vt:lpstr>
      <vt:lpstr>Q.18) Explanation</vt:lpstr>
      <vt:lpstr>Q.19) </vt:lpstr>
      <vt:lpstr>Q.19) Explanation</vt:lpstr>
      <vt:lpstr>Q.20) </vt:lpstr>
      <vt:lpstr>Q.20) Explanation</vt:lpstr>
      <vt:lpstr>Q.20)Shortcut</vt:lpstr>
      <vt:lpstr>Q.21) </vt:lpstr>
      <vt:lpstr>Q.21) Explanation</vt:lpstr>
      <vt:lpstr>Q.21)Shortcut</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Ratio and Proportion</dc:title>
  <dc:creator>Mr.V.Senthil Nathan</dc:creator>
  <cp:lastModifiedBy>Ashwin Sagar</cp:lastModifiedBy>
  <cp:revision>217</cp:revision>
  <dcterms:created xsi:type="dcterms:W3CDTF">2016-07-12T07:22:39Z</dcterms:created>
  <dcterms:modified xsi:type="dcterms:W3CDTF">2024-09-07T11:18:57Z</dcterms:modified>
</cp:coreProperties>
</file>